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6"/>
  </p:notesMasterIdLst>
  <p:handoutMasterIdLst>
    <p:handoutMasterId r:id="rId90"/>
  </p:handoutMasterIdLst>
  <p:sldIdLst>
    <p:sldId id="261" r:id="rId3"/>
    <p:sldId id="259" r:id="rId4"/>
    <p:sldId id="303" r:id="rId5"/>
    <p:sldId id="304" r:id="rId6"/>
    <p:sldId id="305" r:id="rId7"/>
    <p:sldId id="306" r:id="rId8"/>
    <p:sldId id="307" r:id="rId9"/>
    <p:sldId id="308" r:id="rId10"/>
    <p:sldId id="309" r:id="rId11"/>
    <p:sldId id="310" r:id="rId12"/>
    <p:sldId id="311" r:id="rId13"/>
    <p:sldId id="312" r:id="rId14"/>
    <p:sldId id="313" r:id="rId15"/>
    <p:sldId id="314" r:id="rId16"/>
    <p:sldId id="431" r:id="rId17"/>
    <p:sldId id="316" r:id="rId18"/>
    <p:sldId id="333" r:id="rId19"/>
    <p:sldId id="334" r:id="rId20"/>
    <p:sldId id="335" r:id="rId21"/>
    <p:sldId id="336" r:id="rId22"/>
    <p:sldId id="337" r:id="rId23"/>
    <p:sldId id="338" r:id="rId24"/>
    <p:sldId id="339" r:id="rId25"/>
    <p:sldId id="340" r:id="rId26"/>
    <p:sldId id="341" r:id="rId27"/>
    <p:sldId id="342" r:id="rId28"/>
    <p:sldId id="343" r:id="rId29"/>
    <p:sldId id="344" r:id="rId30"/>
    <p:sldId id="345" r:id="rId31"/>
    <p:sldId id="346" r:id="rId32"/>
    <p:sldId id="347" r:id="rId33"/>
    <p:sldId id="348" r:id="rId34"/>
    <p:sldId id="349" r:id="rId35"/>
    <p:sldId id="350" r:id="rId36"/>
    <p:sldId id="351" r:id="rId37"/>
    <p:sldId id="352" r:id="rId38"/>
    <p:sldId id="353" r:id="rId39"/>
    <p:sldId id="354" r:id="rId40"/>
    <p:sldId id="355" r:id="rId41"/>
    <p:sldId id="356" r:id="rId42"/>
    <p:sldId id="357" r:id="rId43"/>
    <p:sldId id="358" r:id="rId44"/>
    <p:sldId id="359" r:id="rId45"/>
    <p:sldId id="360" r:id="rId47"/>
    <p:sldId id="361" r:id="rId48"/>
    <p:sldId id="362" r:id="rId49"/>
    <p:sldId id="363" r:id="rId50"/>
    <p:sldId id="364" r:id="rId51"/>
    <p:sldId id="365" r:id="rId52"/>
    <p:sldId id="366" r:id="rId53"/>
    <p:sldId id="367" r:id="rId54"/>
    <p:sldId id="368" r:id="rId55"/>
    <p:sldId id="369" r:id="rId56"/>
    <p:sldId id="370" r:id="rId57"/>
    <p:sldId id="371" r:id="rId58"/>
    <p:sldId id="372" r:id="rId59"/>
    <p:sldId id="373" r:id="rId60"/>
    <p:sldId id="374" r:id="rId61"/>
    <p:sldId id="375" r:id="rId62"/>
    <p:sldId id="376" r:id="rId63"/>
    <p:sldId id="377" r:id="rId64"/>
    <p:sldId id="378" r:id="rId65"/>
    <p:sldId id="379" r:id="rId66"/>
    <p:sldId id="380" r:id="rId67"/>
    <p:sldId id="381" r:id="rId68"/>
    <p:sldId id="382" r:id="rId69"/>
    <p:sldId id="383" r:id="rId70"/>
    <p:sldId id="384" r:id="rId71"/>
    <p:sldId id="385" r:id="rId72"/>
    <p:sldId id="386" r:id="rId73"/>
    <p:sldId id="387" r:id="rId74"/>
    <p:sldId id="388" r:id="rId75"/>
    <p:sldId id="389" r:id="rId76"/>
    <p:sldId id="390" r:id="rId77"/>
    <p:sldId id="391" r:id="rId78"/>
    <p:sldId id="392" r:id="rId79"/>
    <p:sldId id="393" r:id="rId80"/>
    <p:sldId id="394" r:id="rId81"/>
    <p:sldId id="395" r:id="rId82"/>
    <p:sldId id="396" r:id="rId83"/>
    <p:sldId id="397" r:id="rId84"/>
    <p:sldId id="398" r:id="rId85"/>
    <p:sldId id="399" r:id="rId86"/>
    <p:sldId id="400" r:id="rId87"/>
    <p:sldId id="401" r:id="rId88"/>
    <p:sldId id="402" r:id="rId89"/>
  </p:sldIdLst>
  <p:sldSz cx="9144000" cy="6858000" type="screen4x3"/>
  <p:notesSz cx="6858000" cy="9144000"/>
  <p:custDataLst>
    <p:tags r:id="rId94"/>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1-1&amp;1-2" id="{C2A95846-0309-45EB-A0DE-E8D2AAE717CD}">
          <p14:sldIdLst>
            <p14:sldId id="261"/>
            <p14:sldId id="259"/>
            <p14:sldId id="303"/>
            <p14:sldId id="304"/>
            <p14:sldId id="305"/>
            <p14:sldId id="306"/>
            <p14:sldId id="307"/>
            <p14:sldId id="308"/>
            <p14:sldId id="309"/>
            <p14:sldId id="310"/>
            <p14:sldId id="311"/>
            <p14:sldId id="312"/>
            <p14:sldId id="313"/>
            <p14:sldId id="314"/>
            <p14:sldId id="431"/>
            <p14:sldId id="316"/>
            <p14:sldId id="333"/>
            <p14:sldId id="334"/>
            <p14:sldId id="335"/>
            <p14:sldId id="336"/>
            <p14:sldId id="337"/>
            <p14:sldId id="338"/>
            <p14:sldId id="339"/>
            <p14:sldId id="340"/>
            <p14:sldId id="341"/>
            <p14:sldId id="342"/>
            <p14:sldId id="343"/>
            <p14:sldId id="344"/>
            <p14:sldId id="345"/>
            <p14:sldId id="346"/>
            <p14:sldId id="347"/>
            <p14:sldId id="348"/>
            <p14:sldId id="349"/>
            <p14:sldId id="350"/>
            <p14:sldId id="351"/>
            <p14:sldId id="352"/>
            <p14:sldId id="353"/>
            <p14:sldId id="354"/>
            <p14:sldId id="355"/>
            <p14:sldId id="356"/>
            <p14:sldId id="357"/>
            <p14:sldId id="358"/>
            <p14:sldId id="359"/>
            <p14:sldId id="360"/>
            <p14:sldId id="361"/>
            <p14:sldId id="362"/>
            <p14:sldId id="363"/>
            <p14:sldId id="364"/>
            <p14:sldId id="365"/>
            <p14:sldId id="366"/>
            <p14:sldId id="367"/>
            <p14:sldId id="368"/>
            <p14:sldId id="369"/>
            <p14:sldId id="370"/>
            <p14:sldId id="371"/>
            <p14:sldId id="372"/>
            <p14:sldId id="373"/>
            <p14:sldId id="374"/>
            <p14:sldId id="375"/>
            <p14:sldId id="376"/>
            <p14:sldId id="377"/>
            <p14:sldId id="378"/>
            <p14:sldId id="379"/>
            <p14:sldId id="380"/>
            <p14:sldId id="381"/>
            <p14:sldId id="382"/>
            <p14:sldId id="383"/>
            <p14:sldId id="384"/>
            <p14:sldId id="385"/>
            <p14:sldId id="386"/>
            <p14:sldId id="387"/>
            <p14:sldId id="388"/>
            <p14:sldId id="389"/>
            <p14:sldId id="390"/>
            <p14:sldId id="391"/>
            <p14:sldId id="392"/>
            <p14:sldId id="393"/>
            <p14:sldId id="394"/>
            <p14:sldId id="395"/>
            <p14:sldId id="396"/>
            <p14:sldId id="397"/>
            <p14:sldId id="398"/>
            <p14:sldId id="399"/>
            <p14:sldId id="400"/>
            <p14:sldId id="401"/>
            <p14:sldId id="402"/>
          </p14:sldIdLst>
        </p14:section>
        <p14:section name="模板元素" id="{74D16951-EB78-43E5-B46C-1FD5DF181920}">
          <p14:sldIdLst/>
        </p14:section>
      </p14:sectionLst>
    </p:ext>
    <p:ext uri="{EFAFB233-063F-42B5-8137-9DF3F51BA10A}">
      <p15:sldGuideLst xmlns:p15="http://schemas.microsoft.com/office/powerpoint/2012/main">
        <p15:guide id="1" orient="horz" pos="2434" userDrawn="1">
          <p15:clr>
            <a:srgbClr val="A4A3A4"/>
          </p15:clr>
        </p15:guide>
        <p15:guide id="2" pos="288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0000FF"/>
    <a:srgbClr val="00CC00"/>
    <a:srgbClr val="FF33CC"/>
    <a:srgbClr val="FFFF99"/>
    <a:srgbClr val="005C2E"/>
    <a:srgbClr val="99FFCC"/>
    <a:srgbClr val="777400"/>
    <a:srgbClr val="FFFFCC"/>
    <a:srgbClr val="FFCC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784" autoAdjust="0"/>
  </p:normalViewPr>
  <p:slideViewPr>
    <p:cSldViewPr snapToGrid="0" showGuides="1">
      <p:cViewPr varScale="1">
        <p:scale>
          <a:sx n="64" d="100"/>
          <a:sy n="64" d="100"/>
        </p:scale>
        <p:origin x="1340" y="52"/>
      </p:cViewPr>
      <p:guideLst>
        <p:guide orient="horz" pos="2434"/>
        <p:guide pos="2886"/>
      </p:guideLst>
    </p:cSldViewPr>
  </p:slideViewPr>
  <p:notesTextViewPr>
    <p:cViewPr>
      <p:scale>
        <a:sx n="100" d="100"/>
        <a:sy n="100" d="100"/>
      </p:scale>
      <p:origin x="0" y="0"/>
    </p:cViewPr>
  </p:notesTextViewPr>
  <p:sorterViewPr>
    <p:cViewPr>
      <p:scale>
        <a:sx n="100" d="100"/>
        <a:sy n="100" d="100"/>
      </p:scale>
      <p:origin x="0" y="0"/>
    </p:cViewPr>
  </p:sorterViewPr>
  <p:gridSpacing cx="72000" cy="72000"/>
</p:viewPr>
</file>

<file path=ppt/_rels/presentation.xml.rels><?xml version="1.0" encoding="UTF-8" standalone="yes"?>
<Relationships xmlns="http://schemas.openxmlformats.org/package/2006/relationships"><Relationship Id="rId94" Type="http://schemas.openxmlformats.org/officeDocument/2006/relationships/tags" Target="tags/tag600.xml"/><Relationship Id="rId93" Type="http://schemas.openxmlformats.org/officeDocument/2006/relationships/tableStyles" Target="tableStyles.xml"/><Relationship Id="rId92" Type="http://schemas.openxmlformats.org/officeDocument/2006/relationships/viewProps" Target="viewProps.xml"/><Relationship Id="rId91" Type="http://schemas.openxmlformats.org/officeDocument/2006/relationships/presProps" Target="presProps.xml"/><Relationship Id="rId90" Type="http://schemas.openxmlformats.org/officeDocument/2006/relationships/handoutMaster" Target="handoutMasters/handoutMaster1.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notesMaster" Target="notesMasters/notesMaster1.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4" Type="http://schemas.openxmlformats.org/officeDocument/2006/relationships/image" Target="../media/image5.wmf"/><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6" Type="http://schemas.openxmlformats.org/officeDocument/2006/relationships/image" Target="../media/image11.wmf"/><Relationship Id="rId5" Type="http://schemas.openxmlformats.org/officeDocument/2006/relationships/image" Target="../media/image10.wmf"/><Relationship Id="rId4" Type="http://schemas.openxmlformats.org/officeDocument/2006/relationships/image" Target="../media/image9.wmf"/><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4" Type="http://schemas.openxmlformats.org/officeDocument/2006/relationships/image" Target="../media/image15.wmf"/><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4" Type="http://schemas.openxmlformats.org/officeDocument/2006/relationships/image" Target="../media/image19.wmf"/><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28.wmf"/><Relationship Id="rId7" Type="http://schemas.openxmlformats.org/officeDocument/2006/relationships/image" Target="../media/image27.wmf"/><Relationship Id="rId6" Type="http://schemas.openxmlformats.org/officeDocument/2006/relationships/image" Target="../media/image26.wmf"/><Relationship Id="rId5" Type="http://schemas.openxmlformats.org/officeDocument/2006/relationships/image" Target="../media/image25.wmf"/><Relationship Id="rId4" Type="http://schemas.openxmlformats.org/officeDocument/2006/relationships/image" Target="../media/image24.wmf"/><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36.wmf"/><Relationship Id="rId7" Type="http://schemas.openxmlformats.org/officeDocument/2006/relationships/image" Target="../media/image35.wmf"/><Relationship Id="rId6" Type="http://schemas.openxmlformats.org/officeDocument/2006/relationships/image" Target="../media/image34.wmf"/><Relationship Id="rId5" Type="http://schemas.openxmlformats.org/officeDocument/2006/relationships/image" Target="../media/image33.wmf"/><Relationship Id="rId4" Type="http://schemas.openxmlformats.org/officeDocument/2006/relationships/image" Target="../media/image32.wmf"/><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8.vml.rels><?xml version="1.0" encoding="UTF-8" standalone="yes"?>
<Relationships xmlns="http://schemas.openxmlformats.org/package/2006/relationships"><Relationship Id="rId6" Type="http://schemas.openxmlformats.org/officeDocument/2006/relationships/image" Target="../media/image43.wmf"/><Relationship Id="rId5" Type="http://schemas.openxmlformats.org/officeDocument/2006/relationships/image" Target="../media/image42.wmf"/><Relationship Id="rId4" Type="http://schemas.openxmlformats.org/officeDocument/2006/relationships/image" Target="../media/image41.wmf"/><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12.vml.rels><?xml version="1.0" encoding="UTF-8" standalone="yes"?>
<Relationships xmlns="http://schemas.openxmlformats.org/package/2006/relationships"><Relationship Id="rId7" Type="http://schemas.openxmlformats.org/officeDocument/2006/relationships/image" Target="../media/image57.wmf"/><Relationship Id="rId6" Type="http://schemas.openxmlformats.org/officeDocument/2006/relationships/image" Target="../media/image56.wmf"/><Relationship Id="rId5" Type="http://schemas.openxmlformats.org/officeDocument/2006/relationships/image" Target="../media/image55.wmf"/><Relationship Id="rId4" Type="http://schemas.openxmlformats.org/officeDocument/2006/relationships/image" Target="../media/image54.wmf"/><Relationship Id="rId3" Type="http://schemas.openxmlformats.org/officeDocument/2006/relationships/image" Target="../media/image53.wmf"/><Relationship Id="rId2" Type="http://schemas.openxmlformats.org/officeDocument/2006/relationships/image" Target="../media/image52.wmf"/><Relationship Id="rId1" Type="http://schemas.openxmlformats.org/officeDocument/2006/relationships/image" Target="../media/image51.wmf"/></Relationships>
</file>

<file path=ppt/drawings/_rels/vmlDrawing13.vml.rels><?xml version="1.0" encoding="UTF-8" standalone="yes"?>
<Relationships xmlns="http://schemas.openxmlformats.org/package/2006/relationships"><Relationship Id="rId5" Type="http://schemas.openxmlformats.org/officeDocument/2006/relationships/image" Target="../media/image62.wmf"/><Relationship Id="rId4" Type="http://schemas.openxmlformats.org/officeDocument/2006/relationships/image" Target="../media/image61.wmf"/><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image" Target="../media/image58.wmf"/></Relationships>
</file>

<file path=ppt/drawings/_rels/vmlDrawing14.vml.rels><?xml version="1.0" encoding="UTF-8" standalone="yes"?>
<Relationships xmlns="http://schemas.openxmlformats.org/package/2006/relationships"><Relationship Id="rId6" Type="http://schemas.openxmlformats.org/officeDocument/2006/relationships/image" Target="../media/image68.wmf"/><Relationship Id="rId5" Type="http://schemas.openxmlformats.org/officeDocument/2006/relationships/image" Target="../media/image67.wmf"/><Relationship Id="rId4" Type="http://schemas.openxmlformats.org/officeDocument/2006/relationships/image" Target="../media/image66.wmf"/><Relationship Id="rId3" Type="http://schemas.openxmlformats.org/officeDocument/2006/relationships/image" Target="../media/image65.wmf"/><Relationship Id="rId2" Type="http://schemas.openxmlformats.org/officeDocument/2006/relationships/image" Target="../media/image64.wmf"/><Relationship Id="rId1" Type="http://schemas.openxmlformats.org/officeDocument/2006/relationships/image" Target="../media/image63.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71.wmf"/><Relationship Id="rId2" Type="http://schemas.openxmlformats.org/officeDocument/2006/relationships/image" Target="../media/image70.wmf"/><Relationship Id="rId1" Type="http://schemas.openxmlformats.org/officeDocument/2006/relationships/image" Target="../media/image69.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74.wmf"/><Relationship Id="rId1" Type="http://schemas.openxmlformats.org/officeDocument/2006/relationships/image" Target="../media/image73.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75.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77.wmf"/><Relationship Id="rId1" Type="http://schemas.openxmlformats.org/officeDocument/2006/relationships/image" Target="../media/image76.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79.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80.wmf"/></Relationships>
</file>

<file path=ppt/drawings/_rels/vmlDrawing21.vml.rels><?xml version="1.0" encoding="UTF-8" standalone="yes"?>
<Relationships xmlns="http://schemas.openxmlformats.org/package/2006/relationships"><Relationship Id="rId5" Type="http://schemas.openxmlformats.org/officeDocument/2006/relationships/image" Target="../media/image85.wmf"/><Relationship Id="rId4" Type="http://schemas.openxmlformats.org/officeDocument/2006/relationships/image" Target="../media/image84.wmf"/><Relationship Id="rId3" Type="http://schemas.openxmlformats.org/officeDocument/2006/relationships/image" Target="../media/image83.wmf"/><Relationship Id="rId2" Type="http://schemas.openxmlformats.org/officeDocument/2006/relationships/image" Target="../media/image82.wmf"/><Relationship Id="rId1" Type="http://schemas.openxmlformats.org/officeDocument/2006/relationships/image" Target="../media/image81.wmf"/></Relationships>
</file>

<file path=ppt/drawings/_rels/vmlDrawing22.vml.rels><?xml version="1.0" encoding="UTF-8" standalone="yes"?>
<Relationships xmlns="http://schemas.openxmlformats.org/package/2006/relationships"><Relationship Id="rId5" Type="http://schemas.openxmlformats.org/officeDocument/2006/relationships/image" Target="../media/image91.wmf"/><Relationship Id="rId4" Type="http://schemas.openxmlformats.org/officeDocument/2006/relationships/image" Target="../media/image90.wmf"/><Relationship Id="rId3" Type="http://schemas.openxmlformats.org/officeDocument/2006/relationships/image" Target="../media/image89.wmf"/><Relationship Id="rId2" Type="http://schemas.openxmlformats.org/officeDocument/2006/relationships/image" Target="../media/image87.wmf"/><Relationship Id="rId1" Type="http://schemas.openxmlformats.org/officeDocument/2006/relationships/image" Target="../media/image86.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93.wmf"/><Relationship Id="rId1" Type="http://schemas.openxmlformats.org/officeDocument/2006/relationships/image" Target="../media/image92.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94.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97.wmf"/><Relationship Id="rId2" Type="http://schemas.openxmlformats.org/officeDocument/2006/relationships/image" Target="../media/image96.wmf"/><Relationship Id="rId1" Type="http://schemas.openxmlformats.org/officeDocument/2006/relationships/image" Target="../media/image95.wmf"/></Relationships>
</file>

<file path=ppt/drawings/_rels/vmlDrawing26.vml.rels><?xml version="1.0" encoding="UTF-8" standalone="yes"?>
<Relationships xmlns="http://schemas.openxmlformats.org/package/2006/relationships"><Relationship Id="rId4" Type="http://schemas.openxmlformats.org/officeDocument/2006/relationships/image" Target="../media/image101.wmf"/><Relationship Id="rId3" Type="http://schemas.openxmlformats.org/officeDocument/2006/relationships/image" Target="../media/image100.wmf"/><Relationship Id="rId2" Type="http://schemas.openxmlformats.org/officeDocument/2006/relationships/image" Target="../media/image99.wmf"/><Relationship Id="rId1" Type="http://schemas.openxmlformats.org/officeDocument/2006/relationships/image" Target="../media/image98.wmf"/></Relationships>
</file>

<file path=ppt/drawings/_rels/vmlDrawing27.vml.rels><?xml version="1.0" encoding="UTF-8" standalone="yes"?>
<Relationships xmlns="http://schemas.openxmlformats.org/package/2006/relationships"><Relationship Id="rId6" Type="http://schemas.openxmlformats.org/officeDocument/2006/relationships/image" Target="../media/image107.wmf"/><Relationship Id="rId5" Type="http://schemas.openxmlformats.org/officeDocument/2006/relationships/image" Target="../media/image106.wmf"/><Relationship Id="rId4" Type="http://schemas.openxmlformats.org/officeDocument/2006/relationships/image" Target="../media/image105.wmf"/><Relationship Id="rId3" Type="http://schemas.openxmlformats.org/officeDocument/2006/relationships/image" Target="../media/image104.wmf"/><Relationship Id="rId2" Type="http://schemas.openxmlformats.org/officeDocument/2006/relationships/image" Target="../media/image103.wmf"/><Relationship Id="rId1" Type="http://schemas.openxmlformats.org/officeDocument/2006/relationships/image" Target="../media/image102.wmf"/></Relationships>
</file>

<file path=ppt/drawings/_rels/vmlDrawing28.vml.rels><?xml version="1.0" encoding="UTF-8" standalone="yes"?>
<Relationships xmlns="http://schemas.openxmlformats.org/package/2006/relationships"><Relationship Id="rId6" Type="http://schemas.openxmlformats.org/officeDocument/2006/relationships/image" Target="../media/image113.wmf"/><Relationship Id="rId5" Type="http://schemas.openxmlformats.org/officeDocument/2006/relationships/image" Target="../media/image112.wmf"/><Relationship Id="rId4" Type="http://schemas.openxmlformats.org/officeDocument/2006/relationships/image" Target="../media/image111.wmf"/><Relationship Id="rId3" Type="http://schemas.openxmlformats.org/officeDocument/2006/relationships/image" Target="../media/image110.wmf"/><Relationship Id="rId2" Type="http://schemas.openxmlformats.org/officeDocument/2006/relationships/image" Target="../media/image109.wmf"/><Relationship Id="rId1" Type="http://schemas.openxmlformats.org/officeDocument/2006/relationships/image" Target="../media/image108.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114.wmf"/></Relationships>
</file>

<file path=ppt/drawings/_rels/vmlDrawing30.vml.rels><?xml version="1.0" encoding="UTF-8" standalone="yes"?>
<Relationships xmlns="http://schemas.openxmlformats.org/package/2006/relationships"><Relationship Id="rId5" Type="http://schemas.openxmlformats.org/officeDocument/2006/relationships/image" Target="../media/image119.wmf"/><Relationship Id="rId4" Type="http://schemas.openxmlformats.org/officeDocument/2006/relationships/image" Target="../media/image118.wmf"/><Relationship Id="rId3" Type="http://schemas.openxmlformats.org/officeDocument/2006/relationships/image" Target="../media/image117.wmf"/><Relationship Id="rId2" Type="http://schemas.openxmlformats.org/officeDocument/2006/relationships/image" Target="../media/image116.wmf"/><Relationship Id="rId1" Type="http://schemas.openxmlformats.org/officeDocument/2006/relationships/image" Target="../media/image115.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20.wmf"/></Relationships>
</file>

<file path=ppt/drawings/_rels/vmlDrawing32.vml.rels><?xml version="1.0" encoding="UTF-8" standalone="yes"?>
<Relationships xmlns="http://schemas.openxmlformats.org/package/2006/relationships"><Relationship Id="rId4" Type="http://schemas.openxmlformats.org/officeDocument/2006/relationships/image" Target="../media/image124.wmf"/><Relationship Id="rId3" Type="http://schemas.openxmlformats.org/officeDocument/2006/relationships/image" Target="../media/image123.wmf"/><Relationship Id="rId2" Type="http://schemas.openxmlformats.org/officeDocument/2006/relationships/image" Target="../media/image122.wmf"/><Relationship Id="rId1" Type="http://schemas.openxmlformats.org/officeDocument/2006/relationships/image" Target="../media/image121.wmf"/></Relationships>
</file>

<file path=ppt/drawings/_rels/vmlDrawing33.vml.rels><?xml version="1.0" encoding="UTF-8" standalone="yes"?>
<Relationships xmlns="http://schemas.openxmlformats.org/package/2006/relationships"><Relationship Id="rId6" Type="http://schemas.openxmlformats.org/officeDocument/2006/relationships/image" Target="../media/image130.wmf"/><Relationship Id="rId5" Type="http://schemas.openxmlformats.org/officeDocument/2006/relationships/image" Target="../media/image129.wmf"/><Relationship Id="rId4" Type="http://schemas.openxmlformats.org/officeDocument/2006/relationships/image" Target="../media/image128.wmf"/><Relationship Id="rId3" Type="http://schemas.openxmlformats.org/officeDocument/2006/relationships/image" Target="../media/image127.wmf"/><Relationship Id="rId2" Type="http://schemas.openxmlformats.org/officeDocument/2006/relationships/image" Target="../media/image126.wmf"/><Relationship Id="rId1" Type="http://schemas.openxmlformats.org/officeDocument/2006/relationships/image" Target="../media/image125.w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131.wmf"/></Relationships>
</file>

<file path=ppt/drawings/_rels/vmlDrawing35.vml.rels><?xml version="1.0" encoding="UTF-8" standalone="yes"?>
<Relationships xmlns="http://schemas.openxmlformats.org/package/2006/relationships"><Relationship Id="rId5" Type="http://schemas.openxmlformats.org/officeDocument/2006/relationships/image" Target="../media/image136.wmf"/><Relationship Id="rId4" Type="http://schemas.openxmlformats.org/officeDocument/2006/relationships/image" Target="../media/image135.wmf"/><Relationship Id="rId3" Type="http://schemas.openxmlformats.org/officeDocument/2006/relationships/image" Target="../media/image134.wmf"/><Relationship Id="rId2" Type="http://schemas.openxmlformats.org/officeDocument/2006/relationships/image" Target="../media/image133.wmf"/><Relationship Id="rId1" Type="http://schemas.openxmlformats.org/officeDocument/2006/relationships/image" Target="../media/image132.wmf"/></Relationships>
</file>

<file path=ppt/drawings/_rels/vmlDrawing36.vml.rels><?xml version="1.0" encoding="UTF-8" standalone="yes"?>
<Relationships xmlns="http://schemas.openxmlformats.org/package/2006/relationships"><Relationship Id="rId9" Type="http://schemas.openxmlformats.org/officeDocument/2006/relationships/image" Target="../media/image145.wmf"/><Relationship Id="rId8" Type="http://schemas.openxmlformats.org/officeDocument/2006/relationships/image" Target="../media/image144.wmf"/><Relationship Id="rId7" Type="http://schemas.openxmlformats.org/officeDocument/2006/relationships/image" Target="../media/image143.wmf"/><Relationship Id="rId6" Type="http://schemas.openxmlformats.org/officeDocument/2006/relationships/image" Target="../media/image142.wmf"/><Relationship Id="rId5" Type="http://schemas.openxmlformats.org/officeDocument/2006/relationships/image" Target="../media/image141.wmf"/><Relationship Id="rId4" Type="http://schemas.openxmlformats.org/officeDocument/2006/relationships/image" Target="../media/image140.wmf"/><Relationship Id="rId3" Type="http://schemas.openxmlformats.org/officeDocument/2006/relationships/image" Target="../media/image139.wmf"/><Relationship Id="rId2" Type="http://schemas.openxmlformats.org/officeDocument/2006/relationships/image" Target="../media/image138.wmf"/><Relationship Id="rId11" Type="http://schemas.openxmlformats.org/officeDocument/2006/relationships/image" Target="../media/image147.wmf"/><Relationship Id="rId10" Type="http://schemas.openxmlformats.org/officeDocument/2006/relationships/image" Target="../media/image146.wmf"/><Relationship Id="rId1" Type="http://schemas.openxmlformats.org/officeDocument/2006/relationships/image" Target="../media/image137.w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48.wmf"/></Relationships>
</file>

<file path=ppt/drawings/_rels/vmlDrawing38.vml.rels><?xml version="1.0" encoding="UTF-8" standalone="yes"?>
<Relationships xmlns="http://schemas.openxmlformats.org/package/2006/relationships"><Relationship Id="rId4" Type="http://schemas.openxmlformats.org/officeDocument/2006/relationships/image" Target="../media/image152.wmf"/><Relationship Id="rId3" Type="http://schemas.openxmlformats.org/officeDocument/2006/relationships/image" Target="../media/image151.wmf"/><Relationship Id="rId2" Type="http://schemas.openxmlformats.org/officeDocument/2006/relationships/image" Target="../media/image150.wmf"/><Relationship Id="rId1" Type="http://schemas.openxmlformats.org/officeDocument/2006/relationships/image" Target="../media/image149.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155.wmf"/><Relationship Id="rId2" Type="http://schemas.openxmlformats.org/officeDocument/2006/relationships/image" Target="../media/image154.wmf"/><Relationship Id="rId1" Type="http://schemas.openxmlformats.org/officeDocument/2006/relationships/image" Target="../media/image153.w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156.w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157.wmf"/></Relationships>
</file>

<file path=ppt/drawings/_rels/vmlDrawing42.vml.rels><?xml version="1.0" encoding="UTF-8" standalone="yes"?>
<Relationships xmlns="http://schemas.openxmlformats.org/package/2006/relationships"><Relationship Id="rId2" Type="http://schemas.openxmlformats.org/officeDocument/2006/relationships/image" Target="../media/image159.wmf"/><Relationship Id="rId1" Type="http://schemas.openxmlformats.org/officeDocument/2006/relationships/image" Target="../media/image158.w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160.wmf"/></Relationships>
</file>

<file path=ppt/drawings/_rels/vmlDrawing44.vml.rels><?xml version="1.0" encoding="UTF-8" standalone="yes"?>
<Relationships xmlns="http://schemas.openxmlformats.org/package/2006/relationships"><Relationship Id="rId2" Type="http://schemas.openxmlformats.org/officeDocument/2006/relationships/image" Target="../media/image162.wmf"/><Relationship Id="rId1" Type="http://schemas.openxmlformats.org/officeDocument/2006/relationships/image" Target="../media/image161.wmf"/></Relationships>
</file>

<file path=ppt/drawings/_rels/vmlDrawing45.vml.rels><?xml version="1.0" encoding="UTF-8" standalone="yes"?>
<Relationships xmlns="http://schemas.openxmlformats.org/package/2006/relationships"><Relationship Id="rId2" Type="http://schemas.openxmlformats.org/officeDocument/2006/relationships/image" Target="../media/image164.wmf"/><Relationship Id="rId1" Type="http://schemas.openxmlformats.org/officeDocument/2006/relationships/image" Target="../media/image163.wmf"/></Relationships>
</file>

<file path=ppt/drawings/_rels/vmlDrawing46.vml.rels><?xml version="1.0" encoding="UTF-8" standalone="yes"?>
<Relationships xmlns="http://schemas.openxmlformats.org/package/2006/relationships"><Relationship Id="rId3" Type="http://schemas.openxmlformats.org/officeDocument/2006/relationships/image" Target="../media/image167.wmf"/><Relationship Id="rId2" Type="http://schemas.openxmlformats.org/officeDocument/2006/relationships/image" Target="../media/image166.wmf"/><Relationship Id="rId1" Type="http://schemas.openxmlformats.org/officeDocument/2006/relationships/image" Target="../media/image165.wmf"/></Relationships>
</file>

<file path=ppt/drawings/_rels/vmlDrawing47.vml.rels><?xml version="1.0" encoding="UTF-8" standalone="yes"?>
<Relationships xmlns="http://schemas.openxmlformats.org/package/2006/relationships"><Relationship Id="rId2" Type="http://schemas.openxmlformats.org/officeDocument/2006/relationships/image" Target="../media/image169.wmf"/><Relationship Id="rId1" Type="http://schemas.openxmlformats.org/officeDocument/2006/relationships/image" Target="../media/image168.wmf"/></Relationships>
</file>

<file path=ppt/drawings/_rels/vmlDrawing48.vml.rels><?xml version="1.0" encoding="UTF-8" standalone="yes"?>
<Relationships xmlns="http://schemas.openxmlformats.org/package/2006/relationships"><Relationship Id="rId3" Type="http://schemas.openxmlformats.org/officeDocument/2006/relationships/image" Target="../media/image172.wmf"/><Relationship Id="rId2" Type="http://schemas.openxmlformats.org/officeDocument/2006/relationships/image" Target="../media/image171.wmf"/><Relationship Id="rId1" Type="http://schemas.openxmlformats.org/officeDocument/2006/relationships/image" Target="../media/image170.wmf"/></Relationships>
</file>

<file path=ppt/drawings/_rels/vmlDrawing49.vml.rels><?xml version="1.0" encoding="UTF-8" standalone="yes"?>
<Relationships xmlns="http://schemas.openxmlformats.org/package/2006/relationships"><Relationship Id="rId2" Type="http://schemas.openxmlformats.org/officeDocument/2006/relationships/image" Target="../media/image174.wmf"/><Relationship Id="rId1" Type="http://schemas.openxmlformats.org/officeDocument/2006/relationships/image" Target="../media/image173.wmf"/></Relationships>
</file>

<file path=ppt/drawings/_rels/vmlDrawing50.vml.rels><?xml version="1.0" encoding="UTF-8" standalone="yes"?>
<Relationships xmlns="http://schemas.openxmlformats.org/package/2006/relationships"><Relationship Id="rId2" Type="http://schemas.openxmlformats.org/officeDocument/2006/relationships/image" Target="../media/image176.wmf"/><Relationship Id="rId1" Type="http://schemas.openxmlformats.org/officeDocument/2006/relationships/image" Target="../media/image175.wmf"/></Relationships>
</file>

<file path=ppt/drawings/_rels/vmlDrawing51.vml.rels><?xml version="1.0" encoding="UTF-8" standalone="yes"?>
<Relationships xmlns="http://schemas.openxmlformats.org/package/2006/relationships"><Relationship Id="rId3" Type="http://schemas.openxmlformats.org/officeDocument/2006/relationships/image" Target="../media/image179.wmf"/><Relationship Id="rId2" Type="http://schemas.openxmlformats.org/officeDocument/2006/relationships/image" Target="../media/image178.wmf"/><Relationship Id="rId1" Type="http://schemas.openxmlformats.org/officeDocument/2006/relationships/image" Target="../media/image177.wmf"/></Relationships>
</file>

<file path=ppt/drawings/_rels/vmlDrawing52.vml.rels><?xml version="1.0" encoding="UTF-8" standalone="yes"?>
<Relationships xmlns="http://schemas.openxmlformats.org/package/2006/relationships"><Relationship Id="rId2" Type="http://schemas.openxmlformats.org/officeDocument/2006/relationships/image" Target="../media/image181.wmf"/><Relationship Id="rId1" Type="http://schemas.openxmlformats.org/officeDocument/2006/relationships/image" Target="../media/image180.wmf"/></Relationships>
</file>

<file path=ppt/drawings/_rels/vmlDrawing53.vml.rels><?xml version="1.0" encoding="UTF-8" standalone="yes"?>
<Relationships xmlns="http://schemas.openxmlformats.org/package/2006/relationships"><Relationship Id="rId2" Type="http://schemas.openxmlformats.org/officeDocument/2006/relationships/image" Target="../media/image183.wmf"/><Relationship Id="rId1" Type="http://schemas.openxmlformats.org/officeDocument/2006/relationships/image" Target="../media/image18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2C8B4A3-DAA6-4D37-B0ED-6E971252D09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3D914D2-65B8-442B-B452-8E9A8F3AC4F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tags" Target="../tags/tag2.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728691" y="720718"/>
            <a:ext cx="7772400" cy="1470025"/>
          </a:xfrm>
        </p:spPr>
        <p:txBody>
          <a:bodyPr vert="horz" lIns="91440" tIns="45720" rIns="91440" bIns="45720" rtlCol="0" anchor="ctr">
            <a:normAutofit/>
          </a:bodyPr>
          <a:lstStyle>
            <a:lvl1pPr algn="ctr" defTabSz="914400" rtl="0" eaLnBrk="1" latinLnBrk="0" hangingPunct="1">
              <a:spcBef>
                <a:spcPct val="0"/>
              </a:spcBef>
              <a:buNone/>
              <a:defRPr lang="zh-CN" altLang="en-US" sz="4800" b="0" kern="1200">
                <a:solidFill>
                  <a:schemeClr val="tx2">
                    <a:lumMod val="75000"/>
                  </a:schemeClr>
                </a:solidFill>
                <a:latin typeface="微软雅黑" panose="020B0503020204020204" pitchFamily="34" charset="-122"/>
                <a:ea typeface="微软雅黑" panose="020B0503020204020204" pitchFamily="34" charset="-122"/>
                <a:cs typeface="+mj-cs"/>
              </a:defRPr>
            </a:lvl1p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1371600" y="3470263"/>
            <a:ext cx="6400800" cy="1752600"/>
          </a:xfrm>
        </p:spPr>
        <p:txBody>
          <a:bodyPr/>
          <a:lstStyle>
            <a:lvl1pPr marL="0" indent="0" algn="ctr">
              <a:buNone/>
              <a:defRPr>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A51423D-489E-4215-9593-3854C6C5BB54}"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95BA557-6EA6-47D8-9FA1-8DD32AFCB0F8}"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F191A6F0-1527-4FEA-A4F9-94B452250F75}"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10" name="矩形 9"/>
          <p:cNvSpPr/>
          <p:nvPr userDrawn="1">
            <p:custDataLst>
              <p:tags r:id="rId2"/>
            </p:custDataLst>
          </p:nvPr>
        </p:nvSpPr>
        <p:spPr>
          <a:xfrm flipV="1">
            <a:off x="0" y="548680"/>
            <a:ext cx="9072000" cy="100800"/>
          </a:xfrm>
          <a:prstGeom prst="rect">
            <a:avLst/>
          </a:prstGeom>
          <a:gradFill>
            <a:gsLst>
              <a:gs pos="80000">
                <a:srgbClr val="87A6C0">
                  <a:alpha val="100000"/>
                </a:srgbClr>
              </a:gs>
              <a:gs pos="0">
                <a:srgbClr val="0F4C81"/>
              </a:gs>
              <a:gs pos="100000">
                <a:srgbClr val="FFFFFF"/>
              </a:gs>
            </a:gsLst>
            <a:lin ang="0" scaled="1"/>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800" dirty="0">
              <a:latin typeface="+mn-ea"/>
              <a:ea typeface="+mn-ea"/>
            </a:endParaRPr>
          </a:p>
        </p:txBody>
      </p:sp>
      <p:sp>
        <p:nvSpPr>
          <p:cNvPr id="11" name="TextBox 12"/>
          <p:cNvSpPr txBox="1"/>
          <p:nvPr userDrawn="1"/>
        </p:nvSpPr>
        <p:spPr>
          <a:xfrm>
            <a:off x="5436096" y="180761"/>
            <a:ext cx="3645536" cy="347345"/>
          </a:xfrm>
          <a:prstGeom prst="rect">
            <a:avLst/>
          </a:prstGeom>
          <a:noFill/>
        </p:spPr>
        <p:txBody>
          <a:bodyPr wrap="square" rtlCol="0" anchor="ctr">
            <a:spAutoFit/>
          </a:bodyPr>
          <a:lstStyle/>
          <a:p>
            <a:pPr algn="r">
              <a:lnSpc>
                <a:spcPts val="2000"/>
              </a:lnSpc>
            </a:pPr>
            <a:r>
              <a:rPr lang="zh-CN" altLang="en-US" sz="2800" dirty="0" smtClean="0">
                <a:ln w="18415" cmpd="sng">
                  <a:noFill/>
                  <a:prstDash val="solid"/>
                </a:ln>
                <a:solidFill>
                  <a:schemeClr val="accent6">
                    <a:lumMod val="75000"/>
                  </a:schemeClr>
                </a:solidFill>
                <a:effectLst/>
                <a:latin typeface="隶书" panose="02010509060101010101" pitchFamily="49" charset="-122"/>
                <a:ea typeface="隶书" panose="02010509060101010101" pitchFamily="49" charset="-122"/>
              </a:rPr>
              <a:t>电路定理</a:t>
            </a:r>
            <a:endParaRPr lang="zh-CN" altLang="en-US" sz="2800" dirty="0">
              <a:solidFill>
                <a:schemeClr val="accent6">
                  <a:lumMod val="75000"/>
                </a:schemeClr>
              </a:solidFill>
              <a:effectLst/>
              <a:latin typeface="隶书" panose="02010509060101010101" pitchFamily="49" charset="-122"/>
              <a:ea typeface="隶书" panose="02010509060101010101" pitchFamily="49" charset="-122"/>
            </a:endParaRPr>
          </a:p>
        </p:txBody>
      </p:sp>
      <p:sp>
        <p:nvSpPr>
          <p:cNvPr id="12" name="灯片编号占位符 4"/>
          <p:cNvSpPr>
            <a:spLocks noGrp="1"/>
          </p:cNvSpPr>
          <p:nvPr>
            <p:ph type="sldNum" sz="quarter" idx="12"/>
          </p:nvPr>
        </p:nvSpPr>
        <p:spPr>
          <a:xfrm>
            <a:off x="6948264" y="6405331"/>
            <a:ext cx="2133600" cy="365125"/>
          </a:xfrm>
        </p:spPr>
        <p:txBody>
          <a:bodyPr/>
          <a:lstStyle>
            <a:lvl1pPr>
              <a:defRPr sz="2400">
                <a:solidFill>
                  <a:schemeClr val="accent6">
                    <a:lumMod val="75000"/>
                  </a:schemeClr>
                </a:solidFill>
              </a:defRPr>
            </a:lvl1pPr>
          </a:lstStyle>
          <a:p>
            <a:fld id="{C95BA557-6EA6-47D8-9FA1-8DD32AFCB0F8}" type="slidenum">
              <a:rPr lang="zh-CN" altLang="en-US" smtClean="0"/>
            </a:fld>
            <a:endParaRPr lang="zh-CN" altLang="en-US"/>
          </a:p>
        </p:txBody>
      </p:sp>
      <p:sp>
        <p:nvSpPr>
          <p:cNvPr id="13" name="标题 1"/>
          <p:cNvSpPr>
            <a:spLocks noGrp="1"/>
          </p:cNvSpPr>
          <p:nvPr>
            <p:ph type="title"/>
          </p:nvPr>
        </p:nvSpPr>
        <p:spPr>
          <a:xfrm>
            <a:off x="155509" y="43559"/>
            <a:ext cx="5350339" cy="492443"/>
          </a:xfrm>
        </p:spPr>
        <p:txBody>
          <a:bodyPr>
            <a:spAutoFit/>
          </a:bodyPr>
          <a:lstStyle>
            <a:lvl1pPr algn="l">
              <a:defRPr sz="2600" b="0" baseline="0">
                <a:solidFill>
                  <a:schemeClr val="tx2"/>
                </a:solidFill>
                <a:latin typeface="Times New Roman" panose="02020603050405020304" pitchFamily="18" charset="0"/>
                <a:ea typeface="微软雅黑" panose="020B0503020204020204" pitchFamily="34" charset="-122"/>
              </a:defRPr>
            </a:lvl1pPr>
          </a:lstStyle>
          <a:p>
            <a:r>
              <a:rPr lang="zh-CN" altLang="en-US" dirty="0" smtClean="0"/>
              <a:t>单击此处编辑母版标题样式</a:t>
            </a:r>
            <a:endParaRPr lang="zh-CN" alt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B5413BDF-FE52-46FB-B4F5-BF2E4C090620}" type="datetime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7" name="矩形 6"/>
          <p:cNvSpPr/>
          <p:nvPr userDrawn="1">
            <p:custDataLst>
              <p:tags r:id="rId2"/>
            </p:custDataLst>
          </p:nvPr>
        </p:nvSpPr>
        <p:spPr>
          <a:xfrm flipV="1">
            <a:off x="0" y="548680"/>
            <a:ext cx="9072000" cy="100800"/>
          </a:xfrm>
          <a:prstGeom prst="rect">
            <a:avLst/>
          </a:prstGeom>
          <a:gradFill>
            <a:gsLst>
              <a:gs pos="80000">
                <a:srgbClr val="87A6C0">
                  <a:alpha val="100000"/>
                </a:srgbClr>
              </a:gs>
              <a:gs pos="0">
                <a:srgbClr val="0F4C81"/>
              </a:gs>
              <a:gs pos="100000">
                <a:srgbClr val="FFFFFF"/>
              </a:gs>
            </a:gsLst>
            <a:lin ang="0" scaled="1"/>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800" dirty="0">
              <a:latin typeface="+mn-ea"/>
              <a:ea typeface="+mn-ea"/>
            </a:endParaRPr>
          </a:p>
        </p:txBody>
      </p:sp>
      <p:sp>
        <p:nvSpPr>
          <p:cNvPr id="13" name="TextBox 12"/>
          <p:cNvSpPr txBox="1"/>
          <p:nvPr userDrawn="1"/>
        </p:nvSpPr>
        <p:spPr>
          <a:xfrm>
            <a:off x="5244075" y="180027"/>
            <a:ext cx="3645536" cy="348813"/>
          </a:xfrm>
          <a:prstGeom prst="rect">
            <a:avLst/>
          </a:prstGeom>
          <a:noFill/>
        </p:spPr>
        <p:txBody>
          <a:bodyPr wrap="square" rtlCol="0" anchor="ctr">
            <a:spAutoFit/>
          </a:bodyPr>
          <a:lstStyle/>
          <a:p>
            <a:pPr algn="r">
              <a:lnSpc>
                <a:spcPts val="2000"/>
              </a:lnSpc>
            </a:pPr>
            <a:r>
              <a:rPr lang="zh-CN" altLang="en-US" sz="2800" dirty="0" smtClean="0">
                <a:ln w="18415" cmpd="sng">
                  <a:noFill/>
                  <a:prstDash val="solid"/>
                </a:ln>
                <a:solidFill>
                  <a:schemeClr val="accent6">
                    <a:lumMod val="75000"/>
                  </a:schemeClr>
                </a:solidFill>
                <a:effectLst/>
                <a:latin typeface="隶书" panose="02010509060101010101" pitchFamily="49" charset="-122"/>
                <a:ea typeface="隶书" panose="02010509060101010101" pitchFamily="49" charset="-122"/>
              </a:rPr>
              <a:t>电路模型和电路定律</a:t>
            </a:r>
            <a:endParaRPr lang="zh-CN" altLang="en-US" sz="2800" dirty="0">
              <a:solidFill>
                <a:schemeClr val="accent6">
                  <a:lumMod val="75000"/>
                </a:schemeClr>
              </a:solidFill>
              <a:effectLst/>
              <a:latin typeface="隶书" panose="02010509060101010101" pitchFamily="49" charset="-122"/>
              <a:ea typeface="隶书" panose="02010509060101010101" pitchFamily="49" charset="-122"/>
            </a:endParaRPr>
          </a:p>
        </p:txBody>
      </p:sp>
      <p:sp>
        <p:nvSpPr>
          <p:cNvPr id="15" name="灯片编号占位符 4"/>
          <p:cNvSpPr>
            <a:spLocks noGrp="1"/>
          </p:cNvSpPr>
          <p:nvPr>
            <p:ph type="sldNum" sz="quarter" idx="12"/>
          </p:nvPr>
        </p:nvSpPr>
        <p:spPr>
          <a:xfrm>
            <a:off x="6948264" y="6405331"/>
            <a:ext cx="2133600" cy="365125"/>
          </a:xfrm>
        </p:spPr>
        <p:txBody>
          <a:bodyPr/>
          <a:lstStyle>
            <a:lvl1pPr>
              <a:defRPr sz="2400">
                <a:solidFill>
                  <a:schemeClr val="accent6">
                    <a:lumMod val="75000"/>
                  </a:schemeClr>
                </a:solidFill>
              </a:defRPr>
            </a:lvl1pPr>
          </a:lstStyle>
          <a:p>
            <a:fld id="{C95BA557-6EA6-47D8-9FA1-8DD32AFCB0F8}" type="slidenum">
              <a:rPr lang="zh-CN" altLang="en-US" smtClean="0"/>
            </a:fld>
            <a:endParaRPr lang="zh-CN" altLang="en-US"/>
          </a:p>
        </p:txBody>
      </p:sp>
      <p:sp>
        <p:nvSpPr>
          <p:cNvPr id="14" name="标题 1"/>
          <p:cNvSpPr>
            <a:spLocks noGrp="1"/>
          </p:cNvSpPr>
          <p:nvPr>
            <p:ph type="title"/>
          </p:nvPr>
        </p:nvSpPr>
        <p:spPr>
          <a:xfrm>
            <a:off x="155509" y="43559"/>
            <a:ext cx="5350339" cy="492443"/>
          </a:xfrm>
        </p:spPr>
        <p:txBody>
          <a:bodyPr>
            <a:spAutoFit/>
          </a:bodyPr>
          <a:lstStyle>
            <a:lvl1pPr algn="l">
              <a:defRPr sz="2600" b="0" baseline="0">
                <a:solidFill>
                  <a:schemeClr val="tx2"/>
                </a:solidFill>
                <a:latin typeface="Times New Roman" panose="02020603050405020304" pitchFamily="18" charset="0"/>
                <a:ea typeface="微软雅黑" panose="020B0503020204020204" pitchFamily="34" charset="-122"/>
              </a:defRPr>
            </a:lvl1pPr>
          </a:lstStyle>
          <a:p>
            <a:r>
              <a:rPr lang="zh-CN" altLang="en-US" dirty="0" smtClean="0"/>
              <a:t>单击此处编辑母版标题样式</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1"/>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B6A29EF8-68ED-49DB-8C5F-33AC49FA92FC}"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95BA557-6EA6-47D8-9FA1-8DD32AFCB0F8}"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FAC19F4-D533-4688-B207-BFEFE00D0C41}"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95BA557-6EA6-47D8-9FA1-8DD32AFCB0F8}"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9"/>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1"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E04A9E23-587A-4171-AD54-D9C756A1A22C}" type="datetime1">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95BA557-6EA6-47D8-9FA1-8DD32AFCB0F8}"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F3025FC-1558-47F8-BD14-D6FA4B2F9764}" type="datetime1">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8" name="灯片编号占位符 6"/>
          <p:cNvSpPr>
            <a:spLocks noGrp="1"/>
          </p:cNvSpPr>
          <p:nvPr>
            <p:ph type="sldNum" sz="quarter" idx="12"/>
          </p:nvPr>
        </p:nvSpPr>
        <p:spPr>
          <a:xfrm>
            <a:off x="6553200" y="6356351"/>
            <a:ext cx="2133600" cy="365125"/>
          </a:xfrm>
        </p:spPr>
        <p:txBody>
          <a:bodyPr/>
          <a:lstStyle/>
          <a:p>
            <a:fld id="{C95BA557-6EA6-47D8-9FA1-8DD32AFCB0F8}"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73049"/>
            <a:ext cx="3008313" cy="1162051"/>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3"/>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2"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1BEAEB23-FEDF-4678-97FA-8FA0D9F6657D}"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95BA557-6EA6-47D8-9FA1-8DD32AFCB0F8}"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9"/>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9"/>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CFB0E04D-EE21-4651-846A-F94A79C5C538}"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95BA557-6EA6-47D8-9FA1-8DD32AFCB0F8}"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EAF5A84-662C-45A6-95F5-F0B7CA6187FC}"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95BA557-6EA6-47D8-9FA1-8DD32AFCB0F8}"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375"/>
            <a:ext cx="2057400" cy="4387851"/>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6375"/>
            <a:ext cx="6019800" cy="4387851"/>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6AF7C90-B10B-47F1-9993-F3D05DB43BAF}"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95BA557-6EA6-47D8-9FA1-8DD32AFCB0F8}"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F07780-A799-4CD5-B1FD-5668C25A29EF}" type="datetime1">
              <a:rPr lang="zh-CN" altLang="en-US" smtClean="0"/>
            </a:fld>
            <a:endParaRPr lang="zh-CN" altLang="en-US"/>
          </a:p>
        </p:txBody>
      </p:sp>
      <p:sp>
        <p:nvSpPr>
          <p:cNvPr id="5" name="页脚占位符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5BA557-6EA6-47D8-9FA1-8DD32AFCB0F8}"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image" Target="../media/image1.png"/><Relationship Id="rId17" Type="http://schemas.openxmlformats.org/officeDocument/2006/relationships/slideLayout" Target="../slideLayouts/slideLayout2.xml"/><Relationship Id="rId16" Type="http://schemas.openxmlformats.org/officeDocument/2006/relationships/tags" Target="../tags/tag17.xml"/><Relationship Id="rId15" Type="http://schemas.openxmlformats.org/officeDocument/2006/relationships/tags" Target="../tags/tag16.xml"/><Relationship Id="rId14" Type="http://schemas.openxmlformats.org/officeDocument/2006/relationships/tags" Target="../tags/tag15.xml"/><Relationship Id="rId13" Type="http://schemas.openxmlformats.org/officeDocument/2006/relationships/tags" Target="../tags/tag14.xml"/><Relationship Id="rId12" Type="http://schemas.openxmlformats.org/officeDocument/2006/relationships/tags" Target="../tags/tag13.xml"/><Relationship Id="rId11" Type="http://schemas.openxmlformats.org/officeDocument/2006/relationships/tags" Target="../tags/tag12.xml"/><Relationship Id="rId10" Type="http://schemas.openxmlformats.org/officeDocument/2006/relationships/tags" Target="../tags/tag11.xml"/><Relationship Id="rId1" Type="http://schemas.openxmlformats.org/officeDocument/2006/relationships/tags" Target="../tags/tag3.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5.wmf"/><Relationship Id="rId7" Type="http://schemas.openxmlformats.org/officeDocument/2006/relationships/oleObject" Target="../embeddings/oleObject4.bin"/><Relationship Id="rId6" Type="http://schemas.openxmlformats.org/officeDocument/2006/relationships/image" Target="../media/image4.wmf"/><Relationship Id="rId5" Type="http://schemas.openxmlformats.org/officeDocument/2006/relationships/oleObject" Target="../embeddings/oleObject3.bin"/><Relationship Id="rId4" Type="http://schemas.openxmlformats.org/officeDocument/2006/relationships/image" Target="../media/image3.wmf"/><Relationship Id="rId3" Type="http://schemas.openxmlformats.org/officeDocument/2006/relationships/oleObject" Target="../embeddings/oleObject2.bin"/><Relationship Id="rId2" Type="http://schemas.openxmlformats.org/officeDocument/2006/relationships/image" Target="../media/image2.wmf"/><Relationship Id="rId10" Type="http://schemas.openxmlformats.org/officeDocument/2006/relationships/vmlDrawing" Target="../drawings/vmlDrawing1.vml"/><Relationship Id="rId1"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9" Type="http://schemas.openxmlformats.org/officeDocument/2006/relationships/oleObject" Target="../embeddings/oleObject9.bin"/><Relationship Id="rId8" Type="http://schemas.openxmlformats.org/officeDocument/2006/relationships/image" Target="../media/image9.wmf"/><Relationship Id="rId7" Type="http://schemas.openxmlformats.org/officeDocument/2006/relationships/oleObject" Target="../embeddings/oleObject8.bin"/><Relationship Id="rId6" Type="http://schemas.openxmlformats.org/officeDocument/2006/relationships/image" Target="../media/image8.wmf"/><Relationship Id="rId5" Type="http://schemas.openxmlformats.org/officeDocument/2006/relationships/oleObject" Target="../embeddings/oleObject7.bin"/><Relationship Id="rId4" Type="http://schemas.openxmlformats.org/officeDocument/2006/relationships/image" Target="../media/image7.wmf"/><Relationship Id="rId3" Type="http://schemas.openxmlformats.org/officeDocument/2006/relationships/oleObject" Target="../embeddings/oleObject6.bin"/><Relationship Id="rId2" Type="http://schemas.openxmlformats.org/officeDocument/2006/relationships/image" Target="../media/image6.wmf"/><Relationship Id="rId14" Type="http://schemas.openxmlformats.org/officeDocument/2006/relationships/vmlDrawing" Target="../drawings/vmlDrawing2.vml"/><Relationship Id="rId13" Type="http://schemas.openxmlformats.org/officeDocument/2006/relationships/slideLayout" Target="../slideLayouts/slideLayout2.xml"/><Relationship Id="rId12" Type="http://schemas.openxmlformats.org/officeDocument/2006/relationships/image" Target="../media/image11.wmf"/><Relationship Id="rId11" Type="http://schemas.openxmlformats.org/officeDocument/2006/relationships/oleObject" Target="../embeddings/oleObject10.bin"/><Relationship Id="rId10" Type="http://schemas.openxmlformats.org/officeDocument/2006/relationships/image" Target="../media/image10.wmf"/><Relationship Id="rId1" Type="http://schemas.openxmlformats.org/officeDocument/2006/relationships/oleObject" Target="../embeddings/oleObject5.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5.wmf"/><Relationship Id="rId7" Type="http://schemas.openxmlformats.org/officeDocument/2006/relationships/oleObject" Target="../embeddings/oleObject14.bin"/><Relationship Id="rId6" Type="http://schemas.openxmlformats.org/officeDocument/2006/relationships/image" Target="../media/image14.wmf"/><Relationship Id="rId5" Type="http://schemas.openxmlformats.org/officeDocument/2006/relationships/oleObject" Target="../embeddings/oleObject13.bin"/><Relationship Id="rId4" Type="http://schemas.openxmlformats.org/officeDocument/2006/relationships/image" Target="../media/image13.wmf"/><Relationship Id="rId3" Type="http://schemas.openxmlformats.org/officeDocument/2006/relationships/oleObject" Target="../embeddings/oleObject12.bin"/><Relationship Id="rId2" Type="http://schemas.openxmlformats.org/officeDocument/2006/relationships/image" Target="../media/image12.wmf"/><Relationship Id="rId10" Type="http://schemas.openxmlformats.org/officeDocument/2006/relationships/vmlDrawing" Target="../drawings/vmlDrawing3.vml"/><Relationship Id="rId1" Type="http://schemas.openxmlformats.org/officeDocument/2006/relationships/oleObject" Target="../embeddings/oleObject11.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9.wmf"/><Relationship Id="rId7" Type="http://schemas.openxmlformats.org/officeDocument/2006/relationships/oleObject" Target="../embeddings/oleObject18.bin"/><Relationship Id="rId6" Type="http://schemas.openxmlformats.org/officeDocument/2006/relationships/image" Target="../media/image18.wmf"/><Relationship Id="rId5" Type="http://schemas.openxmlformats.org/officeDocument/2006/relationships/oleObject" Target="../embeddings/oleObject17.bin"/><Relationship Id="rId4" Type="http://schemas.openxmlformats.org/officeDocument/2006/relationships/image" Target="../media/image17.wmf"/><Relationship Id="rId3" Type="http://schemas.openxmlformats.org/officeDocument/2006/relationships/oleObject" Target="../embeddings/oleObject16.bin"/><Relationship Id="rId2" Type="http://schemas.openxmlformats.org/officeDocument/2006/relationships/image" Target="../media/image16.wmf"/><Relationship Id="rId10" Type="http://schemas.openxmlformats.org/officeDocument/2006/relationships/vmlDrawing" Target="../drawings/vmlDrawing4.vml"/><Relationship Id="rId1" Type="http://schemas.openxmlformats.org/officeDocument/2006/relationships/oleObject" Target="../embeddings/oleObject15.bin"/></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jpeg"/></Relationships>
</file>

<file path=ppt/slides/_rels/slide12.xml.rels><?xml version="1.0" encoding="UTF-8" standalone="yes"?>
<Relationships xmlns="http://schemas.openxmlformats.org/package/2006/relationships"><Relationship Id="rId9" Type="http://schemas.openxmlformats.org/officeDocument/2006/relationships/oleObject" Target="../embeddings/oleObject23.bin"/><Relationship Id="rId8" Type="http://schemas.openxmlformats.org/officeDocument/2006/relationships/image" Target="../media/image24.wmf"/><Relationship Id="rId7" Type="http://schemas.openxmlformats.org/officeDocument/2006/relationships/oleObject" Target="../embeddings/oleObject22.bin"/><Relationship Id="rId6" Type="http://schemas.openxmlformats.org/officeDocument/2006/relationships/image" Target="../media/image23.wmf"/><Relationship Id="rId5" Type="http://schemas.openxmlformats.org/officeDocument/2006/relationships/oleObject" Target="../embeddings/oleObject21.bin"/><Relationship Id="rId4" Type="http://schemas.openxmlformats.org/officeDocument/2006/relationships/image" Target="../media/image22.wmf"/><Relationship Id="rId3" Type="http://schemas.openxmlformats.org/officeDocument/2006/relationships/oleObject" Target="../embeddings/oleObject20.bin"/><Relationship Id="rId2" Type="http://schemas.openxmlformats.org/officeDocument/2006/relationships/image" Target="../media/image21.wmf"/><Relationship Id="rId18" Type="http://schemas.openxmlformats.org/officeDocument/2006/relationships/vmlDrawing" Target="../drawings/vmlDrawing5.vml"/><Relationship Id="rId17" Type="http://schemas.openxmlformats.org/officeDocument/2006/relationships/slideLayout" Target="../slideLayouts/slideLayout2.xml"/><Relationship Id="rId16" Type="http://schemas.openxmlformats.org/officeDocument/2006/relationships/image" Target="../media/image28.wmf"/><Relationship Id="rId15" Type="http://schemas.openxmlformats.org/officeDocument/2006/relationships/oleObject" Target="../embeddings/oleObject26.bin"/><Relationship Id="rId14" Type="http://schemas.openxmlformats.org/officeDocument/2006/relationships/image" Target="../media/image27.wmf"/><Relationship Id="rId13" Type="http://schemas.openxmlformats.org/officeDocument/2006/relationships/oleObject" Target="../embeddings/oleObject25.bin"/><Relationship Id="rId12" Type="http://schemas.openxmlformats.org/officeDocument/2006/relationships/image" Target="../media/image26.wmf"/><Relationship Id="rId11" Type="http://schemas.openxmlformats.org/officeDocument/2006/relationships/oleObject" Target="../embeddings/oleObject24.bin"/><Relationship Id="rId10" Type="http://schemas.openxmlformats.org/officeDocument/2006/relationships/image" Target="../media/image25.wmf"/><Relationship Id="rId1" Type="http://schemas.openxmlformats.org/officeDocument/2006/relationships/oleObject" Target="../embeddings/oleObject19.bin"/></Relationships>
</file>

<file path=ppt/slides/_rels/slide13.xml.rels><?xml version="1.0" encoding="UTF-8" standalone="yes"?>
<Relationships xmlns="http://schemas.openxmlformats.org/package/2006/relationships"><Relationship Id="rId9" Type="http://schemas.openxmlformats.org/officeDocument/2006/relationships/image" Target="../media/image32.wmf"/><Relationship Id="rId8" Type="http://schemas.openxmlformats.org/officeDocument/2006/relationships/oleObject" Target="../embeddings/oleObject30.bin"/><Relationship Id="rId7" Type="http://schemas.openxmlformats.org/officeDocument/2006/relationships/image" Target="../media/image31.wmf"/><Relationship Id="rId6" Type="http://schemas.openxmlformats.org/officeDocument/2006/relationships/oleObject" Target="../embeddings/oleObject29.bin"/><Relationship Id="rId5" Type="http://schemas.openxmlformats.org/officeDocument/2006/relationships/image" Target="../media/image30.wmf"/><Relationship Id="rId4" Type="http://schemas.openxmlformats.org/officeDocument/2006/relationships/oleObject" Target="../embeddings/oleObject28.bin"/><Relationship Id="rId3" Type="http://schemas.openxmlformats.org/officeDocument/2006/relationships/image" Target="../media/image29.wmf"/><Relationship Id="rId20" Type="http://schemas.openxmlformats.org/officeDocument/2006/relationships/vmlDrawing" Target="../drawings/vmlDrawing6.vml"/><Relationship Id="rId2" Type="http://schemas.openxmlformats.org/officeDocument/2006/relationships/oleObject" Target="../embeddings/oleObject27.bin"/><Relationship Id="rId19" Type="http://schemas.openxmlformats.org/officeDocument/2006/relationships/slideLayout" Target="../slideLayouts/slideLayout2.xml"/><Relationship Id="rId18" Type="http://schemas.openxmlformats.org/officeDocument/2006/relationships/tags" Target="../tags/tag18.xml"/><Relationship Id="rId17" Type="http://schemas.openxmlformats.org/officeDocument/2006/relationships/image" Target="../media/image36.wmf"/><Relationship Id="rId16" Type="http://schemas.openxmlformats.org/officeDocument/2006/relationships/oleObject" Target="../embeddings/oleObject34.bin"/><Relationship Id="rId15" Type="http://schemas.openxmlformats.org/officeDocument/2006/relationships/image" Target="../media/image35.wmf"/><Relationship Id="rId14" Type="http://schemas.openxmlformats.org/officeDocument/2006/relationships/oleObject" Target="../embeddings/oleObject33.bin"/><Relationship Id="rId13" Type="http://schemas.openxmlformats.org/officeDocument/2006/relationships/image" Target="../media/image34.wmf"/><Relationship Id="rId12" Type="http://schemas.openxmlformats.org/officeDocument/2006/relationships/oleObject" Target="../embeddings/oleObject32.bin"/><Relationship Id="rId11" Type="http://schemas.openxmlformats.org/officeDocument/2006/relationships/image" Target="../media/image33.wmf"/><Relationship Id="rId10" Type="http://schemas.openxmlformats.org/officeDocument/2006/relationships/oleObject" Target="../embeddings/oleObject31.bin"/><Relationship Id="rId1" Type="http://schemas.openxmlformats.org/officeDocument/2006/relationships/image" Target="../media/image20.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6" Type="http://schemas.openxmlformats.org/officeDocument/2006/relationships/vmlDrawing" Target="../drawings/vmlDrawing7.vml"/><Relationship Id="rId5" Type="http://schemas.openxmlformats.org/officeDocument/2006/relationships/slideLayout" Target="../slideLayouts/slideLayout2.xml"/><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image" Target="../media/image37.wmf"/><Relationship Id="rId1" Type="http://schemas.openxmlformats.org/officeDocument/2006/relationships/oleObject" Target="../embeddings/oleObject35.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19.xml.rels><?xml version="1.0" encoding="UTF-8" standalone="yes"?>
<Relationships xmlns="http://schemas.openxmlformats.org/package/2006/relationships"><Relationship Id="rId9" Type="http://schemas.openxmlformats.org/officeDocument/2006/relationships/oleObject" Target="../embeddings/oleObject40.bin"/><Relationship Id="rId8" Type="http://schemas.openxmlformats.org/officeDocument/2006/relationships/image" Target="../media/image41.wmf"/><Relationship Id="rId7" Type="http://schemas.openxmlformats.org/officeDocument/2006/relationships/oleObject" Target="../embeddings/oleObject39.bin"/><Relationship Id="rId6" Type="http://schemas.openxmlformats.org/officeDocument/2006/relationships/image" Target="../media/image40.wmf"/><Relationship Id="rId5" Type="http://schemas.openxmlformats.org/officeDocument/2006/relationships/oleObject" Target="../embeddings/oleObject38.bin"/><Relationship Id="rId4" Type="http://schemas.openxmlformats.org/officeDocument/2006/relationships/image" Target="../media/image39.wmf"/><Relationship Id="rId3" Type="http://schemas.openxmlformats.org/officeDocument/2006/relationships/oleObject" Target="../embeddings/oleObject37.bin"/><Relationship Id="rId2" Type="http://schemas.openxmlformats.org/officeDocument/2006/relationships/image" Target="../media/image38.wmf"/><Relationship Id="rId14" Type="http://schemas.openxmlformats.org/officeDocument/2006/relationships/vmlDrawing" Target="../drawings/vmlDrawing8.vml"/><Relationship Id="rId13" Type="http://schemas.openxmlformats.org/officeDocument/2006/relationships/slideLayout" Target="../slideLayouts/slideLayout2.xml"/><Relationship Id="rId12" Type="http://schemas.openxmlformats.org/officeDocument/2006/relationships/image" Target="../media/image43.wmf"/><Relationship Id="rId11" Type="http://schemas.openxmlformats.org/officeDocument/2006/relationships/oleObject" Target="../embeddings/oleObject41.bin"/><Relationship Id="rId10" Type="http://schemas.openxmlformats.org/officeDocument/2006/relationships/image" Target="../media/image42.wmf"/><Relationship Id="rId1" Type="http://schemas.openxmlformats.org/officeDocument/2006/relationships/oleObject" Target="../embeddings/oleObject36.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9" Type="http://schemas.openxmlformats.org/officeDocument/2006/relationships/tags" Target="../tags/tag31.xml"/><Relationship Id="rId8" Type="http://schemas.openxmlformats.org/officeDocument/2006/relationships/tags" Target="../tags/tag30.xml"/><Relationship Id="rId7" Type="http://schemas.openxmlformats.org/officeDocument/2006/relationships/tags" Target="../tags/tag29.xml"/><Relationship Id="rId6" Type="http://schemas.openxmlformats.org/officeDocument/2006/relationships/tags" Target="../tags/tag28.xml"/><Relationship Id="rId5" Type="http://schemas.openxmlformats.org/officeDocument/2006/relationships/tags" Target="../tags/tag27.xml"/><Relationship Id="rId48" Type="http://schemas.openxmlformats.org/officeDocument/2006/relationships/slideLayout" Target="../slideLayouts/slideLayout2.xml"/><Relationship Id="rId47" Type="http://schemas.openxmlformats.org/officeDocument/2006/relationships/tags" Target="../tags/tag69.xml"/><Relationship Id="rId46" Type="http://schemas.openxmlformats.org/officeDocument/2006/relationships/tags" Target="../tags/tag68.xml"/><Relationship Id="rId45" Type="http://schemas.openxmlformats.org/officeDocument/2006/relationships/tags" Target="../tags/tag67.xml"/><Relationship Id="rId44" Type="http://schemas.openxmlformats.org/officeDocument/2006/relationships/tags" Target="../tags/tag66.xml"/><Relationship Id="rId43" Type="http://schemas.openxmlformats.org/officeDocument/2006/relationships/tags" Target="../tags/tag65.xml"/><Relationship Id="rId42" Type="http://schemas.openxmlformats.org/officeDocument/2006/relationships/tags" Target="../tags/tag64.xml"/><Relationship Id="rId41" Type="http://schemas.openxmlformats.org/officeDocument/2006/relationships/tags" Target="../tags/tag63.xml"/><Relationship Id="rId40" Type="http://schemas.openxmlformats.org/officeDocument/2006/relationships/tags" Target="../tags/tag62.xml"/><Relationship Id="rId4" Type="http://schemas.openxmlformats.org/officeDocument/2006/relationships/tags" Target="../tags/tag26.xml"/><Relationship Id="rId39" Type="http://schemas.openxmlformats.org/officeDocument/2006/relationships/tags" Target="../tags/tag61.xml"/><Relationship Id="rId38" Type="http://schemas.openxmlformats.org/officeDocument/2006/relationships/tags" Target="../tags/tag60.xml"/><Relationship Id="rId37" Type="http://schemas.openxmlformats.org/officeDocument/2006/relationships/tags" Target="../tags/tag59.xml"/><Relationship Id="rId36" Type="http://schemas.openxmlformats.org/officeDocument/2006/relationships/tags" Target="../tags/tag58.xml"/><Relationship Id="rId35" Type="http://schemas.openxmlformats.org/officeDocument/2006/relationships/tags" Target="../tags/tag57.xml"/><Relationship Id="rId34" Type="http://schemas.openxmlformats.org/officeDocument/2006/relationships/tags" Target="../tags/tag56.xml"/><Relationship Id="rId33" Type="http://schemas.openxmlformats.org/officeDocument/2006/relationships/tags" Target="../tags/tag55.xml"/><Relationship Id="rId32" Type="http://schemas.openxmlformats.org/officeDocument/2006/relationships/tags" Target="../tags/tag54.xml"/><Relationship Id="rId31" Type="http://schemas.openxmlformats.org/officeDocument/2006/relationships/tags" Target="../tags/tag53.xml"/><Relationship Id="rId30" Type="http://schemas.openxmlformats.org/officeDocument/2006/relationships/tags" Target="../tags/tag52.xml"/><Relationship Id="rId3" Type="http://schemas.openxmlformats.org/officeDocument/2006/relationships/tags" Target="../tags/tag25.xml"/><Relationship Id="rId29" Type="http://schemas.openxmlformats.org/officeDocument/2006/relationships/tags" Target="../tags/tag51.xml"/><Relationship Id="rId28" Type="http://schemas.openxmlformats.org/officeDocument/2006/relationships/tags" Target="../tags/tag50.xml"/><Relationship Id="rId27" Type="http://schemas.openxmlformats.org/officeDocument/2006/relationships/tags" Target="../tags/tag49.xml"/><Relationship Id="rId26" Type="http://schemas.openxmlformats.org/officeDocument/2006/relationships/tags" Target="../tags/tag48.xml"/><Relationship Id="rId25" Type="http://schemas.openxmlformats.org/officeDocument/2006/relationships/tags" Target="../tags/tag47.xml"/><Relationship Id="rId24" Type="http://schemas.openxmlformats.org/officeDocument/2006/relationships/tags" Target="../tags/tag46.xml"/><Relationship Id="rId23" Type="http://schemas.openxmlformats.org/officeDocument/2006/relationships/tags" Target="../tags/tag45.xml"/><Relationship Id="rId22" Type="http://schemas.openxmlformats.org/officeDocument/2006/relationships/tags" Target="../tags/tag44.xml"/><Relationship Id="rId21" Type="http://schemas.openxmlformats.org/officeDocument/2006/relationships/tags" Target="../tags/tag43.xml"/><Relationship Id="rId20" Type="http://schemas.openxmlformats.org/officeDocument/2006/relationships/tags" Target="../tags/tag42.xml"/><Relationship Id="rId2" Type="http://schemas.openxmlformats.org/officeDocument/2006/relationships/tags" Target="../tags/tag24.xml"/><Relationship Id="rId19" Type="http://schemas.openxmlformats.org/officeDocument/2006/relationships/tags" Target="../tags/tag41.xml"/><Relationship Id="rId18" Type="http://schemas.openxmlformats.org/officeDocument/2006/relationships/tags" Target="../tags/tag40.xml"/><Relationship Id="rId17" Type="http://schemas.openxmlformats.org/officeDocument/2006/relationships/tags" Target="../tags/tag39.xml"/><Relationship Id="rId16" Type="http://schemas.openxmlformats.org/officeDocument/2006/relationships/tags" Target="../tags/tag38.xml"/><Relationship Id="rId15" Type="http://schemas.openxmlformats.org/officeDocument/2006/relationships/tags" Target="../tags/tag37.xml"/><Relationship Id="rId14" Type="http://schemas.openxmlformats.org/officeDocument/2006/relationships/tags" Target="../tags/tag36.xml"/><Relationship Id="rId13" Type="http://schemas.openxmlformats.org/officeDocument/2006/relationships/tags" Target="../tags/tag35.xml"/><Relationship Id="rId12" Type="http://schemas.openxmlformats.org/officeDocument/2006/relationships/tags" Target="../tags/tag34.xml"/><Relationship Id="rId11" Type="http://schemas.openxmlformats.org/officeDocument/2006/relationships/tags" Target="../tags/tag33.xml"/><Relationship Id="rId10" Type="http://schemas.openxmlformats.org/officeDocument/2006/relationships/tags" Target="../tags/tag32.xml"/><Relationship Id="rId1" Type="http://schemas.openxmlformats.org/officeDocument/2006/relationships/tags" Target="../tags/tag23.xml"/></Relationships>
</file>

<file path=ppt/slides/_rels/slide22.xml.rels><?xml version="1.0" encoding="UTF-8" standalone="yes"?>
<Relationships xmlns="http://schemas.openxmlformats.org/package/2006/relationships"><Relationship Id="rId8" Type="http://schemas.openxmlformats.org/officeDocument/2006/relationships/vmlDrawing" Target="../drawings/vmlDrawing9.vml"/><Relationship Id="rId7" Type="http://schemas.openxmlformats.org/officeDocument/2006/relationships/slideLayout" Target="../slideLayouts/slideLayout2.xml"/><Relationship Id="rId6" Type="http://schemas.openxmlformats.org/officeDocument/2006/relationships/image" Target="../media/image46.wmf"/><Relationship Id="rId5" Type="http://schemas.openxmlformats.org/officeDocument/2006/relationships/oleObject" Target="../embeddings/oleObject44.bin"/><Relationship Id="rId4" Type="http://schemas.openxmlformats.org/officeDocument/2006/relationships/image" Target="../media/image45.wmf"/><Relationship Id="rId3" Type="http://schemas.openxmlformats.org/officeDocument/2006/relationships/oleObject" Target="../embeddings/oleObject43.bin"/><Relationship Id="rId2" Type="http://schemas.openxmlformats.org/officeDocument/2006/relationships/image" Target="../media/image44.wmf"/><Relationship Id="rId1" Type="http://schemas.openxmlformats.org/officeDocument/2006/relationships/oleObject" Target="../embeddings/oleObject42.bin"/></Relationships>
</file>

<file path=ppt/slides/_rels/slide23.xml.rels><?xml version="1.0" encoding="UTF-8" standalone="yes"?>
<Relationships xmlns="http://schemas.openxmlformats.org/package/2006/relationships"><Relationship Id="rId9" Type="http://schemas.openxmlformats.org/officeDocument/2006/relationships/tags" Target="../tags/tag72.xml"/><Relationship Id="rId8" Type="http://schemas.openxmlformats.org/officeDocument/2006/relationships/image" Target="../media/image49.wmf"/><Relationship Id="rId7" Type="http://schemas.openxmlformats.org/officeDocument/2006/relationships/oleObject" Target="../embeddings/oleObject47.bin"/><Relationship Id="rId6" Type="http://schemas.openxmlformats.org/officeDocument/2006/relationships/tags" Target="../tags/tag71.xml"/><Relationship Id="rId5" Type="http://schemas.openxmlformats.org/officeDocument/2006/relationships/image" Target="../media/image48.wmf"/><Relationship Id="rId4" Type="http://schemas.openxmlformats.org/officeDocument/2006/relationships/oleObject" Target="../embeddings/oleObject46.bin"/><Relationship Id="rId3" Type="http://schemas.openxmlformats.org/officeDocument/2006/relationships/tags" Target="../tags/tag70.xml"/><Relationship Id="rId2" Type="http://schemas.openxmlformats.org/officeDocument/2006/relationships/image" Target="../media/image47.wmf"/><Relationship Id="rId12" Type="http://schemas.openxmlformats.org/officeDocument/2006/relationships/vmlDrawing" Target="../drawings/vmlDrawing10.vml"/><Relationship Id="rId11" Type="http://schemas.openxmlformats.org/officeDocument/2006/relationships/slideLayout" Target="../slideLayouts/slideLayout2.xml"/><Relationship Id="rId10" Type="http://schemas.openxmlformats.org/officeDocument/2006/relationships/tags" Target="../tags/tag73.xml"/><Relationship Id="rId1" Type="http://schemas.openxmlformats.org/officeDocument/2006/relationships/oleObject" Target="../embeddings/oleObject45.bin"/></Relationships>
</file>

<file path=ppt/slides/_rels/slide24.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2.xml"/><Relationship Id="rId2" Type="http://schemas.openxmlformats.org/officeDocument/2006/relationships/image" Target="../media/image50.wmf"/><Relationship Id="rId1" Type="http://schemas.openxmlformats.org/officeDocument/2006/relationships/oleObject" Target="../embeddings/oleObject48.bin"/></Relationships>
</file>

<file path=ppt/slides/_rels/slide25.xml.rels><?xml version="1.0" encoding="UTF-8" standalone="yes"?>
<Relationships xmlns="http://schemas.openxmlformats.org/package/2006/relationships"><Relationship Id="rId9" Type="http://schemas.openxmlformats.org/officeDocument/2006/relationships/oleObject" Target="../embeddings/oleObject53.bin"/><Relationship Id="rId8" Type="http://schemas.openxmlformats.org/officeDocument/2006/relationships/image" Target="../media/image54.wmf"/><Relationship Id="rId7" Type="http://schemas.openxmlformats.org/officeDocument/2006/relationships/oleObject" Target="../embeddings/oleObject52.bin"/><Relationship Id="rId6" Type="http://schemas.openxmlformats.org/officeDocument/2006/relationships/image" Target="../media/image53.wmf"/><Relationship Id="rId52" Type="http://schemas.openxmlformats.org/officeDocument/2006/relationships/vmlDrawing" Target="../drawings/vmlDrawing12.vml"/><Relationship Id="rId51" Type="http://schemas.openxmlformats.org/officeDocument/2006/relationships/slideLayout" Target="../slideLayouts/slideLayout2.xml"/><Relationship Id="rId50" Type="http://schemas.openxmlformats.org/officeDocument/2006/relationships/tags" Target="../tags/tag109.xml"/><Relationship Id="rId5" Type="http://schemas.openxmlformats.org/officeDocument/2006/relationships/oleObject" Target="../embeddings/oleObject51.bin"/><Relationship Id="rId49" Type="http://schemas.openxmlformats.org/officeDocument/2006/relationships/tags" Target="../tags/tag108.xml"/><Relationship Id="rId48" Type="http://schemas.openxmlformats.org/officeDocument/2006/relationships/tags" Target="../tags/tag107.xml"/><Relationship Id="rId47" Type="http://schemas.openxmlformats.org/officeDocument/2006/relationships/tags" Target="../tags/tag106.xml"/><Relationship Id="rId46" Type="http://schemas.openxmlformats.org/officeDocument/2006/relationships/tags" Target="../tags/tag105.xml"/><Relationship Id="rId45" Type="http://schemas.openxmlformats.org/officeDocument/2006/relationships/tags" Target="../tags/tag104.xml"/><Relationship Id="rId44" Type="http://schemas.openxmlformats.org/officeDocument/2006/relationships/tags" Target="../tags/tag103.xml"/><Relationship Id="rId43" Type="http://schemas.openxmlformats.org/officeDocument/2006/relationships/tags" Target="../tags/tag102.xml"/><Relationship Id="rId42" Type="http://schemas.openxmlformats.org/officeDocument/2006/relationships/tags" Target="../tags/tag101.xml"/><Relationship Id="rId41" Type="http://schemas.openxmlformats.org/officeDocument/2006/relationships/tags" Target="../tags/tag100.xml"/><Relationship Id="rId40" Type="http://schemas.openxmlformats.org/officeDocument/2006/relationships/tags" Target="../tags/tag99.xml"/><Relationship Id="rId4" Type="http://schemas.openxmlformats.org/officeDocument/2006/relationships/image" Target="../media/image52.wmf"/><Relationship Id="rId39" Type="http://schemas.openxmlformats.org/officeDocument/2006/relationships/tags" Target="../tags/tag98.xml"/><Relationship Id="rId38" Type="http://schemas.openxmlformats.org/officeDocument/2006/relationships/tags" Target="../tags/tag97.xml"/><Relationship Id="rId37" Type="http://schemas.openxmlformats.org/officeDocument/2006/relationships/tags" Target="../tags/tag96.xml"/><Relationship Id="rId36" Type="http://schemas.openxmlformats.org/officeDocument/2006/relationships/tags" Target="../tags/tag95.xml"/><Relationship Id="rId35" Type="http://schemas.openxmlformats.org/officeDocument/2006/relationships/tags" Target="../tags/tag94.xml"/><Relationship Id="rId34" Type="http://schemas.openxmlformats.org/officeDocument/2006/relationships/tags" Target="../tags/tag93.xml"/><Relationship Id="rId33" Type="http://schemas.openxmlformats.org/officeDocument/2006/relationships/tags" Target="../tags/tag92.xml"/><Relationship Id="rId32" Type="http://schemas.openxmlformats.org/officeDocument/2006/relationships/tags" Target="../tags/tag91.xml"/><Relationship Id="rId31" Type="http://schemas.openxmlformats.org/officeDocument/2006/relationships/tags" Target="../tags/tag90.xml"/><Relationship Id="rId30" Type="http://schemas.openxmlformats.org/officeDocument/2006/relationships/tags" Target="../tags/tag89.xml"/><Relationship Id="rId3" Type="http://schemas.openxmlformats.org/officeDocument/2006/relationships/oleObject" Target="../embeddings/oleObject50.bin"/><Relationship Id="rId29" Type="http://schemas.openxmlformats.org/officeDocument/2006/relationships/tags" Target="../tags/tag88.xml"/><Relationship Id="rId28" Type="http://schemas.openxmlformats.org/officeDocument/2006/relationships/tags" Target="../tags/tag87.xml"/><Relationship Id="rId27" Type="http://schemas.openxmlformats.org/officeDocument/2006/relationships/tags" Target="../tags/tag86.xml"/><Relationship Id="rId26" Type="http://schemas.openxmlformats.org/officeDocument/2006/relationships/tags" Target="../tags/tag85.xml"/><Relationship Id="rId25" Type="http://schemas.openxmlformats.org/officeDocument/2006/relationships/tags" Target="../tags/tag84.xml"/><Relationship Id="rId24" Type="http://schemas.openxmlformats.org/officeDocument/2006/relationships/tags" Target="../tags/tag83.xml"/><Relationship Id="rId23" Type="http://schemas.openxmlformats.org/officeDocument/2006/relationships/tags" Target="../tags/tag82.xml"/><Relationship Id="rId22" Type="http://schemas.openxmlformats.org/officeDocument/2006/relationships/tags" Target="../tags/tag81.xml"/><Relationship Id="rId21" Type="http://schemas.openxmlformats.org/officeDocument/2006/relationships/tags" Target="../tags/tag80.xml"/><Relationship Id="rId20" Type="http://schemas.openxmlformats.org/officeDocument/2006/relationships/tags" Target="../tags/tag79.xml"/><Relationship Id="rId2" Type="http://schemas.openxmlformats.org/officeDocument/2006/relationships/image" Target="../media/image51.wmf"/><Relationship Id="rId19" Type="http://schemas.openxmlformats.org/officeDocument/2006/relationships/tags" Target="../tags/tag78.xml"/><Relationship Id="rId18" Type="http://schemas.openxmlformats.org/officeDocument/2006/relationships/tags" Target="../tags/tag77.xml"/><Relationship Id="rId17" Type="http://schemas.openxmlformats.org/officeDocument/2006/relationships/tags" Target="../tags/tag76.xml"/><Relationship Id="rId16" Type="http://schemas.openxmlformats.org/officeDocument/2006/relationships/tags" Target="../tags/tag75.xml"/><Relationship Id="rId15" Type="http://schemas.openxmlformats.org/officeDocument/2006/relationships/tags" Target="../tags/tag74.xml"/><Relationship Id="rId14" Type="http://schemas.openxmlformats.org/officeDocument/2006/relationships/image" Target="../media/image57.wmf"/><Relationship Id="rId13" Type="http://schemas.openxmlformats.org/officeDocument/2006/relationships/oleObject" Target="../embeddings/oleObject55.bin"/><Relationship Id="rId12" Type="http://schemas.openxmlformats.org/officeDocument/2006/relationships/image" Target="../media/image56.wmf"/><Relationship Id="rId11" Type="http://schemas.openxmlformats.org/officeDocument/2006/relationships/oleObject" Target="../embeddings/oleObject54.bin"/><Relationship Id="rId10" Type="http://schemas.openxmlformats.org/officeDocument/2006/relationships/image" Target="../media/image55.wmf"/><Relationship Id="rId1" Type="http://schemas.openxmlformats.org/officeDocument/2006/relationships/oleObject" Target="../embeddings/oleObject49.bin"/></Relationships>
</file>

<file path=ppt/slides/_rels/slide26.xml.rels><?xml version="1.0" encoding="UTF-8" standalone="yes"?>
<Relationships xmlns="http://schemas.openxmlformats.org/package/2006/relationships"><Relationship Id="rId9" Type="http://schemas.openxmlformats.org/officeDocument/2006/relationships/oleObject" Target="../embeddings/oleObject60.bin"/><Relationship Id="rId8" Type="http://schemas.openxmlformats.org/officeDocument/2006/relationships/image" Target="../media/image61.wmf"/><Relationship Id="rId7" Type="http://schemas.openxmlformats.org/officeDocument/2006/relationships/oleObject" Target="../embeddings/oleObject59.bin"/><Relationship Id="rId6" Type="http://schemas.openxmlformats.org/officeDocument/2006/relationships/image" Target="../media/image60.wmf"/><Relationship Id="rId5" Type="http://schemas.openxmlformats.org/officeDocument/2006/relationships/oleObject" Target="../embeddings/oleObject58.bin"/><Relationship Id="rId4" Type="http://schemas.openxmlformats.org/officeDocument/2006/relationships/image" Target="../media/image59.wmf"/><Relationship Id="rId3" Type="http://schemas.openxmlformats.org/officeDocument/2006/relationships/oleObject" Target="../embeddings/oleObject57.bin"/><Relationship Id="rId2" Type="http://schemas.openxmlformats.org/officeDocument/2006/relationships/image" Target="../media/image58.wmf"/><Relationship Id="rId12" Type="http://schemas.openxmlformats.org/officeDocument/2006/relationships/vmlDrawing" Target="../drawings/vmlDrawing13.vml"/><Relationship Id="rId11" Type="http://schemas.openxmlformats.org/officeDocument/2006/relationships/slideLayout" Target="../slideLayouts/slideLayout2.xml"/><Relationship Id="rId10" Type="http://schemas.openxmlformats.org/officeDocument/2006/relationships/image" Target="../media/image62.wmf"/><Relationship Id="rId1" Type="http://schemas.openxmlformats.org/officeDocument/2006/relationships/oleObject" Target="../embeddings/oleObject56.bin"/></Relationships>
</file>

<file path=ppt/slides/_rels/slide27.xml.rels><?xml version="1.0" encoding="UTF-8" standalone="yes"?>
<Relationships xmlns="http://schemas.openxmlformats.org/package/2006/relationships"><Relationship Id="rId9" Type="http://schemas.openxmlformats.org/officeDocument/2006/relationships/oleObject" Target="../embeddings/oleObject65.bin"/><Relationship Id="rId8" Type="http://schemas.openxmlformats.org/officeDocument/2006/relationships/image" Target="../media/image66.wmf"/><Relationship Id="rId7" Type="http://schemas.openxmlformats.org/officeDocument/2006/relationships/oleObject" Target="../embeddings/oleObject64.bin"/><Relationship Id="rId6" Type="http://schemas.openxmlformats.org/officeDocument/2006/relationships/image" Target="../media/image65.wmf"/><Relationship Id="rId5" Type="http://schemas.openxmlformats.org/officeDocument/2006/relationships/oleObject" Target="../embeddings/oleObject63.bin"/><Relationship Id="rId4" Type="http://schemas.openxmlformats.org/officeDocument/2006/relationships/image" Target="../media/image64.wmf"/><Relationship Id="rId38" Type="http://schemas.openxmlformats.org/officeDocument/2006/relationships/vmlDrawing" Target="../drawings/vmlDrawing14.vml"/><Relationship Id="rId37" Type="http://schemas.openxmlformats.org/officeDocument/2006/relationships/slideLayout" Target="../slideLayouts/slideLayout2.xml"/><Relationship Id="rId36" Type="http://schemas.openxmlformats.org/officeDocument/2006/relationships/tags" Target="../tags/tag133.xml"/><Relationship Id="rId35" Type="http://schemas.openxmlformats.org/officeDocument/2006/relationships/tags" Target="../tags/tag132.xml"/><Relationship Id="rId34" Type="http://schemas.openxmlformats.org/officeDocument/2006/relationships/tags" Target="../tags/tag131.xml"/><Relationship Id="rId33" Type="http://schemas.openxmlformats.org/officeDocument/2006/relationships/tags" Target="../tags/tag130.xml"/><Relationship Id="rId32" Type="http://schemas.openxmlformats.org/officeDocument/2006/relationships/tags" Target="../tags/tag129.xml"/><Relationship Id="rId31" Type="http://schemas.openxmlformats.org/officeDocument/2006/relationships/tags" Target="../tags/tag128.xml"/><Relationship Id="rId30" Type="http://schemas.openxmlformats.org/officeDocument/2006/relationships/tags" Target="../tags/tag127.xml"/><Relationship Id="rId3" Type="http://schemas.openxmlformats.org/officeDocument/2006/relationships/oleObject" Target="../embeddings/oleObject62.bin"/><Relationship Id="rId29" Type="http://schemas.openxmlformats.org/officeDocument/2006/relationships/tags" Target="../tags/tag126.xml"/><Relationship Id="rId28" Type="http://schemas.openxmlformats.org/officeDocument/2006/relationships/tags" Target="../tags/tag125.xml"/><Relationship Id="rId27" Type="http://schemas.openxmlformats.org/officeDocument/2006/relationships/tags" Target="../tags/tag124.xml"/><Relationship Id="rId26" Type="http://schemas.openxmlformats.org/officeDocument/2006/relationships/tags" Target="../tags/tag123.xml"/><Relationship Id="rId25" Type="http://schemas.openxmlformats.org/officeDocument/2006/relationships/tags" Target="../tags/tag122.xml"/><Relationship Id="rId24" Type="http://schemas.openxmlformats.org/officeDocument/2006/relationships/tags" Target="../tags/tag121.xml"/><Relationship Id="rId23" Type="http://schemas.openxmlformats.org/officeDocument/2006/relationships/tags" Target="../tags/tag120.xml"/><Relationship Id="rId22" Type="http://schemas.openxmlformats.org/officeDocument/2006/relationships/tags" Target="../tags/tag119.xml"/><Relationship Id="rId21" Type="http://schemas.openxmlformats.org/officeDocument/2006/relationships/tags" Target="../tags/tag118.xml"/><Relationship Id="rId20" Type="http://schemas.openxmlformats.org/officeDocument/2006/relationships/tags" Target="../tags/tag117.xml"/><Relationship Id="rId2" Type="http://schemas.openxmlformats.org/officeDocument/2006/relationships/image" Target="../media/image63.wmf"/><Relationship Id="rId19" Type="http://schemas.openxmlformats.org/officeDocument/2006/relationships/tags" Target="../tags/tag116.xml"/><Relationship Id="rId18" Type="http://schemas.openxmlformats.org/officeDocument/2006/relationships/tags" Target="../tags/tag115.xml"/><Relationship Id="rId17" Type="http://schemas.openxmlformats.org/officeDocument/2006/relationships/tags" Target="../tags/tag114.xml"/><Relationship Id="rId16" Type="http://schemas.openxmlformats.org/officeDocument/2006/relationships/tags" Target="../tags/tag113.xml"/><Relationship Id="rId15" Type="http://schemas.openxmlformats.org/officeDocument/2006/relationships/tags" Target="../tags/tag112.xml"/><Relationship Id="rId14" Type="http://schemas.openxmlformats.org/officeDocument/2006/relationships/tags" Target="../tags/tag111.xml"/><Relationship Id="rId13" Type="http://schemas.openxmlformats.org/officeDocument/2006/relationships/tags" Target="../tags/tag110.xml"/><Relationship Id="rId12" Type="http://schemas.openxmlformats.org/officeDocument/2006/relationships/image" Target="../media/image68.wmf"/><Relationship Id="rId11" Type="http://schemas.openxmlformats.org/officeDocument/2006/relationships/oleObject" Target="../embeddings/oleObject66.bin"/><Relationship Id="rId10" Type="http://schemas.openxmlformats.org/officeDocument/2006/relationships/image" Target="../media/image67.wmf"/><Relationship Id="rId1" Type="http://schemas.openxmlformats.org/officeDocument/2006/relationships/oleObject" Target="../embeddings/oleObject61.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vmlDrawing" Target="../drawings/vmlDrawing15.vml"/><Relationship Id="rId7" Type="http://schemas.openxmlformats.org/officeDocument/2006/relationships/slideLayout" Target="../slideLayouts/slideLayout2.xml"/><Relationship Id="rId6" Type="http://schemas.openxmlformats.org/officeDocument/2006/relationships/image" Target="../media/image71.wmf"/><Relationship Id="rId5" Type="http://schemas.openxmlformats.org/officeDocument/2006/relationships/oleObject" Target="../embeddings/oleObject69.bin"/><Relationship Id="rId4" Type="http://schemas.openxmlformats.org/officeDocument/2006/relationships/image" Target="../media/image70.wmf"/><Relationship Id="rId3" Type="http://schemas.openxmlformats.org/officeDocument/2006/relationships/oleObject" Target="../embeddings/oleObject68.bin"/><Relationship Id="rId2" Type="http://schemas.openxmlformats.org/officeDocument/2006/relationships/image" Target="../media/image69.wmf"/><Relationship Id="rId1" Type="http://schemas.openxmlformats.org/officeDocument/2006/relationships/oleObject" Target="../embeddings/oleObject67.bin"/></Relationships>
</file>

<file path=ppt/slides/_rels/slide32.xml.rels><?xml version="1.0" encoding="UTF-8" standalone="yes"?>
<Relationships xmlns="http://schemas.openxmlformats.org/package/2006/relationships"><Relationship Id="rId9" Type="http://schemas.openxmlformats.org/officeDocument/2006/relationships/vmlDrawing" Target="../drawings/vmlDrawing16.vml"/><Relationship Id="rId8" Type="http://schemas.openxmlformats.org/officeDocument/2006/relationships/slideLayout" Target="../slideLayouts/slideLayout2.xml"/><Relationship Id="rId7" Type="http://schemas.openxmlformats.org/officeDocument/2006/relationships/tags" Target="../tags/tag134.xml"/><Relationship Id="rId6" Type="http://schemas.openxmlformats.org/officeDocument/2006/relationships/image" Target="../media/image74.wmf"/><Relationship Id="rId5" Type="http://schemas.openxmlformats.org/officeDocument/2006/relationships/oleObject" Target="../embeddings/oleObject71.bin"/><Relationship Id="rId4" Type="http://schemas.openxmlformats.org/officeDocument/2006/relationships/image" Target="../media/image73.wmf"/><Relationship Id="rId3" Type="http://schemas.openxmlformats.org/officeDocument/2006/relationships/oleObject" Target="../embeddings/oleObject70.bin"/><Relationship Id="rId2" Type="http://schemas.openxmlformats.org/officeDocument/2006/relationships/image" Target="../media/image72.jpeg"/><Relationship Id="rId1" Type="http://schemas.openxmlformats.org/officeDocument/2006/relationships/image" Target="../media/image20.jpeg"/></Relationships>
</file>

<file path=ppt/slides/_rels/slide33.xml.rels><?xml version="1.0" encoding="UTF-8" standalone="yes"?>
<Relationships xmlns="http://schemas.openxmlformats.org/package/2006/relationships"><Relationship Id="rId6" Type="http://schemas.openxmlformats.org/officeDocument/2006/relationships/vmlDrawing" Target="../drawings/vmlDrawing17.vml"/><Relationship Id="rId5" Type="http://schemas.openxmlformats.org/officeDocument/2006/relationships/slideLayout" Target="../slideLayouts/slideLayout2.xml"/><Relationship Id="rId4" Type="http://schemas.openxmlformats.org/officeDocument/2006/relationships/image" Target="../media/image75.wmf"/><Relationship Id="rId3" Type="http://schemas.openxmlformats.org/officeDocument/2006/relationships/oleObject" Target="../embeddings/oleObject72.bin"/><Relationship Id="rId2" Type="http://schemas.openxmlformats.org/officeDocument/2006/relationships/tags" Target="../tags/tag135.xml"/><Relationship Id="rId1" Type="http://schemas.openxmlformats.org/officeDocument/2006/relationships/image" Target="../media/image72.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7" Type="http://schemas.openxmlformats.org/officeDocument/2006/relationships/vmlDrawing" Target="../drawings/vmlDrawing18.vml"/><Relationship Id="rId6" Type="http://schemas.openxmlformats.org/officeDocument/2006/relationships/slideLayout" Target="../slideLayouts/slideLayout2.xml"/><Relationship Id="rId5" Type="http://schemas.openxmlformats.org/officeDocument/2006/relationships/image" Target="../media/image78.jpeg"/><Relationship Id="rId4" Type="http://schemas.openxmlformats.org/officeDocument/2006/relationships/image" Target="../media/image77.wmf"/><Relationship Id="rId3" Type="http://schemas.openxmlformats.org/officeDocument/2006/relationships/oleObject" Target="../embeddings/oleObject74.bin"/><Relationship Id="rId2" Type="http://schemas.openxmlformats.org/officeDocument/2006/relationships/image" Target="../media/image76.wmf"/><Relationship Id="rId1" Type="http://schemas.openxmlformats.org/officeDocument/2006/relationships/oleObject" Target="../embeddings/oleObject73.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4" Type="http://schemas.openxmlformats.org/officeDocument/2006/relationships/vmlDrawing" Target="../drawings/vmlDrawing19.vml"/><Relationship Id="rId3" Type="http://schemas.openxmlformats.org/officeDocument/2006/relationships/slideLayout" Target="../slideLayouts/slideLayout2.xml"/><Relationship Id="rId2" Type="http://schemas.openxmlformats.org/officeDocument/2006/relationships/image" Target="../media/image79.wmf"/><Relationship Id="rId1" Type="http://schemas.openxmlformats.org/officeDocument/2006/relationships/oleObject" Target="../embeddings/oleObject75.bin"/></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99" Type="http://schemas.openxmlformats.org/officeDocument/2006/relationships/tags" Target="../tags/tag232.xml"/><Relationship Id="rId98" Type="http://schemas.openxmlformats.org/officeDocument/2006/relationships/tags" Target="../tags/tag231.xml"/><Relationship Id="rId97" Type="http://schemas.openxmlformats.org/officeDocument/2006/relationships/tags" Target="../tags/tag230.xml"/><Relationship Id="rId96" Type="http://schemas.openxmlformats.org/officeDocument/2006/relationships/tags" Target="../tags/tag229.xml"/><Relationship Id="rId95" Type="http://schemas.openxmlformats.org/officeDocument/2006/relationships/tags" Target="../tags/tag228.xml"/><Relationship Id="rId94" Type="http://schemas.openxmlformats.org/officeDocument/2006/relationships/tags" Target="../tags/tag227.xml"/><Relationship Id="rId93" Type="http://schemas.openxmlformats.org/officeDocument/2006/relationships/tags" Target="../tags/tag226.xml"/><Relationship Id="rId92" Type="http://schemas.openxmlformats.org/officeDocument/2006/relationships/tags" Target="../tags/tag225.xml"/><Relationship Id="rId91" Type="http://schemas.openxmlformats.org/officeDocument/2006/relationships/tags" Target="../tags/tag224.xml"/><Relationship Id="rId90" Type="http://schemas.openxmlformats.org/officeDocument/2006/relationships/tags" Target="../tags/tag223.xml"/><Relationship Id="rId9" Type="http://schemas.openxmlformats.org/officeDocument/2006/relationships/tags" Target="../tags/tag142.xml"/><Relationship Id="rId89" Type="http://schemas.openxmlformats.org/officeDocument/2006/relationships/tags" Target="../tags/tag222.xml"/><Relationship Id="rId88" Type="http://schemas.openxmlformats.org/officeDocument/2006/relationships/tags" Target="../tags/tag221.xml"/><Relationship Id="rId87" Type="http://schemas.openxmlformats.org/officeDocument/2006/relationships/tags" Target="../tags/tag220.xml"/><Relationship Id="rId86" Type="http://schemas.openxmlformats.org/officeDocument/2006/relationships/tags" Target="../tags/tag219.xml"/><Relationship Id="rId85" Type="http://schemas.openxmlformats.org/officeDocument/2006/relationships/tags" Target="../tags/tag218.xml"/><Relationship Id="rId84" Type="http://schemas.openxmlformats.org/officeDocument/2006/relationships/tags" Target="../tags/tag217.xml"/><Relationship Id="rId83" Type="http://schemas.openxmlformats.org/officeDocument/2006/relationships/tags" Target="../tags/tag216.xml"/><Relationship Id="rId82" Type="http://schemas.openxmlformats.org/officeDocument/2006/relationships/tags" Target="../tags/tag215.xml"/><Relationship Id="rId81" Type="http://schemas.openxmlformats.org/officeDocument/2006/relationships/tags" Target="../tags/tag214.xml"/><Relationship Id="rId80" Type="http://schemas.openxmlformats.org/officeDocument/2006/relationships/tags" Target="../tags/tag213.xml"/><Relationship Id="rId8" Type="http://schemas.openxmlformats.org/officeDocument/2006/relationships/tags" Target="../tags/tag141.xml"/><Relationship Id="rId79" Type="http://schemas.openxmlformats.org/officeDocument/2006/relationships/tags" Target="../tags/tag212.xml"/><Relationship Id="rId78" Type="http://schemas.openxmlformats.org/officeDocument/2006/relationships/tags" Target="../tags/tag211.xml"/><Relationship Id="rId77" Type="http://schemas.openxmlformats.org/officeDocument/2006/relationships/tags" Target="../tags/tag210.xml"/><Relationship Id="rId76" Type="http://schemas.openxmlformats.org/officeDocument/2006/relationships/tags" Target="../tags/tag209.xml"/><Relationship Id="rId75" Type="http://schemas.openxmlformats.org/officeDocument/2006/relationships/tags" Target="../tags/tag208.xml"/><Relationship Id="rId74" Type="http://schemas.openxmlformats.org/officeDocument/2006/relationships/tags" Target="../tags/tag207.xml"/><Relationship Id="rId73" Type="http://schemas.openxmlformats.org/officeDocument/2006/relationships/tags" Target="../tags/tag206.xml"/><Relationship Id="rId72" Type="http://schemas.openxmlformats.org/officeDocument/2006/relationships/tags" Target="../tags/tag205.xml"/><Relationship Id="rId71" Type="http://schemas.openxmlformats.org/officeDocument/2006/relationships/tags" Target="../tags/tag204.xml"/><Relationship Id="rId70" Type="http://schemas.openxmlformats.org/officeDocument/2006/relationships/tags" Target="../tags/tag203.xml"/><Relationship Id="rId7" Type="http://schemas.openxmlformats.org/officeDocument/2006/relationships/tags" Target="../tags/tag140.xml"/><Relationship Id="rId69" Type="http://schemas.openxmlformats.org/officeDocument/2006/relationships/tags" Target="../tags/tag202.xml"/><Relationship Id="rId68" Type="http://schemas.openxmlformats.org/officeDocument/2006/relationships/tags" Target="../tags/tag201.xml"/><Relationship Id="rId67" Type="http://schemas.openxmlformats.org/officeDocument/2006/relationships/tags" Target="../tags/tag200.xml"/><Relationship Id="rId66" Type="http://schemas.openxmlformats.org/officeDocument/2006/relationships/tags" Target="../tags/tag199.xml"/><Relationship Id="rId65" Type="http://schemas.openxmlformats.org/officeDocument/2006/relationships/tags" Target="../tags/tag198.xml"/><Relationship Id="rId64" Type="http://schemas.openxmlformats.org/officeDocument/2006/relationships/tags" Target="../tags/tag197.xml"/><Relationship Id="rId63" Type="http://schemas.openxmlformats.org/officeDocument/2006/relationships/tags" Target="../tags/tag196.xml"/><Relationship Id="rId62" Type="http://schemas.openxmlformats.org/officeDocument/2006/relationships/tags" Target="../tags/tag195.xml"/><Relationship Id="rId61" Type="http://schemas.openxmlformats.org/officeDocument/2006/relationships/tags" Target="../tags/tag194.xml"/><Relationship Id="rId60" Type="http://schemas.openxmlformats.org/officeDocument/2006/relationships/tags" Target="../tags/tag193.xml"/><Relationship Id="rId6" Type="http://schemas.openxmlformats.org/officeDocument/2006/relationships/tags" Target="../tags/tag139.xml"/><Relationship Id="rId59" Type="http://schemas.openxmlformats.org/officeDocument/2006/relationships/tags" Target="../tags/tag192.xml"/><Relationship Id="rId58" Type="http://schemas.openxmlformats.org/officeDocument/2006/relationships/tags" Target="../tags/tag191.xml"/><Relationship Id="rId57" Type="http://schemas.openxmlformats.org/officeDocument/2006/relationships/tags" Target="../tags/tag190.xml"/><Relationship Id="rId56" Type="http://schemas.openxmlformats.org/officeDocument/2006/relationships/tags" Target="../tags/tag189.xml"/><Relationship Id="rId55" Type="http://schemas.openxmlformats.org/officeDocument/2006/relationships/tags" Target="../tags/tag188.xml"/><Relationship Id="rId54" Type="http://schemas.openxmlformats.org/officeDocument/2006/relationships/tags" Target="../tags/tag187.xml"/><Relationship Id="rId53" Type="http://schemas.openxmlformats.org/officeDocument/2006/relationships/tags" Target="../tags/tag186.xml"/><Relationship Id="rId52" Type="http://schemas.openxmlformats.org/officeDocument/2006/relationships/tags" Target="../tags/tag185.xml"/><Relationship Id="rId51" Type="http://schemas.openxmlformats.org/officeDocument/2006/relationships/tags" Target="../tags/tag184.xml"/><Relationship Id="rId50" Type="http://schemas.openxmlformats.org/officeDocument/2006/relationships/tags" Target="../tags/tag183.xml"/><Relationship Id="rId5" Type="http://schemas.openxmlformats.org/officeDocument/2006/relationships/tags" Target="../tags/tag138.xml"/><Relationship Id="rId49" Type="http://schemas.openxmlformats.org/officeDocument/2006/relationships/tags" Target="../tags/tag182.xml"/><Relationship Id="rId48" Type="http://schemas.openxmlformats.org/officeDocument/2006/relationships/tags" Target="../tags/tag181.xml"/><Relationship Id="rId47" Type="http://schemas.openxmlformats.org/officeDocument/2006/relationships/tags" Target="../tags/tag180.xml"/><Relationship Id="rId46" Type="http://schemas.openxmlformats.org/officeDocument/2006/relationships/tags" Target="../tags/tag179.xml"/><Relationship Id="rId45" Type="http://schemas.openxmlformats.org/officeDocument/2006/relationships/tags" Target="../tags/tag178.xml"/><Relationship Id="rId44" Type="http://schemas.openxmlformats.org/officeDocument/2006/relationships/tags" Target="../tags/tag177.xml"/><Relationship Id="rId43" Type="http://schemas.openxmlformats.org/officeDocument/2006/relationships/tags" Target="../tags/tag176.xml"/><Relationship Id="rId42" Type="http://schemas.openxmlformats.org/officeDocument/2006/relationships/tags" Target="../tags/tag175.xml"/><Relationship Id="rId41" Type="http://schemas.openxmlformats.org/officeDocument/2006/relationships/tags" Target="../tags/tag174.xml"/><Relationship Id="rId40" Type="http://schemas.openxmlformats.org/officeDocument/2006/relationships/tags" Target="../tags/tag173.xml"/><Relationship Id="rId4" Type="http://schemas.openxmlformats.org/officeDocument/2006/relationships/tags" Target="../tags/tag137.xml"/><Relationship Id="rId39" Type="http://schemas.openxmlformats.org/officeDocument/2006/relationships/tags" Target="../tags/tag172.xml"/><Relationship Id="rId38" Type="http://schemas.openxmlformats.org/officeDocument/2006/relationships/tags" Target="../tags/tag171.xml"/><Relationship Id="rId37" Type="http://schemas.openxmlformats.org/officeDocument/2006/relationships/tags" Target="../tags/tag170.xml"/><Relationship Id="rId36" Type="http://schemas.openxmlformats.org/officeDocument/2006/relationships/tags" Target="../tags/tag169.xml"/><Relationship Id="rId35" Type="http://schemas.openxmlformats.org/officeDocument/2006/relationships/tags" Target="../tags/tag168.xml"/><Relationship Id="rId34" Type="http://schemas.openxmlformats.org/officeDocument/2006/relationships/tags" Target="../tags/tag167.xml"/><Relationship Id="rId33" Type="http://schemas.openxmlformats.org/officeDocument/2006/relationships/tags" Target="../tags/tag166.xml"/><Relationship Id="rId32" Type="http://schemas.openxmlformats.org/officeDocument/2006/relationships/tags" Target="../tags/tag165.xml"/><Relationship Id="rId31" Type="http://schemas.openxmlformats.org/officeDocument/2006/relationships/tags" Target="../tags/tag164.xml"/><Relationship Id="rId30" Type="http://schemas.openxmlformats.org/officeDocument/2006/relationships/tags" Target="../tags/tag163.xml"/><Relationship Id="rId3" Type="http://schemas.openxmlformats.org/officeDocument/2006/relationships/tags" Target="../tags/tag136.xml"/><Relationship Id="rId29" Type="http://schemas.openxmlformats.org/officeDocument/2006/relationships/tags" Target="../tags/tag162.xml"/><Relationship Id="rId28" Type="http://schemas.openxmlformats.org/officeDocument/2006/relationships/tags" Target="../tags/tag161.xml"/><Relationship Id="rId27" Type="http://schemas.openxmlformats.org/officeDocument/2006/relationships/tags" Target="../tags/tag160.xml"/><Relationship Id="rId26" Type="http://schemas.openxmlformats.org/officeDocument/2006/relationships/tags" Target="../tags/tag159.xml"/><Relationship Id="rId25" Type="http://schemas.openxmlformats.org/officeDocument/2006/relationships/tags" Target="../tags/tag158.xml"/><Relationship Id="rId24" Type="http://schemas.openxmlformats.org/officeDocument/2006/relationships/tags" Target="../tags/tag157.xml"/><Relationship Id="rId23" Type="http://schemas.openxmlformats.org/officeDocument/2006/relationships/tags" Target="../tags/tag156.xml"/><Relationship Id="rId22" Type="http://schemas.openxmlformats.org/officeDocument/2006/relationships/tags" Target="../tags/tag155.xml"/><Relationship Id="rId21" Type="http://schemas.openxmlformats.org/officeDocument/2006/relationships/tags" Target="../tags/tag154.xml"/><Relationship Id="rId20" Type="http://schemas.openxmlformats.org/officeDocument/2006/relationships/tags" Target="../tags/tag153.xml"/><Relationship Id="rId2" Type="http://schemas.openxmlformats.org/officeDocument/2006/relationships/image" Target="../media/image20.jpeg"/><Relationship Id="rId19" Type="http://schemas.openxmlformats.org/officeDocument/2006/relationships/tags" Target="../tags/tag152.xml"/><Relationship Id="rId18" Type="http://schemas.openxmlformats.org/officeDocument/2006/relationships/tags" Target="../tags/tag151.xml"/><Relationship Id="rId17" Type="http://schemas.openxmlformats.org/officeDocument/2006/relationships/tags" Target="../tags/tag150.xml"/><Relationship Id="rId16" Type="http://schemas.openxmlformats.org/officeDocument/2006/relationships/tags" Target="../tags/tag149.xml"/><Relationship Id="rId15" Type="http://schemas.openxmlformats.org/officeDocument/2006/relationships/tags" Target="../tags/tag148.xml"/><Relationship Id="rId14" Type="http://schemas.openxmlformats.org/officeDocument/2006/relationships/tags" Target="../tags/tag147.xml"/><Relationship Id="rId13" Type="http://schemas.openxmlformats.org/officeDocument/2006/relationships/tags" Target="../tags/tag146.xml"/><Relationship Id="rId12" Type="http://schemas.openxmlformats.org/officeDocument/2006/relationships/tags" Target="../tags/tag145.xml"/><Relationship Id="rId11" Type="http://schemas.openxmlformats.org/officeDocument/2006/relationships/tags" Target="../tags/tag144.xml"/><Relationship Id="rId106" Type="http://schemas.openxmlformats.org/officeDocument/2006/relationships/slideLayout" Target="../slideLayouts/slideLayout2.xml"/><Relationship Id="rId105" Type="http://schemas.openxmlformats.org/officeDocument/2006/relationships/tags" Target="../tags/tag238.xml"/><Relationship Id="rId104" Type="http://schemas.openxmlformats.org/officeDocument/2006/relationships/tags" Target="../tags/tag237.xml"/><Relationship Id="rId103" Type="http://schemas.openxmlformats.org/officeDocument/2006/relationships/tags" Target="../tags/tag236.xml"/><Relationship Id="rId102" Type="http://schemas.openxmlformats.org/officeDocument/2006/relationships/tags" Target="../tags/tag235.xml"/><Relationship Id="rId101" Type="http://schemas.openxmlformats.org/officeDocument/2006/relationships/tags" Target="../tags/tag234.xml"/><Relationship Id="rId100" Type="http://schemas.openxmlformats.org/officeDocument/2006/relationships/tags" Target="../tags/tag233.xml"/><Relationship Id="rId10" Type="http://schemas.openxmlformats.org/officeDocument/2006/relationships/tags" Target="../tags/tag143.xml"/><Relationship Id="rId1" Type="http://schemas.openxmlformats.org/officeDocument/2006/relationships/image" Target="../media/image78.jpeg"/></Relationships>
</file>

<file path=ppt/slides/_rels/slide40.xml.rels><?xml version="1.0" encoding="UTF-8" standalone="yes"?>
<Relationships xmlns="http://schemas.openxmlformats.org/package/2006/relationships"><Relationship Id="rId6" Type="http://schemas.openxmlformats.org/officeDocument/2006/relationships/vmlDrawing" Target="../drawings/vmlDrawing20.vml"/><Relationship Id="rId5" Type="http://schemas.openxmlformats.org/officeDocument/2006/relationships/slideLayout" Target="../slideLayouts/slideLayout2.xml"/><Relationship Id="rId4" Type="http://schemas.openxmlformats.org/officeDocument/2006/relationships/image" Target="../media/image80.wmf"/><Relationship Id="rId3" Type="http://schemas.openxmlformats.org/officeDocument/2006/relationships/oleObject" Target="../embeddings/oleObject76.bin"/><Relationship Id="rId2" Type="http://schemas.openxmlformats.org/officeDocument/2006/relationships/image" Target="../media/image20.jpeg"/><Relationship Id="rId1" Type="http://schemas.openxmlformats.org/officeDocument/2006/relationships/image" Target="../media/image78.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9" Type="http://schemas.openxmlformats.org/officeDocument/2006/relationships/tags" Target="../tags/tag239.xml"/><Relationship Id="rId8" Type="http://schemas.openxmlformats.org/officeDocument/2006/relationships/image" Target="../media/image84.wmf"/><Relationship Id="rId7" Type="http://schemas.openxmlformats.org/officeDocument/2006/relationships/oleObject" Target="../embeddings/oleObject80.bin"/><Relationship Id="rId64" Type="http://schemas.openxmlformats.org/officeDocument/2006/relationships/vmlDrawing" Target="../drawings/vmlDrawing21.vml"/><Relationship Id="rId63" Type="http://schemas.openxmlformats.org/officeDocument/2006/relationships/slideLayout" Target="../slideLayouts/slideLayout2.xml"/><Relationship Id="rId62" Type="http://schemas.openxmlformats.org/officeDocument/2006/relationships/image" Target="../media/image85.wmf"/><Relationship Id="rId61" Type="http://schemas.openxmlformats.org/officeDocument/2006/relationships/oleObject" Target="../embeddings/oleObject81.bin"/><Relationship Id="rId60" Type="http://schemas.openxmlformats.org/officeDocument/2006/relationships/tags" Target="../tags/tag290.xml"/><Relationship Id="rId6" Type="http://schemas.openxmlformats.org/officeDocument/2006/relationships/image" Target="../media/image83.wmf"/><Relationship Id="rId59" Type="http://schemas.openxmlformats.org/officeDocument/2006/relationships/tags" Target="../tags/tag289.xml"/><Relationship Id="rId58" Type="http://schemas.openxmlformats.org/officeDocument/2006/relationships/tags" Target="../tags/tag288.xml"/><Relationship Id="rId57" Type="http://schemas.openxmlformats.org/officeDocument/2006/relationships/tags" Target="../tags/tag287.xml"/><Relationship Id="rId56" Type="http://schemas.openxmlformats.org/officeDocument/2006/relationships/tags" Target="../tags/tag286.xml"/><Relationship Id="rId55" Type="http://schemas.openxmlformats.org/officeDocument/2006/relationships/tags" Target="../tags/tag285.xml"/><Relationship Id="rId54" Type="http://schemas.openxmlformats.org/officeDocument/2006/relationships/tags" Target="../tags/tag284.xml"/><Relationship Id="rId53" Type="http://schemas.openxmlformats.org/officeDocument/2006/relationships/tags" Target="../tags/tag283.xml"/><Relationship Id="rId52" Type="http://schemas.openxmlformats.org/officeDocument/2006/relationships/tags" Target="../tags/tag282.xml"/><Relationship Id="rId51" Type="http://schemas.openxmlformats.org/officeDocument/2006/relationships/tags" Target="../tags/tag281.xml"/><Relationship Id="rId50" Type="http://schemas.openxmlformats.org/officeDocument/2006/relationships/tags" Target="../tags/tag280.xml"/><Relationship Id="rId5" Type="http://schemas.openxmlformats.org/officeDocument/2006/relationships/oleObject" Target="../embeddings/oleObject79.bin"/><Relationship Id="rId49" Type="http://schemas.openxmlformats.org/officeDocument/2006/relationships/tags" Target="../tags/tag279.xml"/><Relationship Id="rId48" Type="http://schemas.openxmlformats.org/officeDocument/2006/relationships/tags" Target="../tags/tag278.xml"/><Relationship Id="rId47" Type="http://schemas.openxmlformats.org/officeDocument/2006/relationships/tags" Target="../tags/tag277.xml"/><Relationship Id="rId46" Type="http://schemas.openxmlformats.org/officeDocument/2006/relationships/tags" Target="../tags/tag276.xml"/><Relationship Id="rId45" Type="http://schemas.openxmlformats.org/officeDocument/2006/relationships/tags" Target="../tags/tag275.xml"/><Relationship Id="rId44" Type="http://schemas.openxmlformats.org/officeDocument/2006/relationships/tags" Target="../tags/tag274.xml"/><Relationship Id="rId43" Type="http://schemas.openxmlformats.org/officeDocument/2006/relationships/tags" Target="../tags/tag273.xml"/><Relationship Id="rId42" Type="http://schemas.openxmlformats.org/officeDocument/2006/relationships/tags" Target="../tags/tag272.xml"/><Relationship Id="rId41" Type="http://schemas.openxmlformats.org/officeDocument/2006/relationships/tags" Target="../tags/tag271.xml"/><Relationship Id="rId40" Type="http://schemas.openxmlformats.org/officeDocument/2006/relationships/tags" Target="../tags/tag270.xml"/><Relationship Id="rId4" Type="http://schemas.openxmlformats.org/officeDocument/2006/relationships/image" Target="../media/image82.wmf"/><Relationship Id="rId39" Type="http://schemas.openxmlformats.org/officeDocument/2006/relationships/tags" Target="../tags/tag269.xml"/><Relationship Id="rId38" Type="http://schemas.openxmlformats.org/officeDocument/2006/relationships/tags" Target="../tags/tag268.xml"/><Relationship Id="rId37" Type="http://schemas.openxmlformats.org/officeDocument/2006/relationships/tags" Target="../tags/tag267.xml"/><Relationship Id="rId36" Type="http://schemas.openxmlformats.org/officeDocument/2006/relationships/tags" Target="../tags/tag266.xml"/><Relationship Id="rId35" Type="http://schemas.openxmlformats.org/officeDocument/2006/relationships/tags" Target="../tags/tag265.xml"/><Relationship Id="rId34" Type="http://schemas.openxmlformats.org/officeDocument/2006/relationships/tags" Target="../tags/tag264.xml"/><Relationship Id="rId33" Type="http://schemas.openxmlformats.org/officeDocument/2006/relationships/tags" Target="../tags/tag263.xml"/><Relationship Id="rId32" Type="http://schemas.openxmlformats.org/officeDocument/2006/relationships/tags" Target="../tags/tag262.xml"/><Relationship Id="rId31" Type="http://schemas.openxmlformats.org/officeDocument/2006/relationships/tags" Target="../tags/tag261.xml"/><Relationship Id="rId30" Type="http://schemas.openxmlformats.org/officeDocument/2006/relationships/tags" Target="../tags/tag260.xml"/><Relationship Id="rId3" Type="http://schemas.openxmlformats.org/officeDocument/2006/relationships/oleObject" Target="../embeddings/oleObject78.bin"/><Relationship Id="rId29" Type="http://schemas.openxmlformats.org/officeDocument/2006/relationships/tags" Target="../tags/tag259.xml"/><Relationship Id="rId28" Type="http://schemas.openxmlformats.org/officeDocument/2006/relationships/tags" Target="../tags/tag258.xml"/><Relationship Id="rId27" Type="http://schemas.openxmlformats.org/officeDocument/2006/relationships/tags" Target="../tags/tag257.xml"/><Relationship Id="rId26" Type="http://schemas.openxmlformats.org/officeDocument/2006/relationships/tags" Target="../tags/tag256.xml"/><Relationship Id="rId25" Type="http://schemas.openxmlformats.org/officeDocument/2006/relationships/tags" Target="../tags/tag255.xml"/><Relationship Id="rId24" Type="http://schemas.openxmlformats.org/officeDocument/2006/relationships/tags" Target="../tags/tag254.xml"/><Relationship Id="rId23" Type="http://schemas.openxmlformats.org/officeDocument/2006/relationships/tags" Target="../tags/tag253.xml"/><Relationship Id="rId22" Type="http://schemas.openxmlformats.org/officeDocument/2006/relationships/tags" Target="../tags/tag252.xml"/><Relationship Id="rId21" Type="http://schemas.openxmlformats.org/officeDocument/2006/relationships/tags" Target="../tags/tag251.xml"/><Relationship Id="rId20" Type="http://schemas.openxmlformats.org/officeDocument/2006/relationships/tags" Target="../tags/tag250.xml"/><Relationship Id="rId2" Type="http://schemas.openxmlformats.org/officeDocument/2006/relationships/image" Target="../media/image81.wmf"/><Relationship Id="rId19" Type="http://schemas.openxmlformats.org/officeDocument/2006/relationships/tags" Target="../tags/tag249.xml"/><Relationship Id="rId18" Type="http://schemas.openxmlformats.org/officeDocument/2006/relationships/tags" Target="../tags/tag248.xml"/><Relationship Id="rId17" Type="http://schemas.openxmlformats.org/officeDocument/2006/relationships/tags" Target="../tags/tag247.xml"/><Relationship Id="rId16" Type="http://schemas.openxmlformats.org/officeDocument/2006/relationships/tags" Target="../tags/tag246.xml"/><Relationship Id="rId15" Type="http://schemas.openxmlformats.org/officeDocument/2006/relationships/tags" Target="../tags/tag245.xml"/><Relationship Id="rId14" Type="http://schemas.openxmlformats.org/officeDocument/2006/relationships/tags" Target="../tags/tag244.xml"/><Relationship Id="rId13" Type="http://schemas.openxmlformats.org/officeDocument/2006/relationships/tags" Target="../tags/tag243.xml"/><Relationship Id="rId12" Type="http://schemas.openxmlformats.org/officeDocument/2006/relationships/tags" Target="../tags/tag242.xml"/><Relationship Id="rId11" Type="http://schemas.openxmlformats.org/officeDocument/2006/relationships/tags" Target="../tags/tag241.xml"/><Relationship Id="rId10" Type="http://schemas.openxmlformats.org/officeDocument/2006/relationships/tags" Target="../tags/tag240.xml"/><Relationship Id="rId1" Type="http://schemas.openxmlformats.org/officeDocument/2006/relationships/oleObject" Target="../embeddings/oleObject77.bin"/></Relationships>
</file>

<file path=ppt/slides/_rels/slide43.xml.rels><?xml version="1.0" encoding="UTF-8" standalone="yes"?>
<Relationships xmlns="http://schemas.openxmlformats.org/package/2006/relationships"><Relationship Id="rId9" Type="http://schemas.openxmlformats.org/officeDocument/2006/relationships/tags" Target="../tags/tag294.xml"/><Relationship Id="rId8" Type="http://schemas.openxmlformats.org/officeDocument/2006/relationships/tags" Target="../tags/tag293.xml"/><Relationship Id="rId7" Type="http://schemas.openxmlformats.org/officeDocument/2006/relationships/tags" Target="../tags/tag292.xml"/><Relationship Id="rId6" Type="http://schemas.openxmlformats.org/officeDocument/2006/relationships/tags" Target="../tags/tag291.xml"/><Relationship Id="rId5" Type="http://schemas.openxmlformats.org/officeDocument/2006/relationships/image" Target="../media/image88.jpeg"/><Relationship Id="rId43" Type="http://schemas.openxmlformats.org/officeDocument/2006/relationships/notesSlide" Target="../notesSlides/notesSlide1.xml"/><Relationship Id="rId42" Type="http://schemas.openxmlformats.org/officeDocument/2006/relationships/vmlDrawing" Target="../drawings/vmlDrawing22.vml"/><Relationship Id="rId41" Type="http://schemas.openxmlformats.org/officeDocument/2006/relationships/slideLayout" Target="../slideLayouts/slideLayout2.xml"/><Relationship Id="rId40" Type="http://schemas.openxmlformats.org/officeDocument/2006/relationships/image" Target="../media/image91.wmf"/><Relationship Id="rId4" Type="http://schemas.openxmlformats.org/officeDocument/2006/relationships/image" Target="../media/image87.wmf"/><Relationship Id="rId39" Type="http://schemas.openxmlformats.org/officeDocument/2006/relationships/oleObject" Target="../embeddings/oleObject86.bin"/><Relationship Id="rId38" Type="http://schemas.openxmlformats.org/officeDocument/2006/relationships/tags" Target="../tags/tag319.xml"/><Relationship Id="rId37" Type="http://schemas.openxmlformats.org/officeDocument/2006/relationships/image" Target="../media/image90.wmf"/><Relationship Id="rId36" Type="http://schemas.openxmlformats.org/officeDocument/2006/relationships/oleObject" Target="../embeddings/oleObject85.bin"/><Relationship Id="rId35" Type="http://schemas.openxmlformats.org/officeDocument/2006/relationships/tags" Target="../tags/tag318.xml"/><Relationship Id="rId34" Type="http://schemas.openxmlformats.org/officeDocument/2006/relationships/image" Target="../media/image89.wmf"/><Relationship Id="rId33" Type="http://schemas.openxmlformats.org/officeDocument/2006/relationships/oleObject" Target="../embeddings/oleObject84.bin"/><Relationship Id="rId32" Type="http://schemas.openxmlformats.org/officeDocument/2006/relationships/tags" Target="../tags/tag317.xml"/><Relationship Id="rId31" Type="http://schemas.openxmlformats.org/officeDocument/2006/relationships/tags" Target="../tags/tag316.xml"/><Relationship Id="rId30" Type="http://schemas.openxmlformats.org/officeDocument/2006/relationships/tags" Target="../tags/tag315.xml"/><Relationship Id="rId3" Type="http://schemas.openxmlformats.org/officeDocument/2006/relationships/oleObject" Target="../embeddings/oleObject83.bin"/><Relationship Id="rId29" Type="http://schemas.openxmlformats.org/officeDocument/2006/relationships/tags" Target="../tags/tag314.xml"/><Relationship Id="rId28" Type="http://schemas.openxmlformats.org/officeDocument/2006/relationships/tags" Target="../tags/tag313.xml"/><Relationship Id="rId27" Type="http://schemas.openxmlformats.org/officeDocument/2006/relationships/tags" Target="../tags/tag312.xml"/><Relationship Id="rId26" Type="http://schemas.openxmlformats.org/officeDocument/2006/relationships/tags" Target="../tags/tag311.xml"/><Relationship Id="rId25" Type="http://schemas.openxmlformats.org/officeDocument/2006/relationships/tags" Target="../tags/tag310.xml"/><Relationship Id="rId24" Type="http://schemas.openxmlformats.org/officeDocument/2006/relationships/tags" Target="../tags/tag309.xml"/><Relationship Id="rId23" Type="http://schemas.openxmlformats.org/officeDocument/2006/relationships/tags" Target="../tags/tag308.xml"/><Relationship Id="rId22" Type="http://schemas.openxmlformats.org/officeDocument/2006/relationships/tags" Target="../tags/tag307.xml"/><Relationship Id="rId21" Type="http://schemas.openxmlformats.org/officeDocument/2006/relationships/tags" Target="../tags/tag306.xml"/><Relationship Id="rId20" Type="http://schemas.openxmlformats.org/officeDocument/2006/relationships/tags" Target="../tags/tag305.xml"/><Relationship Id="rId2" Type="http://schemas.openxmlformats.org/officeDocument/2006/relationships/image" Target="../media/image86.wmf"/><Relationship Id="rId19" Type="http://schemas.openxmlformats.org/officeDocument/2006/relationships/tags" Target="../tags/tag304.xml"/><Relationship Id="rId18" Type="http://schemas.openxmlformats.org/officeDocument/2006/relationships/tags" Target="../tags/tag303.xml"/><Relationship Id="rId17" Type="http://schemas.openxmlformats.org/officeDocument/2006/relationships/tags" Target="../tags/tag302.xml"/><Relationship Id="rId16" Type="http://schemas.openxmlformats.org/officeDocument/2006/relationships/tags" Target="../tags/tag301.xml"/><Relationship Id="rId15" Type="http://schemas.openxmlformats.org/officeDocument/2006/relationships/tags" Target="../tags/tag300.xml"/><Relationship Id="rId14" Type="http://schemas.openxmlformats.org/officeDocument/2006/relationships/tags" Target="../tags/tag299.xml"/><Relationship Id="rId13" Type="http://schemas.openxmlformats.org/officeDocument/2006/relationships/tags" Target="../tags/tag298.xml"/><Relationship Id="rId12" Type="http://schemas.openxmlformats.org/officeDocument/2006/relationships/tags" Target="../tags/tag297.xml"/><Relationship Id="rId11" Type="http://schemas.openxmlformats.org/officeDocument/2006/relationships/tags" Target="../tags/tag296.xml"/><Relationship Id="rId10" Type="http://schemas.openxmlformats.org/officeDocument/2006/relationships/tags" Target="../tags/tag295.xml"/><Relationship Id="rId1" Type="http://schemas.openxmlformats.org/officeDocument/2006/relationships/oleObject" Target="../embeddings/oleObject82.bin"/></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9" Type="http://schemas.openxmlformats.org/officeDocument/2006/relationships/tags" Target="../tags/tag324.xml"/><Relationship Id="rId8" Type="http://schemas.openxmlformats.org/officeDocument/2006/relationships/tags" Target="../tags/tag323.xml"/><Relationship Id="rId7" Type="http://schemas.openxmlformats.org/officeDocument/2006/relationships/tags" Target="../tags/tag322.xml"/><Relationship Id="rId6" Type="http://schemas.openxmlformats.org/officeDocument/2006/relationships/tags" Target="../tags/tag321.xml"/><Relationship Id="rId5" Type="http://schemas.openxmlformats.org/officeDocument/2006/relationships/tags" Target="../tags/tag320.xml"/><Relationship Id="rId4" Type="http://schemas.openxmlformats.org/officeDocument/2006/relationships/image" Target="../media/image93.wmf"/><Relationship Id="rId30" Type="http://schemas.openxmlformats.org/officeDocument/2006/relationships/vmlDrawing" Target="../drawings/vmlDrawing23.vml"/><Relationship Id="rId3" Type="http://schemas.openxmlformats.org/officeDocument/2006/relationships/oleObject" Target="../embeddings/oleObject88.bin"/><Relationship Id="rId29" Type="http://schemas.openxmlformats.org/officeDocument/2006/relationships/slideLayout" Target="../slideLayouts/slideLayout2.xml"/><Relationship Id="rId28" Type="http://schemas.openxmlformats.org/officeDocument/2006/relationships/tags" Target="../tags/tag343.xml"/><Relationship Id="rId27" Type="http://schemas.openxmlformats.org/officeDocument/2006/relationships/tags" Target="../tags/tag342.xml"/><Relationship Id="rId26" Type="http://schemas.openxmlformats.org/officeDocument/2006/relationships/tags" Target="../tags/tag341.xml"/><Relationship Id="rId25" Type="http://schemas.openxmlformats.org/officeDocument/2006/relationships/tags" Target="../tags/tag340.xml"/><Relationship Id="rId24" Type="http://schemas.openxmlformats.org/officeDocument/2006/relationships/tags" Target="../tags/tag339.xml"/><Relationship Id="rId23" Type="http://schemas.openxmlformats.org/officeDocument/2006/relationships/tags" Target="../tags/tag338.xml"/><Relationship Id="rId22" Type="http://schemas.openxmlformats.org/officeDocument/2006/relationships/tags" Target="../tags/tag337.xml"/><Relationship Id="rId21" Type="http://schemas.openxmlformats.org/officeDocument/2006/relationships/tags" Target="../tags/tag336.xml"/><Relationship Id="rId20" Type="http://schemas.openxmlformats.org/officeDocument/2006/relationships/tags" Target="../tags/tag335.xml"/><Relationship Id="rId2" Type="http://schemas.openxmlformats.org/officeDocument/2006/relationships/image" Target="../media/image92.wmf"/><Relationship Id="rId19" Type="http://schemas.openxmlformats.org/officeDocument/2006/relationships/tags" Target="../tags/tag334.xml"/><Relationship Id="rId18" Type="http://schemas.openxmlformats.org/officeDocument/2006/relationships/tags" Target="../tags/tag333.xml"/><Relationship Id="rId17" Type="http://schemas.openxmlformats.org/officeDocument/2006/relationships/tags" Target="../tags/tag332.xml"/><Relationship Id="rId16" Type="http://schemas.openxmlformats.org/officeDocument/2006/relationships/tags" Target="../tags/tag331.xml"/><Relationship Id="rId15" Type="http://schemas.openxmlformats.org/officeDocument/2006/relationships/tags" Target="../tags/tag330.xml"/><Relationship Id="rId14" Type="http://schemas.openxmlformats.org/officeDocument/2006/relationships/tags" Target="../tags/tag329.xml"/><Relationship Id="rId13" Type="http://schemas.openxmlformats.org/officeDocument/2006/relationships/tags" Target="../tags/tag328.xml"/><Relationship Id="rId12" Type="http://schemas.openxmlformats.org/officeDocument/2006/relationships/tags" Target="../tags/tag327.xml"/><Relationship Id="rId11" Type="http://schemas.openxmlformats.org/officeDocument/2006/relationships/tags" Target="../tags/tag326.xml"/><Relationship Id="rId10" Type="http://schemas.openxmlformats.org/officeDocument/2006/relationships/tags" Target="../tags/tag325.xml"/><Relationship Id="rId1" Type="http://schemas.openxmlformats.org/officeDocument/2006/relationships/oleObject" Target="../embeddings/oleObject87.bin"/></Relationships>
</file>

<file path=ppt/slides/_rels/slide46.xml.rels><?xml version="1.0" encoding="UTF-8" standalone="yes"?>
<Relationships xmlns="http://schemas.openxmlformats.org/package/2006/relationships"><Relationship Id="rId9" Type="http://schemas.openxmlformats.org/officeDocument/2006/relationships/tags" Target="../tags/tag352.xml"/><Relationship Id="rId8" Type="http://schemas.openxmlformats.org/officeDocument/2006/relationships/tags" Target="../tags/tag351.xml"/><Relationship Id="rId7" Type="http://schemas.openxmlformats.org/officeDocument/2006/relationships/tags" Target="../tags/tag350.xml"/><Relationship Id="rId6" Type="http://schemas.openxmlformats.org/officeDocument/2006/relationships/tags" Target="../tags/tag349.xml"/><Relationship Id="rId5" Type="http://schemas.openxmlformats.org/officeDocument/2006/relationships/tags" Target="../tags/tag348.xml"/><Relationship Id="rId4" Type="http://schemas.openxmlformats.org/officeDocument/2006/relationships/tags" Target="../tags/tag347.xml"/><Relationship Id="rId38" Type="http://schemas.openxmlformats.org/officeDocument/2006/relationships/vmlDrawing" Target="../drawings/vmlDrawing24.vml"/><Relationship Id="rId37" Type="http://schemas.openxmlformats.org/officeDocument/2006/relationships/slideLayout" Target="../slideLayouts/slideLayout2.xml"/><Relationship Id="rId36" Type="http://schemas.openxmlformats.org/officeDocument/2006/relationships/image" Target="../media/image94.wmf"/><Relationship Id="rId35" Type="http://schemas.openxmlformats.org/officeDocument/2006/relationships/oleObject" Target="../embeddings/oleObject89.bin"/><Relationship Id="rId34" Type="http://schemas.openxmlformats.org/officeDocument/2006/relationships/tags" Target="../tags/tag377.xml"/><Relationship Id="rId33" Type="http://schemas.openxmlformats.org/officeDocument/2006/relationships/tags" Target="../tags/tag376.xml"/><Relationship Id="rId32" Type="http://schemas.openxmlformats.org/officeDocument/2006/relationships/tags" Target="../tags/tag375.xml"/><Relationship Id="rId31" Type="http://schemas.openxmlformats.org/officeDocument/2006/relationships/tags" Target="../tags/tag374.xml"/><Relationship Id="rId30" Type="http://schemas.openxmlformats.org/officeDocument/2006/relationships/tags" Target="../tags/tag373.xml"/><Relationship Id="rId3" Type="http://schemas.openxmlformats.org/officeDocument/2006/relationships/tags" Target="../tags/tag346.xml"/><Relationship Id="rId29" Type="http://schemas.openxmlformats.org/officeDocument/2006/relationships/tags" Target="../tags/tag372.xml"/><Relationship Id="rId28" Type="http://schemas.openxmlformats.org/officeDocument/2006/relationships/tags" Target="../tags/tag371.xml"/><Relationship Id="rId27" Type="http://schemas.openxmlformats.org/officeDocument/2006/relationships/tags" Target="../tags/tag370.xml"/><Relationship Id="rId26" Type="http://schemas.openxmlformats.org/officeDocument/2006/relationships/tags" Target="../tags/tag369.xml"/><Relationship Id="rId25" Type="http://schemas.openxmlformats.org/officeDocument/2006/relationships/tags" Target="../tags/tag368.xml"/><Relationship Id="rId24" Type="http://schemas.openxmlformats.org/officeDocument/2006/relationships/tags" Target="../tags/tag367.xml"/><Relationship Id="rId23" Type="http://schemas.openxmlformats.org/officeDocument/2006/relationships/tags" Target="../tags/tag366.xml"/><Relationship Id="rId22" Type="http://schemas.openxmlformats.org/officeDocument/2006/relationships/tags" Target="../tags/tag365.xml"/><Relationship Id="rId21" Type="http://schemas.openxmlformats.org/officeDocument/2006/relationships/tags" Target="../tags/tag364.xml"/><Relationship Id="rId20" Type="http://schemas.openxmlformats.org/officeDocument/2006/relationships/tags" Target="../tags/tag363.xml"/><Relationship Id="rId2" Type="http://schemas.openxmlformats.org/officeDocument/2006/relationships/tags" Target="../tags/tag345.xml"/><Relationship Id="rId19" Type="http://schemas.openxmlformats.org/officeDocument/2006/relationships/tags" Target="../tags/tag362.xml"/><Relationship Id="rId18" Type="http://schemas.openxmlformats.org/officeDocument/2006/relationships/tags" Target="../tags/tag361.xml"/><Relationship Id="rId17" Type="http://schemas.openxmlformats.org/officeDocument/2006/relationships/tags" Target="../tags/tag360.xml"/><Relationship Id="rId16" Type="http://schemas.openxmlformats.org/officeDocument/2006/relationships/tags" Target="../tags/tag359.xml"/><Relationship Id="rId15" Type="http://schemas.openxmlformats.org/officeDocument/2006/relationships/tags" Target="../tags/tag358.xml"/><Relationship Id="rId14" Type="http://schemas.openxmlformats.org/officeDocument/2006/relationships/tags" Target="../tags/tag357.xml"/><Relationship Id="rId13" Type="http://schemas.openxmlformats.org/officeDocument/2006/relationships/tags" Target="../tags/tag356.xml"/><Relationship Id="rId12" Type="http://schemas.openxmlformats.org/officeDocument/2006/relationships/tags" Target="../tags/tag355.xml"/><Relationship Id="rId11" Type="http://schemas.openxmlformats.org/officeDocument/2006/relationships/tags" Target="../tags/tag354.xml"/><Relationship Id="rId10" Type="http://schemas.openxmlformats.org/officeDocument/2006/relationships/tags" Target="../tags/tag353.xml"/><Relationship Id="rId1" Type="http://schemas.openxmlformats.org/officeDocument/2006/relationships/tags" Target="../tags/tag344.xml"/></Relationships>
</file>

<file path=ppt/slides/_rels/slide47.xml.rels><?xml version="1.0" encoding="UTF-8" standalone="yes"?>
<Relationships xmlns="http://schemas.openxmlformats.org/package/2006/relationships"><Relationship Id="rId9" Type="http://schemas.openxmlformats.org/officeDocument/2006/relationships/tags" Target="../tags/tag386.xml"/><Relationship Id="rId8" Type="http://schemas.openxmlformats.org/officeDocument/2006/relationships/tags" Target="../tags/tag385.xml"/><Relationship Id="rId7" Type="http://schemas.openxmlformats.org/officeDocument/2006/relationships/tags" Target="../tags/tag384.xml"/><Relationship Id="rId6" Type="http://schemas.openxmlformats.org/officeDocument/2006/relationships/tags" Target="../tags/tag383.xml"/><Relationship Id="rId5" Type="http://schemas.openxmlformats.org/officeDocument/2006/relationships/tags" Target="../tags/tag382.xml"/><Relationship Id="rId4" Type="http://schemas.openxmlformats.org/officeDocument/2006/relationships/tags" Target="../tags/tag381.xml"/><Relationship Id="rId39" Type="http://schemas.openxmlformats.org/officeDocument/2006/relationships/vmlDrawing" Target="../drawings/vmlDrawing25.vml"/><Relationship Id="rId38" Type="http://schemas.openxmlformats.org/officeDocument/2006/relationships/slideLayout" Target="../slideLayouts/slideLayout2.xml"/><Relationship Id="rId37" Type="http://schemas.openxmlformats.org/officeDocument/2006/relationships/image" Target="../media/image97.wmf"/><Relationship Id="rId36" Type="http://schemas.openxmlformats.org/officeDocument/2006/relationships/oleObject" Target="../embeddings/oleObject92.bin"/><Relationship Id="rId35" Type="http://schemas.openxmlformats.org/officeDocument/2006/relationships/image" Target="../media/image96.wmf"/><Relationship Id="rId34" Type="http://schemas.openxmlformats.org/officeDocument/2006/relationships/oleObject" Target="../embeddings/oleObject91.bin"/><Relationship Id="rId33" Type="http://schemas.openxmlformats.org/officeDocument/2006/relationships/tags" Target="../tags/tag408.xml"/><Relationship Id="rId32" Type="http://schemas.openxmlformats.org/officeDocument/2006/relationships/tags" Target="../tags/tag407.xml"/><Relationship Id="rId31" Type="http://schemas.openxmlformats.org/officeDocument/2006/relationships/tags" Target="../tags/tag406.xml"/><Relationship Id="rId30" Type="http://schemas.openxmlformats.org/officeDocument/2006/relationships/tags" Target="../tags/tag405.xml"/><Relationship Id="rId3" Type="http://schemas.openxmlformats.org/officeDocument/2006/relationships/tags" Target="../tags/tag380.xml"/><Relationship Id="rId29" Type="http://schemas.openxmlformats.org/officeDocument/2006/relationships/tags" Target="../tags/tag404.xml"/><Relationship Id="rId28" Type="http://schemas.openxmlformats.org/officeDocument/2006/relationships/tags" Target="../tags/tag403.xml"/><Relationship Id="rId27" Type="http://schemas.openxmlformats.org/officeDocument/2006/relationships/tags" Target="../tags/tag402.xml"/><Relationship Id="rId26" Type="http://schemas.openxmlformats.org/officeDocument/2006/relationships/tags" Target="../tags/tag401.xml"/><Relationship Id="rId25" Type="http://schemas.openxmlformats.org/officeDocument/2006/relationships/image" Target="../media/image95.wmf"/><Relationship Id="rId24" Type="http://schemas.openxmlformats.org/officeDocument/2006/relationships/oleObject" Target="../embeddings/oleObject90.bin"/><Relationship Id="rId23" Type="http://schemas.openxmlformats.org/officeDocument/2006/relationships/tags" Target="../tags/tag400.xml"/><Relationship Id="rId22" Type="http://schemas.openxmlformats.org/officeDocument/2006/relationships/tags" Target="../tags/tag399.xml"/><Relationship Id="rId21" Type="http://schemas.openxmlformats.org/officeDocument/2006/relationships/tags" Target="../tags/tag398.xml"/><Relationship Id="rId20" Type="http://schemas.openxmlformats.org/officeDocument/2006/relationships/tags" Target="../tags/tag397.xml"/><Relationship Id="rId2" Type="http://schemas.openxmlformats.org/officeDocument/2006/relationships/tags" Target="../tags/tag379.xml"/><Relationship Id="rId19" Type="http://schemas.openxmlformats.org/officeDocument/2006/relationships/tags" Target="../tags/tag396.xml"/><Relationship Id="rId18" Type="http://schemas.openxmlformats.org/officeDocument/2006/relationships/tags" Target="../tags/tag395.xml"/><Relationship Id="rId17" Type="http://schemas.openxmlformats.org/officeDocument/2006/relationships/tags" Target="../tags/tag394.xml"/><Relationship Id="rId16" Type="http://schemas.openxmlformats.org/officeDocument/2006/relationships/tags" Target="../tags/tag393.xml"/><Relationship Id="rId15" Type="http://schemas.openxmlformats.org/officeDocument/2006/relationships/tags" Target="../tags/tag392.xml"/><Relationship Id="rId14" Type="http://schemas.openxmlformats.org/officeDocument/2006/relationships/tags" Target="../tags/tag391.xml"/><Relationship Id="rId13" Type="http://schemas.openxmlformats.org/officeDocument/2006/relationships/tags" Target="../tags/tag390.xml"/><Relationship Id="rId12" Type="http://schemas.openxmlformats.org/officeDocument/2006/relationships/tags" Target="../tags/tag389.xml"/><Relationship Id="rId11" Type="http://schemas.openxmlformats.org/officeDocument/2006/relationships/tags" Target="../tags/tag388.xml"/><Relationship Id="rId10" Type="http://schemas.openxmlformats.org/officeDocument/2006/relationships/tags" Target="../tags/tag387.xml"/><Relationship Id="rId1" Type="http://schemas.openxmlformats.org/officeDocument/2006/relationships/tags" Target="../tags/tag37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9" Type="http://schemas.openxmlformats.org/officeDocument/2006/relationships/image" Target="../media/image101.wmf"/><Relationship Id="rId8" Type="http://schemas.openxmlformats.org/officeDocument/2006/relationships/oleObject" Target="../embeddings/oleObject96.bin"/><Relationship Id="rId7" Type="http://schemas.openxmlformats.org/officeDocument/2006/relationships/image" Target="../media/image100.wmf"/><Relationship Id="rId6" Type="http://schemas.openxmlformats.org/officeDocument/2006/relationships/oleObject" Target="../embeddings/oleObject95.bin"/><Relationship Id="rId5" Type="http://schemas.openxmlformats.org/officeDocument/2006/relationships/image" Target="../media/image99.wmf"/><Relationship Id="rId4" Type="http://schemas.openxmlformats.org/officeDocument/2006/relationships/oleObject" Target="../embeddings/oleObject94.bin"/><Relationship Id="rId3" Type="http://schemas.openxmlformats.org/officeDocument/2006/relationships/image" Target="../media/image98.wmf"/><Relationship Id="rId2" Type="http://schemas.openxmlformats.org/officeDocument/2006/relationships/oleObject" Target="../embeddings/oleObject93.bin"/><Relationship Id="rId11" Type="http://schemas.openxmlformats.org/officeDocument/2006/relationships/vmlDrawing" Target="../drawings/vmlDrawing26.vml"/><Relationship Id="rId10" Type="http://schemas.openxmlformats.org/officeDocument/2006/relationships/slideLayout" Target="../slideLayouts/slideLayout2.xml"/><Relationship Id="rId1" Type="http://schemas.openxmlformats.org/officeDocument/2006/relationships/image" Target="../media/image20.jpeg"/></Relationships>
</file>

<file path=ppt/slides/_rels/slide51.xml.rels><?xml version="1.0" encoding="UTF-8" standalone="yes"?>
<Relationships xmlns="http://schemas.openxmlformats.org/package/2006/relationships"><Relationship Id="rId9" Type="http://schemas.openxmlformats.org/officeDocument/2006/relationships/tags" Target="../tags/tag409.xml"/><Relationship Id="rId8" Type="http://schemas.openxmlformats.org/officeDocument/2006/relationships/image" Target="../media/image105.wmf"/><Relationship Id="rId7" Type="http://schemas.openxmlformats.org/officeDocument/2006/relationships/oleObject" Target="../embeddings/oleObject100.bin"/><Relationship Id="rId6" Type="http://schemas.openxmlformats.org/officeDocument/2006/relationships/image" Target="../media/image104.wmf"/><Relationship Id="rId50" Type="http://schemas.openxmlformats.org/officeDocument/2006/relationships/vmlDrawing" Target="../drawings/vmlDrawing27.vml"/><Relationship Id="rId5" Type="http://schemas.openxmlformats.org/officeDocument/2006/relationships/oleObject" Target="../embeddings/oleObject99.bin"/><Relationship Id="rId49" Type="http://schemas.openxmlformats.org/officeDocument/2006/relationships/slideLayout" Target="../slideLayouts/slideLayout2.xml"/><Relationship Id="rId48" Type="http://schemas.openxmlformats.org/officeDocument/2006/relationships/oleObject" Target="../embeddings/oleObject103.bin"/><Relationship Id="rId47" Type="http://schemas.openxmlformats.org/officeDocument/2006/relationships/image" Target="../media/image107.wmf"/><Relationship Id="rId46" Type="http://schemas.openxmlformats.org/officeDocument/2006/relationships/oleObject" Target="../embeddings/oleObject102.bin"/><Relationship Id="rId45" Type="http://schemas.openxmlformats.org/officeDocument/2006/relationships/tags" Target="../tags/tag443.xml"/><Relationship Id="rId44" Type="http://schemas.openxmlformats.org/officeDocument/2006/relationships/tags" Target="../tags/tag442.xml"/><Relationship Id="rId43" Type="http://schemas.openxmlformats.org/officeDocument/2006/relationships/tags" Target="../tags/tag441.xml"/><Relationship Id="rId42" Type="http://schemas.openxmlformats.org/officeDocument/2006/relationships/tags" Target="../tags/tag440.xml"/><Relationship Id="rId41" Type="http://schemas.openxmlformats.org/officeDocument/2006/relationships/tags" Target="../tags/tag439.xml"/><Relationship Id="rId40" Type="http://schemas.openxmlformats.org/officeDocument/2006/relationships/tags" Target="../tags/tag438.xml"/><Relationship Id="rId4" Type="http://schemas.openxmlformats.org/officeDocument/2006/relationships/image" Target="../media/image103.wmf"/><Relationship Id="rId39" Type="http://schemas.openxmlformats.org/officeDocument/2006/relationships/tags" Target="../tags/tag437.xml"/><Relationship Id="rId38" Type="http://schemas.openxmlformats.org/officeDocument/2006/relationships/image" Target="../media/image106.wmf"/><Relationship Id="rId37" Type="http://schemas.openxmlformats.org/officeDocument/2006/relationships/oleObject" Target="../embeddings/oleObject101.bin"/><Relationship Id="rId36" Type="http://schemas.openxmlformats.org/officeDocument/2006/relationships/tags" Target="../tags/tag436.xml"/><Relationship Id="rId35" Type="http://schemas.openxmlformats.org/officeDocument/2006/relationships/tags" Target="../tags/tag435.xml"/><Relationship Id="rId34" Type="http://schemas.openxmlformats.org/officeDocument/2006/relationships/tags" Target="../tags/tag434.xml"/><Relationship Id="rId33" Type="http://schemas.openxmlformats.org/officeDocument/2006/relationships/tags" Target="../tags/tag433.xml"/><Relationship Id="rId32" Type="http://schemas.openxmlformats.org/officeDocument/2006/relationships/tags" Target="../tags/tag432.xml"/><Relationship Id="rId31" Type="http://schemas.openxmlformats.org/officeDocument/2006/relationships/tags" Target="../tags/tag431.xml"/><Relationship Id="rId30" Type="http://schemas.openxmlformats.org/officeDocument/2006/relationships/tags" Target="../tags/tag430.xml"/><Relationship Id="rId3" Type="http://schemas.openxmlformats.org/officeDocument/2006/relationships/oleObject" Target="../embeddings/oleObject98.bin"/><Relationship Id="rId29" Type="http://schemas.openxmlformats.org/officeDocument/2006/relationships/tags" Target="../tags/tag429.xml"/><Relationship Id="rId28" Type="http://schemas.openxmlformats.org/officeDocument/2006/relationships/tags" Target="../tags/tag428.xml"/><Relationship Id="rId27" Type="http://schemas.openxmlformats.org/officeDocument/2006/relationships/tags" Target="../tags/tag427.xml"/><Relationship Id="rId26" Type="http://schemas.openxmlformats.org/officeDocument/2006/relationships/tags" Target="../tags/tag426.xml"/><Relationship Id="rId25" Type="http://schemas.openxmlformats.org/officeDocument/2006/relationships/tags" Target="../tags/tag425.xml"/><Relationship Id="rId24" Type="http://schemas.openxmlformats.org/officeDocument/2006/relationships/tags" Target="../tags/tag424.xml"/><Relationship Id="rId23" Type="http://schemas.openxmlformats.org/officeDocument/2006/relationships/tags" Target="../tags/tag423.xml"/><Relationship Id="rId22" Type="http://schemas.openxmlformats.org/officeDocument/2006/relationships/tags" Target="../tags/tag422.xml"/><Relationship Id="rId21" Type="http://schemas.openxmlformats.org/officeDocument/2006/relationships/tags" Target="../tags/tag421.xml"/><Relationship Id="rId20" Type="http://schemas.openxmlformats.org/officeDocument/2006/relationships/tags" Target="../tags/tag420.xml"/><Relationship Id="rId2" Type="http://schemas.openxmlformats.org/officeDocument/2006/relationships/image" Target="../media/image102.wmf"/><Relationship Id="rId19" Type="http://schemas.openxmlformats.org/officeDocument/2006/relationships/tags" Target="../tags/tag419.xml"/><Relationship Id="rId18" Type="http://schemas.openxmlformats.org/officeDocument/2006/relationships/tags" Target="../tags/tag418.xml"/><Relationship Id="rId17" Type="http://schemas.openxmlformats.org/officeDocument/2006/relationships/tags" Target="../tags/tag417.xml"/><Relationship Id="rId16" Type="http://schemas.openxmlformats.org/officeDocument/2006/relationships/tags" Target="../tags/tag416.xml"/><Relationship Id="rId15" Type="http://schemas.openxmlformats.org/officeDocument/2006/relationships/tags" Target="../tags/tag415.xml"/><Relationship Id="rId14" Type="http://schemas.openxmlformats.org/officeDocument/2006/relationships/tags" Target="../tags/tag414.xml"/><Relationship Id="rId13" Type="http://schemas.openxmlformats.org/officeDocument/2006/relationships/tags" Target="../tags/tag413.xml"/><Relationship Id="rId12" Type="http://schemas.openxmlformats.org/officeDocument/2006/relationships/tags" Target="../tags/tag412.xml"/><Relationship Id="rId11" Type="http://schemas.openxmlformats.org/officeDocument/2006/relationships/tags" Target="../tags/tag411.xml"/><Relationship Id="rId10" Type="http://schemas.openxmlformats.org/officeDocument/2006/relationships/tags" Target="../tags/tag410.xml"/><Relationship Id="rId1" Type="http://schemas.openxmlformats.org/officeDocument/2006/relationships/oleObject" Target="../embeddings/oleObject97.bin"/></Relationships>
</file>

<file path=ppt/slides/_rels/slide52.xml.rels><?xml version="1.0" encoding="UTF-8" standalone="yes"?>
<Relationships xmlns="http://schemas.openxmlformats.org/package/2006/relationships"><Relationship Id="rId9" Type="http://schemas.openxmlformats.org/officeDocument/2006/relationships/oleObject" Target="../embeddings/oleObject108.bin"/><Relationship Id="rId8" Type="http://schemas.openxmlformats.org/officeDocument/2006/relationships/image" Target="../media/image111.wmf"/><Relationship Id="rId7" Type="http://schemas.openxmlformats.org/officeDocument/2006/relationships/oleObject" Target="../embeddings/oleObject107.bin"/><Relationship Id="rId6" Type="http://schemas.openxmlformats.org/officeDocument/2006/relationships/image" Target="../media/image110.wmf"/><Relationship Id="rId5" Type="http://schemas.openxmlformats.org/officeDocument/2006/relationships/oleObject" Target="../embeddings/oleObject106.bin"/><Relationship Id="rId4" Type="http://schemas.openxmlformats.org/officeDocument/2006/relationships/image" Target="../media/image109.wmf"/><Relationship Id="rId3" Type="http://schemas.openxmlformats.org/officeDocument/2006/relationships/oleObject" Target="../embeddings/oleObject105.bin"/><Relationship Id="rId2" Type="http://schemas.openxmlformats.org/officeDocument/2006/relationships/image" Target="../media/image108.wmf"/><Relationship Id="rId14" Type="http://schemas.openxmlformats.org/officeDocument/2006/relationships/vmlDrawing" Target="../drawings/vmlDrawing28.vml"/><Relationship Id="rId13" Type="http://schemas.openxmlformats.org/officeDocument/2006/relationships/slideLayout" Target="../slideLayouts/slideLayout2.xml"/><Relationship Id="rId12" Type="http://schemas.openxmlformats.org/officeDocument/2006/relationships/image" Target="../media/image113.wmf"/><Relationship Id="rId11" Type="http://schemas.openxmlformats.org/officeDocument/2006/relationships/oleObject" Target="../embeddings/oleObject109.bin"/><Relationship Id="rId10" Type="http://schemas.openxmlformats.org/officeDocument/2006/relationships/image" Target="../media/image112.wmf"/><Relationship Id="rId1" Type="http://schemas.openxmlformats.org/officeDocument/2006/relationships/oleObject" Target="../embeddings/oleObject104.bin"/></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5" Type="http://schemas.openxmlformats.org/officeDocument/2006/relationships/vmlDrawing" Target="../drawings/vmlDrawing29.vml"/><Relationship Id="rId4" Type="http://schemas.openxmlformats.org/officeDocument/2006/relationships/slideLayout" Target="../slideLayouts/slideLayout2.xml"/><Relationship Id="rId3" Type="http://schemas.openxmlformats.org/officeDocument/2006/relationships/image" Target="../media/image114.wmf"/><Relationship Id="rId2" Type="http://schemas.openxmlformats.org/officeDocument/2006/relationships/oleObject" Target="../embeddings/oleObject110.bin"/><Relationship Id="rId1" Type="http://schemas.openxmlformats.org/officeDocument/2006/relationships/image" Target="../media/image20.jpeg"/></Relationships>
</file>

<file path=ppt/slides/_rels/slide55.xml.rels><?xml version="1.0" encoding="UTF-8" standalone="yes"?>
<Relationships xmlns="http://schemas.openxmlformats.org/package/2006/relationships"><Relationship Id="rId9" Type="http://schemas.openxmlformats.org/officeDocument/2006/relationships/oleObject" Target="../embeddings/oleObject114.bin"/><Relationship Id="rId8" Type="http://schemas.openxmlformats.org/officeDocument/2006/relationships/image" Target="../media/image117.wmf"/><Relationship Id="rId7" Type="http://schemas.openxmlformats.org/officeDocument/2006/relationships/oleObject" Target="../embeddings/oleObject113.bin"/><Relationship Id="rId6" Type="http://schemas.openxmlformats.org/officeDocument/2006/relationships/image" Target="../media/image116.wmf"/><Relationship Id="rId5" Type="http://schemas.openxmlformats.org/officeDocument/2006/relationships/oleObject" Target="../embeddings/oleObject112.bin"/><Relationship Id="rId4" Type="http://schemas.openxmlformats.org/officeDocument/2006/relationships/image" Target="../media/image115.wmf"/><Relationship Id="rId3" Type="http://schemas.openxmlformats.org/officeDocument/2006/relationships/oleObject" Target="../embeddings/oleObject111.bin"/><Relationship Id="rId2" Type="http://schemas.openxmlformats.org/officeDocument/2006/relationships/image" Target="../media/image78.jpeg"/><Relationship Id="rId14" Type="http://schemas.openxmlformats.org/officeDocument/2006/relationships/vmlDrawing" Target="../drawings/vmlDrawing30.vml"/><Relationship Id="rId13" Type="http://schemas.openxmlformats.org/officeDocument/2006/relationships/slideLayout" Target="../slideLayouts/slideLayout2.xml"/><Relationship Id="rId12" Type="http://schemas.openxmlformats.org/officeDocument/2006/relationships/image" Target="../media/image119.wmf"/><Relationship Id="rId11" Type="http://schemas.openxmlformats.org/officeDocument/2006/relationships/oleObject" Target="../embeddings/oleObject115.bin"/><Relationship Id="rId10" Type="http://schemas.openxmlformats.org/officeDocument/2006/relationships/image" Target="../media/image118.wmf"/><Relationship Id="rId1" Type="http://schemas.openxmlformats.org/officeDocument/2006/relationships/image" Target="../media/image20.jpeg"/></Relationships>
</file>

<file path=ppt/slides/_rels/slide56.xml.rels><?xml version="1.0" encoding="UTF-8" standalone="yes"?>
<Relationships xmlns="http://schemas.openxmlformats.org/package/2006/relationships"><Relationship Id="rId4" Type="http://schemas.openxmlformats.org/officeDocument/2006/relationships/vmlDrawing" Target="../drawings/vmlDrawing31.vml"/><Relationship Id="rId3" Type="http://schemas.openxmlformats.org/officeDocument/2006/relationships/slideLayout" Target="../slideLayouts/slideLayout2.xml"/><Relationship Id="rId2" Type="http://schemas.openxmlformats.org/officeDocument/2006/relationships/image" Target="../media/image120.wmf"/><Relationship Id="rId1" Type="http://schemas.openxmlformats.org/officeDocument/2006/relationships/oleObject" Target="../embeddings/oleObject116.bin"/></Relationships>
</file>

<file path=ppt/slides/_rels/slide57.xml.rels><?xml version="1.0" encoding="UTF-8" standalone="yes"?>
<Relationships xmlns="http://schemas.openxmlformats.org/package/2006/relationships"><Relationship Id="rId9" Type="http://schemas.openxmlformats.org/officeDocument/2006/relationships/image" Target="../media/image124.wmf"/><Relationship Id="rId8" Type="http://schemas.openxmlformats.org/officeDocument/2006/relationships/oleObject" Target="../embeddings/oleObject120.bin"/><Relationship Id="rId7" Type="http://schemas.openxmlformats.org/officeDocument/2006/relationships/image" Target="../media/image123.wmf"/><Relationship Id="rId6" Type="http://schemas.openxmlformats.org/officeDocument/2006/relationships/oleObject" Target="../embeddings/oleObject119.bin"/><Relationship Id="rId5" Type="http://schemas.openxmlformats.org/officeDocument/2006/relationships/image" Target="../media/image122.wmf"/><Relationship Id="rId4" Type="http://schemas.openxmlformats.org/officeDocument/2006/relationships/oleObject" Target="../embeddings/oleObject118.bin"/><Relationship Id="rId3" Type="http://schemas.openxmlformats.org/officeDocument/2006/relationships/image" Target="../media/image121.wmf"/><Relationship Id="rId2" Type="http://schemas.openxmlformats.org/officeDocument/2006/relationships/oleObject" Target="../embeddings/oleObject117.bin"/><Relationship Id="rId11" Type="http://schemas.openxmlformats.org/officeDocument/2006/relationships/vmlDrawing" Target="../drawings/vmlDrawing32.vml"/><Relationship Id="rId10" Type="http://schemas.openxmlformats.org/officeDocument/2006/relationships/slideLayout" Target="../slideLayouts/slideLayout2.xml"/><Relationship Id="rId1" Type="http://schemas.openxmlformats.org/officeDocument/2006/relationships/image" Target="../media/image20.jpeg"/></Relationships>
</file>

<file path=ppt/slides/_rels/slide58.xml.rels><?xml version="1.0" encoding="UTF-8" standalone="yes"?>
<Relationships xmlns="http://schemas.openxmlformats.org/package/2006/relationships"><Relationship Id="rId9" Type="http://schemas.openxmlformats.org/officeDocument/2006/relationships/image" Target="../media/image128.wmf"/><Relationship Id="rId8" Type="http://schemas.openxmlformats.org/officeDocument/2006/relationships/oleObject" Target="../embeddings/oleObject124.bin"/><Relationship Id="rId7" Type="http://schemas.openxmlformats.org/officeDocument/2006/relationships/image" Target="../media/image127.wmf"/><Relationship Id="rId6" Type="http://schemas.openxmlformats.org/officeDocument/2006/relationships/oleObject" Target="../embeddings/oleObject123.bin"/><Relationship Id="rId5" Type="http://schemas.openxmlformats.org/officeDocument/2006/relationships/image" Target="../media/image126.wmf"/><Relationship Id="rId4" Type="http://schemas.openxmlformats.org/officeDocument/2006/relationships/oleObject" Target="../embeddings/oleObject122.bin"/><Relationship Id="rId3" Type="http://schemas.openxmlformats.org/officeDocument/2006/relationships/image" Target="../media/image125.wmf"/><Relationship Id="rId2" Type="http://schemas.openxmlformats.org/officeDocument/2006/relationships/oleObject" Target="../embeddings/oleObject121.bin"/><Relationship Id="rId15" Type="http://schemas.openxmlformats.org/officeDocument/2006/relationships/vmlDrawing" Target="../drawings/vmlDrawing33.vml"/><Relationship Id="rId14" Type="http://schemas.openxmlformats.org/officeDocument/2006/relationships/slideLayout" Target="../slideLayouts/slideLayout2.xml"/><Relationship Id="rId13" Type="http://schemas.openxmlformats.org/officeDocument/2006/relationships/image" Target="../media/image130.wmf"/><Relationship Id="rId12" Type="http://schemas.openxmlformats.org/officeDocument/2006/relationships/oleObject" Target="../embeddings/oleObject126.bin"/><Relationship Id="rId11" Type="http://schemas.openxmlformats.org/officeDocument/2006/relationships/image" Target="../media/image129.wmf"/><Relationship Id="rId10" Type="http://schemas.openxmlformats.org/officeDocument/2006/relationships/oleObject" Target="../embeddings/oleObject125.bin"/><Relationship Id="rId1" Type="http://schemas.openxmlformats.org/officeDocument/2006/relationships/image" Target="../media/image78.jpeg"/></Relationships>
</file>

<file path=ppt/slides/_rels/slide59.xml.rels><?xml version="1.0" encoding="UTF-8" standalone="yes"?>
<Relationships xmlns="http://schemas.openxmlformats.org/package/2006/relationships"><Relationship Id="rId4" Type="http://schemas.openxmlformats.org/officeDocument/2006/relationships/vmlDrawing" Target="../drawings/vmlDrawing34.vml"/><Relationship Id="rId3" Type="http://schemas.openxmlformats.org/officeDocument/2006/relationships/slideLayout" Target="../slideLayouts/slideLayout2.xml"/><Relationship Id="rId2" Type="http://schemas.openxmlformats.org/officeDocument/2006/relationships/image" Target="../media/image131.wmf"/><Relationship Id="rId1" Type="http://schemas.openxmlformats.org/officeDocument/2006/relationships/oleObject" Target="../embeddings/oleObject127.bin"/></Relationships>
</file>

<file path=ppt/slides/_rels/slide60.xml.rels><?xml version="1.0" encoding="UTF-8" standalone="yes"?>
<Relationships xmlns="http://schemas.openxmlformats.org/package/2006/relationships"><Relationship Id="rId9" Type="http://schemas.openxmlformats.org/officeDocument/2006/relationships/tags" Target="../tags/tag444.xml"/><Relationship Id="rId8" Type="http://schemas.openxmlformats.org/officeDocument/2006/relationships/image" Target="../media/image135.wmf"/><Relationship Id="rId7" Type="http://schemas.openxmlformats.org/officeDocument/2006/relationships/oleObject" Target="../embeddings/oleObject131.bin"/><Relationship Id="rId6" Type="http://schemas.openxmlformats.org/officeDocument/2006/relationships/image" Target="../media/image134.wmf"/><Relationship Id="rId5" Type="http://schemas.openxmlformats.org/officeDocument/2006/relationships/oleObject" Target="../embeddings/oleObject130.bin"/><Relationship Id="rId4" Type="http://schemas.openxmlformats.org/officeDocument/2006/relationships/image" Target="../media/image133.wmf"/><Relationship Id="rId3" Type="http://schemas.openxmlformats.org/officeDocument/2006/relationships/oleObject" Target="../embeddings/oleObject129.bin"/><Relationship Id="rId2" Type="http://schemas.openxmlformats.org/officeDocument/2006/relationships/image" Target="../media/image132.wmf"/><Relationship Id="rId13" Type="http://schemas.openxmlformats.org/officeDocument/2006/relationships/vmlDrawing" Target="../drawings/vmlDrawing35.vml"/><Relationship Id="rId12" Type="http://schemas.openxmlformats.org/officeDocument/2006/relationships/slideLayout" Target="../slideLayouts/slideLayout2.xml"/><Relationship Id="rId11" Type="http://schemas.openxmlformats.org/officeDocument/2006/relationships/image" Target="../media/image136.wmf"/><Relationship Id="rId10" Type="http://schemas.openxmlformats.org/officeDocument/2006/relationships/oleObject" Target="../embeddings/oleObject132.bin"/><Relationship Id="rId1" Type="http://schemas.openxmlformats.org/officeDocument/2006/relationships/oleObject" Target="../embeddings/oleObject128.bin"/></Relationships>
</file>

<file path=ppt/slides/_rels/slide61.xml.rels><?xml version="1.0" encoding="UTF-8" standalone="yes"?>
<Relationships xmlns="http://schemas.openxmlformats.org/package/2006/relationships"><Relationship Id="rId9" Type="http://schemas.openxmlformats.org/officeDocument/2006/relationships/oleObject" Target="../embeddings/oleObject137.bin"/><Relationship Id="rId8" Type="http://schemas.openxmlformats.org/officeDocument/2006/relationships/image" Target="../media/image140.wmf"/><Relationship Id="rId7" Type="http://schemas.openxmlformats.org/officeDocument/2006/relationships/oleObject" Target="../embeddings/oleObject136.bin"/><Relationship Id="rId6" Type="http://schemas.openxmlformats.org/officeDocument/2006/relationships/image" Target="../media/image139.wmf"/><Relationship Id="rId5" Type="http://schemas.openxmlformats.org/officeDocument/2006/relationships/oleObject" Target="../embeddings/oleObject135.bin"/><Relationship Id="rId4" Type="http://schemas.openxmlformats.org/officeDocument/2006/relationships/image" Target="../media/image138.wmf"/><Relationship Id="rId3" Type="http://schemas.openxmlformats.org/officeDocument/2006/relationships/oleObject" Target="../embeddings/oleObject134.bin"/><Relationship Id="rId24" Type="http://schemas.openxmlformats.org/officeDocument/2006/relationships/vmlDrawing" Target="../drawings/vmlDrawing36.vml"/><Relationship Id="rId23" Type="http://schemas.openxmlformats.org/officeDocument/2006/relationships/slideLayout" Target="../slideLayouts/slideLayout2.xml"/><Relationship Id="rId22" Type="http://schemas.openxmlformats.org/officeDocument/2006/relationships/image" Target="../media/image147.wmf"/><Relationship Id="rId21" Type="http://schemas.openxmlformats.org/officeDocument/2006/relationships/oleObject" Target="../embeddings/oleObject143.bin"/><Relationship Id="rId20" Type="http://schemas.openxmlformats.org/officeDocument/2006/relationships/image" Target="../media/image146.wmf"/><Relationship Id="rId2" Type="http://schemas.openxmlformats.org/officeDocument/2006/relationships/image" Target="../media/image137.wmf"/><Relationship Id="rId19" Type="http://schemas.openxmlformats.org/officeDocument/2006/relationships/oleObject" Target="../embeddings/oleObject142.bin"/><Relationship Id="rId18" Type="http://schemas.openxmlformats.org/officeDocument/2006/relationships/image" Target="../media/image145.wmf"/><Relationship Id="rId17" Type="http://schemas.openxmlformats.org/officeDocument/2006/relationships/oleObject" Target="../embeddings/oleObject141.bin"/><Relationship Id="rId16" Type="http://schemas.openxmlformats.org/officeDocument/2006/relationships/image" Target="../media/image144.wmf"/><Relationship Id="rId15" Type="http://schemas.openxmlformats.org/officeDocument/2006/relationships/oleObject" Target="../embeddings/oleObject140.bin"/><Relationship Id="rId14" Type="http://schemas.openxmlformats.org/officeDocument/2006/relationships/image" Target="../media/image143.wmf"/><Relationship Id="rId13" Type="http://schemas.openxmlformats.org/officeDocument/2006/relationships/oleObject" Target="../embeddings/oleObject139.bin"/><Relationship Id="rId12" Type="http://schemas.openxmlformats.org/officeDocument/2006/relationships/image" Target="../media/image142.wmf"/><Relationship Id="rId11" Type="http://schemas.openxmlformats.org/officeDocument/2006/relationships/oleObject" Target="../embeddings/oleObject138.bin"/><Relationship Id="rId10" Type="http://schemas.openxmlformats.org/officeDocument/2006/relationships/image" Target="../media/image141.wmf"/><Relationship Id="rId1" Type="http://schemas.openxmlformats.org/officeDocument/2006/relationships/oleObject" Target="../embeddings/oleObject133.bin"/></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4" Type="http://schemas.openxmlformats.org/officeDocument/2006/relationships/vmlDrawing" Target="../drawings/vmlDrawing37.vml"/><Relationship Id="rId3" Type="http://schemas.openxmlformats.org/officeDocument/2006/relationships/slideLayout" Target="../slideLayouts/slideLayout2.xml"/><Relationship Id="rId2" Type="http://schemas.openxmlformats.org/officeDocument/2006/relationships/image" Target="../media/image148.wmf"/><Relationship Id="rId1" Type="http://schemas.openxmlformats.org/officeDocument/2006/relationships/oleObject" Target="../embeddings/oleObject144.bin"/></Relationships>
</file>

<file path=ppt/slides/_rels/slide66.xml.rels><?xml version="1.0" encoding="UTF-8" standalone="yes"?>
<Relationships xmlns="http://schemas.openxmlformats.org/package/2006/relationships"><Relationship Id="rId9" Type="http://schemas.openxmlformats.org/officeDocument/2006/relationships/image" Target="../media/image152.wmf"/><Relationship Id="rId8" Type="http://schemas.openxmlformats.org/officeDocument/2006/relationships/oleObject" Target="../embeddings/oleObject148.bin"/><Relationship Id="rId7" Type="http://schemas.openxmlformats.org/officeDocument/2006/relationships/image" Target="../media/image151.wmf"/><Relationship Id="rId6" Type="http://schemas.openxmlformats.org/officeDocument/2006/relationships/oleObject" Target="../embeddings/oleObject147.bin"/><Relationship Id="rId5" Type="http://schemas.openxmlformats.org/officeDocument/2006/relationships/image" Target="../media/image150.wmf"/><Relationship Id="rId4" Type="http://schemas.openxmlformats.org/officeDocument/2006/relationships/oleObject" Target="../embeddings/oleObject146.bin"/><Relationship Id="rId3" Type="http://schemas.openxmlformats.org/officeDocument/2006/relationships/image" Target="../media/image149.wmf"/><Relationship Id="rId2" Type="http://schemas.openxmlformats.org/officeDocument/2006/relationships/oleObject" Target="../embeddings/oleObject145.bin"/><Relationship Id="rId11" Type="http://schemas.openxmlformats.org/officeDocument/2006/relationships/vmlDrawing" Target="../drawings/vmlDrawing38.vml"/><Relationship Id="rId10" Type="http://schemas.openxmlformats.org/officeDocument/2006/relationships/slideLayout" Target="../slideLayouts/slideLayout2.xml"/><Relationship Id="rId1" Type="http://schemas.openxmlformats.org/officeDocument/2006/relationships/image" Target="../media/image78.jpeg"/></Relationships>
</file>

<file path=ppt/slides/_rels/slide6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55.wmf"/><Relationship Id="rId7" Type="http://schemas.openxmlformats.org/officeDocument/2006/relationships/oleObject" Target="../embeddings/oleObject151.bin"/><Relationship Id="rId6" Type="http://schemas.openxmlformats.org/officeDocument/2006/relationships/tags" Target="../tags/tag446.xml"/><Relationship Id="rId5" Type="http://schemas.openxmlformats.org/officeDocument/2006/relationships/image" Target="../media/image154.wmf"/><Relationship Id="rId4" Type="http://schemas.openxmlformats.org/officeDocument/2006/relationships/oleObject" Target="../embeddings/oleObject150.bin"/><Relationship Id="rId3" Type="http://schemas.openxmlformats.org/officeDocument/2006/relationships/tags" Target="../tags/tag445.xml"/><Relationship Id="rId2" Type="http://schemas.openxmlformats.org/officeDocument/2006/relationships/image" Target="../media/image153.wmf"/><Relationship Id="rId10" Type="http://schemas.openxmlformats.org/officeDocument/2006/relationships/vmlDrawing" Target="../drawings/vmlDrawing39.vml"/><Relationship Id="rId1" Type="http://schemas.openxmlformats.org/officeDocument/2006/relationships/oleObject" Target="../embeddings/oleObject149.bin"/></Relationships>
</file>

<file path=ppt/slides/_rels/slide68.xml.rels><?xml version="1.0" encoding="UTF-8" standalone="yes"?>
<Relationships xmlns="http://schemas.openxmlformats.org/package/2006/relationships"><Relationship Id="rId4" Type="http://schemas.openxmlformats.org/officeDocument/2006/relationships/vmlDrawing" Target="../drawings/vmlDrawing40.vml"/><Relationship Id="rId3" Type="http://schemas.openxmlformats.org/officeDocument/2006/relationships/slideLayout" Target="../slideLayouts/slideLayout2.xml"/><Relationship Id="rId2" Type="http://schemas.openxmlformats.org/officeDocument/2006/relationships/image" Target="../media/image156.wmf"/><Relationship Id="rId1" Type="http://schemas.openxmlformats.org/officeDocument/2006/relationships/oleObject" Target="../embeddings/oleObject152.bin"/></Relationships>
</file>

<file path=ppt/slides/_rels/slide69.xml.rels><?xml version="1.0" encoding="UTF-8" standalone="yes"?>
<Relationships xmlns="http://schemas.openxmlformats.org/package/2006/relationships"><Relationship Id="rId4" Type="http://schemas.openxmlformats.org/officeDocument/2006/relationships/vmlDrawing" Target="../drawings/vmlDrawing41.vml"/><Relationship Id="rId3" Type="http://schemas.openxmlformats.org/officeDocument/2006/relationships/slideLayout" Target="../slideLayouts/slideLayout2.xml"/><Relationship Id="rId2" Type="http://schemas.openxmlformats.org/officeDocument/2006/relationships/image" Target="../media/image157.wmf"/><Relationship Id="rId1" Type="http://schemas.openxmlformats.org/officeDocument/2006/relationships/oleObject" Target="../embeddings/oleObject153.bin"/></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8.jpeg"/></Relationships>
</file>

<file path=ppt/slides/_rels/slide71.xml.rels><?xml version="1.0" encoding="UTF-8" standalone="yes"?>
<Relationships xmlns="http://schemas.openxmlformats.org/package/2006/relationships"><Relationship Id="rId95" Type="http://schemas.openxmlformats.org/officeDocument/2006/relationships/vmlDrawing" Target="../drawings/vmlDrawing42.vml"/><Relationship Id="rId94" Type="http://schemas.openxmlformats.org/officeDocument/2006/relationships/slideLayout" Target="../slideLayouts/slideLayout2.xml"/><Relationship Id="rId93" Type="http://schemas.openxmlformats.org/officeDocument/2006/relationships/tags" Target="../tags/tag535.xml"/><Relationship Id="rId92" Type="http://schemas.openxmlformats.org/officeDocument/2006/relationships/tags" Target="../tags/tag534.xml"/><Relationship Id="rId91" Type="http://schemas.openxmlformats.org/officeDocument/2006/relationships/tags" Target="../tags/tag533.xml"/><Relationship Id="rId90" Type="http://schemas.openxmlformats.org/officeDocument/2006/relationships/tags" Target="../tags/tag532.xml"/><Relationship Id="rId9" Type="http://schemas.openxmlformats.org/officeDocument/2006/relationships/tags" Target="../tags/tag451.xml"/><Relationship Id="rId89" Type="http://schemas.openxmlformats.org/officeDocument/2006/relationships/tags" Target="../tags/tag531.xml"/><Relationship Id="rId88" Type="http://schemas.openxmlformats.org/officeDocument/2006/relationships/tags" Target="../tags/tag530.xml"/><Relationship Id="rId87" Type="http://schemas.openxmlformats.org/officeDocument/2006/relationships/tags" Target="../tags/tag529.xml"/><Relationship Id="rId86" Type="http://schemas.openxmlformats.org/officeDocument/2006/relationships/tags" Target="../tags/tag528.xml"/><Relationship Id="rId85" Type="http://schemas.openxmlformats.org/officeDocument/2006/relationships/tags" Target="../tags/tag527.xml"/><Relationship Id="rId84" Type="http://schemas.openxmlformats.org/officeDocument/2006/relationships/tags" Target="../tags/tag526.xml"/><Relationship Id="rId83" Type="http://schemas.openxmlformats.org/officeDocument/2006/relationships/tags" Target="../tags/tag525.xml"/><Relationship Id="rId82" Type="http://schemas.openxmlformats.org/officeDocument/2006/relationships/tags" Target="../tags/tag524.xml"/><Relationship Id="rId81" Type="http://schemas.openxmlformats.org/officeDocument/2006/relationships/tags" Target="../tags/tag523.xml"/><Relationship Id="rId80" Type="http://schemas.openxmlformats.org/officeDocument/2006/relationships/tags" Target="../tags/tag522.xml"/><Relationship Id="rId8" Type="http://schemas.openxmlformats.org/officeDocument/2006/relationships/tags" Target="../tags/tag450.xml"/><Relationship Id="rId79" Type="http://schemas.openxmlformats.org/officeDocument/2006/relationships/tags" Target="../tags/tag521.xml"/><Relationship Id="rId78" Type="http://schemas.openxmlformats.org/officeDocument/2006/relationships/tags" Target="../tags/tag520.xml"/><Relationship Id="rId77" Type="http://schemas.openxmlformats.org/officeDocument/2006/relationships/tags" Target="../tags/tag519.xml"/><Relationship Id="rId76" Type="http://schemas.openxmlformats.org/officeDocument/2006/relationships/tags" Target="../tags/tag518.xml"/><Relationship Id="rId75" Type="http://schemas.openxmlformats.org/officeDocument/2006/relationships/tags" Target="../tags/tag517.xml"/><Relationship Id="rId74" Type="http://schemas.openxmlformats.org/officeDocument/2006/relationships/tags" Target="../tags/tag516.xml"/><Relationship Id="rId73" Type="http://schemas.openxmlformats.org/officeDocument/2006/relationships/tags" Target="../tags/tag515.xml"/><Relationship Id="rId72" Type="http://schemas.openxmlformats.org/officeDocument/2006/relationships/tags" Target="../tags/tag514.xml"/><Relationship Id="rId71" Type="http://schemas.openxmlformats.org/officeDocument/2006/relationships/tags" Target="../tags/tag513.xml"/><Relationship Id="rId70" Type="http://schemas.openxmlformats.org/officeDocument/2006/relationships/tags" Target="../tags/tag512.xml"/><Relationship Id="rId7" Type="http://schemas.openxmlformats.org/officeDocument/2006/relationships/tags" Target="../tags/tag449.xml"/><Relationship Id="rId69" Type="http://schemas.openxmlformats.org/officeDocument/2006/relationships/tags" Target="../tags/tag511.xml"/><Relationship Id="rId68" Type="http://schemas.openxmlformats.org/officeDocument/2006/relationships/tags" Target="../tags/tag510.xml"/><Relationship Id="rId67" Type="http://schemas.openxmlformats.org/officeDocument/2006/relationships/tags" Target="../tags/tag509.xml"/><Relationship Id="rId66" Type="http://schemas.openxmlformats.org/officeDocument/2006/relationships/tags" Target="../tags/tag508.xml"/><Relationship Id="rId65" Type="http://schemas.openxmlformats.org/officeDocument/2006/relationships/tags" Target="../tags/tag507.xml"/><Relationship Id="rId64" Type="http://schemas.openxmlformats.org/officeDocument/2006/relationships/tags" Target="../tags/tag506.xml"/><Relationship Id="rId63" Type="http://schemas.openxmlformats.org/officeDocument/2006/relationships/tags" Target="../tags/tag505.xml"/><Relationship Id="rId62" Type="http://schemas.openxmlformats.org/officeDocument/2006/relationships/tags" Target="../tags/tag504.xml"/><Relationship Id="rId61" Type="http://schemas.openxmlformats.org/officeDocument/2006/relationships/tags" Target="../tags/tag503.xml"/><Relationship Id="rId60" Type="http://schemas.openxmlformats.org/officeDocument/2006/relationships/tags" Target="../tags/tag502.xml"/><Relationship Id="rId6" Type="http://schemas.openxmlformats.org/officeDocument/2006/relationships/tags" Target="../tags/tag448.xml"/><Relationship Id="rId59" Type="http://schemas.openxmlformats.org/officeDocument/2006/relationships/tags" Target="../tags/tag501.xml"/><Relationship Id="rId58" Type="http://schemas.openxmlformats.org/officeDocument/2006/relationships/tags" Target="../tags/tag500.xml"/><Relationship Id="rId57" Type="http://schemas.openxmlformats.org/officeDocument/2006/relationships/tags" Target="../tags/tag499.xml"/><Relationship Id="rId56" Type="http://schemas.openxmlformats.org/officeDocument/2006/relationships/tags" Target="../tags/tag498.xml"/><Relationship Id="rId55" Type="http://schemas.openxmlformats.org/officeDocument/2006/relationships/tags" Target="../tags/tag497.xml"/><Relationship Id="rId54" Type="http://schemas.openxmlformats.org/officeDocument/2006/relationships/tags" Target="../tags/tag496.xml"/><Relationship Id="rId53" Type="http://schemas.openxmlformats.org/officeDocument/2006/relationships/tags" Target="../tags/tag495.xml"/><Relationship Id="rId52" Type="http://schemas.openxmlformats.org/officeDocument/2006/relationships/tags" Target="../tags/tag494.xml"/><Relationship Id="rId51" Type="http://schemas.openxmlformats.org/officeDocument/2006/relationships/tags" Target="../tags/tag493.xml"/><Relationship Id="rId50" Type="http://schemas.openxmlformats.org/officeDocument/2006/relationships/tags" Target="../tags/tag492.xml"/><Relationship Id="rId5" Type="http://schemas.openxmlformats.org/officeDocument/2006/relationships/tags" Target="../tags/tag447.xml"/><Relationship Id="rId49" Type="http://schemas.openxmlformats.org/officeDocument/2006/relationships/tags" Target="../tags/tag491.xml"/><Relationship Id="rId48" Type="http://schemas.openxmlformats.org/officeDocument/2006/relationships/tags" Target="../tags/tag490.xml"/><Relationship Id="rId47" Type="http://schemas.openxmlformats.org/officeDocument/2006/relationships/tags" Target="../tags/tag489.xml"/><Relationship Id="rId46" Type="http://schemas.openxmlformats.org/officeDocument/2006/relationships/tags" Target="../tags/tag488.xml"/><Relationship Id="rId45" Type="http://schemas.openxmlformats.org/officeDocument/2006/relationships/tags" Target="../tags/tag487.xml"/><Relationship Id="rId44" Type="http://schemas.openxmlformats.org/officeDocument/2006/relationships/tags" Target="../tags/tag486.xml"/><Relationship Id="rId43" Type="http://schemas.openxmlformats.org/officeDocument/2006/relationships/tags" Target="../tags/tag485.xml"/><Relationship Id="rId42" Type="http://schemas.openxmlformats.org/officeDocument/2006/relationships/tags" Target="../tags/tag484.xml"/><Relationship Id="rId41" Type="http://schemas.openxmlformats.org/officeDocument/2006/relationships/tags" Target="../tags/tag483.xml"/><Relationship Id="rId40" Type="http://schemas.openxmlformats.org/officeDocument/2006/relationships/tags" Target="../tags/tag482.xml"/><Relationship Id="rId4" Type="http://schemas.openxmlformats.org/officeDocument/2006/relationships/image" Target="../media/image159.wmf"/><Relationship Id="rId39" Type="http://schemas.openxmlformats.org/officeDocument/2006/relationships/tags" Target="../tags/tag481.xml"/><Relationship Id="rId38" Type="http://schemas.openxmlformats.org/officeDocument/2006/relationships/tags" Target="../tags/tag480.xml"/><Relationship Id="rId37" Type="http://schemas.openxmlformats.org/officeDocument/2006/relationships/tags" Target="../tags/tag479.xml"/><Relationship Id="rId36" Type="http://schemas.openxmlformats.org/officeDocument/2006/relationships/tags" Target="../tags/tag478.xml"/><Relationship Id="rId35" Type="http://schemas.openxmlformats.org/officeDocument/2006/relationships/tags" Target="../tags/tag477.xml"/><Relationship Id="rId34" Type="http://schemas.openxmlformats.org/officeDocument/2006/relationships/tags" Target="../tags/tag476.xml"/><Relationship Id="rId33" Type="http://schemas.openxmlformats.org/officeDocument/2006/relationships/tags" Target="../tags/tag475.xml"/><Relationship Id="rId32" Type="http://schemas.openxmlformats.org/officeDocument/2006/relationships/tags" Target="../tags/tag474.xml"/><Relationship Id="rId31" Type="http://schemas.openxmlformats.org/officeDocument/2006/relationships/tags" Target="../tags/tag473.xml"/><Relationship Id="rId30" Type="http://schemas.openxmlformats.org/officeDocument/2006/relationships/tags" Target="../tags/tag472.xml"/><Relationship Id="rId3" Type="http://schemas.openxmlformats.org/officeDocument/2006/relationships/oleObject" Target="../embeddings/oleObject155.bin"/><Relationship Id="rId29" Type="http://schemas.openxmlformats.org/officeDocument/2006/relationships/tags" Target="../tags/tag471.xml"/><Relationship Id="rId28" Type="http://schemas.openxmlformats.org/officeDocument/2006/relationships/tags" Target="../tags/tag470.xml"/><Relationship Id="rId27" Type="http://schemas.openxmlformats.org/officeDocument/2006/relationships/tags" Target="../tags/tag469.xml"/><Relationship Id="rId26" Type="http://schemas.openxmlformats.org/officeDocument/2006/relationships/tags" Target="../tags/tag468.xml"/><Relationship Id="rId25" Type="http://schemas.openxmlformats.org/officeDocument/2006/relationships/tags" Target="../tags/tag467.xml"/><Relationship Id="rId24" Type="http://schemas.openxmlformats.org/officeDocument/2006/relationships/tags" Target="../tags/tag466.xml"/><Relationship Id="rId23" Type="http://schemas.openxmlformats.org/officeDocument/2006/relationships/tags" Target="../tags/tag465.xml"/><Relationship Id="rId22" Type="http://schemas.openxmlformats.org/officeDocument/2006/relationships/tags" Target="../tags/tag464.xml"/><Relationship Id="rId21" Type="http://schemas.openxmlformats.org/officeDocument/2006/relationships/tags" Target="../tags/tag463.xml"/><Relationship Id="rId20" Type="http://schemas.openxmlformats.org/officeDocument/2006/relationships/tags" Target="../tags/tag462.xml"/><Relationship Id="rId2" Type="http://schemas.openxmlformats.org/officeDocument/2006/relationships/image" Target="../media/image158.wmf"/><Relationship Id="rId19" Type="http://schemas.openxmlformats.org/officeDocument/2006/relationships/tags" Target="../tags/tag461.xml"/><Relationship Id="rId18" Type="http://schemas.openxmlformats.org/officeDocument/2006/relationships/tags" Target="../tags/tag460.xml"/><Relationship Id="rId17" Type="http://schemas.openxmlformats.org/officeDocument/2006/relationships/tags" Target="../tags/tag459.xml"/><Relationship Id="rId16" Type="http://schemas.openxmlformats.org/officeDocument/2006/relationships/tags" Target="../tags/tag458.xml"/><Relationship Id="rId15" Type="http://schemas.openxmlformats.org/officeDocument/2006/relationships/tags" Target="../tags/tag457.xml"/><Relationship Id="rId14" Type="http://schemas.openxmlformats.org/officeDocument/2006/relationships/tags" Target="../tags/tag456.xml"/><Relationship Id="rId13" Type="http://schemas.openxmlformats.org/officeDocument/2006/relationships/tags" Target="../tags/tag455.xml"/><Relationship Id="rId12" Type="http://schemas.openxmlformats.org/officeDocument/2006/relationships/tags" Target="../tags/tag454.xml"/><Relationship Id="rId11" Type="http://schemas.openxmlformats.org/officeDocument/2006/relationships/tags" Target="../tags/tag453.xml"/><Relationship Id="rId10" Type="http://schemas.openxmlformats.org/officeDocument/2006/relationships/tags" Target="../tags/tag452.xml"/><Relationship Id="rId1" Type="http://schemas.openxmlformats.org/officeDocument/2006/relationships/oleObject" Target="../embeddings/oleObject154.bin"/></Relationships>
</file>

<file path=ppt/slides/_rels/slide72.xml.rels><?xml version="1.0" encoding="UTF-8" standalone="yes"?>
<Relationships xmlns="http://schemas.openxmlformats.org/package/2006/relationships"><Relationship Id="rId4" Type="http://schemas.openxmlformats.org/officeDocument/2006/relationships/vmlDrawing" Target="../drawings/vmlDrawing43.vml"/><Relationship Id="rId3" Type="http://schemas.openxmlformats.org/officeDocument/2006/relationships/slideLayout" Target="../slideLayouts/slideLayout2.xml"/><Relationship Id="rId2" Type="http://schemas.openxmlformats.org/officeDocument/2006/relationships/image" Target="../media/image160.wmf"/><Relationship Id="rId1" Type="http://schemas.openxmlformats.org/officeDocument/2006/relationships/oleObject" Target="../embeddings/oleObject156.bin"/></Relationships>
</file>

<file path=ppt/slides/_rels/slide73.xml.rels><?xml version="1.0" encoding="UTF-8" standalone="yes"?>
<Relationships xmlns="http://schemas.openxmlformats.org/package/2006/relationships"><Relationship Id="rId7" Type="http://schemas.openxmlformats.org/officeDocument/2006/relationships/vmlDrawing" Target="../drawings/vmlDrawing44.vml"/><Relationship Id="rId6" Type="http://schemas.openxmlformats.org/officeDocument/2006/relationships/slideLayout" Target="../slideLayouts/slideLayout2.xml"/><Relationship Id="rId5" Type="http://schemas.openxmlformats.org/officeDocument/2006/relationships/image" Target="../media/image162.wmf"/><Relationship Id="rId4" Type="http://schemas.openxmlformats.org/officeDocument/2006/relationships/oleObject" Target="../embeddings/oleObject158.bin"/><Relationship Id="rId3" Type="http://schemas.openxmlformats.org/officeDocument/2006/relationships/tags" Target="../tags/tag536.xml"/><Relationship Id="rId2" Type="http://schemas.openxmlformats.org/officeDocument/2006/relationships/image" Target="../media/image161.wmf"/><Relationship Id="rId1" Type="http://schemas.openxmlformats.org/officeDocument/2006/relationships/oleObject" Target="../embeddings/oleObject157.bin"/></Relationships>
</file>

<file path=ppt/slides/_rels/slide74.xml.rels><?xml version="1.0" encoding="UTF-8" standalone="yes"?>
<Relationships xmlns="http://schemas.openxmlformats.org/package/2006/relationships"><Relationship Id="rId9" Type="http://schemas.openxmlformats.org/officeDocument/2006/relationships/vmlDrawing" Target="../drawings/vmlDrawing45.vml"/><Relationship Id="rId8" Type="http://schemas.openxmlformats.org/officeDocument/2006/relationships/slideLayout" Target="../slideLayouts/slideLayout2.xml"/><Relationship Id="rId7" Type="http://schemas.openxmlformats.org/officeDocument/2006/relationships/image" Target="../media/image164.wmf"/><Relationship Id="rId6" Type="http://schemas.openxmlformats.org/officeDocument/2006/relationships/oleObject" Target="../embeddings/oleObject160.bin"/><Relationship Id="rId5" Type="http://schemas.openxmlformats.org/officeDocument/2006/relationships/tags" Target="../tags/tag538.xml"/><Relationship Id="rId4" Type="http://schemas.openxmlformats.org/officeDocument/2006/relationships/image" Target="../media/image163.wmf"/><Relationship Id="rId3" Type="http://schemas.openxmlformats.org/officeDocument/2006/relationships/oleObject" Target="../embeddings/oleObject159.bin"/><Relationship Id="rId2" Type="http://schemas.openxmlformats.org/officeDocument/2006/relationships/tags" Target="../tags/tag537.xml"/><Relationship Id="rId1" Type="http://schemas.openxmlformats.org/officeDocument/2006/relationships/image" Target="../media/image20.jpeg"/></Relationships>
</file>

<file path=ppt/slides/_rels/slide75.xml.rels><?xml version="1.0" encoding="UTF-8" standalone="yes"?>
<Relationships xmlns="http://schemas.openxmlformats.org/package/2006/relationships"><Relationship Id="rId8" Type="http://schemas.openxmlformats.org/officeDocument/2006/relationships/vmlDrawing" Target="../drawings/vmlDrawing46.vml"/><Relationship Id="rId7" Type="http://schemas.openxmlformats.org/officeDocument/2006/relationships/slideLayout" Target="../slideLayouts/slideLayout2.xml"/><Relationship Id="rId6" Type="http://schemas.openxmlformats.org/officeDocument/2006/relationships/image" Target="../media/image167.wmf"/><Relationship Id="rId5" Type="http://schemas.openxmlformats.org/officeDocument/2006/relationships/oleObject" Target="../embeddings/oleObject163.bin"/><Relationship Id="rId4" Type="http://schemas.openxmlformats.org/officeDocument/2006/relationships/image" Target="../media/image166.wmf"/><Relationship Id="rId3" Type="http://schemas.openxmlformats.org/officeDocument/2006/relationships/oleObject" Target="../embeddings/oleObject162.bin"/><Relationship Id="rId2" Type="http://schemas.openxmlformats.org/officeDocument/2006/relationships/image" Target="../media/image165.wmf"/><Relationship Id="rId1" Type="http://schemas.openxmlformats.org/officeDocument/2006/relationships/oleObject" Target="../embeddings/oleObject161.bin"/></Relationships>
</file>

<file path=ppt/slides/_rels/slide76.xml.rels><?xml version="1.0" encoding="UTF-8" standalone="yes"?>
<Relationships xmlns="http://schemas.openxmlformats.org/package/2006/relationships"><Relationship Id="rId9" Type="http://schemas.openxmlformats.org/officeDocument/2006/relationships/tags" Target="../tags/tag543.xml"/><Relationship Id="rId8" Type="http://schemas.openxmlformats.org/officeDocument/2006/relationships/tags" Target="../tags/tag542.xml"/><Relationship Id="rId7" Type="http://schemas.openxmlformats.org/officeDocument/2006/relationships/tags" Target="../tags/tag541.xml"/><Relationship Id="rId6" Type="http://schemas.openxmlformats.org/officeDocument/2006/relationships/tags" Target="../tags/tag540.xml"/><Relationship Id="rId5" Type="http://schemas.openxmlformats.org/officeDocument/2006/relationships/tags" Target="../tags/tag539.xml"/><Relationship Id="rId46" Type="http://schemas.openxmlformats.org/officeDocument/2006/relationships/vmlDrawing" Target="../drawings/vmlDrawing47.vml"/><Relationship Id="rId45" Type="http://schemas.openxmlformats.org/officeDocument/2006/relationships/slideLayout" Target="../slideLayouts/slideLayout2.xml"/><Relationship Id="rId44" Type="http://schemas.openxmlformats.org/officeDocument/2006/relationships/tags" Target="../tags/tag578.xml"/><Relationship Id="rId43" Type="http://schemas.openxmlformats.org/officeDocument/2006/relationships/tags" Target="../tags/tag577.xml"/><Relationship Id="rId42" Type="http://schemas.openxmlformats.org/officeDocument/2006/relationships/tags" Target="../tags/tag576.xml"/><Relationship Id="rId41" Type="http://schemas.openxmlformats.org/officeDocument/2006/relationships/tags" Target="../tags/tag575.xml"/><Relationship Id="rId40" Type="http://schemas.openxmlformats.org/officeDocument/2006/relationships/tags" Target="../tags/tag574.xml"/><Relationship Id="rId4" Type="http://schemas.openxmlformats.org/officeDocument/2006/relationships/image" Target="../media/image169.wmf"/><Relationship Id="rId39" Type="http://schemas.openxmlformats.org/officeDocument/2006/relationships/tags" Target="../tags/tag573.xml"/><Relationship Id="rId38" Type="http://schemas.openxmlformats.org/officeDocument/2006/relationships/tags" Target="../tags/tag572.xml"/><Relationship Id="rId37" Type="http://schemas.openxmlformats.org/officeDocument/2006/relationships/tags" Target="../tags/tag571.xml"/><Relationship Id="rId36" Type="http://schemas.openxmlformats.org/officeDocument/2006/relationships/tags" Target="../tags/tag570.xml"/><Relationship Id="rId35" Type="http://schemas.openxmlformats.org/officeDocument/2006/relationships/tags" Target="../tags/tag569.xml"/><Relationship Id="rId34" Type="http://schemas.openxmlformats.org/officeDocument/2006/relationships/tags" Target="../tags/tag568.xml"/><Relationship Id="rId33" Type="http://schemas.openxmlformats.org/officeDocument/2006/relationships/tags" Target="../tags/tag567.xml"/><Relationship Id="rId32" Type="http://schemas.openxmlformats.org/officeDocument/2006/relationships/tags" Target="../tags/tag566.xml"/><Relationship Id="rId31" Type="http://schemas.openxmlformats.org/officeDocument/2006/relationships/tags" Target="../tags/tag565.xml"/><Relationship Id="rId30" Type="http://schemas.openxmlformats.org/officeDocument/2006/relationships/tags" Target="../tags/tag564.xml"/><Relationship Id="rId3" Type="http://schemas.openxmlformats.org/officeDocument/2006/relationships/oleObject" Target="../embeddings/oleObject165.bin"/><Relationship Id="rId29" Type="http://schemas.openxmlformats.org/officeDocument/2006/relationships/tags" Target="../tags/tag563.xml"/><Relationship Id="rId28" Type="http://schemas.openxmlformats.org/officeDocument/2006/relationships/tags" Target="../tags/tag562.xml"/><Relationship Id="rId27" Type="http://schemas.openxmlformats.org/officeDocument/2006/relationships/tags" Target="../tags/tag561.xml"/><Relationship Id="rId26" Type="http://schemas.openxmlformats.org/officeDocument/2006/relationships/tags" Target="../tags/tag560.xml"/><Relationship Id="rId25" Type="http://schemas.openxmlformats.org/officeDocument/2006/relationships/tags" Target="../tags/tag559.xml"/><Relationship Id="rId24" Type="http://schemas.openxmlformats.org/officeDocument/2006/relationships/tags" Target="../tags/tag558.xml"/><Relationship Id="rId23" Type="http://schemas.openxmlformats.org/officeDocument/2006/relationships/tags" Target="../tags/tag557.xml"/><Relationship Id="rId22" Type="http://schemas.openxmlformats.org/officeDocument/2006/relationships/tags" Target="../tags/tag556.xml"/><Relationship Id="rId21" Type="http://schemas.openxmlformats.org/officeDocument/2006/relationships/tags" Target="../tags/tag555.xml"/><Relationship Id="rId20" Type="http://schemas.openxmlformats.org/officeDocument/2006/relationships/tags" Target="../tags/tag554.xml"/><Relationship Id="rId2" Type="http://schemas.openxmlformats.org/officeDocument/2006/relationships/image" Target="../media/image168.wmf"/><Relationship Id="rId19" Type="http://schemas.openxmlformats.org/officeDocument/2006/relationships/tags" Target="../tags/tag553.xml"/><Relationship Id="rId18" Type="http://schemas.openxmlformats.org/officeDocument/2006/relationships/tags" Target="../tags/tag552.xml"/><Relationship Id="rId17" Type="http://schemas.openxmlformats.org/officeDocument/2006/relationships/tags" Target="../tags/tag551.xml"/><Relationship Id="rId16" Type="http://schemas.openxmlformats.org/officeDocument/2006/relationships/tags" Target="../tags/tag550.xml"/><Relationship Id="rId15" Type="http://schemas.openxmlformats.org/officeDocument/2006/relationships/tags" Target="../tags/tag549.xml"/><Relationship Id="rId14" Type="http://schemas.openxmlformats.org/officeDocument/2006/relationships/tags" Target="../tags/tag548.xml"/><Relationship Id="rId13" Type="http://schemas.openxmlformats.org/officeDocument/2006/relationships/tags" Target="../tags/tag547.xml"/><Relationship Id="rId12" Type="http://schemas.openxmlformats.org/officeDocument/2006/relationships/tags" Target="../tags/tag546.xml"/><Relationship Id="rId11" Type="http://schemas.openxmlformats.org/officeDocument/2006/relationships/tags" Target="../tags/tag545.xml"/><Relationship Id="rId10" Type="http://schemas.openxmlformats.org/officeDocument/2006/relationships/tags" Target="../tags/tag544.xml"/><Relationship Id="rId1" Type="http://schemas.openxmlformats.org/officeDocument/2006/relationships/oleObject" Target="../embeddings/oleObject164.bin"/></Relationships>
</file>

<file path=ppt/slides/_rels/slide77.xml.rels><?xml version="1.0" encoding="UTF-8" standalone="yes"?>
<Relationships xmlns="http://schemas.openxmlformats.org/package/2006/relationships"><Relationship Id="rId8" Type="http://schemas.openxmlformats.org/officeDocument/2006/relationships/vmlDrawing" Target="../drawings/vmlDrawing48.vml"/><Relationship Id="rId7" Type="http://schemas.openxmlformats.org/officeDocument/2006/relationships/slideLayout" Target="../slideLayouts/slideLayout2.xml"/><Relationship Id="rId6" Type="http://schemas.openxmlformats.org/officeDocument/2006/relationships/image" Target="../media/image172.wmf"/><Relationship Id="rId5" Type="http://schemas.openxmlformats.org/officeDocument/2006/relationships/oleObject" Target="../embeddings/oleObject168.bin"/><Relationship Id="rId4" Type="http://schemas.openxmlformats.org/officeDocument/2006/relationships/image" Target="../media/image171.wmf"/><Relationship Id="rId3" Type="http://schemas.openxmlformats.org/officeDocument/2006/relationships/oleObject" Target="../embeddings/oleObject167.bin"/><Relationship Id="rId2" Type="http://schemas.openxmlformats.org/officeDocument/2006/relationships/image" Target="../media/image170.wmf"/><Relationship Id="rId1" Type="http://schemas.openxmlformats.org/officeDocument/2006/relationships/oleObject" Target="../embeddings/oleObject166.bin"/></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6" Type="http://schemas.openxmlformats.org/officeDocument/2006/relationships/vmlDrawing" Target="../drawings/vmlDrawing49.vml"/><Relationship Id="rId5" Type="http://schemas.openxmlformats.org/officeDocument/2006/relationships/slideLayout" Target="../slideLayouts/slideLayout2.xml"/><Relationship Id="rId4" Type="http://schemas.openxmlformats.org/officeDocument/2006/relationships/image" Target="../media/image174.wmf"/><Relationship Id="rId3" Type="http://schemas.openxmlformats.org/officeDocument/2006/relationships/oleObject" Target="../embeddings/oleObject170.bin"/><Relationship Id="rId2" Type="http://schemas.openxmlformats.org/officeDocument/2006/relationships/image" Target="../media/image173.wmf"/><Relationship Id="rId1" Type="http://schemas.openxmlformats.org/officeDocument/2006/relationships/oleObject" Target="../embeddings/oleObject169.bin"/></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6" Type="http://schemas.openxmlformats.org/officeDocument/2006/relationships/vmlDrawing" Target="../drawings/vmlDrawing50.vml"/><Relationship Id="rId5" Type="http://schemas.openxmlformats.org/officeDocument/2006/relationships/slideLayout" Target="../slideLayouts/slideLayout2.xml"/><Relationship Id="rId4" Type="http://schemas.openxmlformats.org/officeDocument/2006/relationships/image" Target="../media/image176.wmf"/><Relationship Id="rId3" Type="http://schemas.openxmlformats.org/officeDocument/2006/relationships/oleObject" Target="../embeddings/oleObject172.bin"/><Relationship Id="rId2" Type="http://schemas.openxmlformats.org/officeDocument/2006/relationships/image" Target="../media/image175.wmf"/><Relationship Id="rId1" Type="http://schemas.openxmlformats.org/officeDocument/2006/relationships/oleObject" Target="../embeddings/oleObject171.bin"/></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8.jpeg"/></Relationships>
</file>

<file path=ppt/slides/_rels/slide84.xml.rels><?xml version="1.0" encoding="UTF-8" standalone="yes"?>
<Relationships xmlns="http://schemas.openxmlformats.org/package/2006/relationships"><Relationship Id="rId9" Type="http://schemas.openxmlformats.org/officeDocument/2006/relationships/tags" Target="../tags/tag585.xml"/><Relationship Id="rId8" Type="http://schemas.openxmlformats.org/officeDocument/2006/relationships/tags" Target="../tags/tag584.xml"/><Relationship Id="rId7" Type="http://schemas.openxmlformats.org/officeDocument/2006/relationships/tags" Target="../tags/tag583.xml"/><Relationship Id="rId6" Type="http://schemas.openxmlformats.org/officeDocument/2006/relationships/tags" Target="../tags/tag582.xml"/><Relationship Id="rId5" Type="http://schemas.openxmlformats.org/officeDocument/2006/relationships/tags" Target="../tags/tag581.xml"/><Relationship Id="rId4" Type="http://schemas.openxmlformats.org/officeDocument/2006/relationships/tags" Target="../tags/tag580.xml"/><Relationship Id="rId3" Type="http://schemas.openxmlformats.org/officeDocument/2006/relationships/tags" Target="../tags/tag579.xml"/><Relationship Id="rId29" Type="http://schemas.openxmlformats.org/officeDocument/2006/relationships/vmlDrawing" Target="../drawings/vmlDrawing51.vml"/><Relationship Id="rId28" Type="http://schemas.openxmlformats.org/officeDocument/2006/relationships/slideLayout" Target="../slideLayouts/slideLayout2.xml"/><Relationship Id="rId27" Type="http://schemas.openxmlformats.org/officeDocument/2006/relationships/image" Target="../media/image179.wmf"/><Relationship Id="rId26" Type="http://schemas.openxmlformats.org/officeDocument/2006/relationships/oleObject" Target="../embeddings/oleObject175.bin"/><Relationship Id="rId25" Type="http://schemas.openxmlformats.org/officeDocument/2006/relationships/image" Target="../media/image178.wmf"/><Relationship Id="rId24" Type="http://schemas.openxmlformats.org/officeDocument/2006/relationships/oleObject" Target="../embeddings/oleObject174.bin"/><Relationship Id="rId23" Type="http://schemas.openxmlformats.org/officeDocument/2006/relationships/tags" Target="../tags/tag599.xml"/><Relationship Id="rId22" Type="http://schemas.openxmlformats.org/officeDocument/2006/relationships/tags" Target="../tags/tag598.xml"/><Relationship Id="rId21" Type="http://schemas.openxmlformats.org/officeDocument/2006/relationships/tags" Target="../tags/tag597.xml"/><Relationship Id="rId20" Type="http://schemas.openxmlformats.org/officeDocument/2006/relationships/tags" Target="../tags/tag596.xml"/><Relationship Id="rId2" Type="http://schemas.openxmlformats.org/officeDocument/2006/relationships/image" Target="../media/image177.wmf"/><Relationship Id="rId19" Type="http://schemas.openxmlformats.org/officeDocument/2006/relationships/tags" Target="../tags/tag595.xml"/><Relationship Id="rId18" Type="http://schemas.openxmlformats.org/officeDocument/2006/relationships/tags" Target="../tags/tag594.xml"/><Relationship Id="rId17" Type="http://schemas.openxmlformats.org/officeDocument/2006/relationships/tags" Target="../tags/tag593.xml"/><Relationship Id="rId16" Type="http://schemas.openxmlformats.org/officeDocument/2006/relationships/tags" Target="../tags/tag592.xml"/><Relationship Id="rId15" Type="http://schemas.openxmlformats.org/officeDocument/2006/relationships/tags" Target="../tags/tag591.xml"/><Relationship Id="rId14" Type="http://schemas.openxmlformats.org/officeDocument/2006/relationships/tags" Target="../tags/tag590.xml"/><Relationship Id="rId13" Type="http://schemas.openxmlformats.org/officeDocument/2006/relationships/tags" Target="../tags/tag589.xml"/><Relationship Id="rId12" Type="http://schemas.openxmlformats.org/officeDocument/2006/relationships/tags" Target="../tags/tag588.xml"/><Relationship Id="rId11" Type="http://schemas.openxmlformats.org/officeDocument/2006/relationships/tags" Target="../tags/tag587.xml"/><Relationship Id="rId10" Type="http://schemas.openxmlformats.org/officeDocument/2006/relationships/tags" Target="../tags/tag586.xml"/><Relationship Id="rId1" Type="http://schemas.openxmlformats.org/officeDocument/2006/relationships/oleObject" Target="../embeddings/oleObject173.bin"/></Relationships>
</file>

<file path=ppt/slides/_rels/slide85.xml.rels><?xml version="1.0" encoding="UTF-8" standalone="yes"?>
<Relationships xmlns="http://schemas.openxmlformats.org/package/2006/relationships"><Relationship Id="rId6" Type="http://schemas.openxmlformats.org/officeDocument/2006/relationships/vmlDrawing" Target="../drawings/vmlDrawing52.vml"/><Relationship Id="rId5" Type="http://schemas.openxmlformats.org/officeDocument/2006/relationships/slideLayout" Target="../slideLayouts/slideLayout2.xml"/><Relationship Id="rId4" Type="http://schemas.openxmlformats.org/officeDocument/2006/relationships/image" Target="../media/image181.wmf"/><Relationship Id="rId3" Type="http://schemas.openxmlformats.org/officeDocument/2006/relationships/oleObject" Target="../embeddings/oleObject177.bin"/><Relationship Id="rId2" Type="http://schemas.openxmlformats.org/officeDocument/2006/relationships/image" Target="../media/image180.wmf"/><Relationship Id="rId1" Type="http://schemas.openxmlformats.org/officeDocument/2006/relationships/oleObject" Target="../embeddings/oleObject176.bin"/></Relationships>
</file>

<file path=ppt/slides/_rels/slide86.xml.rels><?xml version="1.0" encoding="UTF-8" standalone="yes"?>
<Relationships xmlns="http://schemas.openxmlformats.org/package/2006/relationships"><Relationship Id="rId6" Type="http://schemas.openxmlformats.org/officeDocument/2006/relationships/vmlDrawing" Target="../drawings/vmlDrawing53.vml"/><Relationship Id="rId5" Type="http://schemas.openxmlformats.org/officeDocument/2006/relationships/slideLayout" Target="../slideLayouts/slideLayout2.xml"/><Relationship Id="rId4" Type="http://schemas.openxmlformats.org/officeDocument/2006/relationships/image" Target="../media/image183.wmf"/><Relationship Id="rId3" Type="http://schemas.openxmlformats.org/officeDocument/2006/relationships/oleObject" Target="../embeddings/oleObject179.bin"/><Relationship Id="rId2" Type="http://schemas.openxmlformats.org/officeDocument/2006/relationships/image" Target="../media/image182.wmf"/><Relationship Id="rId1" Type="http://schemas.openxmlformats.org/officeDocument/2006/relationships/oleObject" Target="../embeddings/oleObject178.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圆角矩形 24"/>
          <p:cNvSpPr/>
          <p:nvPr/>
        </p:nvSpPr>
        <p:spPr>
          <a:xfrm>
            <a:off x="2" y="1"/>
            <a:ext cx="9143999" cy="3007425"/>
          </a:xfrm>
          <a:prstGeom prst="roundRect">
            <a:avLst>
              <a:gd name="adj" fmla="val 0"/>
            </a:avLst>
          </a:prstGeom>
          <a:solidFill>
            <a:schemeClr val="tx2"/>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sz="1800"/>
          </a:p>
        </p:txBody>
      </p:sp>
      <p:pic>
        <p:nvPicPr>
          <p:cNvPr id="42" name="图片 41" descr="卡通人物&#10;&#10;中度可信度描述已自动生成"/>
          <p:cNvPicPr>
            <a:picLocks noChangeAspect="1"/>
          </p:cNvPicPr>
          <p:nvPr>
            <p:custDataLst>
              <p:tags r:id="rId1"/>
            </p:custDataLst>
          </p:nvPr>
        </p:nvPicPr>
        <p:blipFill rotWithShape="1">
          <a:blip r:embed="rId2" cstate="print">
            <a:alphaModFix amt="29000"/>
            <a:duotone>
              <a:prstClr val="black"/>
              <a:schemeClr val="accent1">
                <a:tint val="45000"/>
                <a:satMod val="400000"/>
              </a:schemeClr>
            </a:duotone>
            <a:extLst>
              <a:ext uri="{28A0092B-C50C-407E-A947-70E740481C1C}">
                <a14:useLocalDpi xmlns:a14="http://schemas.microsoft.com/office/drawing/2010/main" val="0"/>
              </a:ext>
            </a:extLst>
          </a:blip>
          <a:srcRect r="18384"/>
          <a:stretch>
            <a:fillRect/>
          </a:stretch>
        </p:blipFill>
        <p:spPr>
          <a:xfrm rot="5400000">
            <a:off x="2488689" y="-3716582"/>
            <a:ext cx="4224472" cy="9201852"/>
          </a:xfrm>
          <a:prstGeom prst="rect">
            <a:avLst/>
          </a:prstGeom>
        </p:spPr>
      </p:pic>
      <p:sp>
        <p:nvSpPr>
          <p:cNvPr id="8" name="椭圆 7"/>
          <p:cNvSpPr/>
          <p:nvPr>
            <p:custDataLst>
              <p:tags r:id="rId3"/>
            </p:custDataLst>
          </p:nvPr>
        </p:nvSpPr>
        <p:spPr>
          <a:xfrm>
            <a:off x="457835" y="3453765"/>
            <a:ext cx="843280" cy="476250"/>
          </a:xfrm>
          <a:prstGeom prst="ellipse">
            <a:avLst/>
          </a:prstGeom>
          <a:solidFill>
            <a:schemeClr val="tx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800" b="1" dirty="0" smtClean="0">
                <a:latin typeface="Times New Roman" panose="02020603050405020304" pitchFamily="18" charset="0"/>
                <a:cs typeface="Times New Roman" panose="02020603050405020304" pitchFamily="18" charset="0"/>
              </a:rPr>
              <a:t>4-1</a:t>
            </a:r>
            <a:endParaRPr lang="zh-CN" altLang="en-US" sz="2800" b="1" dirty="0">
              <a:latin typeface="Times New Roman" panose="02020603050405020304" pitchFamily="18" charset="0"/>
              <a:cs typeface="Times New Roman" panose="02020603050405020304" pitchFamily="18" charset="0"/>
            </a:endParaRPr>
          </a:p>
        </p:txBody>
      </p:sp>
      <p:sp>
        <p:nvSpPr>
          <p:cNvPr id="9" name="矩形 8"/>
          <p:cNvSpPr/>
          <p:nvPr>
            <p:custDataLst>
              <p:tags r:id="rId4"/>
            </p:custDataLst>
          </p:nvPr>
        </p:nvSpPr>
        <p:spPr>
          <a:xfrm>
            <a:off x="1266825" y="3430270"/>
            <a:ext cx="1605280" cy="521970"/>
          </a:xfrm>
          <a:prstGeom prst="rect">
            <a:avLst/>
          </a:prstGeom>
        </p:spPr>
        <p:txBody>
          <a:bodyPr wrap="none" anchor="ctr">
            <a:spAutoFit/>
          </a:bodyPr>
          <a:lstStyle/>
          <a:p>
            <a:pPr>
              <a:spcBef>
                <a:spcPct val="50000"/>
              </a:spcBef>
            </a:pPr>
            <a:r>
              <a:rPr lang="zh-CN" altLang="en-US" sz="2800" dirty="0" smtClean="0">
                <a:latin typeface="华文中宋" panose="02010600040101010101" pitchFamily="2" charset="-122"/>
                <a:ea typeface="华文中宋" panose="02010600040101010101" pitchFamily="2" charset="-122"/>
              </a:rPr>
              <a:t>叠加定理</a:t>
            </a:r>
            <a:endParaRPr lang="zh-CN" altLang="en-US" sz="2800" dirty="0" smtClean="0">
              <a:latin typeface="华文中宋" panose="02010600040101010101" pitchFamily="2" charset="-122"/>
              <a:ea typeface="华文中宋" panose="02010600040101010101" pitchFamily="2" charset="-122"/>
            </a:endParaRPr>
          </a:p>
        </p:txBody>
      </p:sp>
      <p:sp>
        <p:nvSpPr>
          <p:cNvPr id="10" name="椭圆 9"/>
          <p:cNvSpPr/>
          <p:nvPr>
            <p:custDataLst>
              <p:tags r:id="rId5"/>
            </p:custDataLst>
          </p:nvPr>
        </p:nvSpPr>
        <p:spPr>
          <a:xfrm>
            <a:off x="457835" y="4286885"/>
            <a:ext cx="843280" cy="476250"/>
          </a:xfrm>
          <a:prstGeom prst="ellipse">
            <a:avLst/>
          </a:prstGeom>
          <a:solidFill>
            <a:schemeClr val="tx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800" b="1" dirty="0">
                <a:latin typeface="Times New Roman" panose="02020603050405020304" pitchFamily="18" charset="0"/>
                <a:cs typeface="Times New Roman" panose="02020603050405020304" pitchFamily="18" charset="0"/>
              </a:rPr>
              <a:t>4-2</a:t>
            </a:r>
            <a:endParaRPr lang="zh-CN" altLang="en-US" sz="2800" b="1" dirty="0">
              <a:latin typeface="Times New Roman" panose="02020603050405020304" pitchFamily="18" charset="0"/>
              <a:cs typeface="Times New Roman" panose="02020603050405020304" pitchFamily="18" charset="0"/>
            </a:endParaRPr>
          </a:p>
        </p:txBody>
      </p:sp>
      <p:sp>
        <p:nvSpPr>
          <p:cNvPr id="11" name="矩形 10"/>
          <p:cNvSpPr/>
          <p:nvPr>
            <p:custDataLst>
              <p:tags r:id="rId6"/>
            </p:custDataLst>
          </p:nvPr>
        </p:nvSpPr>
        <p:spPr>
          <a:xfrm>
            <a:off x="1266825" y="4264025"/>
            <a:ext cx="1605280" cy="521970"/>
          </a:xfrm>
          <a:prstGeom prst="rect">
            <a:avLst/>
          </a:prstGeom>
        </p:spPr>
        <p:txBody>
          <a:bodyPr wrap="none" anchor="ctr">
            <a:spAutoFit/>
          </a:bodyPr>
          <a:lstStyle/>
          <a:p>
            <a:pPr>
              <a:spcBef>
                <a:spcPct val="50000"/>
              </a:spcBef>
            </a:pPr>
            <a:r>
              <a:rPr lang="zh-CN" altLang="en-US" sz="2800" dirty="0">
                <a:latin typeface="华文中宋" panose="02010600040101010101" pitchFamily="2" charset="-122"/>
                <a:ea typeface="华文中宋" panose="02010600040101010101" pitchFamily="2" charset="-122"/>
              </a:rPr>
              <a:t>替代定理</a:t>
            </a:r>
            <a:endParaRPr lang="zh-CN" altLang="en-US" sz="2800" dirty="0">
              <a:latin typeface="华文中宋" panose="02010600040101010101" pitchFamily="2" charset="-122"/>
              <a:ea typeface="华文中宋" panose="02010600040101010101" pitchFamily="2" charset="-122"/>
            </a:endParaRPr>
          </a:p>
        </p:txBody>
      </p:sp>
      <p:sp>
        <p:nvSpPr>
          <p:cNvPr id="12" name="椭圆 11"/>
          <p:cNvSpPr/>
          <p:nvPr>
            <p:custDataLst>
              <p:tags r:id="rId7"/>
            </p:custDataLst>
          </p:nvPr>
        </p:nvSpPr>
        <p:spPr>
          <a:xfrm>
            <a:off x="457835" y="5093970"/>
            <a:ext cx="843280" cy="476250"/>
          </a:xfrm>
          <a:prstGeom prst="ellipse">
            <a:avLst/>
          </a:prstGeom>
          <a:solidFill>
            <a:schemeClr val="tx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800" b="1" dirty="0">
                <a:latin typeface="Times New Roman" panose="02020603050405020304" pitchFamily="18" charset="0"/>
                <a:cs typeface="Times New Roman" panose="02020603050405020304" pitchFamily="18" charset="0"/>
              </a:rPr>
              <a:t>4-3</a:t>
            </a:r>
            <a:endParaRPr lang="zh-CN" altLang="en-US" sz="2800" b="1" dirty="0">
              <a:latin typeface="Times New Roman" panose="02020603050405020304" pitchFamily="18" charset="0"/>
              <a:cs typeface="Times New Roman" panose="02020603050405020304" pitchFamily="18" charset="0"/>
            </a:endParaRPr>
          </a:p>
        </p:txBody>
      </p:sp>
      <p:sp>
        <p:nvSpPr>
          <p:cNvPr id="13" name="矩形 12"/>
          <p:cNvSpPr/>
          <p:nvPr>
            <p:custDataLst>
              <p:tags r:id="rId8"/>
            </p:custDataLst>
          </p:nvPr>
        </p:nvSpPr>
        <p:spPr>
          <a:xfrm>
            <a:off x="1266825" y="5071110"/>
            <a:ext cx="3738880" cy="521970"/>
          </a:xfrm>
          <a:prstGeom prst="rect">
            <a:avLst/>
          </a:prstGeom>
        </p:spPr>
        <p:txBody>
          <a:bodyPr wrap="none" anchor="ctr">
            <a:spAutoFit/>
          </a:bodyPr>
          <a:lstStyle/>
          <a:p>
            <a:pPr>
              <a:spcBef>
                <a:spcPct val="50000"/>
              </a:spcBef>
            </a:pPr>
            <a:r>
              <a:rPr lang="zh-CN" altLang="en-US" sz="2800" dirty="0">
                <a:latin typeface="华文中宋" panose="02010600040101010101" pitchFamily="2" charset="-122"/>
                <a:ea typeface="华文中宋" panose="02010600040101010101" pitchFamily="2" charset="-122"/>
              </a:rPr>
              <a:t>戴维南定理和诺顿定理</a:t>
            </a:r>
            <a:endParaRPr lang="zh-CN" altLang="en-US" sz="2800" dirty="0">
              <a:latin typeface="华文中宋" panose="02010600040101010101" pitchFamily="2" charset="-122"/>
              <a:ea typeface="华文中宋" panose="02010600040101010101" pitchFamily="2" charset="-122"/>
            </a:endParaRPr>
          </a:p>
        </p:txBody>
      </p:sp>
      <p:sp>
        <p:nvSpPr>
          <p:cNvPr id="14" name="椭圆 13"/>
          <p:cNvSpPr/>
          <p:nvPr>
            <p:custDataLst>
              <p:tags r:id="rId9"/>
            </p:custDataLst>
          </p:nvPr>
        </p:nvSpPr>
        <p:spPr>
          <a:xfrm>
            <a:off x="457835" y="5926455"/>
            <a:ext cx="843280" cy="476250"/>
          </a:xfrm>
          <a:prstGeom prst="ellipse">
            <a:avLst/>
          </a:prstGeom>
          <a:solidFill>
            <a:schemeClr val="tx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800" b="1" dirty="0">
                <a:latin typeface="Times New Roman" panose="02020603050405020304" pitchFamily="18" charset="0"/>
                <a:cs typeface="Times New Roman" panose="02020603050405020304" pitchFamily="18" charset="0"/>
              </a:rPr>
              <a:t>4-4</a:t>
            </a:r>
            <a:endParaRPr lang="zh-CN" altLang="en-US" sz="2800" b="1" dirty="0">
              <a:latin typeface="Times New Roman" panose="02020603050405020304" pitchFamily="18" charset="0"/>
              <a:cs typeface="Times New Roman" panose="02020603050405020304" pitchFamily="18" charset="0"/>
            </a:endParaRPr>
          </a:p>
        </p:txBody>
      </p:sp>
      <p:sp>
        <p:nvSpPr>
          <p:cNvPr id="15" name="矩形 14"/>
          <p:cNvSpPr/>
          <p:nvPr>
            <p:custDataLst>
              <p:tags r:id="rId10"/>
            </p:custDataLst>
          </p:nvPr>
        </p:nvSpPr>
        <p:spPr>
          <a:xfrm>
            <a:off x="1266825" y="5903595"/>
            <a:ext cx="3027680" cy="521970"/>
          </a:xfrm>
          <a:prstGeom prst="rect">
            <a:avLst/>
          </a:prstGeom>
        </p:spPr>
        <p:txBody>
          <a:bodyPr wrap="none" anchor="ctr">
            <a:spAutoFit/>
          </a:bodyPr>
          <a:lstStyle/>
          <a:p>
            <a:pPr>
              <a:spcBef>
                <a:spcPct val="50000"/>
              </a:spcBef>
            </a:pPr>
            <a:r>
              <a:rPr lang="zh-CN" altLang="en-US" sz="2800" dirty="0">
                <a:latin typeface="华文中宋" panose="02010600040101010101" pitchFamily="2" charset="-122"/>
                <a:ea typeface="华文中宋" panose="02010600040101010101" pitchFamily="2" charset="-122"/>
              </a:rPr>
              <a:t>最大功率传输定理</a:t>
            </a:r>
            <a:endParaRPr lang="zh-CN" altLang="en-US" sz="2800" dirty="0">
              <a:latin typeface="华文中宋" panose="02010600040101010101" pitchFamily="2" charset="-122"/>
              <a:ea typeface="华文中宋" panose="02010600040101010101" pitchFamily="2" charset="-122"/>
            </a:endParaRPr>
          </a:p>
        </p:txBody>
      </p:sp>
      <p:sp>
        <p:nvSpPr>
          <p:cNvPr id="16" name="椭圆 15"/>
          <p:cNvSpPr/>
          <p:nvPr>
            <p:custDataLst>
              <p:tags r:id="rId11"/>
            </p:custDataLst>
          </p:nvPr>
        </p:nvSpPr>
        <p:spPr>
          <a:xfrm>
            <a:off x="5227955" y="3453765"/>
            <a:ext cx="950595" cy="476250"/>
          </a:xfrm>
          <a:prstGeom prst="ellipse">
            <a:avLst/>
          </a:prstGeom>
          <a:solidFill>
            <a:schemeClr val="tx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b="1" dirty="0">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4-5</a:t>
            </a:r>
            <a:endParaRPr lang="zh-CN" altLang="en-US" sz="2800" b="1" dirty="0">
              <a:latin typeface="Times New Roman" panose="02020603050405020304" pitchFamily="18" charset="0"/>
              <a:cs typeface="Times New Roman" panose="02020603050405020304" pitchFamily="18" charset="0"/>
            </a:endParaRPr>
          </a:p>
        </p:txBody>
      </p:sp>
      <p:sp>
        <p:nvSpPr>
          <p:cNvPr id="17" name="矩形 16"/>
          <p:cNvSpPr/>
          <p:nvPr>
            <p:custDataLst>
              <p:tags r:id="rId12"/>
            </p:custDataLst>
          </p:nvPr>
        </p:nvSpPr>
        <p:spPr>
          <a:xfrm>
            <a:off x="6128385" y="3430270"/>
            <a:ext cx="1960880" cy="521970"/>
          </a:xfrm>
          <a:prstGeom prst="rect">
            <a:avLst/>
          </a:prstGeom>
        </p:spPr>
        <p:txBody>
          <a:bodyPr wrap="none" anchor="ctr">
            <a:spAutoFit/>
          </a:bodyPr>
          <a:lstStyle/>
          <a:p>
            <a:pPr>
              <a:spcBef>
                <a:spcPct val="50000"/>
              </a:spcBef>
            </a:pPr>
            <a:r>
              <a:rPr lang="zh-CN" altLang="en-US" sz="2800" dirty="0">
                <a:latin typeface="华文中宋" panose="02010600040101010101" pitchFamily="2" charset="-122"/>
                <a:ea typeface="华文中宋" panose="02010600040101010101" pitchFamily="2" charset="-122"/>
              </a:rPr>
              <a:t>特勒根定理</a:t>
            </a:r>
            <a:endParaRPr lang="zh-CN" altLang="en-US" sz="2800" dirty="0">
              <a:latin typeface="华文中宋" panose="02010600040101010101" pitchFamily="2" charset="-122"/>
              <a:ea typeface="华文中宋" panose="02010600040101010101" pitchFamily="2" charset="-122"/>
            </a:endParaRPr>
          </a:p>
        </p:txBody>
      </p:sp>
      <p:sp>
        <p:nvSpPr>
          <p:cNvPr id="18" name="椭圆 17"/>
          <p:cNvSpPr/>
          <p:nvPr>
            <p:custDataLst>
              <p:tags r:id="rId13"/>
            </p:custDataLst>
          </p:nvPr>
        </p:nvSpPr>
        <p:spPr>
          <a:xfrm>
            <a:off x="5228590" y="4286885"/>
            <a:ext cx="949960" cy="476250"/>
          </a:xfrm>
          <a:prstGeom prst="ellipse">
            <a:avLst/>
          </a:prstGeom>
          <a:solidFill>
            <a:schemeClr val="tx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800" b="1" dirty="0">
                <a:latin typeface="Times New Roman" panose="02020603050405020304" pitchFamily="18" charset="0"/>
                <a:cs typeface="Times New Roman" panose="02020603050405020304" pitchFamily="18" charset="0"/>
              </a:rPr>
              <a:t>*4-6</a:t>
            </a:r>
            <a:endParaRPr lang="zh-CN" altLang="en-US" sz="2800" b="1" dirty="0">
              <a:latin typeface="Times New Roman" panose="02020603050405020304" pitchFamily="18" charset="0"/>
              <a:cs typeface="Times New Roman" panose="02020603050405020304" pitchFamily="18" charset="0"/>
            </a:endParaRPr>
          </a:p>
        </p:txBody>
      </p:sp>
      <p:sp>
        <p:nvSpPr>
          <p:cNvPr id="19" name="矩形 18"/>
          <p:cNvSpPr/>
          <p:nvPr>
            <p:custDataLst>
              <p:tags r:id="rId14"/>
            </p:custDataLst>
          </p:nvPr>
        </p:nvSpPr>
        <p:spPr>
          <a:xfrm>
            <a:off x="6128385" y="4263390"/>
            <a:ext cx="1605280" cy="521970"/>
          </a:xfrm>
          <a:prstGeom prst="rect">
            <a:avLst/>
          </a:prstGeom>
        </p:spPr>
        <p:txBody>
          <a:bodyPr wrap="none">
            <a:spAutoFit/>
          </a:bodyPr>
          <a:lstStyle/>
          <a:p>
            <a:pPr>
              <a:spcBef>
                <a:spcPct val="50000"/>
              </a:spcBef>
            </a:pPr>
            <a:r>
              <a:rPr lang="zh-CN" altLang="en-US" sz="2800" dirty="0">
                <a:latin typeface="华文中宋" panose="02010600040101010101" pitchFamily="2" charset="-122"/>
                <a:ea typeface="华文中宋" panose="02010600040101010101" pitchFamily="2" charset="-122"/>
              </a:rPr>
              <a:t>互易定理</a:t>
            </a:r>
            <a:endParaRPr lang="zh-CN" altLang="en-US" sz="2800" dirty="0">
              <a:latin typeface="华文中宋" panose="02010600040101010101" pitchFamily="2" charset="-122"/>
              <a:ea typeface="华文中宋" panose="02010600040101010101" pitchFamily="2" charset="-122"/>
            </a:endParaRPr>
          </a:p>
        </p:txBody>
      </p:sp>
      <p:sp>
        <p:nvSpPr>
          <p:cNvPr id="20" name="椭圆 19"/>
          <p:cNvSpPr/>
          <p:nvPr>
            <p:custDataLst>
              <p:tags r:id="rId15"/>
            </p:custDataLst>
          </p:nvPr>
        </p:nvSpPr>
        <p:spPr>
          <a:xfrm>
            <a:off x="5228590" y="5093970"/>
            <a:ext cx="949960" cy="476250"/>
          </a:xfrm>
          <a:prstGeom prst="ellipse">
            <a:avLst/>
          </a:prstGeom>
          <a:solidFill>
            <a:schemeClr val="tx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800" b="1" dirty="0">
                <a:latin typeface="Times New Roman" panose="02020603050405020304" pitchFamily="18" charset="0"/>
                <a:cs typeface="Times New Roman" panose="02020603050405020304" pitchFamily="18" charset="0"/>
              </a:rPr>
              <a:t>*4-7</a:t>
            </a:r>
            <a:endParaRPr lang="zh-CN" altLang="en-US" sz="2800" b="1" dirty="0">
              <a:latin typeface="Times New Roman" panose="02020603050405020304" pitchFamily="18" charset="0"/>
              <a:cs typeface="Times New Roman" panose="02020603050405020304" pitchFamily="18" charset="0"/>
            </a:endParaRPr>
          </a:p>
        </p:txBody>
      </p:sp>
      <p:sp>
        <p:nvSpPr>
          <p:cNvPr id="21" name="矩形 20"/>
          <p:cNvSpPr/>
          <p:nvPr>
            <p:custDataLst>
              <p:tags r:id="rId16"/>
            </p:custDataLst>
          </p:nvPr>
        </p:nvSpPr>
        <p:spPr>
          <a:xfrm>
            <a:off x="6128385" y="5071110"/>
            <a:ext cx="1605280" cy="521970"/>
          </a:xfrm>
          <a:prstGeom prst="rect">
            <a:avLst/>
          </a:prstGeom>
        </p:spPr>
        <p:txBody>
          <a:bodyPr wrap="none" anchor="ctr">
            <a:spAutoFit/>
          </a:bodyPr>
          <a:lstStyle/>
          <a:p>
            <a:pPr>
              <a:spcBef>
                <a:spcPct val="50000"/>
              </a:spcBef>
            </a:pPr>
            <a:r>
              <a:rPr lang="zh-CN" altLang="en-US" sz="2800" dirty="0">
                <a:latin typeface="华文中宋" panose="02010600040101010101" pitchFamily="2" charset="-122"/>
                <a:ea typeface="华文中宋" panose="02010600040101010101" pitchFamily="2" charset="-122"/>
              </a:rPr>
              <a:t>对偶原理</a:t>
            </a:r>
            <a:endParaRPr lang="zh-CN" altLang="en-US" sz="2800" dirty="0">
              <a:latin typeface="华文中宋" panose="02010600040101010101" pitchFamily="2" charset="-122"/>
              <a:ea typeface="华文中宋" panose="02010600040101010101" pitchFamily="2" charset="-122"/>
            </a:endParaRPr>
          </a:p>
        </p:txBody>
      </p:sp>
      <p:sp>
        <p:nvSpPr>
          <p:cNvPr id="2" name="标题 1"/>
          <p:cNvSpPr>
            <a:spLocks noGrp="1"/>
          </p:cNvSpPr>
          <p:nvPr>
            <p:ph type="title"/>
          </p:nvPr>
        </p:nvSpPr>
        <p:spPr>
          <a:xfrm>
            <a:off x="190500" y="626745"/>
            <a:ext cx="8808085" cy="1946275"/>
          </a:xfrm>
        </p:spPr>
        <p:txBody>
          <a:bodyPr vert="horz" lIns="91440" tIns="45720" rIns="91440" bIns="45720" rtlCol="0" anchor="ctr">
            <a:noAutofit/>
          </a:bodyPr>
          <a:lstStyle/>
          <a:p>
            <a:pPr lvl="0" algn="ctr">
              <a:lnSpc>
                <a:spcPct val="120000"/>
              </a:lnSpc>
              <a:buClrTx/>
              <a:buSzTx/>
              <a:buFontTx/>
            </a:pPr>
            <a:r>
              <a:rPr lang="zh-CN" altLang="en-US" sz="4800" b="1" dirty="0">
                <a:solidFill>
                  <a:schemeClr val="bg1"/>
                </a:solidFill>
                <a:latin typeface="微软雅黑" panose="020B0503020204020204" pitchFamily="34" charset="-122"/>
                <a:sym typeface="+mn-ea"/>
              </a:rPr>
              <a:t>第四章</a:t>
            </a:r>
            <a:br>
              <a:rPr lang="zh-CN" altLang="en-US" sz="4800" b="1" dirty="0">
                <a:solidFill>
                  <a:schemeClr val="bg1"/>
                </a:solidFill>
                <a:latin typeface="微软雅黑" panose="020B0503020204020204" pitchFamily="34" charset="-122"/>
                <a:sym typeface="+mn-ea"/>
              </a:rPr>
            </a:br>
            <a:r>
              <a:rPr lang="zh-CN" altLang="en-US" sz="4800" b="1" dirty="0">
                <a:solidFill>
                  <a:schemeClr val="bg1"/>
                </a:solidFill>
                <a:latin typeface="微软雅黑" panose="020B0503020204020204" pitchFamily="34" charset="-122"/>
                <a:sym typeface="+mn-ea"/>
              </a:rPr>
              <a:t>电路定理</a:t>
            </a:r>
            <a:endParaRPr lang="zh-CN" altLang="en-US" sz="4800" b="1" dirty="0">
              <a:solidFill>
                <a:schemeClr val="bg1"/>
              </a:solidFill>
              <a:latin typeface="微软雅黑" panose="020B0503020204020204" pitchFamily="3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500" fill="hold"/>
                                        <p:tgtEl>
                                          <p:spTgt spid="14"/>
                                        </p:tgtEl>
                                        <p:attrNameLst>
                                          <p:attrName>ppt_x</p:attrName>
                                        </p:attrNameLst>
                                      </p:cBhvr>
                                      <p:tavLst>
                                        <p:tav tm="0">
                                          <p:val>
                                            <p:strVal val="#ppt_x"/>
                                          </p:val>
                                        </p:tav>
                                        <p:tav tm="100000">
                                          <p:val>
                                            <p:strVal val="#ppt_x"/>
                                          </p:val>
                                        </p:tav>
                                      </p:tavLst>
                                    </p:anim>
                                    <p:anim calcmode="lin" valueType="num">
                                      <p:cBhvr additive="base">
                                        <p:cTn id="36" dur="500" fill="hold"/>
                                        <p:tgtEl>
                                          <p:spTgt spid="14"/>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00" fill="hold"/>
                                        <p:tgtEl>
                                          <p:spTgt spid="15"/>
                                        </p:tgtEl>
                                        <p:attrNameLst>
                                          <p:attrName>ppt_x</p:attrName>
                                        </p:attrNameLst>
                                      </p:cBhvr>
                                      <p:tavLst>
                                        <p:tav tm="0">
                                          <p:val>
                                            <p:strVal val="#ppt_x"/>
                                          </p:val>
                                        </p:tav>
                                        <p:tav tm="100000">
                                          <p:val>
                                            <p:strVal val="#ppt_x"/>
                                          </p:val>
                                        </p:tav>
                                      </p:tavLst>
                                    </p:anim>
                                    <p:anim calcmode="lin" valueType="num">
                                      <p:cBhvr additive="base">
                                        <p:cTn id="40" dur="500" fill="hold"/>
                                        <p:tgtEl>
                                          <p:spTgt spid="15"/>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500" fill="hold"/>
                                        <p:tgtEl>
                                          <p:spTgt spid="16"/>
                                        </p:tgtEl>
                                        <p:attrNameLst>
                                          <p:attrName>ppt_x</p:attrName>
                                        </p:attrNameLst>
                                      </p:cBhvr>
                                      <p:tavLst>
                                        <p:tav tm="0">
                                          <p:val>
                                            <p:strVal val="#ppt_x"/>
                                          </p:val>
                                        </p:tav>
                                        <p:tav tm="100000">
                                          <p:val>
                                            <p:strVal val="#ppt_x"/>
                                          </p:val>
                                        </p:tav>
                                      </p:tavLst>
                                    </p:anim>
                                    <p:anim calcmode="lin" valueType="num">
                                      <p:cBhvr additive="base">
                                        <p:cTn id="44" dur="500" fill="hold"/>
                                        <p:tgtEl>
                                          <p:spTgt spid="16"/>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 calcmode="lin" valueType="num">
                                      <p:cBhvr additive="base">
                                        <p:cTn id="47" dur="500" fill="hold"/>
                                        <p:tgtEl>
                                          <p:spTgt spid="17"/>
                                        </p:tgtEl>
                                        <p:attrNameLst>
                                          <p:attrName>ppt_x</p:attrName>
                                        </p:attrNameLst>
                                      </p:cBhvr>
                                      <p:tavLst>
                                        <p:tav tm="0">
                                          <p:val>
                                            <p:strVal val="#ppt_x"/>
                                          </p:val>
                                        </p:tav>
                                        <p:tav tm="100000">
                                          <p:val>
                                            <p:strVal val="#ppt_x"/>
                                          </p:val>
                                        </p:tav>
                                      </p:tavLst>
                                    </p:anim>
                                    <p:anim calcmode="lin" valueType="num">
                                      <p:cBhvr additive="base">
                                        <p:cTn id="48" dur="500" fill="hold"/>
                                        <p:tgtEl>
                                          <p:spTgt spid="17"/>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 calcmode="lin" valueType="num">
                                      <p:cBhvr additive="base">
                                        <p:cTn id="51" dur="500" fill="hold"/>
                                        <p:tgtEl>
                                          <p:spTgt spid="18"/>
                                        </p:tgtEl>
                                        <p:attrNameLst>
                                          <p:attrName>ppt_x</p:attrName>
                                        </p:attrNameLst>
                                      </p:cBhvr>
                                      <p:tavLst>
                                        <p:tav tm="0">
                                          <p:val>
                                            <p:strVal val="#ppt_x"/>
                                          </p:val>
                                        </p:tav>
                                        <p:tav tm="100000">
                                          <p:val>
                                            <p:strVal val="#ppt_x"/>
                                          </p:val>
                                        </p:tav>
                                      </p:tavLst>
                                    </p:anim>
                                    <p:anim calcmode="lin" valueType="num">
                                      <p:cBhvr additive="base">
                                        <p:cTn id="52" dur="500" fill="hold"/>
                                        <p:tgtEl>
                                          <p:spTgt spid="18"/>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additive="base">
                                        <p:cTn id="55" dur="500" fill="hold"/>
                                        <p:tgtEl>
                                          <p:spTgt spid="19"/>
                                        </p:tgtEl>
                                        <p:attrNameLst>
                                          <p:attrName>ppt_x</p:attrName>
                                        </p:attrNameLst>
                                      </p:cBhvr>
                                      <p:tavLst>
                                        <p:tav tm="0">
                                          <p:val>
                                            <p:strVal val="#ppt_x"/>
                                          </p:val>
                                        </p:tav>
                                        <p:tav tm="100000">
                                          <p:val>
                                            <p:strVal val="#ppt_x"/>
                                          </p:val>
                                        </p:tav>
                                      </p:tavLst>
                                    </p:anim>
                                    <p:anim calcmode="lin" valueType="num">
                                      <p:cBhvr additive="base">
                                        <p:cTn id="56" dur="500" fill="hold"/>
                                        <p:tgtEl>
                                          <p:spTgt spid="19"/>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 calcmode="lin" valueType="num">
                                      <p:cBhvr additive="base">
                                        <p:cTn id="59" dur="500" fill="hold"/>
                                        <p:tgtEl>
                                          <p:spTgt spid="20"/>
                                        </p:tgtEl>
                                        <p:attrNameLst>
                                          <p:attrName>ppt_x</p:attrName>
                                        </p:attrNameLst>
                                      </p:cBhvr>
                                      <p:tavLst>
                                        <p:tav tm="0">
                                          <p:val>
                                            <p:strVal val="#ppt_x"/>
                                          </p:val>
                                        </p:tav>
                                        <p:tav tm="100000">
                                          <p:val>
                                            <p:strVal val="#ppt_x"/>
                                          </p:val>
                                        </p:tav>
                                      </p:tavLst>
                                    </p:anim>
                                    <p:anim calcmode="lin" valueType="num">
                                      <p:cBhvr additive="base">
                                        <p:cTn id="60" dur="500" fill="hold"/>
                                        <p:tgtEl>
                                          <p:spTgt spid="20"/>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 calcmode="lin" valueType="num">
                                      <p:cBhvr additive="base">
                                        <p:cTn id="63" dur="500" fill="hold"/>
                                        <p:tgtEl>
                                          <p:spTgt spid="21"/>
                                        </p:tgtEl>
                                        <p:attrNameLst>
                                          <p:attrName>ppt_x</p:attrName>
                                        </p:attrNameLst>
                                      </p:cBhvr>
                                      <p:tavLst>
                                        <p:tav tm="0">
                                          <p:val>
                                            <p:strVal val="#ppt_x"/>
                                          </p:val>
                                        </p:tav>
                                        <p:tav tm="100000">
                                          <p:val>
                                            <p:strVal val="#ppt_x"/>
                                          </p:val>
                                        </p:tav>
                                      </p:tavLst>
                                    </p:anim>
                                    <p:anim calcmode="lin" valueType="num">
                                      <p:cBhvr additive="base">
                                        <p:cTn id="64"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animBg="1"/>
      <p:bldP spid="11" grpId="0"/>
      <p:bldP spid="12" grpId="0" animBg="1"/>
      <p:bldP spid="13" grpId="0"/>
      <p:bldP spid="14" grpId="0" animBg="1"/>
      <p:bldP spid="15" grpId="0"/>
      <p:bldP spid="16" grpId="0" animBg="1"/>
      <p:bldP spid="17" grpId="0"/>
      <p:bldP spid="18" grpId="0" animBg="1"/>
      <p:bldP spid="19" grpId="0"/>
      <p:bldP spid="20" grpId="0" animBg="1"/>
      <p:bldP spid="21" grpId="0"/>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圆角矩形 55"/>
          <p:cNvSpPr/>
          <p:nvPr/>
        </p:nvSpPr>
        <p:spPr>
          <a:xfrm>
            <a:off x="-1" y="1"/>
            <a:ext cx="9144001" cy="3007425"/>
          </a:xfrm>
          <a:prstGeom prst="roundRect">
            <a:avLst>
              <a:gd name="adj" fmla="val 0"/>
            </a:avLst>
          </a:prstGeom>
          <a:solidFill>
            <a:schemeClr val="tx2"/>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sz="1800"/>
          </a:p>
        </p:txBody>
      </p:sp>
      <p:sp>
        <p:nvSpPr>
          <p:cNvPr id="109" name="圆角矩形 108"/>
          <p:cNvSpPr/>
          <p:nvPr/>
        </p:nvSpPr>
        <p:spPr>
          <a:xfrm>
            <a:off x="3500431" y="3332990"/>
            <a:ext cx="2196000" cy="642943"/>
          </a:xfrm>
          <a:prstGeom prst="roundRect">
            <a:avLst/>
          </a:prstGeom>
          <a:solidFill>
            <a:schemeClr val="accent2">
              <a:lumMod val="75000"/>
            </a:schemeClr>
          </a:solidFill>
          <a:ln>
            <a:solidFill>
              <a:schemeClr val="accent2">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indent="0" algn="dist" fontAlgn="auto"/>
            <a:r>
              <a:rPr lang="zh-CN" altLang="en-US" sz="3200" dirty="0" smtClean="0">
                <a:solidFill>
                  <a:schemeClr val="bg1"/>
                </a:solidFill>
                <a:latin typeface="微软雅黑" panose="020B0503020204020204" pitchFamily="34" charset="-122"/>
                <a:ea typeface="微软雅黑" panose="020B0503020204020204" pitchFamily="34" charset="-122"/>
                <a:sym typeface="+mn-ea"/>
              </a:rPr>
              <a:t>本章重点</a:t>
            </a:r>
            <a:endParaRPr lang="zh-CN" altLang="en-US" sz="3200" dirty="0" smtClean="0">
              <a:solidFill>
                <a:schemeClr val="bg1"/>
              </a:solidFill>
              <a:latin typeface="微软雅黑" panose="020B0503020204020204" pitchFamily="34" charset="-122"/>
              <a:ea typeface="微软雅黑" panose="020B0503020204020204" pitchFamily="34" charset="-122"/>
            </a:endParaRPr>
          </a:p>
        </p:txBody>
      </p:sp>
      <p:sp>
        <p:nvSpPr>
          <p:cNvPr id="105" name="Text Box 2"/>
          <p:cNvSpPr txBox="1">
            <a:spLocks noChangeArrowheads="1"/>
          </p:cNvSpPr>
          <p:nvPr/>
        </p:nvSpPr>
        <p:spPr bwMode="auto">
          <a:xfrm>
            <a:off x="671195" y="4344670"/>
            <a:ext cx="7656195" cy="521970"/>
          </a:xfrm>
          <a:prstGeom prst="rect">
            <a:avLst/>
          </a:prstGeom>
          <a:noFill/>
          <a:ln w="12700" cap="sq">
            <a:noFill/>
            <a:miter lim="800000"/>
            <a:headEnd type="none" w="sm" len="sm"/>
            <a:tailEnd type="none" w="sm" len="sm"/>
          </a:ln>
          <a:effectLst/>
        </p:spPr>
        <p:txBody>
          <a:bodyPr wrap="square">
            <a:spAutoFit/>
          </a:bodyPr>
          <a:lstStyle/>
          <a:p>
            <a:pPr lvl="0" algn="l" eaLnBrk="0" hangingPunct="0">
              <a:buClrTx/>
              <a:buSzTx/>
              <a:buFontTx/>
            </a:pPr>
            <a:r>
              <a:rPr kumimoji="1" lang="zh-CN" altLang="en-US" sz="2800" dirty="0" smtClean="0">
                <a:solidFill>
                  <a:schemeClr val="accent2">
                    <a:lumMod val="50000"/>
                  </a:schemeClr>
                </a:solidFill>
                <a:latin typeface="Times New Roman" panose="02020603050405020304" pitchFamily="18" charset="0"/>
                <a:ea typeface="华文中宋" panose="02010600040101010101" pitchFamily="2" charset="-122"/>
                <a:cs typeface="Times New Roman" panose="02020603050405020304" pitchFamily="18" charset="0"/>
                <a:sym typeface="+mn-ea"/>
              </a:rPr>
              <a:t>熟练掌握各定理的内容、适用范围及如何应用。</a:t>
            </a:r>
            <a:endParaRPr kumimoji="1" lang="zh-CN" altLang="en-US" sz="2800" dirty="0" smtClean="0">
              <a:solidFill>
                <a:schemeClr val="accent2">
                  <a:lumMod val="50000"/>
                </a:schemeClr>
              </a:solidFill>
              <a:latin typeface="Times New Roman" panose="02020603050405020304" pitchFamily="18" charset="0"/>
              <a:ea typeface="华文中宋" panose="02010600040101010101" pitchFamily="2" charset="-122"/>
              <a:cs typeface="Times New Roman" panose="02020603050405020304" pitchFamily="18" charset="0"/>
              <a:sym typeface="+mn-ea"/>
            </a:endParaRPr>
          </a:p>
        </p:txBody>
      </p:sp>
      <p:pic>
        <p:nvPicPr>
          <p:cNvPr id="59" name="图片 58" descr="卡通人物&#10;&#10;中度可信度描述已自动生成"/>
          <p:cNvPicPr>
            <a:picLocks noChangeAspect="1"/>
          </p:cNvPicPr>
          <p:nvPr/>
        </p:nvPicPr>
        <p:blipFill rotWithShape="1">
          <a:blip r:embed="rId1" cstate="print">
            <a:alphaModFix amt="29000"/>
            <a:duotone>
              <a:prstClr val="black"/>
              <a:schemeClr val="accent1">
                <a:tint val="45000"/>
                <a:satMod val="400000"/>
              </a:schemeClr>
            </a:duotone>
            <a:extLst>
              <a:ext uri="{28A0092B-C50C-407E-A947-70E740481C1C}">
                <a14:useLocalDpi xmlns:a14="http://schemas.microsoft.com/office/drawing/2010/main" val="0"/>
              </a:ext>
            </a:extLst>
          </a:blip>
          <a:srcRect r="18384"/>
          <a:stretch>
            <a:fillRect/>
          </a:stretch>
        </p:blipFill>
        <p:spPr>
          <a:xfrm rot="5400000">
            <a:off x="2488689" y="-3716582"/>
            <a:ext cx="4224472" cy="9201852"/>
          </a:xfrm>
          <a:prstGeom prst="rect">
            <a:avLst/>
          </a:prstGeom>
        </p:spPr>
      </p:pic>
      <p:sp>
        <p:nvSpPr>
          <p:cNvPr id="58" name="标题 1"/>
          <p:cNvSpPr>
            <a:spLocks noGrp="1"/>
          </p:cNvSpPr>
          <p:nvPr>
            <p:ph type="title"/>
          </p:nvPr>
        </p:nvSpPr>
        <p:spPr>
          <a:xfrm>
            <a:off x="-635" y="708025"/>
            <a:ext cx="9144635" cy="1858645"/>
          </a:xfrm>
        </p:spPr>
        <p:txBody>
          <a:bodyPr vert="horz" lIns="91440" tIns="45720" rIns="91440" bIns="45720" rtlCol="0" anchor="ctr">
            <a:noAutofit/>
          </a:bodyPr>
          <a:lstStyle/>
          <a:p>
            <a:pPr lvl="0" algn="ctr">
              <a:lnSpc>
                <a:spcPct val="120000"/>
              </a:lnSpc>
              <a:buClrTx/>
              <a:buSzTx/>
              <a:buFontTx/>
            </a:pPr>
            <a:r>
              <a:rPr lang="zh-CN" altLang="en-US" sz="4800" b="1" dirty="0">
                <a:solidFill>
                  <a:schemeClr val="bg1"/>
                </a:solidFill>
                <a:latin typeface="微软雅黑" panose="020B0503020204020204" pitchFamily="34" charset="-122"/>
                <a:sym typeface="+mn-ea"/>
              </a:rPr>
              <a:t>第四章</a:t>
            </a:r>
            <a:br>
              <a:rPr lang="zh-CN" altLang="en-US" sz="4800" b="1" dirty="0">
                <a:solidFill>
                  <a:schemeClr val="bg1"/>
                </a:solidFill>
                <a:latin typeface="微软雅黑" panose="020B0503020204020204" pitchFamily="34" charset="-122"/>
                <a:sym typeface="+mn-ea"/>
              </a:rPr>
            </a:br>
            <a:r>
              <a:rPr lang="zh-CN" altLang="en-US" sz="4800" b="1" dirty="0">
                <a:solidFill>
                  <a:schemeClr val="bg1"/>
                </a:solidFill>
                <a:latin typeface="微软雅黑" panose="020B0503020204020204" pitchFamily="34" charset="-122"/>
                <a:sym typeface="+mn-ea"/>
              </a:rPr>
              <a:t>电路定理</a:t>
            </a:r>
            <a:endParaRPr lang="zh-CN" altLang="en-US" sz="4800" b="1" dirty="0">
              <a:solidFill>
                <a:schemeClr val="bg1"/>
              </a:solidFill>
              <a:latin typeface="微软雅黑" panose="020B0503020204020204" pitchFamily="3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09"/>
                                        </p:tgtEl>
                                        <p:attrNameLst>
                                          <p:attrName>style.visibility</p:attrName>
                                        </p:attrNameLst>
                                      </p:cBhvr>
                                      <p:to>
                                        <p:strVal val="visible"/>
                                      </p:to>
                                    </p:set>
                                    <p:anim calcmode="lin" valueType="num">
                                      <p:cBhvr additive="base">
                                        <p:cTn id="7" dur="500" fill="hold"/>
                                        <p:tgtEl>
                                          <p:spTgt spid="109"/>
                                        </p:tgtEl>
                                        <p:attrNameLst>
                                          <p:attrName>ppt_x</p:attrName>
                                        </p:attrNameLst>
                                      </p:cBhvr>
                                      <p:tavLst>
                                        <p:tav tm="0">
                                          <p:val>
                                            <p:strVal val="#ppt_x"/>
                                          </p:val>
                                        </p:tav>
                                        <p:tav tm="100000">
                                          <p:val>
                                            <p:strVal val="#ppt_x"/>
                                          </p:val>
                                        </p:tav>
                                      </p:tavLst>
                                    </p:anim>
                                    <p:anim calcmode="lin" valueType="num">
                                      <p:cBhvr additive="base">
                                        <p:cTn id="8" dur="500" fill="hold"/>
                                        <p:tgtEl>
                                          <p:spTgt spid="10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5"/>
                                        </p:tgtEl>
                                        <p:attrNameLst>
                                          <p:attrName>style.visibility</p:attrName>
                                        </p:attrNameLst>
                                      </p:cBhvr>
                                      <p:to>
                                        <p:strVal val="visible"/>
                                      </p:to>
                                    </p:set>
                                    <p:anim calcmode="lin" valueType="num">
                                      <p:cBhvr additive="base">
                                        <p:cTn id="13" dur="500" fill="hold"/>
                                        <p:tgtEl>
                                          <p:spTgt spid="105"/>
                                        </p:tgtEl>
                                        <p:attrNameLst>
                                          <p:attrName>ppt_x</p:attrName>
                                        </p:attrNameLst>
                                      </p:cBhvr>
                                      <p:tavLst>
                                        <p:tav tm="0">
                                          <p:val>
                                            <p:strVal val="#ppt_x"/>
                                          </p:val>
                                        </p:tav>
                                        <p:tav tm="100000">
                                          <p:val>
                                            <p:strVal val="#ppt_x"/>
                                          </p:val>
                                        </p:tav>
                                      </p:tavLst>
                                    </p:anim>
                                    <p:anim calcmode="lin" valueType="num">
                                      <p:cBhvr additive="base">
                                        <p:cTn id="14" dur="500" fill="hold"/>
                                        <p:tgtEl>
                                          <p:spTgt spid="10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 grpId="0" animBg="1"/>
      <p:bldP spid="10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28796"/>
            <a:ext cx="5350339" cy="521970"/>
          </a:xfrm>
        </p:spPr>
        <p:txBody>
          <a:bodyPr/>
          <a:p>
            <a:r>
              <a:rPr lang="en-US" altLang="zh-CN" sz="2800">
                <a:latin typeface="微软雅黑" panose="020B0503020204020204" pitchFamily="34" charset="-122"/>
                <a:cs typeface="微软雅黑" panose="020B0503020204020204" pitchFamily="34" charset="-122"/>
              </a:rPr>
              <a:t>4-1 </a:t>
            </a:r>
            <a:r>
              <a:rPr lang="zh-CN" altLang="en-US" sz="2800">
                <a:latin typeface="微软雅黑" panose="020B0503020204020204" pitchFamily="34" charset="-122"/>
                <a:cs typeface="微软雅黑" panose="020B0503020204020204" pitchFamily="34" charset="-122"/>
              </a:rPr>
              <a:t>叠加定理</a:t>
            </a:r>
            <a:endParaRPr lang="zh-CN" altLang="en-US" sz="2800">
              <a:latin typeface="微软雅黑" panose="020B0503020204020204" pitchFamily="34" charset="-122"/>
              <a:cs typeface="微软雅黑" panose="020B0503020204020204" pitchFamily="34" charset="-122"/>
            </a:endParaRPr>
          </a:p>
        </p:txBody>
      </p:sp>
      <p:sp>
        <p:nvSpPr>
          <p:cNvPr id="62466" name="Text Box 2"/>
          <p:cNvSpPr txBox="1"/>
          <p:nvPr/>
        </p:nvSpPr>
        <p:spPr>
          <a:xfrm>
            <a:off x="551498" y="740251"/>
            <a:ext cx="2808287" cy="583565"/>
          </a:xfrm>
          <a:prstGeom prst="rect">
            <a:avLst/>
          </a:prstGeom>
          <a:noFill/>
          <a:ln w="12700">
            <a:noFill/>
          </a:ln>
        </p:spPr>
        <p:txBody>
          <a:bodyPr lIns="92075" tIns="46038" rIns="92075" bIns="46038" anchor="ctr" anchorCtr="0">
            <a:spAutoFit/>
          </a:bodyPr>
          <a:p>
            <a:pPr algn="l">
              <a:spcBef>
                <a:spcPct val="50000"/>
              </a:spcBef>
              <a:buClr>
                <a:schemeClr val="accent2"/>
              </a:buClr>
              <a:buSzPct val="75000"/>
              <a:buFont typeface="Monotype Sorts" pitchFamily="2" charset="2"/>
            </a:pPr>
            <a:r>
              <a:rPr kumimoji="1" lang="en-US" altLang="zh-CN" sz="3200" b="1" dirty="0">
                <a:solidFill>
                  <a:schemeClr val="accent2">
                    <a:lumMod val="75000"/>
                  </a:schemeClr>
                </a:solidFill>
                <a:latin typeface="Times New Roman" panose="02020603050405020304" pitchFamily="18" charset="0"/>
                <a:ea typeface="华文中宋" panose="02010600040101010101" pitchFamily="2" charset="-122"/>
              </a:rPr>
              <a:t>1. </a:t>
            </a:r>
            <a:r>
              <a:rPr kumimoji="1" lang="en-US" altLang="zh-CN" sz="3200" b="1" dirty="0">
                <a:solidFill>
                  <a:schemeClr val="accent2">
                    <a:lumMod val="75000"/>
                  </a:schemeClr>
                </a:solidFill>
                <a:latin typeface="华文中宋" panose="02010600040101010101" pitchFamily="2" charset="-122"/>
                <a:ea typeface="华文中宋" panose="02010600040101010101" pitchFamily="2" charset="-122"/>
              </a:rPr>
              <a:t>叠加定理</a:t>
            </a:r>
            <a:endParaRPr kumimoji="1" lang="en-US" altLang="zh-CN" sz="3200" b="1" dirty="0">
              <a:solidFill>
                <a:schemeClr val="accent2">
                  <a:lumMod val="75000"/>
                </a:schemeClr>
              </a:solidFill>
              <a:latin typeface="华文中宋" panose="02010600040101010101" pitchFamily="2" charset="-122"/>
              <a:ea typeface="华文中宋" panose="02010600040101010101" pitchFamily="2" charset="-122"/>
            </a:endParaRPr>
          </a:p>
        </p:txBody>
      </p:sp>
      <p:sp>
        <p:nvSpPr>
          <p:cNvPr id="62467" name="Text Box 3"/>
          <p:cNvSpPr txBox="1"/>
          <p:nvPr/>
        </p:nvSpPr>
        <p:spPr>
          <a:xfrm>
            <a:off x="611188" y="1412240"/>
            <a:ext cx="7993062" cy="1641475"/>
          </a:xfrm>
          <a:prstGeom prst="rect">
            <a:avLst/>
          </a:prstGeom>
          <a:noFill/>
          <a:ln w="12700">
            <a:noFill/>
          </a:ln>
        </p:spPr>
        <p:txBody>
          <a:bodyPr lIns="92075" tIns="46038" rIns="92075" bIns="46038" anchor="ctr" anchorCtr="0">
            <a:spAutoFit/>
          </a:bodyPr>
          <a:p>
            <a:pPr algn="l" eaLnBrk="0" fontAlgn="auto" hangingPunct="0">
              <a:lnSpc>
                <a:spcPct val="120000"/>
              </a:lnSpc>
              <a:buClrTx/>
              <a:buSzTx/>
              <a:buFont typeface="Monotype Sorts" pitchFamily="2" charset="2"/>
              <a:buNone/>
            </a:pPr>
            <a:r>
              <a:rPr lang="en-US" altLang="zh-CN" sz="2800" b="1" dirty="0">
                <a:solidFill>
                  <a:schemeClr val="tx1"/>
                </a:solidFill>
                <a:latin typeface="楷体_GB2312" pitchFamily="49" charset="-122"/>
              </a:rPr>
              <a:t> </a:t>
            </a:r>
            <a:r>
              <a:rPr lang="en-US" altLang="zh-CN" dirty="0">
                <a:solidFill>
                  <a:schemeClr val="tx1"/>
                </a:solidFill>
                <a:latin typeface="楷体_GB2312" pitchFamily="49" charset="-122"/>
              </a:rPr>
              <a:t>   </a:t>
            </a:r>
            <a:r>
              <a:rPr kumimoji="1" lang="zh-CN" altLang="en-US" sz="2800" dirty="0" smtClean="0">
                <a:solidFill>
                  <a:schemeClr val="tx1"/>
                </a:solidFill>
                <a:latin typeface="华文楷体" panose="02010600040101010101" pitchFamily="2" charset="-122"/>
                <a:ea typeface="华文楷体" panose="02010600040101010101" pitchFamily="2" charset="-122"/>
              </a:rPr>
              <a:t>在线性电路中，任一支路的电流(或电压)可以看成是电路中每一个独立电源单独作用于电路时，在该支路产生的电流(或电压)的代数和。</a:t>
            </a:r>
            <a:endParaRPr kumimoji="1" lang="zh-CN" altLang="en-US" sz="2800" dirty="0" smtClean="0">
              <a:solidFill>
                <a:schemeClr val="tx1"/>
              </a:solidFill>
              <a:latin typeface="华文楷体" panose="02010600040101010101" pitchFamily="2" charset="-122"/>
              <a:ea typeface="华文楷体" panose="02010600040101010101" pitchFamily="2" charset="-122"/>
            </a:endParaRPr>
          </a:p>
        </p:txBody>
      </p:sp>
      <p:sp>
        <p:nvSpPr>
          <p:cNvPr id="62470" name="Rectangle 6"/>
          <p:cNvSpPr/>
          <p:nvPr/>
        </p:nvSpPr>
        <p:spPr>
          <a:xfrm>
            <a:off x="548958" y="3571240"/>
            <a:ext cx="3600450" cy="504825"/>
          </a:xfrm>
          <a:prstGeom prst="rect">
            <a:avLst/>
          </a:prstGeom>
          <a:noFill/>
          <a:ln w="9525">
            <a:noFill/>
          </a:ln>
        </p:spPr>
        <p:txBody>
          <a:bodyPr/>
          <a:p>
            <a:r>
              <a:rPr kumimoji="1" lang="en-US" altLang="zh-CN" sz="3200" b="1" dirty="0">
                <a:solidFill>
                  <a:schemeClr val="accent2">
                    <a:lumMod val="75000"/>
                  </a:schemeClr>
                </a:solidFill>
                <a:latin typeface="Times New Roman" panose="02020603050405020304" pitchFamily="18" charset="0"/>
                <a:ea typeface="华文中宋" panose="02010600040101010101" pitchFamily="2" charset="-122"/>
              </a:rPr>
              <a:t>2.</a:t>
            </a:r>
            <a:r>
              <a:rPr kumimoji="1" lang="en-US" altLang="zh-CN" sz="3200" b="1" dirty="0">
                <a:solidFill>
                  <a:schemeClr val="accent2">
                    <a:lumMod val="75000"/>
                  </a:schemeClr>
                </a:solidFill>
                <a:latin typeface="Times New Roman" panose="02020603050405020304" pitchFamily="18" charset="0"/>
                <a:ea typeface="华文中宋" panose="02010600040101010101" pitchFamily="2" charset="-122"/>
                <a:sym typeface="+mn-ea"/>
              </a:rPr>
              <a:t> </a:t>
            </a:r>
            <a:r>
              <a:rPr kumimoji="1" lang="en-US" altLang="zh-CN" sz="3200" b="1" dirty="0">
                <a:solidFill>
                  <a:schemeClr val="accent2">
                    <a:lumMod val="75000"/>
                  </a:schemeClr>
                </a:solidFill>
                <a:latin typeface="Times New Roman" panose="02020603050405020304" pitchFamily="18" charset="0"/>
                <a:ea typeface="华文中宋" panose="02010600040101010101" pitchFamily="2" charset="-122"/>
              </a:rPr>
              <a:t>定理的证明</a:t>
            </a:r>
            <a:endParaRPr kumimoji="1" lang="en-US" altLang="zh-CN" sz="3200" b="1" dirty="0">
              <a:solidFill>
                <a:schemeClr val="accent2">
                  <a:lumMod val="75000"/>
                </a:schemeClr>
              </a:solidFill>
              <a:latin typeface="Times New Roman" panose="02020603050405020304" pitchFamily="18" charset="0"/>
              <a:ea typeface="华文中宋" panose="02010600040101010101" pitchFamily="2" charset="-122"/>
            </a:endParaRPr>
          </a:p>
        </p:txBody>
      </p:sp>
      <p:sp>
        <p:nvSpPr>
          <p:cNvPr id="62499" name="Text Box 35"/>
          <p:cNvSpPr txBox="1"/>
          <p:nvPr/>
        </p:nvSpPr>
        <p:spPr>
          <a:xfrm>
            <a:off x="755650" y="4363244"/>
            <a:ext cx="2808288" cy="607695"/>
          </a:xfrm>
          <a:prstGeom prst="rect">
            <a:avLst/>
          </a:prstGeom>
          <a:noFill/>
          <a:ln w="9525">
            <a:noFill/>
          </a:ln>
        </p:spPr>
        <p:txBody>
          <a:bodyPr lIns="92075" tIns="46038" rIns="92075" bIns="46038" anchor="ctr" anchorCtr="0">
            <a:spAutoFit/>
          </a:bodyPr>
          <a:p>
            <a:pPr algn="l" eaLnBrk="0" hangingPunct="0">
              <a:lnSpc>
                <a:spcPct val="120000"/>
              </a:lnSpc>
              <a:buClrTx/>
              <a:buSzTx/>
              <a:buNone/>
            </a:pPr>
            <a:r>
              <a:rPr kumimoji="1" lang="zh-CN" altLang="en-US" sz="2800" dirty="0" smtClean="0">
                <a:solidFill>
                  <a:schemeClr val="tx1"/>
                </a:solidFill>
                <a:latin typeface="华文楷体" panose="02010600040101010101" pitchFamily="2" charset="-122"/>
                <a:ea typeface="华文楷体" panose="02010600040101010101" pitchFamily="2" charset="-122"/>
              </a:rPr>
              <a:t>应用节点法：</a:t>
            </a:r>
            <a:endParaRPr kumimoji="1" lang="zh-CN" altLang="en-US" sz="2800" b="0" dirty="0" smtClean="0">
              <a:solidFill>
                <a:schemeClr val="tx1"/>
              </a:solidFill>
              <a:latin typeface="华文楷体" panose="02010600040101010101" pitchFamily="2" charset="-122"/>
              <a:ea typeface="华文楷体" panose="02010600040101010101" pitchFamily="2" charset="-122"/>
            </a:endParaRPr>
          </a:p>
        </p:txBody>
      </p:sp>
      <p:sp>
        <p:nvSpPr>
          <p:cNvPr id="62500" name="Text Box 36"/>
          <p:cNvSpPr txBox="1"/>
          <p:nvPr/>
        </p:nvSpPr>
        <p:spPr>
          <a:xfrm>
            <a:off x="755650" y="5600542"/>
            <a:ext cx="5113338" cy="583565"/>
          </a:xfrm>
          <a:prstGeom prst="rect">
            <a:avLst/>
          </a:prstGeom>
          <a:noFill/>
          <a:ln w="9525">
            <a:noFill/>
          </a:ln>
        </p:spPr>
        <p:txBody>
          <a:bodyPr lIns="92075" tIns="46038" rIns="92075" bIns="46038" anchor="ctr" anchorCtr="0">
            <a:spAutoFit/>
          </a:bodyPr>
          <a:p>
            <a:pPr algn="just"/>
            <a:r>
              <a:rPr lang="en-US" altLang="zh-CN" sz="3200" b="0" dirty="0">
                <a:solidFill>
                  <a:schemeClr val="tx1"/>
                </a:solidFill>
                <a:latin typeface="Times New Roman" panose="02020603050405020304" pitchFamily="18" charset="0"/>
                <a:ea typeface="宋体" panose="02010600030101010101" pitchFamily="2" charset="-122"/>
              </a:rPr>
              <a:t>(</a:t>
            </a:r>
            <a:r>
              <a:rPr lang="en-US" altLang="zh-CN" sz="3200" b="0" i="1" dirty="0">
                <a:solidFill>
                  <a:schemeClr val="tx1"/>
                </a:solidFill>
                <a:latin typeface="Times New Roman" panose="02020603050405020304" pitchFamily="18" charset="0"/>
                <a:ea typeface="宋体" panose="02010600030101010101" pitchFamily="2" charset="-122"/>
              </a:rPr>
              <a:t>G</a:t>
            </a:r>
            <a:r>
              <a:rPr lang="en-US" altLang="zh-CN" sz="3200" b="0" baseline="-25000" dirty="0">
                <a:solidFill>
                  <a:schemeClr val="tx1"/>
                </a:solidFill>
                <a:latin typeface="Times New Roman" panose="02020603050405020304" pitchFamily="18" charset="0"/>
                <a:ea typeface="宋体" panose="02010600030101010101" pitchFamily="2" charset="-122"/>
              </a:rPr>
              <a:t>2</a:t>
            </a:r>
            <a:r>
              <a:rPr lang="en-US" altLang="zh-CN" sz="3200" b="0" dirty="0">
                <a:solidFill>
                  <a:schemeClr val="tx1"/>
                </a:solidFill>
                <a:latin typeface="Times New Roman" panose="02020603050405020304" pitchFamily="18" charset="0"/>
                <a:ea typeface="宋体" panose="02010600030101010101" pitchFamily="2" charset="-122"/>
              </a:rPr>
              <a:t>+</a:t>
            </a:r>
            <a:r>
              <a:rPr lang="en-US" altLang="zh-CN" sz="3200" b="0" i="1" dirty="0">
                <a:solidFill>
                  <a:schemeClr val="tx1"/>
                </a:solidFill>
                <a:latin typeface="Times New Roman" panose="02020603050405020304" pitchFamily="18" charset="0"/>
                <a:ea typeface="宋体" panose="02010600030101010101" pitchFamily="2" charset="-122"/>
              </a:rPr>
              <a:t>G</a:t>
            </a:r>
            <a:r>
              <a:rPr lang="en-US" altLang="zh-CN" sz="3200" b="0" baseline="-25000" dirty="0">
                <a:solidFill>
                  <a:schemeClr val="tx1"/>
                </a:solidFill>
                <a:latin typeface="Times New Roman" panose="02020603050405020304" pitchFamily="18" charset="0"/>
                <a:ea typeface="宋体" panose="02010600030101010101" pitchFamily="2" charset="-122"/>
              </a:rPr>
              <a:t>3</a:t>
            </a:r>
            <a:r>
              <a:rPr lang="en-US" altLang="zh-CN" sz="3200" b="0" dirty="0">
                <a:solidFill>
                  <a:schemeClr val="tx1"/>
                </a:solidFill>
                <a:latin typeface="Times New Roman" panose="02020603050405020304" pitchFamily="18" charset="0"/>
                <a:ea typeface="宋体" panose="02010600030101010101" pitchFamily="2" charset="-122"/>
              </a:rPr>
              <a:t>)</a:t>
            </a:r>
            <a:r>
              <a:rPr lang="en-US" altLang="zh-CN" sz="3200" b="0" i="1" dirty="0">
                <a:solidFill>
                  <a:schemeClr val="tx1"/>
                </a:solidFill>
                <a:latin typeface="Times New Roman" panose="02020603050405020304" pitchFamily="18" charset="0"/>
                <a:ea typeface="宋体" panose="02010600030101010101" pitchFamily="2" charset="-122"/>
              </a:rPr>
              <a:t>u</a:t>
            </a:r>
            <a:r>
              <a:rPr lang="en-US" altLang="zh-CN" sz="3200" b="0" baseline="-25000" dirty="0">
                <a:solidFill>
                  <a:schemeClr val="tx1"/>
                </a:solidFill>
                <a:latin typeface="Times New Roman" panose="02020603050405020304" pitchFamily="18" charset="0"/>
                <a:ea typeface="宋体" panose="02010600030101010101" pitchFamily="2" charset="-122"/>
              </a:rPr>
              <a:t>n1</a:t>
            </a:r>
            <a:r>
              <a:rPr lang="en-US" altLang="zh-CN" sz="3200" b="0" dirty="0">
                <a:solidFill>
                  <a:schemeClr val="tx1"/>
                </a:solidFill>
                <a:latin typeface="Times New Roman" panose="02020603050405020304" pitchFamily="18" charset="0"/>
                <a:ea typeface="宋体" panose="02010600030101010101" pitchFamily="2" charset="-122"/>
              </a:rPr>
              <a:t>=</a:t>
            </a:r>
            <a:r>
              <a:rPr lang="en-US" altLang="zh-CN" sz="3200" b="0" i="1" dirty="0">
                <a:solidFill>
                  <a:schemeClr val="tx1"/>
                </a:solidFill>
                <a:latin typeface="Times New Roman" panose="02020603050405020304" pitchFamily="18" charset="0"/>
                <a:ea typeface="宋体" panose="02010600030101010101" pitchFamily="2" charset="-122"/>
              </a:rPr>
              <a:t>G</a:t>
            </a:r>
            <a:r>
              <a:rPr lang="en-US" altLang="zh-CN" sz="3200" b="0" baseline="-25000" dirty="0">
                <a:solidFill>
                  <a:schemeClr val="tx1"/>
                </a:solidFill>
                <a:latin typeface="Times New Roman" panose="02020603050405020304" pitchFamily="18" charset="0"/>
                <a:ea typeface="宋体" panose="02010600030101010101" pitchFamily="2" charset="-122"/>
              </a:rPr>
              <a:t>2</a:t>
            </a:r>
            <a:r>
              <a:rPr lang="en-US" altLang="zh-CN" sz="3200" b="0" i="1" dirty="0">
                <a:solidFill>
                  <a:schemeClr val="tx1"/>
                </a:solidFill>
                <a:latin typeface="Times New Roman" panose="02020603050405020304" pitchFamily="18" charset="0"/>
                <a:ea typeface="宋体" panose="02010600030101010101" pitchFamily="2" charset="-122"/>
              </a:rPr>
              <a:t>u</a:t>
            </a:r>
            <a:r>
              <a:rPr lang="en-US" altLang="zh-CN" sz="3200" b="0" baseline="-25000" dirty="0">
                <a:solidFill>
                  <a:schemeClr val="tx1"/>
                </a:solidFill>
                <a:latin typeface="Times New Roman" panose="02020603050405020304" pitchFamily="18" charset="0"/>
                <a:ea typeface="宋体" panose="02010600030101010101" pitchFamily="2" charset="-122"/>
              </a:rPr>
              <a:t>S2</a:t>
            </a:r>
            <a:r>
              <a:rPr lang="en-US" altLang="zh-CN" sz="3200" b="0" dirty="0">
                <a:solidFill>
                  <a:schemeClr val="tx1"/>
                </a:solidFill>
                <a:latin typeface="Times New Roman" panose="02020603050405020304" pitchFamily="18" charset="0"/>
                <a:ea typeface="宋体" panose="02010600030101010101" pitchFamily="2" charset="-122"/>
              </a:rPr>
              <a:t>+</a:t>
            </a:r>
            <a:r>
              <a:rPr lang="en-US" altLang="zh-CN" sz="3200" b="0" i="1" dirty="0">
                <a:solidFill>
                  <a:schemeClr val="tx1"/>
                </a:solidFill>
                <a:latin typeface="Times New Roman" panose="02020603050405020304" pitchFamily="18" charset="0"/>
                <a:ea typeface="宋体" panose="02010600030101010101" pitchFamily="2" charset="-122"/>
              </a:rPr>
              <a:t>G</a:t>
            </a:r>
            <a:r>
              <a:rPr lang="en-US" altLang="zh-CN" sz="3200" b="0" baseline="-25000" dirty="0">
                <a:solidFill>
                  <a:schemeClr val="tx1"/>
                </a:solidFill>
                <a:latin typeface="Times New Roman" panose="02020603050405020304" pitchFamily="18" charset="0"/>
                <a:ea typeface="宋体" panose="02010600030101010101" pitchFamily="2" charset="-122"/>
              </a:rPr>
              <a:t>3</a:t>
            </a:r>
            <a:r>
              <a:rPr lang="en-US" altLang="zh-CN" sz="3200" b="0" i="1" dirty="0">
                <a:solidFill>
                  <a:schemeClr val="tx1"/>
                </a:solidFill>
                <a:latin typeface="Times New Roman" panose="02020603050405020304" pitchFamily="18" charset="0"/>
                <a:ea typeface="宋体" panose="02010600030101010101" pitchFamily="2" charset="-122"/>
              </a:rPr>
              <a:t>u</a:t>
            </a:r>
            <a:r>
              <a:rPr lang="en-US" altLang="zh-CN" sz="3200" b="0" baseline="-25000" dirty="0">
                <a:solidFill>
                  <a:schemeClr val="tx1"/>
                </a:solidFill>
                <a:latin typeface="Times New Roman" panose="02020603050405020304" pitchFamily="18" charset="0"/>
                <a:ea typeface="宋体" panose="02010600030101010101" pitchFamily="2" charset="-122"/>
              </a:rPr>
              <a:t>S3</a:t>
            </a:r>
            <a:r>
              <a:rPr lang="en-US" altLang="zh-CN" sz="3200" b="0" dirty="0">
                <a:solidFill>
                  <a:schemeClr val="tx1"/>
                </a:solidFill>
                <a:latin typeface="Times New Roman" panose="02020603050405020304" pitchFamily="18" charset="0"/>
                <a:ea typeface="宋体" panose="02010600030101010101" pitchFamily="2" charset="-122"/>
              </a:rPr>
              <a:t>+</a:t>
            </a:r>
            <a:r>
              <a:rPr lang="en-US" altLang="zh-CN" sz="3200" b="0" i="1" dirty="0">
                <a:solidFill>
                  <a:schemeClr val="tx1"/>
                </a:solidFill>
                <a:latin typeface="Times New Roman" panose="02020603050405020304" pitchFamily="18" charset="0"/>
                <a:ea typeface="宋体" panose="02010600030101010101" pitchFamily="2" charset="-122"/>
              </a:rPr>
              <a:t>i</a:t>
            </a:r>
            <a:r>
              <a:rPr lang="en-US" altLang="zh-CN" b="0" baseline="-25000" dirty="0">
                <a:solidFill>
                  <a:schemeClr val="tx1"/>
                </a:solidFill>
                <a:latin typeface="Times New Roman" panose="02020603050405020304" pitchFamily="18" charset="0"/>
                <a:ea typeface="宋体" panose="02010600030101010101" pitchFamily="2" charset="-122"/>
              </a:rPr>
              <a:t>S</a:t>
            </a:r>
            <a:r>
              <a:rPr lang="en-US" altLang="zh-CN" sz="3200" b="0" baseline="-25000" dirty="0">
                <a:solidFill>
                  <a:schemeClr val="tx1"/>
                </a:solidFill>
                <a:latin typeface="Times New Roman" panose="02020603050405020304" pitchFamily="18" charset="0"/>
                <a:ea typeface="宋体" panose="02010600030101010101" pitchFamily="2" charset="-122"/>
              </a:rPr>
              <a:t>1</a:t>
            </a:r>
            <a:endParaRPr lang="en-US" altLang="zh-CN" sz="3200" b="0" baseline="-25000" dirty="0">
              <a:solidFill>
                <a:schemeClr val="tx1"/>
              </a:solidFill>
              <a:latin typeface="Times New Roman" panose="02020603050405020304" pitchFamily="18" charset="0"/>
              <a:ea typeface="宋体" panose="02010600030101010101" pitchFamily="2" charset="-122"/>
            </a:endParaRPr>
          </a:p>
        </p:txBody>
      </p:sp>
      <p:grpSp>
        <p:nvGrpSpPr>
          <p:cNvPr id="7" name="组合 6"/>
          <p:cNvGrpSpPr/>
          <p:nvPr/>
        </p:nvGrpSpPr>
        <p:grpSpPr>
          <a:xfrm>
            <a:off x="4589145" y="3020060"/>
            <a:ext cx="4211955" cy="2581275"/>
            <a:chOff x="7199" y="4756"/>
            <a:chExt cx="6633" cy="4065"/>
          </a:xfrm>
        </p:grpSpPr>
        <p:sp>
          <p:nvSpPr>
            <p:cNvPr id="59407" name="Rectangle 52"/>
            <p:cNvSpPr/>
            <p:nvPr/>
          </p:nvSpPr>
          <p:spPr bwMode="auto">
            <a:xfrm>
              <a:off x="7655" y="5301"/>
              <a:ext cx="4763" cy="3065"/>
            </a:xfrm>
            <a:prstGeom prst="rect">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lIns="91440" tIns="45720" rIns="91440" bIns="45720" anchor="ctr" anchorCtr="0">
              <a:noAutofit/>
            </a:bodyPr>
            <a:lstStyle/>
            <a:p>
              <a:pPr lvl="0" algn="l">
                <a:buClrTx/>
                <a:buSzTx/>
                <a:buFontTx/>
              </a:pPr>
              <a:endParaRPr lang="zh-CN" altLang="en-US" sz="1800">
                <a:sym typeface="+mn-ea"/>
              </a:endParaRPr>
            </a:p>
          </p:txBody>
        </p:sp>
        <p:sp>
          <p:nvSpPr>
            <p:cNvPr id="59408" name="Line 53"/>
            <p:cNvSpPr/>
            <p:nvPr/>
          </p:nvSpPr>
          <p:spPr bwMode="auto">
            <a:xfrm>
              <a:off x="10035" y="5301"/>
              <a:ext cx="0" cy="3065"/>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59409" name="Text Box 54"/>
            <p:cNvSpPr txBox="1"/>
            <p:nvPr/>
          </p:nvSpPr>
          <p:spPr>
            <a:xfrm>
              <a:off x="7540" y="5531"/>
              <a:ext cx="1195" cy="818"/>
            </a:xfrm>
            <a:prstGeom prst="rect">
              <a:avLst/>
            </a:prstGeom>
            <a:noFill/>
            <a:ln w="28575">
              <a:noFill/>
            </a:ln>
          </p:spPr>
          <p:txBody>
            <a:bodyPr lIns="92075" tIns="46038" rIns="92075" bIns="46038" anchor="ctr" anchorCtr="0">
              <a:spAutoFit/>
            </a:bodyPr>
            <a:p>
              <a:pPr algn="ctr"/>
              <a:r>
                <a:rPr lang="en-US" altLang="zh-CN" b="0" i="1" dirty="0">
                  <a:solidFill>
                    <a:schemeClr val="tx1"/>
                  </a:solidFill>
                  <a:latin typeface="Times New Roman" panose="02020603050405020304" pitchFamily="18" charset="0"/>
                </a:rPr>
                <a:t>G</a:t>
              </a:r>
              <a:r>
                <a:rPr lang="en-US" altLang="zh-CN" b="0" baseline="-25000" dirty="0">
                  <a:solidFill>
                    <a:schemeClr val="tx1"/>
                  </a:solidFill>
                  <a:latin typeface="Times New Roman" panose="02020603050405020304" pitchFamily="18" charset="0"/>
                </a:rPr>
                <a:t>1</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59410" name="Text Box 55"/>
            <p:cNvSpPr txBox="1"/>
            <p:nvPr/>
          </p:nvSpPr>
          <p:spPr>
            <a:xfrm>
              <a:off x="7848" y="6323"/>
              <a:ext cx="848" cy="818"/>
            </a:xfrm>
            <a:prstGeom prst="rect">
              <a:avLst/>
            </a:prstGeom>
            <a:noFill/>
            <a:ln w="28575">
              <a:noFill/>
            </a:ln>
          </p:spPr>
          <p:txBody>
            <a:bodyPr wrap="none" lIns="92075" tIns="46038" rIns="92075" bIns="46038" anchor="ctr" anchorCtr="0">
              <a:spAutoFit/>
            </a:bodyPr>
            <a:p>
              <a:pPr algn="ctr"/>
              <a:r>
                <a:rPr lang="en-US" altLang="zh-CN" b="0" i="1" dirty="0">
                  <a:solidFill>
                    <a:schemeClr val="tx1"/>
                  </a:solidFill>
                  <a:latin typeface="Times New Roman" panose="02020603050405020304" pitchFamily="18" charset="0"/>
                </a:rPr>
                <a:t>i</a:t>
              </a:r>
              <a:r>
                <a:rPr lang="en-US" altLang="zh-CN" b="0" baseline="-25000" dirty="0">
                  <a:solidFill>
                    <a:schemeClr val="tx1"/>
                  </a:solidFill>
                  <a:latin typeface="Times New Roman" panose="02020603050405020304" pitchFamily="18" charset="0"/>
                </a:rPr>
                <a:t>S1</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59411" name="Text Box 56"/>
            <p:cNvSpPr txBox="1"/>
            <p:nvPr/>
          </p:nvSpPr>
          <p:spPr>
            <a:xfrm>
              <a:off x="10148" y="5756"/>
              <a:ext cx="943" cy="818"/>
            </a:xfrm>
            <a:prstGeom prst="rect">
              <a:avLst/>
            </a:prstGeom>
            <a:noFill/>
            <a:ln w="28575">
              <a:noFill/>
            </a:ln>
          </p:spPr>
          <p:txBody>
            <a:bodyPr lIns="92075" tIns="46038" rIns="92075" bIns="46038" anchor="ctr" anchorCtr="0">
              <a:spAutoFit/>
            </a:bodyPr>
            <a:p>
              <a:pPr algn="ctr"/>
              <a:r>
                <a:rPr lang="en-US" altLang="zh-CN" b="0" i="1" dirty="0">
                  <a:solidFill>
                    <a:schemeClr val="tx1"/>
                  </a:solidFill>
                  <a:latin typeface="Times New Roman" panose="02020603050405020304" pitchFamily="18" charset="0"/>
                </a:rPr>
                <a:t>G</a:t>
              </a:r>
              <a:r>
                <a:rPr lang="en-US" altLang="zh-CN" b="0" baseline="-25000" dirty="0">
                  <a:solidFill>
                    <a:schemeClr val="tx1"/>
                  </a:solidFill>
                  <a:latin typeface="Times New Roman" panose="02020603050405020304" pitchFamily="18" charset="0"/>
                </a:rPr>
                <a:t>2</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59412" name="Text Box 57"/>
            <p:cNvSpPr txBox="1"/>
            <p:nvPr/>
          </p:nvSpPr>
          <p:spPr>
            <a:xfrm>
              <a:off x="10458" y="7003"/>
              <a:ext cx="973" cy="818"/>
            </a:xfrm>
            <a:prstGeom prst="rect">
              <a:avLst/>
            </a:prstGeom>
            <a:noFill/>
            <a:ln w="28575">
              <a:noFill/>
            </a:ln>
          </p:spPr>
          <p:txBody>
            <a:bodyPr wrap="none" lIns="92075" tIns="46038" rIns="92075" bIns="46038" anchor="ctr" anchorCtr="0">
              <a:spAutoFit/>
            </a:bodyPr>
            <a:p>
              <a:pPr algn="ctr"/>
              <a:r>
                <a:rPr lang="en-US" altLang="zh-CN" b="0" i="1" dirty="0">
                  <a:solidFill>
                    <a:schemeClr val="tx1"/>
                  </a:solidFill>
                  <a:latin typeface="Times New Roman" panose="02020603050405020304" pitchFamily="18" charset="0"/>
                </a:rPr>
                <a:t>u</a:t>
              </a:r>
              <a:r>
                <a:rPr lang="en-US" altLang="zh-CN" b="0" baseline="-25000" dirty="0">
                  <a:solidFill>
                    <a:schemeClr val="tx1"/>
                  </a:solidFill>
                  <a:latin typeface="Times New Roman" panose="02020603050405020304" pitchFamily="18" charset="0"/>
                </a:rPr>
                <a:t>S2</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59413" name="Text Box 58"/>
            <p:cNvSpPr txBox="1"/>
            <p:nvPr/>
          </p:nvSpPr>
          <p:spPr>
            <a:xfrm>
              <a:off x="12418" y="5643"/>
              <a:ext cx="1068" cy="818"/>
            </a:xfrm>
            <a:prstGeom prst="rect">
              <a:avLst/>
            </a:prstGeom>
            <a:noFill/>
            <a:ln w="28575">
              <a:noFill/>
            </a:ln>
          </p:spPr>
          <p:txBody>
            <a:bodyPr lIns="92075" tIns="46038" rIns="92075" bIns="46038" anchor="ctr" anchorCtr="0">
              <a:spAutoFit/>
            </a:bodyPr>
            <a:p>
              <a:pPr algn="ctr"/>
              <a:r>
                <a:rPr lang="en-US" altLang="zh-CN" b="0" i="1" dirty="0">
                  <a:solidFill>
                    <a:schemeClr val="tx1"/>
                  </a:solidFill>
                  <a:latin typeface="Times New Roman" panose="02020603050405020304" pitchFamily="18" charset="0"/>
                </a:rPr>
                <a:t>G</a:t>
              </a:r>
              <a:r>
                <a:rPr lang="en-US" altLang="zh-CN" b="0" baseline="-25000" dirty="0">
                  <a:solidFill>
                    <a:schemeClr val="tx1"/>
                  </a:solidFill>
                  <a:latin typeface="Times New Roman" panose="02020603050405020304" pitchFamily="18" charset="0"/>
                </a:rPr>
                <a:t>3</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59414" name="Text Box 59"/>
            <p:cNvSpPr txBox="1"/>
            <p:nvPr/>
          </p:nvSpPr>
          <p:spPr>
            <a:xfrm>
              <a:off x="12758" y="7006"/>
              <a:ext cx="1075" cy="818"/>
            </a:xfrm>
            <a:prstGeom prst="rect">
              <a:avLst/>
            </a:prstGeom>
            <a:noFill/>
            <a:ln w="28575">
              <a:noFill/>
            </a:ln>
          </p:spPr>
          <p:txBody>
            <a:bodyPr lIns="92075" tIns="46038" rIns="92075" bIns="46038" anchor="ctr" anchorCtr="0">
              <a:spAutoFit/>
            </a:bodyPr>
            <a:p>
              <a:pPr algn="ctr"/>
              <a:r>
                <a:rPr lang="en-US" altLang="zh-CN" b="0" i="1" dirty="0">
                  <a:solidFill>
                    <a:schemeClr val="tx1"/>
                  </a:solidFill>
                  <a:latin typeface="Times New Roman" panose="02020603050405020304" pitchFamily="18" charset="0"/>
                </a:rPr>
                <a:t>u</a:t>
              </a:r>
              <a:r>
                <a:rPr lang="en-US" altLang="zh-CN" b="0" baseline="-25000" dirty="0">
                  <a:solidFill>
                    <a:schemeClr val="tx1"/>
                  </a:solidFill>
                  <a:latin typeface="Times New Roman" panose="02020603050405020304" pitchFamily="18" charset="0"/>
                </a:rPr>
                <a:t>S3</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59415" name="Line 61"/>
            <p:cNvSpPr/>
            <p:nvPr/>
          </p:nvSpPr>
          <p:spPr>
            <a:xfrm>
              <a:off x="10035" y="5371"/>
              <a:ext cx="0" cy="595"/>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59416" name="Text Box 62"/>
            <p:cNvSpPr txBox="1"/>
            <p:nvPr/>
          </p:nvSpPr>
          <p:spPr>
            <a:xfrm>
              <a:off x="9272" y="5148"/>
              <a:ext cx="635" cy="818"/>
            </a:xfrm>
            <a:prstGeom prst="rect">
              <a:avLst/>
            </a:prstGeom>
            <a:noFill/>
            <a:ln w="28575">
              <a:noFill/>
            </a:ln>
          </p:spPr>
          <p:txBody>
            <a:bodyPr wrap="none" lIns="92075" tIns="46038" rIns="92075" bIns="46038" anchor="ctr" anchorCtr="0">
              <a:spAutoFit/>
            </a:bodyPr>
            <a:p>
              <a:pPr algn="ctr"/>
              <a:r>
                <a:rPr lang="en-US" altLang="zh-CN" b="0" i="1" dirty="0">
                  <a:solidFill>
                    <a:schemeClr val="tx1"/>
                  </a:solidFill>
                  <a:latin typeface="Times New Roman" panose="02020603050405020304" pitchFamily="18" charset="0"/>
                </a:rPr>
                <a:t>i</a:t>
              </a:r>
              <a:r>
                <a:rPr lang="en-US" altLang="zh-CN" b="0" baseline="-25000" dirty="0">
                  <a:solidFill>
                    <a:schemeClr val="tx1"/>
                  </a:solidFill>
                  <a:latin typeface="Times New Roman" panose="02020603050405020304" pitchFamily="18" charset="0"/>
                </a:rPr>
                <a:t>2</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59417" name="Line 63"/>
            <p:cNvSpPr/>
            <p:nvPr/>
          </p:nvSpPr>
          <p:spPr>
            <a:xfrm>
              <a:off x="11058" y="5303"/>
              <a:ext cx="805"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59418" name="Text Box 64"/>
            <p:cNvSpPr txBox="1"/>
            <p:nvPr/>
          </p:nvSpPr>
          <p:spPr>
            <a:xfrm>
              <a:off x="11170" y="5334"/>
              <a:ext cx="635" cy="818"/>
            </a:xfrm>
            <a:prstGeom prst="rect">
              <a:avLst/>
            </a:prstGeom>
            <a:noFill/>
            <a:ln w="28575">
              <a:noFill/>
            </a:ln>
          </p:spPr>
          <p:txBody>
            <a:bodyPr wrap="none" lIns="92075" tIns="46038" rIns="92075" bIns="46038" anchor="ctr" anchorCtr="0">
              <a:spAutoFit/>
            </a:bodyPr>
            <a:p>
              <a:pPr algn="ctr"/>
              <a:r>
                <a:rPr lang="en-US" altLang="zh-CN" b="0" i="1" dirty="0">
                  <a:solidFill>
                    <a:schemeClr val="tx1"/>
                  </a:solidFill>
                  <a:latin typeface="Times New Roman" panose="02020603050405020304" pitchFamily="18" charset="0"/>
                </a:rPr>
                <a:t>i</a:t>
              </a:r>
              <a:r>
                <a:rPr lang="en-US" altLang="zh-CN" b="0" baseline="-25000" dirty="0">
                  <a:solidFill>
                    <a:schemeClr val="tx1"/>
                  </a:solidFill>
                  <a:latin typeface="Times New Roman" panose="02020603050405020304" pitchFamily="18" charset="0"/>
                </a:rPr>
                <a:t>3</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59419" name="Text Box 65"/>
            <p:cNvSpPr txBox="1"/>
            <p:nvPr/>
          </p:nvSpPr>
          <p:spPr>
            <a:xfrm>
              <a:off x="10263" y="6438"/>
              <a:ext cx="610" cy="818"/>
            </a:xfrm>
            <a:prstGeom prst="rect">
              <a:avLst/>
            </a:prstGeom>
            <a:noFill/>
            <a:ln w="28575">
              <a:noFill/>
            </a:ln>
          </p:spPr>
          <p:txBody>
            <a:bodyPr wrap="none" lIns="92075" tIns="46038" rIns="92075" bIns="46038" anchor="ctr" anchorCtr="0">
              <a:spAutoFit/>
            </a:bodyPr>
            <a:p>
              <a:pPr algn="ctr"/>
              <a:r>
                <a:rPr lang="en-US" altLang="zh-CN" dirty="0">
                  <a:solidFill>
                    <a:schemeClr val="tx1"/>
                  </a:solidFill>
                  <a:latin typeface="Times New Roman" panose="02020603050405020304" pitchFamily="18" charset="0"/>
                </a:rPr>
                <a:t>+</a:t>
              </a:r>
              <a:endParaRPr lang="en-US" altLang="zh-CN" dirty="0">
                <a:solidFill>
                  <a:schemeClr val="tx1"/>
                </a:solidFill>
                <a:latin typeface="Times New Roman" panose="02020603050405020304" pitchFamily="18" charset="0"/>
                <a:ea typeface="宋体" panose="02010600030101010101" pitchFamily="2" charset="-122"/>
              </a:endParaRPr>
            </a:p>
          </p:txBody>
        </p:sp>
        <p:sp>
          <p:nvSpPr>
            <p:cNvPr id="59420" name="Text Box 66"/>
            <p:cNvSpPr txBox="1"/>
            <p:nvPr/>
          </p:nvSpPr>
          <p:spPr>
            <a:xfrm>
              <a:off x="10263" y="7683"/>
              <a:ext cx="570" cy="818"/>
            </a:xfrm>
            <a:prstGeom prst="rect">
              <a:avLst/>
            </a:prstGeom>
            <a:noFill/>
            <a:ln w="28575">
              <a:noFill/>
            </a:ln>
          </p:spPr>
          <p:txBody>
            <a:bodyPr wrap="none" lIns="92075" tIns="46038" rIns="92075" bIns="46038" anchor="ctr" anchorCtr="0">
              <a:spAutoFit/>
            </a:bodyPr>
            <a:p>
              <a:pPr algn="ctr"/>
              <a:r>
                <a:rPr lang="en-US" altLang="zh-CN" dirty="0">
                  <a:solidFill>
                    <a:schemeClr val="tx1"/>
                  </a:solidFill>
                  <a:latin typeface="Times New Roman" panose="02020603050405020304" pitchFamily="18" charset="0"/>
                </a:rPr>
                <a:t>–</a:t>
              </a:r>
              <a:endParaRPr lang="en-US" altLang="zh-CN" dirty="0">
                <a:solidFill>
                  <a:schemeClr val="tx1"/>
                </a:solidFill>
                <a:latin typeface="Times New Roman" panose="02020603050405020304" pitchFamily="18" charset="0"/>
                <a:ea typeface="宋体" panose="02010600030101010101" pitchFamily="2" charset="-122"/>
              </a:endParaRPr>
            </a:p>
          </p:txBody>
        </p:sp>
        <p:sp>
          <p:nvSpPr>
            <p:cNvPr id="59421" name="Text Box 67"/>
            <p:cNvSpPr txBox="1"/>
            <p:nvPr/>
          </p:nvSpPr>
          <p:spPr>
            <a:xfrm>
              <a:off x="12645" y="6438"/>
              <a:ext cx="610" cy="818"/>
            </a:xfrm>
            <a:prstGeom prst="rect">
              <a:avLst/>
            </a:prstGeom>
            <a:noFill/>
            <a:ln w="28575">
              <a:noFill/>
            </a:ln>
          </p:spPr>
          <p:txBody>
            <a:bodyPr wrap="none" lIns="92075" tIns="46038" rIns="92075" bIns="46038" anchor="ctr" anchorCtr="0">
              <a:spAutoFit/>
            </a:bodyPr>
            <a:p>
              <a:pPr algn="ctr"/>
              <a:r>
                <a:rPr lang="en-US" altLang="zh-CN" dirty="0">
                  <a:solidFill>
                    <a:schemeClr val="tx1"/>
                  </a:solidFill>
                  <a:latin typeface="Times New Roman" panose="02020603050405020304" pitchFamily="18" charset="0"/>
                </a:rPr>
                <a:t>+</a:t>
              </a:r>
              <a:endParaRPr lang="en-US" altLang="zh-CN" dirty="0">
                <a:solidFill>
                  <a:schemeClr val="tx1"/>
                </a:solidFill>
                <a:latin typeface="Times New Roman" panose="02020603050405020304" pitchFamily="18" charset="0"/>
                <a:ea typeface="宋体" panose="02010600030101010101" pitchFamily="2" charset="-122"/>
              </a:endParaRPr>
            </a:p>
          </p:txBody>
        </p:sp>
        <p:sp>
          <p:nvSpPr>
            <p:cNvPr id="59422" name="Text Box 68"/>
            <p:cNvSpPr txBox="1"/>
            <p:nvPr/>
          </p:nvSpPr>
          <p:spPr>
            <a:xfrm>
              <a:off x="12645" y="7686"/>
              <a:ext cx="570" cy="818"/>
            </a:xfrm>
            <a:prstGeom prst="rect">
              <a:avLst/>
            </a:prstGeom>
            <a:noFill/>
            <a:ln w="28575">
              <a:noFill/>
            </a:ln>
          </p:spPr>
          <p:txBody>
            <a:bodyPr wrap="none" lIns="92075" tIns="46038" rIns="92075" bIns="46038" anchor="ctr" anchorCtr="0">
              <a:spAutoFit/>
            </a:bodyPr>
            <a:p>
              <a:pPr algn="ctr"/>
              <a:r>
                <a:rPr lang="en-US" altLang="zh-CN" dirty="0">
                  <a:solidFill>
                    <a:schemeClr val="tx1"/>
                  </a:solidFill>
                  <a:latin typeface="Times New Roman" panose="02020603050405020304" pitchFamily="18" charset="0"/>
                </a:rPr>
                <a:t>–</a:t>
              </a:r>
              <a:endParaRPr lang="en-US" altLang="zh-CN" dirty="0">
                <a:solidFill>
                  <a:schemeClr val="tx1"/>
                </a:solidFill>
                <a:latin typeface="Times New Roman" panose="02020603050405020304" pitchFamily="18" charset="0"/>
                <a:ea typeface="宋体" panose="02010600030101010101" pitchFamily="2" charset="-122"/>
              </a:endParaRPr>
            </a:p>
          </p:txBody>
        </p:sp>
        <p:sp>
          <p:nvSpPr>
            <p:cNvPr id="59423" name="Line 69"/>
            <p:cNvSpPr/>
            <p:nvPr/>
          </p:nvSpPr>
          <p:spPr bwMode="auto">
            <a:xfrm>
              <a:off x="10035" y="8366"/>
              <a:ext cx="3" cy="425"/>
            </a:xfrm>
            <a:prstGeom prst="line">
              <a:avLst/>
            </a:prstGeom>
            <a:noFill/>
            <a:ln w="28575"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59424" name="Line 70"/>
            <p:cNvSpPr/>
            <p:nvPr/>
          </p:nvSpPr>
          <p:spPr bwMode="auto">
            <a:xfrm>
              <a:off x="9639" y="8821"/>
              <a:ext cx="795" cy="0"/>
            </a:xfrm>
            <a:prstGeom prst="line">
              <a:avLst/>
            </a:prstGeom>
            <a:noFill/>
            <a:ln w="28575"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59426" name="Rectangle 72"/>
            <p:cNvSpPr/>
            <p:nvPr/>
          </p:nvSpPr>
          <p:spPr bwMode="auto">
            <a:xfrm>
              <a:off x="12258" y="5756"/>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59427" name="Rectangle 73"/>
            <p:cNvSpPr/>
            <p:nvPr/>
          </p:nvSpPr>
          <p:spPr bwMode="auto">
            <a:xfrm>
              <a:off x="9878" y="5981"/>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59428" name="Rectangle 74"/>
            <p:cNvSpPr/>
            <p:nvPr/>
          </p:nvSpPr>
          <p:spPr bwMode="auto">
            <a:xfrm>
              <a:off x="7495" y="5643"/>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grpSp>
          <p:nvGrpSpPr>
            <p:cNvPr id="59429" name="Group 87"/>
            <p:cNvGrpSpPr/>
            <p:nvPr/>
          </p:nvGrpSpPr>
          <p:grpSpPr>
            <a:xfrm rot="0">
              <a:off x="7200" y="6551"/>
              <a:ext cx="908" cy="1475"/>
              <a:chOff x="2336" y="2568"/>
              <a:chExt cx="363" cy="590"/>
            </a:xfrm>
          </p:grpSpPr>
          <p:grpSp>
            <p:nvGrpSpPr>
              <p:cNvPr id="59430" name="Group 88"/>
              <p:cNvGrpSpPr/>
              <p:nvPr/>
            </p:nvGrpSpPr>
            <p:grpSpPr>
              <a:xfrm>
                <a:off x="2336" y="2795"/>
                <a:ext cx="363" cy="363"/>
                <a:chOff x="4785" y="709"/>
                <a:chExt cx="363" cy="363"/>
              </a:xfrm>
            </p:grpSpPr>
            <p:sp>
              <p:nvSpPr>
                <p:cNvPr id="59432" name="Oval 89"/>
                <p:cNvSpPr/>
                <p:nvPr/>
              </p:nvSpPr>
              <p:spPr>
                <a:xfrm>
                  <a:off x="4785" y="709"/>
                  <a:ext cx="363" cy="363"/>
                </a:xfrm>
                <a:prstGeom prst="ellips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txBody>
                <a:bodyPr wrap="none" anchor="ctr" anchorCtr="0"/>
                <a:p>
                  <a:pPr algn="ctr"/>
                  <a:endParaRPr lang="zh-CN" altLang="zh-CN" sz="2400" b="0" dirty="0">
                    <a:solidFill>
                      <a:schemeClr val="tx1"/>
                    </a:solidFill>
                    <a:latin typeface="Arial" panose="020B0604020202020204" pitchFamily="34" charset="0"/>
                    <a:ea typeface="仿宋_GB2312" pitchFamily="49" charset="-122"/>
                  </a:endParaRPr>
                </a:p>
              </p:txBody>
            </p:sp>
            <p:sp>
              <p:nvSpPr>
                <p:cNvPr id="59433" name="Line 90"/>
                <p:cNvSpPr/>
                <p:nvPr/>
              </p:nvSpPr>
              <p:spPr>
                <a:xfrm>
                  <a:off x="4785" y="890"/>
                  <a:ext cx="363"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pSp>
          <p:sp>
            <p:nvSpPr>
              <p:cNvPr id="59431" name="Line 91"/>
              <p:cNvSpPr/>
              <p:nvPr/>
            </p:nvSpPr>
            <p:spPr>
              <a:xfrm flipV="1">
                <a:off x="2517" y="2568"/>
                <a:ext cx="0" cy="227"/>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pSp>
        <p:sp>
          <p:nvSpPr>
            <p:cNvPr id="1056" name="Oval 168"/>
            <p:cNvSpPr/>
            <p:nvPr/>
          </p:nvSpPr>
          <p:spPr>
            <a:xfrm>
              <a:off x="9811" y="4756"/>
              <a:ext cx="452" cy="455"/>
            </a:xfrm>
            <a:prstGeom prst="ellipse">
              <a:avLst/>
            </a:prstGeom>
            <a:noFill/>
            <a:ln w="19050"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Arial" panose="020B0604020202020204" pitchFamily="34" charset="0"/>
                  <a:ea typeface="宋体" panose="02010600030101010101" pitchFamily="2" charset="-122"/>
                </a:rPr>
                <a:t>1</a:t>
              </a:r>
              <a:endParaRPr lang="en-US" altLang="zh-CN" b="0" dirty="0">
                <a:solidFill>
                  <a:schemeClr val="tx1"/>
                </a:solidFill>
                <a:latin typeface="Arial" panose="020B0604020202020204" pitchFamily="34" charset="0"/>
                <a:ea typeface="宋体" panose="02010600030101010101" pitchFamily="2" charset="-122"/>
              </a:endParaRPr>
            </a:p>
          </p:txBody>
        </p:sp>
        <p:grpSp>
          <p:nvGrpSpPr>
            <p:cNvPr id="73" name="组合 72"/>
            <p:cNvGrpSpPr/>
            <p:nvPr/>
          </p:nvGrpSpPr>
          <p:grpSpPr>
            <a:xfrm rot="0">
              <a:off x="7199" y="7118"/>
              <a:ext cx="908" cy="908"/>
              <a:chOff x="5907581" y="4495572"/>
              <a:chExt cx="576263" cy="576263"/>
            </a:xfrm>
          </p:grpSpPr>
          <p:sp>
            <p:nvSpPr>
              <p:cNvPr id="74"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75" name="直接连接符 74"/>
              <p:cNvCxnSpPr>
                <a:stCxn id="74" idx="4"/>
                <a:endCxn id="74"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9" name="组合 78"/>
            <p:cNvGrpSpPr/>
            <p:nvPr/>
          </p:nvGrpSpPr>
          <p:grpSpPr>
            <a:xfrm rot="0">
              <a:off x="9583" y="7117"/>
              <a:ext cx="908" cy="908"/>
              <a:chOff x="178657" y="3720552"/>
              <a:chExt cx="432197" cy="432197"/>
            </a:xfrm>
            <a:solidFill>
              <a:schemeClr val="accent6">
                <a:lumMod val="40000"/>
                <a:lumOff val="60000"/>
              </a:schemeClr>
            </a:solidFill>
          </p:grpSpPr>
          <p:sp>
            <p:nvSpPr>
              <p:cNvPr id="80" name="Oval 953"/>
              <p:cNvSpPr>
                <a:spLocks noChangeArrowheads="1"/>
              </p:cNvSpPr>
              <p:nvPr/>
            </p:nvSpPr>
            <p:spPr bwMode="auto">
              <a:xfrm>
                <a:off x="178657"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81" name="直接连接符 80"/>
              <p:cNvCxnSpPr>
                <a:stCxn id="80" idx="0"/>
                <a:endCxn id="80" idx="4"/>
              </p:cNvCxnSpPr>
              <p:nvPr/>
            </p:nvCxnSpPr>
            <p:spPr>
              <a:xfrm>
                <a:off x="394756"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组合 2"/>
            <p:cNvGrpSpPr/>
            <p:nvPr/>
          </p:nvGrpSpPr>
          <p:grpSpPr>
            <a:xfrm rot="0">
              <a:off x="11981" y="7118"/>
              <a:ext cx="908" cy="908"/>
              <a:chOff x="505193" y="3720552"/>
              <a:chExt cx="432197" cy="432197"/>
            </a:xfrm>
            <a:solidFill>
              <a:schemeClr val="accent6">
                <a:lumMod val="40000"/>
                <a:lumOff val="60000"/>
              </a:schemeClr>
            </a:solidFill>
          </p:grpSpPr>
          <p:sp>
            <p:nvSpPr>
              <p:cNvPr id="4"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6" name="直接连接符 5"/>
              <p:cNvCxnSpPr>
                <a:stCxn id="4" idx="0"/>
                <a:endCxn id="4"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2466"/>
                                        </p:tgtEl>
                                        <p:attrNameLst>
                                          <p:attrName>style.visibility</p:attrName>
                                        </p:attrNameLst>
                                      </p:cBhvr>
                                      <p:to>
                                        <p:strVal val="visible"/>
                                      </p:to>
                                    </p:set>
                                    <p:anim calcmode="lin" valueType="num">
                                      <p:cBhvr additive="base">
                                        <p:cTn id="7" dur="500" fill="hold"/>
                                        <p:tgtEl>
                                          <p:spTgt spid="62466"/>
                                        </p:tgtEl>
                                        <p:attrNameLst>
                                          <p:attrName>ppt_x</p:attrName>
                                        </p:attrNameLst>
                                      </p:cBhvr>
                                      <p:tavLst>
                                        <p:tav tm="0">
                                          <p:val>
                                            <p:strVal val="0-#ppt_w/2"/>
                                          </p:val>
                                        </p:tav>
                                        <p:tav tm="100000">
                                          <p:val>
                                            <p:strVal val="#ppt_x"/>
                                          </p:val>
                                        </p:tav>
                                      </p:tavLst>
                                    </p:anim>
                                    <p:anim calcmode="lin" valueType="num">
                                      <p:cBhvr additive="base">
                                        <p:cTn id="8" dur="500" fill="hold"/>
                                        <p:tgtEl>
                                          <p:spTgt spid="6246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iterate type="lt">
                                    <p:tmPct val="100000"/>
                                  </p:iterate>
                                  <p:childTnLst>
                                    <p:set>
                                      <p:cBhvr>
                                        <p:cTn id="12" dur="1" fill="hold">
                                          <p:stCondLst>
                                            <p:cond delay="0"/>
                                          </p:stCondLst>
                                        </p:cTn>
                                        <p:tgtEl>
                                          <p:spTgt spid="62467"/>
                                        </p:tgtEl>
                                        <p:attrNameLst>
                                          <p:attrName>style.visibility</p:attrName>
                                        </p:attrNameLst>
                                      </p:cBhvr>
                                      <p:to>
                                        <p:strVal val="visible"/>
                                      </p:to>
                                    </p:set>
                                    <p:animEffect transition="in" filter="wipe(left)">
                                      <p:cBhvr>
                                        <p:cTn id="13" dur="100"/>
                                        <p:tgtEl>
                                          <p:spTgt spid="62467"/>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62470"/>
                                        </p:tgtEl>
                                        <p:attrNameLst>
                                          <p:attrName>style.visibility</p:attrName>
                                        </p:attrNameLst>
                                      </p:cBhvr>
                                      <p:to>
                                        <p:strVal val="visible"/>
                                      </p:to>
                                    </p:set>
                                    <p:anim calcmode="lin" valueType="num">
                                      <p:cBhvr additive="base">
                                        <p:cTn id="18" dur="500" fill="hold"/>
                                        <p:tgtEl>
                                          <p:spTgt spid="62470"/>
                                        </p:tgtEl>
                                        <p:attrNameLst>
                                          <p:attrName>ppt_x</p:attrName>
                                        </p:attrNameLst>
                                      </p:cBhvr>
                                      <p:tavLst>
                                        <p:tav tm="0">
                                          <p:val>
                                            <p:strVal val="0-#ppt_w/2"/>
                                          </p:val>
                                        </p:tav>
                                        <p:tav tm="100000">
                                          <p:val>
                                            <p:strVal val="#ppt_x"/>
                                          </p:val>
                                        </p:tav>
                                      </p:tavLst>
                                    </p:anim>
                                    <p:anim calcmode="lin" valueType="num">
                                      <p:cBhvr additive="base">
                                        <p:cTn id="19" dur="500" fill="hold"/>
                                        <p:tgtEl>
                                          <p:spTgt spid="62470"/>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blinds(horizontal)">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62499"/>
                                        </p:tgtEl>
                                        <p:attrNameLst>
                                          <p:attrName>style.visibility</p:attrName>
                                        </p:attrNameLst>
                                      </p:cBhvr>
                                      <p:to>
                                        <p:strVal val="visible"/>
                                      </p:to>
                                    </p:set>
                                    <p:anim calcmode="lin" valueType="num">
                                      <p:cBhvr additive="base">
                                        <p:cTn id="29" dur="500" fill="hold"/>
                                        <p:tgtEl>
                                          <p:spTgt spid="62499"/>
                                        </p:tgtEl>
                                        <p:attrNameLst>
                                          <p:attrName>ppt_x</p:attrName>
                                        </p:attrNameLst>
                                      </p:cBhvr>
                                      <p:tavLst>
                                        <p:tav tm="0">
                                          <p:val>
                                            <p:strVal val="#ppt_x"/>
                                          </p:val>
                                        </p:tav>
                                        <p:tav tm="100000">
                                          <p:val>
                                            <p:strVal val="#ppt_x"/>
                                          </p:val>
                                        </p:tav>
                                      </p:tavLst>
                                    </p:anim>
                                    <p:anim calcmode="lin" valueType="num">
                                      <p:cBhvr additive="base">
                                        <p:cTn id="30" dur="500" fill="hold"/>
                                        <p:tgtEl>
                                          <p:spTgt spid="62499"/>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62500"/>
                                        </p:tgtEl>
                                        <p:attrNameLst>
                                          <p:attrName>style.visibility</p:attrName>
                                        </p:attrNameLst>
                                      </p:cBhvr>
                                      <p:to>
                                        <p:strVal val="visible"/>
                                      </p:to>
                                    </p:set>
                                    <p:animEffect transition="in" filter="wipe(left)">
                                      <p:cBhvr>
                                        <p:cTn id="35" dur="2000"/>
                                        <p:tgtEl>
                                          <p:spTgt spid="625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6" grpId="0"/>
      <p:bldP spid="62467" grpId="0"/>
      <p:bldP spid="62470" grpId="0"/>
      <p:bldP spid="62499" grpId="0"/>
      <p:bldP spid="6250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4-1 </a:t>
            </a:r>
            <a:r>
              <a:rPr lang="zh-CN" altLang="en-US">
                <a:latin typeface="微软雅黑" panose="020B0503020204020204" pitchFamily="34" charset="-122"/>
                <a:cs typeface="微软雅黑" panose="020B0503020204020204" pitchFamily="34" charset="-122"/>
                <a:sym typeface="+mn-ea"/>
              </a:rPr>
              <a:t>叠加定理</a:t>
            </a:r>
            <a:endParaRPr lang="zh-CN" altLang="en-US"/>
          </a:p>
        </p:txBody>
      </p:sp>
      <p:sp>
        <p:nvSpPr>
          <p:cNvPr id="61496" name="Text Box 56"/>
          <p:cNvSpPr txBox="1"/>
          <p:nvPr/>
        </p:nvSpPr>
        <p:spPr>
          <a:xfrm>
            <a:off x="323850" y="1644015"/>
            <a:ext cx="2665413" cy="607695"/>
          </a:xfrm>
          <a:prstGeom prst="rect">
            <a:avLst/>
          </a:prstGeom>
          <a:noFill/>
          <a:ln w="9525">
            <a:noFill/>
          </a:ln>
        </p:spPr>
        <p:txBody>
          <a:bodyPr>
            <a:spAutoFit/>
          </a:bodyPr>
          <a:p>
            <a:pPr algn="l" eaLnBrk="0" hangingPunct="0">
              <a:lnSpc>
                <a:spcPct val="120000"/>
              </a:lnSpc>
              <a:spcBef>
                <a:spcPct val="50000"/>
              </a:spcBef>
              <a:buClrTx/>
              <a:buSzTx/>
              <a:buNone/>
            </a:pPr>
            <a:r>
              <a:rPr kumimoji="1" lang="zh-CN" altLang="en-US" sz="2800" dirty="0" smtClean="0">
                <a:latin typeface="华文楷体" panose="02010600040101010101" pitchFamily="2" charset="-122"/>
                <a:ea typeface="华文楷体" panose="02010600040101010101" pitchFamily="2" charset="-122"/>
              </a:rPr>
              <a:t>或表示为</a:t>
            </a:r>
            <a:endParaRPr kumimoji="1" lang="zh-CN" altLang="en-US" sz="2800" dirty="0" smtClean="0">
              <a:latin typeface="华文楷体" panose="02010600040101010101" pitchFamily="2" charset="-122"/>
              <a:ea typeface="华文楷体" panose="02010600040101010101" pitchFamily="2" charset="-122"/>
            </a:endParaRPr>
          </a:p>
        </p:txBody>
      </p:sp>
      <p:sp>
        <p:nvSpPr>
          <p:cNvPr id="61504" name="Text Box 64"/>
          <p:cNvSpPr txBox="1"/>
          <p:nvPr/>
        </p:nvSpPr>
        <p:spPr>
          <a:xfrm>
            <a:off x="395288" y="3506153"/>
            <a:ext cx="2808287" cy="607695"/>
          </a:xfrm>
          <a:prstGeom prst="rect">
            <a:avLst/>
          </a:prstGeom>
          <a:noFill/>
          <a:ln w="9525">
            <a:noFill/>
          </a:ln>
        </p:spPr>
        <p:txBody>
          <a:bodyPr>
            <a:spAutoFit/>
          </a:bodyPr>
          <a:p>
            <a:pPr algn="l" eaLnBrk="0" hangingPunct="0">
              <a:lnSpc>
                <a:spcPct val="120000"/>
              </a:lnSpc>
              <a:spcBef>
                <a:spcPct val="50000"/>
              </a:spcBef>
              <a:buClrTx/>
              <a:buSzTx/>
              <a:buNone/>
            </a:pPr>
            <a:r>
              <a:rPr kumimoji="1" lang="zh-CN" altLang="en-US" sz="2800" dirty="0" smtClean="0">
                <a:latin typeface="华文楷体" panose="02010600040101010101" pitchFamily="2" charset="-122"/>
                <a:ea typeface="华文楷体" panose="02010600040101010101" pitchFamily="2" charset="-122"/>
              </a:rPr>
              <a:t>支路电流为</a:t>
            </a:r>
            <a:endParaRPr kumimoji="1" lang="zh-CN" altLang="en-US" sz="2800" dirty="0" smtClean="0">
              <a:latin typeface="华文楷体" panose="02010600040101010101" pitchFamily="2" charset="-122"/>
              <a:ea typeface="华文楷体" panose="02010600040101010101" pitchFamily="2" charset="-122"/>
            </a:endParaRPr>
          </a:p>
        </p:txBody>
      </p:sp>
      <p:graphicFrame>
        <p:nvGraphicFramePr>
          <p:cNvPr id="6" name="对象 5"/>
          <p:cNvGraphicFramePr/>
          <p:nvPr/>
        </p:nvGraphicFramePr>
        <p:xfrm>
          <a:off x="323850" y="809625"/>
          <a:ext cx="4592320" cy="804545"/>
        </p:xfrm>
        <a:graphic>
          <a:graphicData uri="http://schemas.openxmlformats.org/presentationml/2006/ole">
            <mc:AlternateContent xmlns:mc="http://schemas.openxmlformats.org/markup-compatibility/2006">
              <mc:Choice xmlns:v="urn:schemas-microsoft-com:vml" Requires="v">
                <p:oleObj spid="_x0000_s7" name="" r:id="rId1" imgW="2108200" imgH="431800" progId="Equation.KSEE3">
                  <p:embed/>
                </p:oleObj>
              </mc:Choice>
              <mc:Fallback>
                <p:oleObj name="" r:id="rId1" imgW="2108200" imgH="431800" progId="Equation.KSEE3">
                  <p:embed/>
                  <p:pic>
                    <p:nvPicPr>
                      <p:cNvPr id="0" name="图片 3"/>
                      <p:cNvPicPr/>
                      <p:nvPr/>
                    </p:nvPicPr>
                    <p:blipFill>
                      <a:blip r:embed="rId2"/>
                      <a:stretch>
                        <a:fillRect/>
                      </a:stretch>
                    </p:blipFill>
                    <p:spPr>
                      <a:xfrm>
                        <a:off x="323850" y="809625"/>
                        <a:ext cx="4592320" cy="804545"/>
                      </a:xfrm>
                      <a:prstGeom prst="rect">
                        <a:avLst/>
                      </a:prstGeom>
                    </p:spPr>
                  </p:pic>
                </p:oleObj>
              </mc:Fallback>
            </mc:AlternateContent>
          </a:graphicData>
        </a:graphic>
      </p:graphicFrame>
      <p:graphicFrame>
        <p:nvGraphicFramePr>
          <p:cNvPr id="8" name="对象 7"/>
          <p:cNvGraphicFramePr/>
          <p:nvPr/>
        </p:nvGraphicFramePr>
        <p:xfrm>
          <a:off x="395605" y="2355850"/>
          <a:ext cx="4338320" cy="1030605"/>
        </p:xfrm>
        <a:graphic>
          <a:graphicData uri="http://schemas.openxmlformats.org/presentationml/2006/ole">
            <mc:AlternateContent xmlns:mc="http://schemas.openxmlformats.org/markup-compatibility/2006">
              <mc:Choice xmlns:v="urn:schemas-microsoft-com:vml" Requires="v">
                <p:oleObj spid="_x0000_s9" name="" r:id="rId3" imgW="1498600" imgH="457200" progId="Equation.KSEE3">
                  <p:embed/>
                </p:oleObj>
              </mc:Choice>
              <mc:Fallback>
                <p:oleObj name="" r:id="rId3" imgW="1498600" imgH="457200" progId="Equation.KSEE3">
                  <p:embed/>
                  <p:pic>
                    <p:nvPicPr>
                      <p:cNvPr id="0" name="图片 8"/>
                      <p:cNvPicPr/>
                      <p:nvPr/>
                    </p:nvPicPr>
                    <p:blipFill>
                      <a:blip r:embed="rId4"/>
                      <a:stretch>
                        <a:fillRect/>
                      </a:stretch>
                    </p:blipFill>
                    <p:spPr>
                      <a:xfrm>
                        <a:off x="395605" y="2355850"/>
                        <a:ext cx="4338320" cy="1030605"/>
                      </a:xfrm>
                      <a:prstGeom prst="rect">
                        <a:avLst/>
                      </a:prstGeom>
                    </p:spPr>
                  </p:pic>
                </p:oleObj>
              </mc:Fallback>
            </mc:AlternateContent>
          </a:graphicData>
        </a:graphic>
      </p:graphicFrame>
      <p:graphicFrame>
        <p:nvGraphicFramePr>
          <p:cNvPr id="10" name="对象 9"/>
          <p:cNvGraphicFramePr/>
          <p:nvPr/>
        </p:nvGraphicFramePr>
        <p:xfrm>
          <a:off x="395605" y="4053205"/>
          <a:ext cx="7856220" cy="1257300"/>
        </p:xfrm>
        <a:graphic>
          <a:graphicData uri="http://schemas.openxmlformats.org/presentationml/2006/ole">
            <mc:AlternateContent xmlns:mc="http://schemas.openxmlformats.org/markup-compatibility/2006">
              <mc:Choice xmlns:v="urn:schemas-microsoft-com:vml" Requires="v">
                <p:oleObj spid="_x0000_s11" name="" r:id="rId5" imgW="3276600" imgH="685800" progId="Equation.KSEE3">
                  <p:embed/>
                </p:oleObj>
              </mc:Choice>
              <mc:Fallback>
                <p:oleObj name="" r:id="rId5" imgW="3276600" imgH="685800" progId="Equation.KSEE3">
                  <p:embed/>
                  <p:pic>
                    <p:nvPicPr>
                      <p:cNvPr id="0" name="图片 10"/>
                      <p:cNvPicPr/>
                      <p:nvPr/>
                    </p:nvPicPr>
                    <p:blipFill>
                      <a:blip r:embed="rId6"/>
                      <a:stretch>
                        <a:fillRect/>
                      </a:stretch>
                    </p:blipFill>
                    <p:spPr>
                      <a:xfrm>
                        <a:off x="395605" y="4053205"/>
                        <a:ext cx="7856220" cy="1257300"/>
                      </a:xfrm>
                      <a:prstGeom prst="rect">
                        <a:avLst/>
                      </a:prstGeom>
                    </p:spPr>
                  </p:pic>
                </p:oleObj>
              </mc:Fallback>
            </mc:AlternateContent>
          </a:graphicData>
        </a:graphic>
      </p:graphicFrame>
      <p:graphicFrame>
        <p:nvGraphicFramePr>
          <p:cNvPr id="12" name="对象 11"/>
          <p:cNvGraphicFramePr/>
          <p:nvPr/>
        </p:nvGraphicFramePr>
        <p:xfrm>
          <a:off x="395605" y="5346065"/>
          <a:ext cx="7957185" cy="1305560"/>
        </p:xfrm>
        <a:graphic>
          <a:graphicData uri="http://schemas.openxmlformats.org/presentationml/2006/ole">
            <mc:AlternateContent xmlns:mc="http://schemas.openxmlformats.org/markup-compatibility/2006">
              <mc:Choice xmlns:v="urn:schemas-microsoft-com:vml" Requires="v">
                <p:oleObj spid="_x0000_s13" name="" r:id="rId7" imgW="3594100" imgH="685800" progId="Equation.KSEE3">
                  <p:embed/>
                </p:oleObj>
              </mc:Choice>
              <mc:Fallback>
                <p:oleObj name="" r:id="rId7" imgW="3594100" imgH="685800" progId="Equation.KSEE3">
                  <p:embed/>
                  <p:pic>
                    <p:nvPicPr>
                      <p:cNvPr id="0" name="图片 12"/>
                      <p:cNvPicPr/>
                      <p:nvPr/>
                    </p:nvPicPr>
                    <p:blipFill>
                      <a:blip r:embed="rId8"/>
                      <a:stretch>
                        <a:fillRect/>
                      </a:stretch>
                    </p:blipFill>
                    <p:spPr>
                      <a:xfrm>
                        <a:off x="395605" y="5346065"/>
                        <a:ext cx="7957185" cy="1305560"/>
                      </a:xfrm>
                      <a:prstGeom prst="rect">
                        <a:avLst/>
                      </a:prstGeom>
                    </p:spPr>
                  </p:pic>
                </p:oleObj>
              </mc:Fallback>
            </mc:AlternateContent>
          </a:graphicData>
        </a:graphic>
      </p:graphicFrame>
      <p:grpSp>
        <p:nvGrpSpPr>
          <p:cNvPr id="15" name="组合 14"/>
          <p:cNvGrpSpPr/>
          <p:nvPr/>
        </p:nvGrpSpPr>
        <p:grpSpPr>
          <a:xfrm>
            <a:off x="4932680" y="810260"/>
            <a:ext cx="4211955" cy="2593340"/>
            <a:chOff x="7936" y="1052"/>
            <a:chExt cx="6633" cy="4084"/>
          </a:xfrm>
        </p:grpSpPr>
        <p:sp>
          <p:nvSpPr>
            <p:cNvPr id="1045" name="Text Box 157"/>
            <p:cNvSpPr txBox="1"/>
            <p:nvPr/>
          </p:nvSpPr>
          <p:spPr>
            <a:xfrm>
              <a:off x="13495" y="3358"/>
              <a:ext cx="1075" cy="818"/>
            </a:xfrm>
            <a:prstGeom prst="rect">
              <a:avLst/>
            </a:prstGeom>
            <a:noFill/>
            <a:ln w="28575">
              <a:noFill/>
            </a:ln>
          </p:spPr>
          <p:txBody>
            <a:bodyPr lIns="92075" tIns="46038" rIns="92075" bIns="46038" anchor="ctr" anchorCtr="0">
              <a:spAutoFit/>
            </a:bodyPr>
            <a:p>
              <a:pPr algn="ctr"/>
              <a:r>
                <a:rPr lang="en-US" altLang="zh-CN" b="0" i="1" dirty="0">
                  <a:solidFill>
                    <a:schemeClr val="tx1"/>
                  </a:solidFill>
                  <a:latin typeface="Times New Roman" panose="02020603050405020304" pitchFamily="18" charset="0"/>
                </a:rPr>
                <a:t>u</a:t>
              </a:r>
              <a:r>
                <a:rPr lang="en-US" altLang="zh-CN" b="0" baseline="-25000" dirty="0">
                  <a:solidFill>
                    <a:schemeClr val="tx1"/>
                  </a:solidFill>
                  <a:latin typeface="Times New Roman" panose="02020603050405020304" pitchFamily="18" charset="0"/>
                </a:rPr>
                <a:t>S3</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grpSp>
          <p:nvGrpSpPr>
            <p:cNvPr id="5" name="组合 4"/>
            <p:cNvGrpSpPr/>
            <p:nvPr/>
          </p:nvGrpSpPr>
          <p:grpSpPr>
            <a:xfrm>
              <a:off x="7936" y="1052"/>
              <a:ext cx="6285" cy="4085"/>
              <a:chOff x="7936" y="1088"/>
              <a:chExt cx="6285" cy="4085"/>
            </a:xfrm>
          </p:grpSpPr>
          <p:sp>
            <p:nvSpPr>
              <p:cNvPr id="1038" name="Rectangle 150"/>
              <p:cNvSpPr/>
              <p:nvPr/>
            </p:nvSpPr>
            <p:spPr bwMode="auto">
              <a:xfrm>
                <a:off x="8393" y="1653"/>
                <a:ext cx="4762" cy="3065"/>
              </a:xfrm>
              <a:prstGeom prst="rect">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lIns="91440" tIns="45720" rIns="91440" bIns="45720" anchor="ctr" anchorCtr="0">
                <a:noAutofit/>
              </a:bodyPr>
              <a:lstStyle/>
              <a:p>
                <a:pPr lvl="0" algn="l">
                  <a:buClrTx/>
                  <a:buSzTx/>
                  <a:buFontTx/>
                </a:pPr>
                <a:endParaRPr lang="zh-CN" altLang="en-US" sz="1800">
                  <a:sym typeface="+mn-ea"/>
                </a:endParaRPr>
              </a:p>
            </p:txBody>
          </p:sp>
          <p:sp>
            <p:nvSpPr>
              <p:cNvPr id="1039" name="Line 151"/>
              <p:cNvSpPr/>
              <p:nvPr/>
            </p:nvSpPr>
            <p:spPr bwMode="auto">
              <a:xfrm>
                <a:off x="10773" y="1653"/>
                <a:ext cx="0" cy="3065"/>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1040" name="Text Box 152"/>
              <p:cNvSpPr txBox="1"/>
              <p:nvPr/>
            </p:nvSpPr>
            <p:spPr>
              <a:xfrm>
                <a:off x="8278" y="1883"/>
                <a:ext cx="1195" cy="818"/>
              </a:xfrm>
              <a:prstGeom prst="rect">
                <a:avLst/>
              </a:prstGeom>
              <a:noFill/>
              <a:ln w="28575">
                <a:noFill/>
              </a:ln>
            </p:spPr>
            <p:txBody>
              <a:bodyPr lIns="92075" tIns="46038" rIns="92075" bIns="46038" anchor="ctr" anchorCtr="0">
                <a:spAutoFit/>
              </a:bodyPr>
              <a:p>
                <a:pPr algn="ctr"/>
                <a:r>
                  <a:rPr lang="en-US" altLang="zh-CN" b="0" i="1" dirty="0">
                    <a:solidFill>
                      <a:schemeClr val="tx1"/>
                    </a:solidFill>
                    <a:latin typeface="Times New Roman" panose="02020603050405020304" pitchFamily="18" charset="0"/>
                  </a:rPr>
                  <a:t>G</a:t>
                </a:r>
                <a:r>
                  <a:rPr lang="en-US" altLang="zh-CN" b="0" baseline="-25000" dirty="0">
                    <a:solidFill>
                      <a:schemeClr val="tx1"/>
                    </a:solidFill>
                    <a:latin typeface="Times New Roman" panose="02020603050405020304" pitchFamily="18" charset="0"/>
                  </a:rPr>
                  <a:t>1</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1041" name="Text Box 153"/>
              <p:cNvSpPr txBox="1"/>
              <p:nvPr/>
            </p:nvSpPr>
            <p:spPr>
              <a:xfrm>
                <a:off x="8585" y="2675"/>
                <a:ext cx="847" cy="818"/>
              </a:xfrm>
              <a:prstGeom prst="rect">
                <a:avLst/>
              </a:prstGeom>
              <a:noFill/>
              <a:ln w="28575">
                <a:noFill/>
              </a:ln>
            </p:spPr>
            <p:txBody>
              <a:bodyPr wrap="none" lIns="92075" tIns="46038" rIns="92075" bIns="46038" anchor="ctr" anchorCtr="0">
                <a:spAutoFit/>
              </a:bodyPr>
              <a:p>
                <a:pPr algn="ctr"/>
                <a:r>
                  <a:rPr lang="en-US" altLang="zh-CN" b="0" i="1" dirty="0">
                    <a:solidFill>
                      <a:schemeClr val="tx1"/>
                    </a:solidFill>
                    <a:latin typeface="Times New Roman" panose="02020603050405020304" pitchFamily="18" charset="0"/>
                  </a:rPr>
                  <a:t>i</a:t>
                </a:r>
                <a:r>
                  <a:rPr lang="en-US" altLang="zh-CN" b="0" baseline="-25000" dirty="0">
                    <a:solidFill>
                      <a:schemeClr val="tx1"/>
                    </a:solidFill>
                    <a:latin typeface="Times New Roman" panose="02020603050405020304" pitchFamily="18" charset="0"/>
                  </a:rPr>
                  <a:t>S1</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1042" name="Text Box 154"/>
              <p:cNvSpPr txBox="1"/>
              <p:nvPr/>
            </p:nvSpPr>
            <p:spPr>
              <a:xfrm>
                <a:off x="10885" y="2108"/>
                <a:ext cx="942" cy="818"/>
              </a:xfrm>
              <a:prstGeom prst="rect">
                <a:avLst/>
              </a:prstGeom>
              <a:noFill/>
              <a:ln w="28575">
                <a:noFill/>
              </a:ln>
            </p:spPr>
            <p:txBody>
              <a:bodyPr lIns="92075" tIns="46038" rIns="92075" bIns="46038" anchor="ctr" anchorCtr="0">
                <a:spAutoFit/>
              </a:bodyPr>
              <a:p>
                <a:pPr algn="ctr"/>
                <a:r>
                  <a:rPr lang="en-US" altLang="zh-CN" b="0" i="1" dirty="0">
                    <a:solidFill>
                      <a:schemeClr val="tx1"/>
                    </a:solidFill>
                    <a:latin typeface="Times New Roman" panose="02020603050405020304" pitchFamily="18" charset="0"/>
                  </a:rPr>
                  <a:t>G</a:t>
                </a:r>
                <a:r>
                  <a:rPr lang="en-US" altLang="zh-CN" b="0" baseline="-25000" dirty="0">
                    <a:solidFill>
                      <a:schemeClr val="tx1"/>
                    </a:solidFill>
                    <a:latin typeface="Times New Roman" panose="02020603050405020304" pitchFamily="18" charset="0"/>
                  </a:rPr>
                  <a:t>2</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1043" name="Text Box 155"/>
              <p:cNvSpPr txBox="1"/>
              <p:nvPr/>
            </p:nvSpPr>
            <p:spPr>
              <a:xfrm>
                <a:off x="11195" y="3355"/>
                <a:ext cx="972" cy="818"/>
              </a:xfrm>
              <a:prstGeom prst="rect">
                <a:avLst/>
              </a:prstGeom>
              <a:noFill/>
              <a:ln w="28575">
                <a:noFill/>
              </a:ln>
            </p:spPr>
            <p:txBody>
              <a:bodyPr wrap="none" lIns="92075" tIns="46038" rIns="92075" bIns="46038" anchor="ctr" anchorCtr="0">
                <a:spAutoFit/>
              </a:bodyPr>
              <a:p>
                <a:pPr algn="ctr"/>
                <a:r>
                  <a:rPr lang="en-US" altLang="zh-CN" b="0" i="1" dirty="0">
                    <a:solidFill>
                      <a:schemeClr val="tx1"/>
                    </a:solidFill>
                    <a:latin typeface="Times New Roman" panose="02020603050405020304" pitchFamily="18" charset="0"/>
                  </a:rPr>
                  <a:t>u</a:t>
                </a:r>
                <a:r>
                  <a:rPr lang="en-US" altLang="zh-CN" b="0" baseline="-25000" dirty="0">
                    <a:solidFill>
                      <a:schemeClr val="tx1"/>
                    </a:solidFill>
                    <a:latin typeface="Times New Roman" panose="02020603050405020304" pitchFamily="18" charset="0"/>
                  </a:rPr>
                  <a:t>S2</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1044" name="Text Box 156"/>
              <p:cNvSpPr txBox="1"/>
              <p:nvPr/>
            </p:nvSpPr>
            <p:spPr>
              <a:xfrm>
                <a:off x="13155" y="1995"/>
                <a:ext cx="1067" cy="818"/>
              </a:xfrm>
              <a:prstGeom prst="rect">
                <a:avLst/>
              </a:prstGeom>
              <a:noFill/>
              <a:ln w="28575">
                <a:noFill/>
              </a:ln>
            </p:spPr>
            <p:txBody>
              <a:bodyPr lIns="92075" tIns="46038" rIns="92075" bIns="46038" anchor="ctr" anchorCtr="0">
                <a:spAutoFit/>
              </a:bodyPr>
              <a:p>
                <a:pPr algn="ctr"/>
                <a:r>
                  <a:rPr lang="en-US" altLang="zh-CN" b="0" i="1" dirty="0">
                    <a:solidFill>
                      <a:schemeClr val="tx1"/>
                    </a:solidFill>
                    <a:latin typeface="Times New Roman" panose="02020603050405020304" pitchFamily="18" charset="0"/>
                  </a:rPr>
                  <a:t>G</a:t>
                </a:r>
                <a:r>
                  <a:rPr lang="en-US" altLang="zh-CN" b="0" baseline="-25000" dirty="0">
                    <a:solidFill>
                      <a:schemeClr val="tx1"/>
                    </a:solidFill>
                    <a:latin typeface="Times New Roman" panose="02020603050405020304" pitchFamily="18" charset="0"/>
                  </a:rPr>
                  <a:t>3</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1046" name="Line 158"/>
              <p:cNvSpPr/>
              <p:nvPr/>
            </p:nvSpPr>
            <p:spPr>
              <a:xfrm>
                <a:off x="10773" y="1723"/>
                <a:ext cx="0" cy="595"/>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1047" name="Text Box 159"/>
              <p:cNvSpPr txBox="1"/>
              <p:nvPr/>
            </p:nvSpPr>
            <p:spPr>
              <a:xfrm>
                <a:off x="10010" y="1500"/>
                <a:ext cx="635" cy="818"/>
              </a:xfrm>
              <a:prstGeom prst="rect">
                <a:avLst/>
              </a:prstGeom>
              <a:noFill/>
              <a:ln w="28575">
                <a:noFill/>
              </a:ln>
            </p:spPr>
            <p:txBody>
              <a:bodyPr wrap="none" lIns="92075" tIns="46038" rIns="92075" bIns="46038" anchor="ctr" anchorCtr="0">
                <a:spAutoFit/>
              </a:bodyPr>
              <a:p>
                <a:pPr algn="ctr"/>
                <a:r>
                  <a:rPr lang="en-US" altLang="zh-CN" b="0" i="1" dirty="0">
                    <a:solidFill>
                      <a:schemeClr val="tx1"/>
                    </a:solidFill>
                    <a:latin typeface="Times New Roman" panose="02020603050405020304" pitchFamily="18" charset="0"/>
                  </a:rPr>
                  <a:t>i</a:t>
                </a:r>
                <a:r>
                  <a:rPr lang="en-US" altLang="zh-CN" b="0" baseline="-25000" dirty="0">
                    <a:solidFill>
                      <a:schemeClr val="tx1"/>
                    </a:solidFill>
                    <a:latin typeface="Times New Roman" panose="02020603050405020304" pitchFamily="18" charset="0"/>
                  </a:rPr>
                  <a:t>2</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1048" name="Line 160"/>
              <p:cNvSpPr/>
              <p:nvPr/>
            </p:nvSpPr>
            <p:spPr>
              <a:xfrm>
                <a:off x="11795" y="1655"/>
                <a:ext cx="805"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1049" name="Text Box 161"/>
              <p:cNvSpPr txBox="1"/>
              <p:nvPr/>
            </p:nvSpPr>
            <p:spPr>
              <a:xfrm>
                <a:off x="11908" y="1829"/>
                <a:ext cx="635" cy="818"/>
              </a:xfrm>
              <a:prstGeom prst="rect">
                <a:avLst/>
              </a:prstGeom>
              <a:noFill/>
              <a:ln w="28575">
                <a:noFill/>
              </a:ln>
            </p:spPr>
            <p:txBody>
              <a:bodyPr wrap="none" lIns="92075" tIns="46038" rIns="92075" bIns="46038" anchor="ctr" anchorCtr="0">
                <a:spAutoFit/>
              </a:bodyPr>
              <a:p>
                <a:pPr algn="ctr"/>
                <a:r>
                  <a:rPr lang="en-US" altLang="zh-CN" b="0" i="1" dirty="0">
                    <a:solidFill>
                      <a:schemeClr val="tx1"/>
                    </a:solidFill>
                    <a:latin typeface="Times New Roman" panose="02020603050405020304" pitchFamily="18" charset="0"/>
                  </a:rPr>
                  <a:t>i</a:t>
                </a:r>
                <a:r>
                  <a:rPr lang="en-US" altLang="zh-CN" b="0" baseline="-25000" dirty="0">
                    <a:solidFill>
                      <a:schemeClr val="tx1"/>
                    </a:solidFill>
                    <a:latin typeface="Times New Roman" panose="02020603050405020304" pitchFamily="18" charset="0"/>
                  </a:rPr>
                  <a:t>3</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1050" name="Text Box 162"/>
              <p:cNvSpPr txBox="1"/>
              <p:nvPr/>
            </p:nvSpPr>
            <p:spPr>
              <a:xfrm>
                <a:off x="11000" y="2790"/>
                <a:ext cx="610" cy="818"/>
              </a:xfrm>
              <a:prstGeom prst="rect">
                <a:avLst/>
              </a:prstGeom>
              <a:noFill/>
              <a:ln w="28575">
                <a:noFill/>
              </a:ln>
            </p:spPr>
            <p:txBody>
              <a:bodyPr wrap="none" lIns="92075" tIns="46038" rIns="92075" bIns="46038" anchor="ctr" anchorCtr="0">
                <a:spAutoFit/>
              </a:bodyPr>
              <a:p>
                <a:pPr algn="ctr"/>
                <a:r>
                  <a:rPr lang="en-US" altLang="zh-CN" dirty="0">
                    <a:solidFill>
                      <a:schemeClr val="tx1"/>
                    </a:solidFill>
                    <a:latin typeface="Times New Roman" panose="02020603050405020304" pitchFamily="18" charset="0"/>
                  </a:rPr>
                  <a:t>+</a:t>
                </a:r>
                <a:endParaRPr lang="en-US" altLang="zh-CN" dirty="0">
                  <a:solidFill>
                    <a:schemeClr val="tx1"/>
                  </a:solidFill>
                  <a:latin typeface="Times New Roman" panose="02020603050405020304" pitchFamily="18" charset="0"/>
                  <a:ea typeface="宋体" panose="02010600030101010101" pitchFamily="2" charset="-122"/>
                </a:endParaRPr>
              </a:p>
            </p:txBody>
          </p:sp>
          <p:sp>
            <p:nvSpPr>
              <p:cNvPr id="1051" name="Text Box 163"/>
              <p:cNvSpPr txBox="1"/>
              <p:nvPr/>
            </p:nvSpPr>
            <p:spPr>
              <a:xfrm>
                <a:off x="11000" y="4035"/>
                <a:ext cx="570" cy="818"/>
              </a:xfrm>
              <a:prstGeom prst="rect">
                <a:avLst/>
              </a:prstGeom>
              <a:noFill/>
              <a:ln w="28575">
                <a:noFill/>
              </a:ln>
            </p:spPr>
            <p:txBody>
              <a:bodyPr wrap="none" lIns="92075" tIns="46038" rIns="92075" bIns="46038" anchor="ctr" anchorCtr="0">
                <a:spAutoFit/>
              </a:bodyPr>
              <a:p>
                <a:pPr algn="ctr"/>
                <a:r>
                  <a:rPr lang="en-US" altLang="zh-CN" dirty="0">
                    <a:solidFill>
                      <a:schemeClr val="tx1"/>
                    </a:solidFill>
                    <a:latin typeface="Times New Roman" panose="02020603050405020304" pitchFamily="18" charset="0"/>
                  </a:rPr>
                  <a:t>–</a:t>
                </a:r>
                <a:endParaRPr lang="en-US" altLang="zh-CN" dirty="0">
                  <a:solidFill>
                    <a:schemeClr val="tx1"/>
                  </a:solidFill>
                  <a:latin typeface="Times New Roman" panose="02020603050405020304" pitchFamily="18" charset="0"/>
                  <a:ea typeface="宋体" panose="02010600030101010101" pitchFamily="2" charset="-122"/>
                </a:endParaRPr>
              </a:p>
            </p:txBody>
          </p:sp>
          <p:sp>
            <p:nvSpPr>
              <p:cNvPr id="1052" name="Text Box 164"/>
              <p:cNvSpPr txBox="1"/>
              <p:nvPr/>
            </p:nvSpPr>
            <p:spPr>
              <a:xfrm>
                <a:off x="13383" y="2790"/>
                <a:ext cx="610" cy="818"/>
              </a:xfrm>
              <a:prstGeom prst="rect">
                <a:avLst/>
              </a:prstGeom>
              <a:noFill/>
              <a:ln w="28575">
                <a:noFill/>
              </a:ln>
            </p:spPr>
            <p:txBody>
              <a:bodyPr wrap="none" lIns="92075" tIns="46038" rIns="92075" bIns="46038" anchor="ctr" anchorCtr="0">
                <a:spAutoFit/>
              </a:bodyPr>
              <a:p>
                <a:pPr algn="ctr"/>
                <a:r>
                  <a:rPr lang="en-US" altLang="zh-CN" dirty="0">
                    <a:solidFill>
                      <a:schemeClr val="tx1"/>
                    </a:solidFill>
                    <a:latin typeface="Times New Roman" panose="02020603050405020304" pitchFamily="18" charset="0"/>
                  </a:rPr>
                  <a:t>+</a:t>
                </a:r>
                <a:endParaRPr lang="en-US" altLang="zh-CN" dirty="0">
                  <a:solidFill>
                    <a:schemeClr val="tx1"/>
                  </a:solidFill>
                  <a:latin typeface="Times New Roman" panose="02020603050405020304" pitchFamily="18" charset="0"/>
                  <a:ea typeface="宋体" panose="02010600030101010101" pitchFamily="2" charset="-122"/>
                </a:endParaRPr>
              </a:p>
            </p:txBody>
          </p:sp>
          <p:sp>
            <p:nvSpPr>
              <p:cNvPr id="1053" name="Text Box 165"/>
              <p:cNvSpPr txBox="1"/>
              <p:nvPr/>
            </p:nvSpPr>
            <p:spPr>
              <a:xfrm>
                <a:off x="13383" y="4038"/>
                <a:ext cx="570" cy="818"/>
              </a:xfrm>
              <a:prstGeom prst="rect">
                <a:avLst/>
              </a:prstGeom>
              <a:noFill/>
              <a:ln w="28575">
                <a:noFill/>
              </a:ln>
            </p:spPr>
            <p:txBody>
              <a:bodyPr wrap="none" lIns="92075" tIns="46038" rIns="92075" bIns="46038" anchor="ctr" anchorCtr="0">
                <a:spAutoFit/>
              </a:bodyPr>
              <a:p>
                <a:pPr algn="ctr"/>
                <a:r>
                  <a:rPr lang="en-US" altLang="zh-CN" dirty="0">
                    <a:solidFill>
                      <a:schemeClr val="tx1"/>
                    </a:solidFill>
                    <a:latin typeface="Times New Roman" panose="02020603050405020304" pitchFamily="18" charset="0"/>
                  </a:rPr>
                  <a:t>–</a:t>
                </a:r>
                <a:endParaRPr lang="en-US" altLang="zh-CN" dirty="0">
                  <a:solidFill>
                    <a:schemeClr val="tx1"/>
                  </a:solidFill>
                  <a:latin typeface="Times New Roman" panose="02020603050405020304" pitchFamily="18" charset="0"/>
                  <a:ea typeface="宋体" panose="02010600030101010101" pitchFamily="2" charset="-122"/>
                </a:endParaRPr>
              </a:p>
            </p:txBody>
          </p:sp>
          <p:sp>
            <p:nvSpPr>
              <p:cNvPr id="1054" name="Line 166"/>
              <p:cNvSpPr/>
              <p:nvPr/>
            </p:nvSpPr>
            <p:spPr bwMode="auto">
              <a:xfrm>
                <a:off x="10773" y="4718"/>
                <a:ext cx="2" cy="425"/>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055" name="Line 167"/>
              <p:cNvSpPr/>
              <p:nvPr/>
            </p:nvSpPr>
            <p:spPr bwMode="auto">
              <a:xfrm>
                <a:off x="10320" y="5173"/>
                <a:ext cx="795"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056" name="Oval 168"/>
              <p:cNvSpPr/>
              <p:nvPr/>
            </p:nvSpPr>
            <p:spPr>
              <a:xfrm>
                <a:off x="10548" y="1088"/>
                <a:ext cx="452" cy="455"/>
              </a:xfrm>
              <a:prstGeom prst="ellipse">
                <a:avLst/>
              </a:prstGeom>
              <a:noFill/>
              <a:ln w="19050" cap="flat" cmpd="sng">
                <a:solidFill>
                  <a:schemeClr val="tx1"/>
                </a:solidFill>
                <a:prstDash val="solid"/>
                <a:headEnd type="none" w="med" len="med"/>
                <a:tailEnd type="none" w="med" len="med"/>
              </a:ln>
            </p:spPr>
            <p:txBody>
              <a:bodyPr wrap="none" anchor="ctr" anchorCtr="0"/>
              <a:p>
                <a:pPr algn="ctr"/>
                <a:r>
                  <a:rPr lang="en-US" altLang="zh-CN" b="0" dirty="0">
                    <a:solidFill>
                      <a:schemeClr val="tx1"/>
                    </a:solidFill>
                    <a:latin typeface="Arial" panose="020B0604020202020204" pitchFamily="34" charset="0"/>
                    <a:ea typeface="宋体" panose="02010600030101010101" pitchFamily="2" charset="-122"/>
                  </a:rPr>
                  <a:t>1</a:t>
                </a:r>
                <a:endParaRPr lang="en-US" altLang="zh-CN" b="0" dirty="0">
                  <a:solidFill>
                    <a:schemeClr val="tx1"/>
                  </a:solidFill>
                  <a:latin typeface="Arial" panose="020B0604020202020204" pitchFamily="34" charset="0"/>
                  <a:ea typeface="宋体" panose="02010600030101010101" pitchFamily="2" charset="-122"/>
                </a:endParaRPr>
              </a:p>
            </p:txBody>
          </p:sp>
          <p:sp>
            <p:nvSpPr>
              <p:cNvPr id="1057" name="Rectangle 169"/>
              <p:cNvSpPr/>
              <p:nvPr/>
            </p:nvSpPr>
            <p:spPr bwMode="auto">
              <a:xfrm>
                <a:off x="12995" y="2108"/>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058" name="Rectangle 170"/>
              <p:cNvSpPr/>
              <p:nvPr/>
            </p:nvSpPr>
            <p:spPr bwMode="auto">
              <a:xfrm>
                <a:off x="10615" y="2333"/>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059" name="Rectangle 171"/>
              <p:cNvSpPr/>
              <p:nvPr/>
            </p:nvSpPr>
            <p:spPr bwMode="auto">
              <a:xfrm>
                <a:off x="8233" y="1995"/>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062" name="Line 176"/>
              <p:cNvSpPr/>
              <p:nvPr/>
            </p:nvSpPr>
            <p:spPr>
              <a:xfrm flipV="1">
                <a:off x="8390" y="2903"/>
                <a:ext cx="0" cy="568"/>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pSp>
            <p:nvGrpSpPr>
              <p:cNvPr id="73" name="组合 72"/>
              <p:cNvGrpSpPr/>
              <p:nvPr/>
            </p:nvGrpSpPr>
            <p:grpSpPr>
              <a:xfrm>
                <a:off x="7936" y="3471"/>
                <a:ext cx="908" cy="908"/>
                <a:chOff x="5907581" y="4495572"/>
                <a:chExt cx="576263" cy="576263"/>
              </a:xfrm>
            </p:grpSpPr>
            <p:sp>
              <p:nvSpPr>
                <p:cNvPr id="74"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75" name="直接连接符 74"/>
                <p:cNvCxnSpPr>
                  <a:stCxn id="74" idx="4"/>
                  <a:endCxn id="74"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9" name="组合 78"/>
              <p:cNvGrpSpPr/>
              <p:nvPr/>
            </p:nvGrpSpPr>
            <p:grpSpPr>
              <a:xfrm>
                <a:off x="10320" y="3469"/>
                <a:ext cx="908" cy="908"/>
                <a:chOff x="505193" y="3720552"/>
                <a:chExt cx="432197" cy="432197"/>
              </a:xfrm>
              <a:solidFill>
                <a:schemeClr val="accent6">
                  <a:lumMod val="40000"/>
                  <a:lumOff val="60000"/>
                </a:schemeClr>
              </a:solidFill>
            </p:grpSpPr>
            <p:sp>
              <p:nvSpPr>
                <p:cNvPr id="80"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81" name="直接连接符 80"/>
                <p:cNvCxnSpPr>
                  <a:stCxn id="80" idx="0"/>
                  <a:endCxn id="80"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组合 2"/>
              <p:cNvGrpSpPr/>
              <p:nvPr/>
            </p:nvGrpSpPr>
            <p:grpSpPr>
              <a:xfrm>
                <a:off x="12702" y="3358"/>
                <a:ext cx="908" cy="908"/>
                <a:chOff x="505193" y="3720552"/>
                <a:chExt cx="432197" cy="432197"/>
              </a:xfrm>
              <a:solidFill>
                <a:schemeClr val="accent6">
                  <a:lumMod val="40000"/>
                  <a:lumOff val="60000"/>
                </a:schemeClr>
              </a:solidFill>
            </p:grpSpPr>
            <p:sp>
              <p:nvSpPr>
                <p:cNvPr id="4"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14" name="直接连接符 13"/>
                <p:cNvCxnSpPr>
                  <a:stCxn id="4" idx="0"/>
                  <a:endCxn id="4"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strips(downRight)">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61496"/>
                                        </p:tgtEl>
                                        <p:attrNameLst>
                                          <p:attrName>style.visibility</p:attrName>
                                        </p:attrNameLst>
                                      </p:cBhvr>
                                      <p:to>
                                        <p:strVal val="visible"/>
                                      </p:to>
                                    </p:set>
                                    <p:animEffect transition="in" filter="blinds(horizontal)">
                                      <p:cBhvr>
                                        <p:cTn id="16" dur="500"/>
                                        <p:tgtEl>
                                          <p:spTgt spid="61496"/>
                                        </p:tgtEl>
                                      </p:cBhvr>
                                    </p:animEffect>
                                  </p:childTnLst>
                                </p:cTn>
                              </p:par>
                            </p:childTnLst>
                          </p:cTn>
                        </p:par>
                        <p:par>
                          <p:cTn id="17" fill="hold">
                            <p:stCondLst>
                              <p:cond delay="500"/>
                            </p:stCondLst>
                            <p:childTnLst>
                              <p:par>
                                <p:cTn id="18" presetID="18" presetClass="entr" presetSubtype="6" fill="hold"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strips(downRight)">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61504"/>
                                        </p:tgtEl>
                                        <p:attrNameLst>
                                          <p:attrName>style.visibility</p:attrName>
                                        </p:attrNameLst>
                                      </p:cBhvr>
                                      <p:to>
                                        <p:strVal val="visible"/>
                                      </p:to>
                                    </p:set>
                                    <p:animEffect transition="in" filter="blinds(horizontal)">
                                      <p:cBhvr>
                                        <p:cTn id="25" dur="500"/>
                                        <p:tgtEl>
                                          <p:spTgt spid="61504"/>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4" fill="hold" nodeType="clickEffect">
                                  <p:stCondLst>
                                    <p:cond delay="0"/>
                                  </p:stCondLst>
                                  <p:childTnLst>
                                    <p:set>
                                      <p:cBhvr>
                                        <p:cTn id="29" dur="1000" fill="hold">
                                          <p:stCondLst>
                                            <p:cond delay="0"/>
                                          </p:stCondLst>
                                        </p:cTn>
                                        <p:tgtEl>
                                          <p:spTgt spid="10"/>
                                        </p:tgtEl>
                                        <p:attrNameLst>
                                          <p:attrName>style.visibility</p:attrName>
                                        </p:attrNameLst>
                                      </p:cBhvr>
                                      <p:to>
                                        <p:strVal val="visible"/>
                                      </p:to>
                                    </p:set>
                                    <p:anim calcmode="lin" valueType="num">
                                      <p:cBhvr additive="base">
                                        <p:cTn id="30" dur="1000"/>
                                        <p:tgtEl>
                                          <p:spTgt spid="10"/>
                                        </p:tgtEl>
                                        <p:attrNameLst>
                                          <p:attrName>ppt_y</p:attrName>
                                        </p:attrNameLst>
                                      </p:cBhvr>
                                      <p:tavLst>
                                        <p:tav tm="0">
                                          <p:val>
                                            <p:strVal val="#ppt_y+#ppt_h*1.125000"/>
                                          </p:val>
                                        </p:tav>
                                        <p:tav tm="100000">
                                          <p:val>
                                            <p:strVal val="#ppt_y"/>
                                          </p:val>
                                        </p:tav>
                                      </p:tavLst>
                                    </p:anim>
                                    <p:animEffect transition="in" filter="wipe(up)">
                                      <p:cBhvr>
                                        <p:cTn id="31" dur="10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18" presetClass="entr" presetSubtype="6" fill="hold" nodeType="clickEffect">
                                  <p:stCondLst>
                                    <p:cond delay="0"/>
                                  </p:stCondLst>
                                  <p:childTnLst>
                                    <p:set>
                                      <p:cBhvr>
                                        <p:cTn id="35" dur="3000" fill="hold">
                                          <p:stCondLst>
                                            <p:cond delay="0"/>
                                          </p:stCondLst>
                                        </p:cTn>
                                        <p:tgtEl>
                                          <p:spTgt spid="12"/>
                                        </p:tgtEl>
                                        <p:attrNameLst>
                                          <p:attrName>style.visibility</p:attrName>
                                        </p:attrNameLst>
                                      </p:cBhvr>
                                      <p:to>
                                        <p:strVal val="visible"/>
                                      </p:to>
                                    </p:set>
                                    <p:animEffect transition="in" filter="strips(downRight)">
                                      <p:cBhvr>
                                        <p:cTn id="36" dur="3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96" grpId="0"/>
      <p:bldP spid="6150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4-1 </a:t>
            </a:r>
            <a:r>
              <a:rPr lang="zh-CN" altLang="en-US">
                <a:latin typeface="微软雅黑" panose="020B0503020204020204" pitchFamily="34" charset="-122"/>
                <a:cs typeface="微软雅黑" panose="020B0503020204020204" pitchFamily="34" charset="-122"/>
                <a:sym typeface="+mn-ea"/>
              </a:rPr>
              <a:t>叠加定理</a:t>
            </a:r>
            <a:endParaRPr lang="zh-CN" altLang="en-US"/>
          </a:p>
        </p:txBody>
      </p:sp>
      <p:sp>
        <p:nvSpPr>
          <p:cNvPr id="60419" name="Text Box 3"/>
          <p:cNvSpPr txBox="1"/>
          <p:nvPr/>
        </p:nvSpPr>
        <p:spPr>
          <a:xfrm>
            <a:off x="2124075" y="835025"/>
            <a:ext cx="6335713" cy="2158365"/>
          </a:xfrm>
          <a:prstGeom prst="rect">
            <a:avLst/>
          </a:prstGeom>
          <a:noFill/>
          <a:ln w="9525">
            <a:noFill/>
          </a:ln>
        </p:spPr>
        <p:txBody>
          <a:bodyPr lIns="92075" tIns="46038" rIns="92075" bIns="46038" anchor="ctr" anchorCtr="0">
            <a:spAutoFit/>
          </a:bodyPr>
          <a:p>
            <a:pPr>
              <a:lnSpc>
                <a:spcPct val="120000"/>
              </a:lnSpc>
              <a:buClr>
                <a:schemeClr val="accent2"/>
              </a:buClr>
              <a:buSzPct val="75000"/>
              <a:buFont typeface="Monotype Sorts" pitchFamily="2" charset="2"/>
            </a:pPr>
            <a:r>
              <a:rPr kumimoji="1" lang="zh-CN" altLang="en-US" sz="2800" dirty="0" smtClean="0">
                <a:latin typeface="华文楷体" panose="02010600040101010101" pitchFamily="2" charset="-122"/>
                <a:ea typeface="华文楷体" panose="02010600040101010101" pitchFamily="2" charset="-122"/>
              </a:rPr>
              <a:t>节点电压和支路电流均为各电压源的电压或电流源的电流的一次函数，均可看成各独立电源单独作用时，产生的响应之叠加。      </a:t>
            </a:r>
            <a:r>
              <a:rPr lang="zh-CN" altLang="en-US" dirty="0">
                <a:latin typeface="楷体_GB2312" pitchFamily="49" charset="-122"/>
              </a:rPr>
              <a:t>                            </a:t>
            </a:r>
            <a:endParaRPr lang="zh-CN" altLang="en-US" dirty="0">
              <a:latin typeface="楷体_GB2312" pitchFamily="49" charset="-122"/>
            </a:endParaRPr>
          </a:p>
        </p:txBody>
      </p:sp>
      <p:sp>
        <p:nvSpPr>
          <p:cNvPr id="60528" name="Text Box 112"/>
          <p:cNvSpPr txBox="1"/>
          <p:nvPr/>
        </p:nvSpPr>
        <p:spPr>
          <a:xfrm>
            <a:off x="466725" y="3308827"/>
            <a:ext cx="2736850" cy="583565"/>
          </a:xfrm>
          <a:prstGeom prst="rect">
            <a:avLst/>
          </a:prstGeom>
          <a:noFill/>
          <a:ln w="12700">
            <a:noFill/>
          </a:ln>
        </p:spPr>
        <p:txBody>
          <a:bodyPr lIns="92075" tIns="46038" rIns="92075" bIns="46038" anchor="ctr" anchorCtr="0">
            <a:spAutoFit/>
          </a:bodyPr>
          <a:p>
            <a:pPr>
              <a:spcBef>
                <a:spcPct val="50000"/>
              </a:spcBef>
              <a:buClr>
                <a:schemeClr val="accent2"/>
              </a:buClr>
              <a:buSzPct val="75000"/>
              <a:buFont typeface="Monotype Sorts" pitchFamily="2" charset="2"/>
            </a:pPr>
            <a:r>
              <a:rPr kumimoji="1" lang="en-US" altLang="zh-CN" sz="3200" b="1" dirty="0">
                <a:solidFill>
                  <a:schemeClr val="accent2">
                    <a:lumMod val="75000"/>
                  </a:schemeClr>
                </a:solidFill>
                <a:latin typeface="Times New Roman" panose="02020603050405020304" pitchFamily="18" charset="0"/>
                <a:ea typeface="华文中宋" panose="02010600040101010101" pitchFamily="2" charset="-122"/>
              </a:rPr>
              <a:t>3. 几点说明</a:t>
            </a:r>
            <a:endParaRPr kumimoji="1" lang="en-US" altLang="zh-CN" sz="3200" b="1" dirty="0">
              <a:solidFill>
                <a:schemeClr val="accent2">
                  <a:lumMod val="75000"/>
                </a:schemeClr>
              </a:solidFill>
              <a:latin typeface="Times New Roman" panose="02020603050405020304" pitchFamily="18" charset="0"/>
              <a:ea typeface="华文中宋" panose="02010600040101010101" pitchFamily="2" charset="-122"/>
            </a:endParaRPr>
          </a:p>
        </p:txBody>
      </p:sp>
      <p:sp>
        <p:nvSpPr>
          <p:cNvPr id="60529" name="Text Box 113"/>
          <p:cNvSpPr txBox="1"/>
          <p:nvPr/>
        </p:nvSpPr>
        <p:spPr>
          <a:xfrm>
            <a:off x="935038" y="4031774"/>
            <a:ext cx="5111750" cy="521970"/>
          </a:xfrm>
          <a:prstGeom prst="rect">
            <a:avLst/>
          </a:prstGeom>
          <a:noFill/>
          <a:ln w="12700">
            <a:noFill/>
          </a:ln>
        </p:spPr>
        <p:txBody>
          <a:bodyPr wrap="none" lIns="92075" tIns="46038" rIns="92075" bIns="46038" anchor="ctr" anchorCtr="0">
            <a:spAutoFit/>
          </a:bodyPr>
          <a:p>
            <a:pPr indent="0" algn="ctr">
              <a:spcBef>
                <a:spcPct val="50000"/>
              </a:spcBef>
              <a:buClr>
                <a:srgbClr val="FFFF00"/>
              </a:buClr>
              <a:buFont typeface="Monotype Sorts" pitchFamily="2" charset="2"/>
              <a:buNone/>
            </a:pPr>
            <a:r>
              <a:rPr lang="zh-CN" altLang="en-US" dirty="0">
                <a:solidFill>
                  <a:schemeClr val="tx1"/>
                </a:solidFill>
                <a:latin typeface="微软雅黑" panose="020B0503020204020204" pitchFamily="34" charset="-122"/>
                <a:ea typeface="微软雅黑" panose="020B0503020204020204" pitchFamily="34" charset="-122"/>
              </a:rPr>
              <a:t>①</a:t>
            </a:r>
            <a:r>
              <a:rPr kumimoji="1" lang="zh-CN" altLang="en-US" sz="2800" dirty="0" smtClean="0">
                <a:solidFill>
                  <a:schemeClr val="tx1"/>
                </a:solidFill>
                <a:latin typeface="华文楷体" panose="02010600040101010101" pitchFamily="2" charset="-122"/>
                <a:ea typeface="华文楷体" panose="02010600040101010101" pitchFamily="2" charset="-122"/>
              </a:rPr>
              <a:t>叠加定理只适用于线性电路。</a:t>
            </a:r>
            <a:endParaRPr kumimoji="1" lang="zh-CN" altLang="en-US" sz="2800" dirty="0" smtClean="0">
              <a:solidFill>
                <a:schemeClr val="tx1"/>
              </a:solidFill>
              <a:latin typeface="华文楷体" panose="02010600040101010101" pitchFamily="2" charset="-122"/>
              <a:ea typeface="华文楷体" panose="02010600040101010101" pitchFamily="2" charset="-122"/>
            </a:endParaRPr>
          </a:p>
        </p:txBody>
      </p:sp>
      <p:sp>
        <p:nvSpPr>
          <p:cNvPr id="60530" name="Text Box 114"/>
          <p:cNvSpPr txBox="1"/>
          <p:nvPr/>
        </p:nvSpPr>
        <p:spPr>
          <a:xfrm>
            <a:off x="923925" y="4608037"/>
            <a:ext cx="5467350" cy="521970"/>
          </a:xfrm>
          <a:prstGeom prst="rect">
            <a:avLst/>
          </a:prstGeom>
          <a:noFill/>
          <a:ln w="12700">
            <a:noFill/>
          </a:ln>
        </p:spPr>
        <p:txBody>
          <a:bodyPr wrap="none" lIns="92075" tIns="46038" rIns="92075" bIns="46038" anchor="ctr" anchorCtr="0">
            <a:spAutoFit/>
          </a:bodyPr>
          <a:p>
            <a:pPr indent="0" algn="ctr">
              <a:spcBef>
                <a:spcPct val="50000"/>
              </a:spcBef>
              <a:buClr>
                <a:srgbClr val="FFFF00"/>
              </a:buClr>
              <a:buFont typeface="Monotype Sorts" pitchFamily="2" charset="2"/>
              <a:buNone/>
            </a:pPr>
            <a:r>
              <a:rPr lang="zh-CN" altLang="en-US" dirty="0">
                <a:latin typeface="微软雅黑" panose="020B0503020204020204" pitchFamily="34" charset="-122"/>
                <a:ea typeface="微软雅黑" panose="020B0503020204020204" pitchFamily="34" charset="-122"/>
              </a:rPr>
              <a:t>②</a:t>
            </a:r>
            <a:r>
              <a:rPr kumimoji="1" lang="zh-CN" altLang="en-US" sz="2800" dirty="0" smtClean="0">
                <a:latin typeface="华文楷体" panose="02010600040101010101" pitchFamily="2" charset="-122"/>
                <a:ea typeface="华文楷体" panose="02010600040101010101" pitchFamily="2" charset="-122"/>
              </a:rPr>
              <a:t>一个电源作用，其余电源为零：</a:t>
            </a:r>
            <a:endParaRPr kumimoji="1" lang="zh-CN" altLang="en-US" sz="2800" dirty="0" smtClean="0">
              <a:latin typeface="华文楷体" panose="02010600040101010101" pitchFamily="2" charset="-122"/>
              <a:ea typeface="华文楷体" panose="02010600040101010101" pitchFamily="2" charset="-122"/>
            </a:endParaRPr>
          </a:p>
        </p:txBody>
      </p:sp>
      <p:sp>
        <p:nvSpPr>
          <p:cNvPr id="60531" name="Text Box 115"/>
          <p:cNvSpPr txBox="1"/>
          <p:nvPr/>
        </p:nvSpPr>
        <p:spPr>
          <a:xfrm>
            <a:off x="1403350" y="5258118"/>
            <a:ext cx="6454775" cy="521970"/>
          </a:xfrm>
          <a:prstGeom prst="rect">
            <a:avLst/>
          </a:prstGeom>
          <a:noFill/>
          <a:ln w="12700">
            <a:noFill/>
          </a:ln>
        </p:spPr>
        <p:txBody>
          <a:bodyPr lIns="92075" tIns="46038" rIns="92075" bIns="46038" anchor="ctr" anchorCtr="0">
            <a:spAutoFit/>
          </a:bodyPr>
          <a:p>
            <a:pPr>
              <a:spcBef>
                <a:spcPct val="50000"/>
              </a:spcBef>
              <a:buClr>
                <a:schemeClr val="accent2"/>
              </a:buClr>
              <a:buSzPct val="75000"/>
              <a:buFont typeface="Monotype Sorts" pitchFamily="2" charset="2"/>
            </a:pPr>
            <a:r>
              <a:rPr kumimoji="1" lang="zh-CN" altLang="en-US" sz="2800" dirty="0" smtClean="0">
                <a:latin typeface="华文楷体" panose="02010600040101010101" pitchFamily="2" charset="-122"/>
                <a:ea typeface="华文楷体" panose="02010600040101010101" pitchFamily="2" charset="-122"/>
              </a:rPr>
              <a:t>电压源为零 —— 该支路用短路替代。</a:t>
            </a:r>
            <a:endParaRPr kumimoji="1" lang="zh-CN" altLang="en-US" sz="2800" dirty="0" smtClean="0">
              <a:latin typeface="华文楷体" panose="02010600040101010101" pitchFamily="2" charset="-122"/>
              <a:ea typeface="华文楷体" panose="02010600040101010101" pitchFamily="2" charset="-122"/>
            </a:endParaRPr>
          </a:p>
        </p:txBody>
      </p:sp>
      <p:sp>
        <p:nvSpPr>
          <p:cNvPr id="60532" name="Text Box 116"/>
          <p:cNvSpPr txBox="1"/>
          <p:nvPr/>
        </p:nvSpPr>
        <p:spPr>
          <a:xfrm>
            <a:off x="1403350" y="5834381"/>
            <a:ext cx="6097588" cy="521970"/>
          </a:xfrm>
          <a:prstGeom prst="rect">
            <a:avLst/>
          </a:prstGeom>
          <a:noFill/>
          <a:ln w="12700">
            <a:noFill/>
          </a:ln>
        </p:spPr>
        <p:txBody>
          <a:bodyPr lIns="92075" tIns="46038" rIns="92075" bIns="46038" anchor="ctr" anchorCtr="0">
            <a:spAutoFit/>
          </a:bodyPr>
          <a:p>
            <a:pPr>
              <a:spcBef>
                <a:spcPct val="50000"/>
              </a:spcBef>
              <a:buClr>
                <a:schemeClr val="accent2"/>
              </a:buClr>
              <a:buSzPct val="75000"/>
              <a:buFont typeface="Monotype Sorts" pitchFamily="2" charset="2"/>
            </a:pPr>
            <a:r>
              <a:rPr kumimoji="1" lang="zh-CN" altLang="en-US" sz="2800" dirty="0" smtClean="0">
                <a:latin typeface="华文楷体" panose="02010600040101010101" pitchFamily="2" charset="-122"/>
                <a:ea typeface="华文楷体" panose="02010600040101010101" pitchFamily="2" charset="-122"/>
              </a:rPr>
              <a:t>电流源为零 —— 该支路用开路替代。</a:t>
            </a:r>
            <a:endParaRPr kumimoji="1" lang="zh-CN" altLang="en-US" sz="2800" dirty="0" smtClean="0">
              <a:latin typeface="华文楷体" panose="02010600040101010101" pitchFamily="2" charset="-122"/>
              <a:ea typeface="华文楷体" panose="02010600040101010101" pitchFamily="2" charset="-122"/>
            </a:endParaRPr>
          </a:p>
        </p:txBody>
      </p:sp>
      <p:grpSp>
        <p:nvGrpSpPr>
          <p:cNvPr id="58" name="组合 57"/>
          <p:cNvGrpSpPr/>
          <p:nvPr/>
        </p:nvGrpSpPr>
        <p:grpSpPr>
          <a:xfrm>
            <a:off x="167713" y="1000538"/>
            <a:ext cx="1761325" cy="677037"/>
            <a:chOff x="6673216" y="3127641"/>
            <a:chExt cx="1761325" cy="677037"/>
          </a:xfrm>
        </p:grpSpPr>
        <p:sp>
          <p:nvSpPr>
            <p:cNvPr id="59" name="Text Box 47"/>
            <p:cNvSpPr txBox="1">
              <a:spLocks noChangeArrowheads="1"/>
            </p:cNvSpPr>
            <p:nvPr/>
          </p:nvSpPr>
          <p:spPr bwMode="auto">
            <a:xfrm>
              <a:off x="7429138" y="3127641"/>
              <a:ext cx="1005403" cy="584775"/>
            </a:xfrm>
            <a:prstGeom prst="rect">
              <a:avLst/>
            </a:prstGeom>
            <a:noFill/>
            <a:ln w="9525">
              <a:noFill/>
              <a:miter lim="800000"/>
            </a:ln>
            <a:effectLst/>
          </p:spPr>
          <p:txBody>
            <a:bodyPr wrap="none">
              <a:spAutoFit/>
            </a:bodyPr>
            <a:p>
              <a:r>
                <a:rPr kumimoji="1" lang="zh-CN" altLang="en-US" sz="3200" dirty="0" smtClean="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结论</a:t>
              </a:r>
              <a:endParaRPr kumimoji="1" lang="zh-CN" altLang="en-US" sz="3200"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p:txBody>
        </p:sp>
        <p:sp>
          <p:nvSpPr>
            <p:cNvPr id="60" name="Freeform 6"/>
            <p:cNvSpPr/>
            <p:nvPr/>
          </p:nvSpPr>
          <p:spPr bwMode="auto">
            <a:xfrm>
              <a:off x="6923454" y="3276958"/>
              <a:ext cx="416529" cy="416529"/>
            </a:xfrm>
            <a:custGeom>
              <a:avLst/>
              <a:gdLst/>
              <a:ahLst/>
              <a:cxnLst>
                <a:cxn ang="0">
                  <a:pos x="552" y="2"/>
                </a:cxn>
                <a:cxn ang="0">
                  <a:pos x="649" y="22"/>
                </a:cxn>
                <a:cxn ang="0">
                  <a:pos x="739" y="60"/>
                </a:cxn>
                <a:cxn ang="0">
                  <a:pos x="820" y="114"/>
                </a:cxn>
                <a:cxn ang="0">
                  <a:pos x="888" y="182"/>
                </a:cxn>
                <a:cxn ang="0">
                  <a:pos x="941" y="262"/>
                </a:cxn>
                <a:cxn ang="0">
                  <a:pos x="979" y="350"/>
                </a:cxn>
                <a:cxn ang="0">
                  <a:pos x="1000" y="448"/>
                </a:cxn>
                <a:cxn ang="0">
                  <a:pos x="1000" y="551"/>
                </a:cxn>
                <a:cxn ang="0">
                  <a:pos x="979" y="649"/>
                </a:cxn>
                <a:cxn ang="0">
                  <a:pos x="941" y="739"/>
                </a:cxn>
                <a:cxn ang="0">
                  <a:pos x="888" y="818"/>
                </a:cxn>
                <a:cxn ang="0">
                  <a:pos x="820" y="886"/>
                </a:cxn>
                <a:cxn ang="0">
                  <a:pos x="739" y="940"/>
                </a:cxn>
                <a:cxn ang="0">
                  <a:pos x="649" y="978"/>
                </a:cxn>
                <a:cxn ang="0">
                  <a:pos x="552" y="998"/>
                </a:cxn>
                <a:cxn ang="0">
                  <a:pos x="450" y="998"/>
                </a:cxn>
                <a:cxn ang="0">
                  <a:pos x="352" y="978"/>
                </a:cxn>
                <a:cxn ang="0">
                  <a:pos x="262" y="940"/>
                </a:cxn>
                <a:cxn ang="0">
                  <a:pos x="182" y="886"/>
                </a:cxn>
                <a:cxn ang="0">
                  <a:pos x="114" y="818"/>
                </a:cxn>
                <a:cxn ang="0">
                  <a:pos x="61" y="739"/>
                </a:cxn>
                <a:cxn ang="0">
                  <a:pos x="23" y="649"/>
                </a:cxn>
                <a:cxn ang="0">
                  <a:pos x="2" y="551"/>
                </a:cxn>
                <a:cxn ang="0">
                  <a:pos x="2" y="448"/>
                </a:cxn>
                <a:cxn ang="0">
                  <a:pos x="23" y="350"/>
                </a:cxn>
                <a:cxn ang="0">
                  <a:pos x="61" y="262"/>
                </a:cxn>
                <a:cxn ang="0">
                  <a:pos x="114" y="182"/>
                </a:cxn>
                <a:cxn ang="0">
                  <a:pos x="182" y="114"/>
                </a:cxn>
                <a:cxn ang="0">
                  <a:pos x="262" y="60"/>
                </a:cxn>
                <a:cxn ang="0">
                  <a:pos x="352" y="22"/>
                </a:cxn>
                <a:cxn ang="0">
                  <a:pos x="450" y="2"/>
                </a:cxn>
              </a:cxnLst>
              <a:rect l="0" t="0" r="r" b="b"/>
              <a:pathLst>
                <a:path w="1002" h="1000">
                  <a:moveTo>
                    <a:pt x="501" y="0"/>
                  </a:moveTo>
                  <a:lnTo>
                    <a:pt x="552" y="2"/>
                  </a:lnTo>
                  <a:lnTo>
                    <a:pt x="602" y="10"/>
                  </a:lnTo>
                  <a:lnTo>
                    <a:pt x="649" y="22"/>
                  </a:lnTo>
                  <a:lnTo>
                    <a:pt x="696" y="39"/>
                  </a:lnTo>
                  <a:lnTo>
                    <a:pt x="739" y="60"/>
                  </a:lnTo>
                  <a:lnTo>
                    <a:pt x="781" y="85"/>
                  </a:lnTo>
                  <a:lnTo>
                    <a:pt x="820" y="114"/>
                  </a:lnTo>
                  <a:lnTo>
                    <a:pt x="856" y="146"/>
                  </a:lnTo>
                  <a:lnTo>
                    <a:pt x="888" y="182"/>
                  </a:lnTo>
                  <a:lnTo>
                    <a:pt x="917" y="220"/>
                  </a:lnTo>
                  <a:lnTo>
                    <a:pt x="941" y="262"/>
                  </a:lnTo>
                  <a:lnTo>
                    <a:pt x="963" y="305"/>
                  </a:lnTo>
                  <a:lnTo>
                    <a:pt x="979" y="350"/>
                  </a:lnTo>
                  <a:lnTo>
                    <a:pt x="992" y="399"/>
                  </a:lnTo>
                  <a:lnTo>
                    <a:pt x="1000" y="448"/>
                  </a:lnTo>
                  <a:lnTo>
                    <a:pt x="1002" y="499"/>
                  </a:lnTo>
                  <a:lnTo>
                    <a:pt x="1000" y="551"/>
                  </a:lnTo>
                  <a:lnTo>
                    <a:pt x="992" y="600"/>
                  </a:lnTo>
                  <a:lnTo>
                    <a:pt x="979" y="649"/>
                  </a:lnTo>
                  <a:lnTo>
                    <a:pt x="963" y="695"/>
                  </a:lnTo>
                  <a:lnTo>
                    <a:pt x="941" y="739"/>
                  </a:lnTo>
                  <a:lnTo>
                    <a:pt x="917" y="780"/>
                  </a:lnTo>
                  <a:lnTo>
                    <a:pt x="888" y="818"/>
                  </a:lnTo>
                  <a:lnTo>
                    <a:pt x="856" y="854"/>
                  </a:lnTo>
                  <a:lnTo>
                    <a:pt x="820" y="886"/>
                  </a:lnTo>
                  <a:lnTo>
                    <a:pt x="781" y="915"/>
                  </a:lnTo>
                  <a:lnTo>
                    <a:pt x="739" y="940"/>
                  </a:lnTo>
                  <a:lnTo>
                    <a:pt x="696" y="961"/>
                  </a:lnTo>
                  <a:lnTo>
                    <a:pt x="649" y="978"/>
                  </a:lnTo>
                  <a:lnTo>
                    <a:pt x="602" y="990"/>
                  </a:lnTo>
                  <a:lnTo>
                    <a:pt x="552" y="998"/>
                  </a:lnTo>
                  <a:lnTo>
                    <a:pt x="501" y="1000"/>
                  </a:lnTo>
                  <a:lnTo>
                    <a:pt x="450" y="998"/>
                  </a:lnTo>
                  <a:lnTo>
                    <a:pt x="399" y="990"/>
                  </a:lnTo>
                  <a:lnTo>
                    <a:pt x="352" y="978"/>
                  </a:lnTo>
                  <a:lnTo>
                    <a:pt x="306" y="961"/>
                  </a:lnTo>
                  <a:lnTo>
                    <a:pt x="262" y="940"/>
                  </a:lnTo>
                  <a:lnTo>
                    <a:pt x="221" y="915"/>
                  </a:lnTo>
                  <a:lnTo>
                    <a:pt x="182" y="886"/>
                  </a:lnTo>
                  <a:lnTo>
                    <a:pt x="147" y="854"/>
                  </a:lnTo>
                  <a:lnTo>
                    <a:pt x="114" y="818"/>
                  </a:lnTo>
                  <a:lnTo>
                    <a:pt x="85" y="780"/>
                  </a:lnTo>
                  <a:lnTo>
                    <a:pt x="61" y="739"/>
                  </a:lnTo>
                  <a:lnTo>
                    <a:pt x="39" y="695"/>
                  </a:lnTo>
                  <a:lnTo>
                    <a:pt x="23" y="649"/>
                  </a:lnTo>
                  <a:lnTo>
                    <a:pt x="10" y="600"/>
                  </a:lnTo>
                  <a:lnTo>
                    <a:pt x="2" y="551"/>
                  </a:lnTo>
                  <a:lnTo>
                    <a:pt x="0" y="499"/>
                  </a:lnTo>
                  <a:lnTo>
                    <a:pt x="2" y="448"/>
                  </a:lnTo>
                  <a:lnTo>
                    <a:pt x="10" y="399"/>
                  </a:lnTo>
                  <a:lnTo>
                    <a:pt x="23" y="350"/>
                  </a:lnTo>
                  <a:lnTo>
                    <a:pt x="39" y="305"/>
                  </a:lnTo>
                  <a:lnTo>
                    <a:pt x="61" y="262"/>
                  </a:lnTo>
                  <a:lnTo>
                    <a:pt x="85" y="220"/>
                  </a:lnTo>
                  <a:lnTo>
                    <a:pt x="114" y="182"/>
                  </a:lnTo>
                  <a:lnTo>
                    <a:pt x="147" y="146"/>
                  </a:lnTo>
                  <a:lnTo>
                    <a:pt x="182" y="114"/>
                  </a:lnTo>
                  <a:lnTo>
                    <a:pt x="221" y="85"/>
                  </a:lnTo>
                  <a:lnTo>
                    <a:pt x="262" y="60"/>
                  </a:lnTo>
                  <a:lnTo>
                    <a:pt x="306" y="39"/>
                  </a:lnTo>
                  <a:lnTo>
                    <a:pt x="352" y="22"/>
                  </a:lnTo>
                  <a:lnTo>
                    <a:pt x="399" y="10"/>
                  </a:lnTo>
                  <a:lnTo>
                    <a:pt x="450" y="2"/>
                  </a:lnTo>
                  <a:lnTo>
                    <a:pt x="501" y="0"/>
                  </a:lnTo>
                  <a:close/>
                </a:path>
              </a:pathLst>
            </a:custGeom>
            <a:solidFill>
              <a:schemeClr val="accent6">
                <a:lumMod val="40000"/>
                <a:lumOff val="60000"/>
              </a:schemeClr>
            </a:solidFill>
            <a:ln w="9525">
              <a:noFill/>
              <a:round/>
            </a:ln>
          </p:spPr>
          <p:txBody>
            <a:bodyPr vert="horz" wrap="square" lIns="91440" tIns="45720" rIns="91440" bIns="45720" numCol="1" anchor="t" anchorCtr="0" compatLnSpc="1"/>
            <a:p>
              <a:endParaRPr lang="zh-CN" altLang="en-US" sz="3200"/>
            </a:p>
          </p:txBody>
        </p:sp>
        <p:grpSp>
          <p:nvGrpSpPr>
            <p:cNvPr id="61" name="组合 60"/>
            <p:cNvGrpSpPr/>
            <p:nvPr/>
          </p:nvGrpSpPr>
          <p:grpSpPr>
            <a:xfrm>
              <a:off x="6673216" y="3217424"/>
              <a:ext cx="909255" cy="587254"/>
              <a:chOff x="6624372" y="3254913"/>
              <a:chExt cx="909255" cy="587254"/>
            </a:xfrm>
          </p:grpSpPr>
          <p:grpSp>
            <p:nvGrpSpPr>
              <p:cNvPr id="62" name="组合 61"/>
              <p:cNvGrpSpPr/>
              <p:nvPr/>
            </p:nvGrpSpPr>
            <p:grpSpPr>
              <a:xfrm>
                <a:off x="6624372" y="3254913"/>
                <a:ext cx="909255" cy="587254"/>
                <a:chOff x="4543925" y="5174890"/>
                <a:chExt cx="1100199" cy="710577"/>
              </a:xfrm>
            </p:grpSpPr>
            <p:grpSp>
              <p:nvGrpSpPr>
                <p:cNvPr id="70" name="组合 69"/>
                <p:cNvGrpSpPr/>
                <p:nvPr/>
              </p:nvGrpSpPr>
              <p:grpSpPr>
                <a:xfrm>
                  <a:off x="4543925" y="5218185"/>
                  <a:ext cx="608729" cy="667282"/>
                  <a:chOff x="3667207" y="4720946"/>
                  <a:chExt cx="1578886" cy="1730759"/>
                </a:xfrm>
              </p:grpSpPr>
              <p:cxnSp>
                <p:nvCxnSpPr>
                  <p:cNvPr id="100" name="直接连接符 99"/>
                  <p:cNvCxnSpPr/>
                  <p:nvPr/>
                </p:nvCxnSpPr>
                <p:spPr>
                  <a:xfrm>
                    <a:off x="4139952" y="4752054"/>
                    <a:ext cx="0" cy="97200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a:off x="5096517" y="4872958"/>
                    <a:ext cx="0" cy="97200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2" name="弧形 101"/>
                  <p:cNvSpPr/>
                  <p:nvPr/>
                </p:nvSpPr>
                <p:spPr>
                  <a:xfrm>
                    <a:off x="3667207" y="4720946"/>
                    <a:ext cx="1578886" cy="763097"/>
                  </a:xfrm>
                  <a:prstGeom prst="arc">
                    <a:avLst>
                      <a:gd name="adj1" fmla="val 13674726"/>
                      <a:gd name="adj2" fmla="val 15251032"/>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03" name="弧形 102"/>
                  <p:cNvSpPr/>
                  <p:nvPr/>
                </p:nvSpPr>
                <p:spPr>
                  <a:xfrm>
                    <a:off x="3667207" y="5688608"/>
                    <a:ext cx="1578886" cy="763097"/>
                  </a:xfrm>
                  <a:prstGeom prst="arc">
                    <a:avLst>
                      <a:gd name="adj1" fmla="val 13674726"/>
                      <a:gd name="adj2" fmla="val 20451858"/>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sp>
              <p:nvSpPr>
                <p:cNvPr id="71" name="弧形 70"/>
                <p:cNvSpPr/>
                <p:nvPr/>
              </p:nvSpPr>
              <p:spPr>
                <a:xfrm>
                  <a:off x="4568263" y="5174890"/>
                  <a:ext cx="546231" cy="330350"/>
                </a:xfrm>
                <a:prstGeom prst="arc">
                  <a:avLst>
                    <a:gd name="adj1" fmla="val 15435190"/>
                    <a:gd name="adj2" fmla="val 20816593"/>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72" name="弧形 71"/>
                <p:cNvSpPr/>
                <p:nvPr/>
              </p:nvSpPr>
              <p:spPr>
                <a:xfrm>
                  <a:off x="4568263" y="5547379"/>
                  <a:ext cx="546231" cy="330350"/>
                </a:xfrm>
                <a:prstGeom prst="arc">
                  <a:avLst>
                    <a:gd name="adj1" fmla="val 15435190"/>
                    <a:gd name="adj2" fmla="val 20816593"/>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nvGrpSpPr>
                <p:cNvPr id="73" name="组合 72"/>
                <p:cNvGrpSpPr/>
                <p:nvPr/>
              </p:nvGrpSpPr>
              <p:grpSpPr>
                <a:xfrm flipH="1">
                  <a:off x="5035395" y="5218185"/>
                  <a:ext cx="608729" cy="667282"/>
                  <a:chOff x="3667207" y="4720946"/>
                  <a:chExt cx="1578886" cy="1730759"/>
                </a:xfrm>
              </p:grpSpPr>
              <p:cxnSp>
                <p:nvCxnSpPr>
                  <p:cNvPr id="96" name="直接连接符 95"/>
                  <p:cNvCxnSpPr/>
                  <p:nvPr/>
                </p:nvCxnSpPr>
                <p:spPr>
                  <a:xfrm>
                    <a:off x="4139952" y="4752054"/>
                    <a:ext cx="0" cy="97200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a:off x="5096517" y="4872958"/>
                    <a:ext cx="0" cy="97200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98" name="弧形 97"/>
                  <p:cNvSpPr/>
                  <p:nvPr/>
                </p:nvSpPr>
                <p:spPr>
                  <a:xfrm>
                    <a:off x="3667207" y="4720946"/>
                    <a:ext cx="1578886" cy="763097"/>
                  </a:xfrm>
                  <a:prstGeom prst="arc">
                    <a:avLst>
                      <a:gd name="adj1" fmla="val 13674726"/>
                      <a:gd name="adj2" fmla="val 15251032"/>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99" name="弧形 98"/>
                  <p:cNvSpPr/>
                  <p:nvPr/>
                </p:nvSpPr>
                <p:spPr>
                  <a:xfrm>
                    <a:off x="3667207" y="5688608"/>
                    <a:ext cx="1578886" cy="763097"/>
                  </a:xfrm>
                  <a:prstGeom prst="arc">
                    <a:avLst>
                      <a:gd name="adj1" fmla="val 13674726"/>
                      <a:gd name="adj2" fmla="val 20451858"/>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sp>
              <p:nvSpPr>
                <p:cNvPr id="74" name="弧形 73"/>
                <p:cNvSpPr/>
                <p:nvPr/>
              </p:nvSpPr>
              <p:spPr>
                <a:xfrm flipH="1">
                  <a:off x="5073555" y="5174890"/>
                  <a:ext cx="546231" cy="330350"/>
                </a:xfrm>
                <a:prstGeom prst="arc">
                  <a:avLst>
                    <a:gd name="adj1" fmla="val 15435190"/>
                    <a:gd name="adj2" fmla="val 20816593"/>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75" name="弧形 74"/>
                <p:cNvSpPr/>
                <p:nvPr/>
              </p:nvSpPr>
              <p:spPr>
                <a:xfrm flipH="1">
                  <a:off x="5073555" y="5547379"/>
                  <a:ext cx="546231" cy="330350"/>
                </a:xfrm>
                <a:prstGeom prst="arc">
                  <a:avLst>
                    <a:gd name="adj1" fmla="val 15435190"/>
                    <a:gd name="adj2" fmla="val 20816593"/>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cxnSp>
              <p:nvCxnSpPr>
                <p:cNvPr id="76" name="直接连接符 75"/>
                <p:cNvCxnSpPr/>
                <p:nvPr/>
              </p:nvCxnSpPr>
              <p:spPr>
                <a:xfrm flipH="1">
                  <a:off x="4676897" y="5652499"/>
                  <a:ext cx="551" cy="39262"/>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a:off x="4805803" y="5174890"/>
                  <a:ext cx="0" cy="374748"/>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a:off x="4678121" y="5276792"/>
                  <a:ext cx="0" cy="374748"/>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a:endCxn id="72" idx="2"/>
                </p:cNvCxnSpPr>
                <p:nvPr/>
              </p:nvCxnSpPr>
              <p:spPr>
                <a:xfrm>
                  <a:off x="4678121" y="5651540"/>
                  <a:ext cx="418267" cy="1875"/>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a:off x="4678121" y="5276792"/>
                  <a:ext cx="47121"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093883" y="5653879"/>
                  <a:ext cx="551" cy="39262"/>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a:off x="4678121" y="5690845"/>
                  <a:ext cx="418267" cy="1875"/>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a:off x="4684860" y="5663998"/>
                  <a:ext cx="402507" cy="0"/>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a:off x="4684860" y="5672130"/>
                  <a:ext cx="402507" cy="0"/>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a:off x="4684860" y="5682410"/>
                  <a:ext cx="402507" cy="0"/>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a:off x="5510601" y="5652499"/>
                  <a:ext cx="551" cy="39262"/>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H="1">
                  <a:off x="5382246" y="5174890"/>
                  <a:ext cx="0" cy="374748"/>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a:off x="5509928" y="5276792"/>
                  <a:ext cx="0" cy="374748"/>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a:endCxn id="75" idx="2"/>
                </p:cNvCxnSpPr>
                <p:nvPr/>
              </p:nvCxnSpPr>
              <p:spPr>
                <a:xfrm flipH="1">
                  <a:off x="5091661" y="5651540"/>
                  <a:ext cx="418267" cy="1875"/>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flipH="1">
                  <a:off x="5462807" y="5276792"/>
                  <a:ext cx="47121"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5093615" y="5653879"/>
                  <a:ext cx="551" cy="39262"/>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H="1">
                  <a:off x="5091661" y="5690845"/>
                  <a:ext cx="418267" cy="1875"/>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H="1">
                  <a:off x="5100682" y="5663998"/>
                  <a:ext cx="402507" cy="0"/>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H="1">
                  <a:off x="5100682" y="5672130"/>
                  <a:ext cx="402507" cy="0"/>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H="1">
                  <a:off x="5100682" y="5682410"/>
                  <a:ext cx="402507" cy="0"/>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63" name="组合 62"/>
              <p:cNvGrpSpPr/>
              <p:nvPr/>
            </p:nvGrpSpPr>
            <p:grpSpPr>
              <a:xfrm>
                <a:off x="6732240" y="3332393"/>
                <a:ext cx="690265" cy="406004"/>
                <a:chOff x="6732240" y="3332393"/>
                <a:chExt cx="690265" cy="406004"/>
              </a:xfrm>
            </p:grpSpPr>
            <p:sp>
              <p:nvSpPr>
                <p:cNvPr id="64" name="弧形 63"/>
                <p:cNvSpPr/>
                <p:nvPr/>
              </p:nvSpPr>
              <p:spPr>
                <a:xfrm>
                  <a:off x="6732240" y="3332393"/>
                  <a:ext cx="343505" cy="248196"/>
                </a:xfrm>
                <a:prstGeom prst="arc">
                  <a:avLst>
                    <a:gd name="adj1" fmla="val 15435190"/>
                    <a:gd name="adj2" fmla="val 19418444"/>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65" name="弧形 64"/>
                <p:cNvSpPr/>
                <p:nvPr/>
              </p:nvSpPr>
              <p:spPr>
                <a:xfrm>
                  <a:off x="6732240" y="3409318"/>
                  <a:ext cx="343505" cy="248196"/>
                </a:xfrm>
                <a:prstGeom prst="arc">
                  <a:avLst>
                    <a:gd name="adj1" fmla="val 15435190"/>
                    <a:gd name="adj2" fmla="val 19418444"/>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66" name="弧形 65"/>
                <p:cNvSpPr/>
                <p:nvPr/>
              </p:nvSpPr>
              <p:spPr>
                <a:xfrm>
                  <a:off x="6732240" y="3486243"/>
                  <a:ext cx="343505" cy="248196"/>
                </a:xfrm>
                <a:prstGeom prst="arc">
                  <a:avLst>
                    <a:gd name="adj1" fmla="val 15435190"/>
                    <a:gd name="adj2" fmla="val 19418444"/>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67" name="弧形 66"/>
                <p:cNvSpPr/>
                <p:nvPr/>
              </p:nvSpPr>
              <p:spPr>
                <a:xfrm flipH="1">
                  <a:off x="7079000" y="3336351"/>
                  <a:ext cx="343505" cy="248196"/>
                </a:xfrm>
                <a:prstGeom prst="arc">
                  <a:avLst>
                    <a:gd name="adj1" fmla="val 15435190"/>
                    <a:gd name="adj2" fmla="val 19418444"/>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68" name="弧形 67"/>
                <p:cNvSpPr/>
                <p:nvPr/>
              </p:nvSpPr>
              <p:spPr>
                <a:xfrm flipH="1">
                  <a:off x="7079000" y="3413276"/>
                  <a:ext cx="343505" cy="248196"/>
                </a:xfrm>
                <a:prstGeom prst="arc">
                  <a:avLst>
                    <a:gd name="adj1" fmla="val 15435190"/>
                    <a:gd name="adj2" fmla="val 19418444"/>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69" name="弧形 68"/>
                <p:cNvSpPr/>
                <p:nvPr/>
              </p:nvSpPr>
              <p:spPr>
                <a:xfrm flipH="1">
                  <a:off x="7079000" y="3490201"/>
                  <a:ext cx="343505" cy="248196"/>
                </a:xfrm>
                <a:prstGeom prst="arc">
                  <a:avLst>
                    <a:gd name="adj1" fmla="val 15435190"/>
                    <a:gd name="adj2" fmla="val 19418444"/>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blinds(horizontal)">
                                      <p:cBhvr>
                                        <p:cTn id="7" dur="500"/>
                                        <p:tgtEl>
                                          <p:spTgt spid="5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60419"/>
                                        </p:tgtEl>
                                        <p:attrNameLst>
                                          <p:attrName>style.visibility</p:attrName>
                                        </p:attrNameLst>
                                      </p:cBhvr>
                                      <p:to>
                                        <p:strVal val="visible"/>
                                      </p:to>
                                    </p:set>
                                    <p:animEffect transition="in" filter="wipe(left)">
                                      <p:cBhvr>
                                        <p:cTn id="12" dur="100"/>
                                        <p:tgtEl>
                                          <p:spTgt spid="60419"/>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60528"/>
                                        </p:tgtEl>
                                        <p:attrNameLst>
                                          <p:attrName>style.visibility</p:attrName>
                                        </p:attrNameLst>
                                      </p:cBhvr>
                                      <p:to>
                                        <p:strVal val="visible"/>
                                      </p:to>
                                    </p:set>
                                    <p:anim calcmode="lin" valueType="num">
                                      <p:cBhvr additive="base">
                                        <p:cTn id="17" dur="500" fill="hold"/>
                                        <p:tgtEl>
                                          <p:spTgt spid="60528"/>
                                        </p:tgtEl>
                                        <p:attrNameLst>
                                          <p:attrName>ppt_x</p:attrName>
                                        </p:attrNameLst>
                                      </p:cBhvr>
                                      <p:tavLst>
                                        <p:tav tm="0">
                                          <p:val>
                                            <p:strVal val="0-#ppt_w/2"/>
                                          </p:val>
                                        </p:tav>
                                        <p:tav tm="100000">
                                          <p:val>
                                            <p:strVal val="#ppt_x"/>
                                          </p:val>
                                        </p:tav>
                                      </p:tavLst>
                                    </p:anim>
                                    <p:anim calcmode="lin" valueType="num">
                                      <p:cBhvr additive="base">
                                        <p:cTn id="18" dur="500" fill="hold"/>
                                        <p:tgtEl>
                                          <p:spTgt spid="60528"/>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grpId="0" nodeType="clickEffect">
                                  <p:stCondLst>
                                    <p:cond delay="0"/>
                                  </p:stCondLst>
                                  <p:iterate type="lt">
                                    <p:tmPct val="100000"/>
                                  </p:iterate>
                                  <p:childTnLst>
                                    <p:set>
                                      <p:cBhvr>
                                        <p:cTn id="22" dur="1" fill="hold">
                                          <p:stCondLst>
                                            <p:cond delay="0"/>
                                          </p:stCondLst>
                                        </p:cTn>
                                        <p:tgtEl>
                                          <p:spTgt spid="60529"/>
                                        </p:tgtEl>
                                        <p:attrNameLst>
                                          <p:attrName>style.visibility</p:attrName>
                                        </p:attrNameLst>
                                      </p:cBhvr>
                                      <p:to>
                                        <p:strVal val="visible"/>
                                      </p:to>
                                    </p:set>
                                    <p:animEffect transition="in" filter="checkerboard(across)">
                                      <p:cBhvr>
                                        <p:cTn id="23" dur="100"/>
                                        <p:tgtEl>
                                          <p:spTgt spid="60529"/>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0530"/>
                                        </p:tgtEl>
                                        <p:attrNameLst>
                                          <p:attrName>style.visibility</p:attrName>
                                        </p:attrNameLst>
                                      </p:cBhvr>
                                      <p:to>
                                        <p:strVal val="visible"/>
                                      </p:to>
                                    </p:set>
                                    <p:animEffect transition="in" filter="wipe(left)">
                                      <p:cBhvr>
                                        <p:cTn id="28" dur="2000"/>
                                        <p:tgtEl>
                                          <p:spTgt spid="60530"/>
                                        </p:tgtEl>
                                      </p:cBhvr>
                                    </p:animEffect>
                                  </p:childTnLst>
                                </p:cTn>
                              </p:par>
                            </p:childTnLst>
                          </p:cTn>
                        </p:par>
                        <p:par>
                          <p:cTn id="29" fill="hold">
                            <p:stCondLst>
                              <p:cond delay="2000"/>
                            </p:stCondLst>
                            <p:childTnLst>
                              <p:par>
                                <p:cTn id="30" presetID="22" presetClass="entr" presetSubtype="8" fill="hold" grpId="0" nodeType="afterEffect">
                                  <p:stCondLst>
                                    <p:cond delay="1000"/>
                                  </p:stCondLst>
                                  <p:childTnLst>
                                    <p:set>
                                      <p:cBhvr>
                                        <p:cTn id="31" dur="1" fill="hold">
                                          <p:stCondLst>
                                            <p:cond delay="0"/>
                                          </p:stCondLst>
                                        </p:cTn>
                                        <p:tgtEl>
                                          <p:spTgt spid="60531"/>
                                        </p:tgtEl>
                                        <p:attrNameLst>
                                          <p:attrName>style.visibility</p:attrName>
                                        </p:attrNameLst>
                                      </p:cBhvr>
                                      <p:to>
                                        <p:strVal val="visible"/>
                                      </p:to>
                                    </p:set>
                                    <p:animEffect transition="in" filter="wipe(left)">
                                      <p:cBhvr>
                                        <p:cTn id="32" dur="2000"/>
                                        <p:tgtEl>
                                          <p:spTgt spid="60531"/>
                                        </p:tgtEl>
                                      </p:cBhvr>
                                    </p:animEffect>
                                  </p:childTnLst>
                                </p:cTn>
                              </p:par>
                            </p:childTnLst>
                          </p:cTn>
                        </p:par>
                        <p:par>
                          <p:cTn id="33" fill="hold">
                            <p:stCondLst>
                              <p:cond delay="5000"/>
                            </p:stCondLst>
                            <p:childTnLst>
                              <p:par>
                                <p:cTn id="34" presetID="22" presetClass="entr" presetSubtype="8" fill="hold" grpId="0" nodeType="afterEffect">
                                  <p:stCondLst>
                                    <p:cond delay="1000"/>
                                  </p:stCondLst>
                                  <p:childTnLst>
                                    <p:set>
                                      <p:cBhvr>
                                        <p:cTn id="35" dur="1" fill="hold">
                                          <p:stCondLst>
                                            <p:cond delay="0"/>
                                          </p:stCondLst>
                                        </p:cTn>
                                        <p:tgtEl>
                                          <p:spTgt spid="60532"/>
                                        </p:tgtEl>
                                        <p:attrNameLst>
                                          <p:attrName>style.visibility</p:attrName>
                                        </p:attrNameLst>
                                      </p:cBhvr>
                                      <p:to>
                                        <p:strVal val="visible"/>
                                      </p:to>
                                    </p:set>
                                    <p:animEffect transition="in" filter="wipe(left)">
                                      <p:cBhvr>
                                        <p:cTn id="36" dur="2000"/>
                                        <p:tgtEl>
                                          <p:spTgt spid="605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p:bldP spid="60528" grpId="0"/>
      <p:bldP spid="60529" grpId="0"/>
      <p:bldP spid="60530" grpId="0"/>
      <p:bldP spid="60531" grpId="0"/>
      <p:bldP spid="6053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4-1 </a:t>
            </a:r>
            <a:r>
              <a:rPr lang="zh-CN" altLang="en-US">
                <a:latin typeface="微软雅黑" panose="020B0503020204020204" pitchFamily="34" charset="-122"/>
                <a:cs typeface="微软雅黑" panose="020B0503020204020204" pitchFamily="34" charset="-122"/>
                <a:sym typeface="+mn-ea"/>
              </a:rPr>
              <a:t>叠加定理</a:t>
            </a:r>
            <a:endParaRPr lang="zh-CN" altLang="en-US"/>
          </a:p>
        </p:txBody>
      </p:sp>
      <p:sp>
        <p:nvSpPr>
          <p:cNvPr id="86052" name="Text Box 36"/>
          <p:cNvSpPr txBox="1"/>
          <p:nvPr/>
        </p:nvSpPr>
        <p:spPr>
          <a:xfrm>
            <a:off x="971550" y="3098959"/>
            <a:ext cx="3028950" cy="607695"/>
          </a:xfrm>
          <a:prstGeom prst="rect">
            <a:avLst/>
          </a:prstGeom>
          <a:noFill/>
          <a:ln w="12700" cap="sq" cmpd="sng">
            <a:solidFill>
              <a:schemeClr val="tx1"/>
            </a:solidFill>
            <a:prstDash val="solid"/>
            <a:miter/>
            <a:headEnd type="none" w="sm" len="sm"/>
            <a:tailEnd type="none" w="sm" len="sm"/>
          </a:ln>
        </p:spPr>
        <p:txBody>
          <a:bodyPr wrap="none" lIns="92075" tIns="46038" rIns="92075" bIns="46038" anchor="ctr" anchorCtr="0">
            <a:spAutoFit/>
          </a:bodyPr>
          <a:p>
            <a:pPr algn="l" eaLnBrk="0" hangingPunct="0">
              <a:lnSpc>
                <a:spcPct val="120000"/>
              </a:lnSpc>
              <a:spcBef>
                <a:spcPct val="50000"/>
              </a:spcBef>
              <a:buClrTx/>
              <a:buSzTx/>
              <a:buFont typeface="Monotype Sorts" pitchFamily="2" charset="2"/>
              <a:buNone/>
            </a:pPr>
            <a:r>
              <a:rPr kumimoji="1" lang="zh-CN" altLang="en-US" sz="2800" dirty="0" smtClean="0">
                <a:latin typeface="华文楷体" panose="02010600040101010101" pitchFamily="2" charset="-122"/>
                <a:ea typeface="华文楷体" panose="02010600040101010101" pitchFamily="2" charset="-122"/>
              </a:rPr>
              <a:t>三个电源共同作用</a:t>
            </a:r>
            <a:endParaRPr kumimoji="1" lang="zh-CN" altLang="en-US" sz="2800" dirty="0" smtClean="0">
              <a:latin typeface="华文楷体" panose="02010600040101010101" pitchFamily="2" charset="-122"/>
              <a:ea typeface="华文楷体" panose="02010600040101010101" pitchFamily="2" charset="-122"/>
            </a:endParaRPr>
          </a:p>
        </p:txBody>
      </p:sp>
      <p:sp>
        <p:nvSpPr>
          <p:cNvPr id="86073" name="Text Box 57"/>
          <p:cNvSpPr txBox="1"/>
          <p:nvPr/>
        </p:nvSpPr>
        <p:spPr>
          <a:xfrm>
            <a:off x="5916454" y="3098959"/>
            <a:ext cx="1949450" cy="607695"/>
          </a:xfrm>
          <a:prstGeom prst="rect">
            <a:avLst/>
          </a:prstGeom>
          <a:noFill/>
          <a:ln w="9525" cap="sq" cmpd="sng">
            <a:solidFill>
              <a:schemeClr val="tx1"/>
            </a:solidFill>
            <a:prstDash val="solid"/>
            <a:miter/>
            <a:headEnd type="none" w="sm" len="sm"/>
            <a:tailEnd type="none" w="sm" len="sm"/>
          </a:ln>
        </p:spPr>
        <p:txBody>
          <a:bodyPr wrap="none" lIns="92075" tIns="46038" rIns="92075" bIns="46038" anchor="ctr" anchorCtr="0">
            <a:spAutoFit/>
          </a:bodyPr>
          <a:p>
            <a:pPr algn="l" eaLnBrk="0" hangingPunct="0">
              <a:lnSpc>
                <a:spcPct val="120000"/>
              </a:lnSpc>
              <a:buClrTx/>
              <a:buSzTx/>
              <a:buNone/>
            </a:pPr>
            <a:r>
              <a:rPr lang="en-US" altLang="zh-CN" sz="2800" i="1" dirty="0">
                <a:solidFill>
                  <a:schemeClr val="tx1"/>
                </a:solidFill>
                <a:latin typeface="Times New Roman" panose="02020603050405020304" pitchFamily="18" charset="0"/>
                <a:sym typeface="+mn-ea"/>
              </a:rPr>
              <a:t>i</a:t>
            </a:r>
            <a:r>
              <a:rPr lang="en-US" altLang="zh-CN" sz="2800" baseline="-25000" dirty="0">
                <a:solidFill>
                  <a:schemeClr val="tx1"/>
                </a:solidFill>
                <a:latin typeface="Times New Roman" panose="02020603050405020304" pitchFamily="18" charset="0"/>
                <a:sym typeface="+mn-ea"/>
              </a:rPr>
              <a:t>S1</a:t>
            </a:r>
            <a:r>
              <a:rPr kumimoji="1" lang="zh-CN" altLang="en-US" sz="2800" dirty="0" smtClean="0">
                <a:latin typeface="华文楷体" panose="02010600040101010101" pitchFamily="2" charset="-122"/>
                <a:ea typeface="华文楷体" panose="02010600040101010101" pitchFamily="2" charset="-122"/>
              </a:rPr>
              <a:t>单独作用</a:t>
            </a:r>
            <a:endParaRPr kumimoji="1" lang="zh-CN" altLang="en-US" sz="2800" dirty="0" smtClean="0">
              <a:latin typeface="华文楷体" panose="02010600040101010101" pitchFamily="2" charset="-122"/>
              <a:ea typeface="华文楷体" panose="02010600040101010101" pitchFamily="2" charset="-122"/>
            </a:endParaRPr>
          </a:p>
        </p:txBody>
      </p:sp>
      <p:sp>
        <p:nvSpPr>
          <p:cNvPr id="86074" name="Text Box 58"/>
          <p:cNvSpPr txBox="1"/>
          <p:nvPr/>
        </p:nvSpPr>
        <p:spPr>
          <a:xfrm>
            <a:off x="4356100" y="1481138"/>
            <a:ext cx="503238" cy="922020"/>
          </a:xfrm>
          <a:prstGeom prst="rect">
            <a:avLst/>
          </a:prstGeom>
          <a:noFill/>
          <a:ln w="9525">
            <a:noFill/>
          </a:ln>
        </p:spPr>
        <p:txBody>
          <a:bodyPr>
            <a:spAutoFit/>
          </a:bodyPr>
          <a:p>
            <a:pPr>
              <a:spcBef>
                <a:spcPct val="50000"/>
              </a:spcBef>
            </a:pPr>
            <a:r>
              <a:rPr lang="en-US" altLang="zh-CN" sz="5400" dirty="0">
                <a:solidFill>
                  <a:schemeClr val="tx1"/>
                </a:solidFill>
                <a:latin typeface="楷体_GB2312" pitchFamily="49" charset="-122"/>
              </a:rPr>
              <a:t>=</a:t>
            </a:r>
            <a:endParaRPr lang="en-US" altLang="zh-CN" sz="5400" dirty="0">
              <a:solidFill>
                <a:schemeClr val="tx1"/>
              </a:solidFill>
              <a:latin typeface="楷体_GB2312" pitchFamily="49" charset="-122"/>
            </a:endParaRPr>
          </a:p>
        </p:txBody>
      </p:sp>
      <p:sp>
        <p:nvSpPr>
          <p:cNvPr id="86142" name="Text Box 126"/>
          <p:cNvSpPr txBox="1"/>
          <p:nvPr/>
        </p:nvSpPr>
        <p:spPr>
          <a:xfrm>
            <a:off x="4140200" y="4574223"/>
            <a:ext cx="438150" cy="706755"/>
          </a:xfrm>
          <a:prstGeom prst="rect">
            <a:avLst/>
          </a:prstGeom>
          <a:noFill/>
          <a:ln w="12700">
            <a:noFill/>
          </a:ln>
        </p:spPr>
        <p:txBody>
          <a:bodyPr wrap="none" lIns="92075" tIns="46038" rIns="92075" bIns="46038" anchor="ctr" anchorCtr="0">
            <a:spAutoFit/>
          </a:bodyPr>
          <a:p>
            <a:pPr algn="ctr">
              <a:spcBef>
                <a:spcPct val="50000"/>
              </a:spcBef>
              <a:buClr>
                <a:schemeClr val="accent2"/>
              </a:buClr>
              <a:buSzPct val="75000"/>
              <a:buFont typeface="Monotype Sorts" pitchFamily="2" charset="2"/>
            </a:pPr>
            <a:r>
              <a:rPr lang="en-US" altLang="zh-CN" sz="4000" b="0" dirty="0">
                <a:solidFill>
                  <a:schemeClr val="tx1"/>
                </a:solidFill>
                <a:latin typeface="楷体_GB2312" pitchFamily="49" charset="-122"/>
              </a:rPr>
              <a:t>+</a:t>
            </a:r>
            <a:endParaRPr lang="en-US" altLang="zh-CN" sz="4000" b="0" dirty="0">
              <a:solidFill>
                <a:schemeClr val="tx1"/>
              </a:solidFill>
              <a:latin typeface="楷体_GB2312" pitchFamily="49" charset="-122"/>
            </a:endParaRPr>
          </a:p>
        </p:txBody>
      </p:sp>
      <p:sp>
        <p:nvSpPr>
          <p:cNvPr id="86143" name="Text Box 127"/>
          <p:cNvSpPr txBox="1"/>
          <p:nvPr/>
        </p:nvSpPr>
        <p:spPr>
          <a:xfrm>
            <a:off x="1466057" y="5915184"/>
            <a:ext cx="2028190" cy="607695"/>
          </a:xfrm>
          <a:prstGeom prst="rect">
            <a:avLst/>
          </a:prstGeom>
          <a:noFill/>
          <a:ln w="9525" cap="sq" cmpd="sng">
            <a:solidFill>
              <a:schemeClr val="tx1"/>
            </a:solidFill>
            <a:prstDash val="solid"/>
            <a:miter/>
            <a:headEnd type="none" w="sm" len="sm"/>
            <a:tailEnd type="none" w="sm" len="sm"/>
          </a:ln>
        </p:spPr>
        <p:txBody>
          <a:bodyPr wrap="none" lIns="92075" tIns="46038" rIns="92075" bIns="46038" anchor="ctr" anchorCtr="0">
            <a:spAutoFit/>
          </a:bodyPr>
          <a:p>
            <a:pPr algn="l" eaLnBrk="0" hangingPunct="0">
              <a:lnSpc>
                <a:spcPct val="120000"/>
              </a:lnSpc>
              <a:spcBef>
                <a:spcPct val="50000"/>
              </a:spcBef>
              <a:buClrTx/>
              <a:buSzTx/>
              <a:buFont typeface="Monotype Sorts" pitchFamily="2" charset="2"/>
              <a:buNone/>
            </a:pPr>
            <a:r>
              <a:rPr lang="en-US" altLang="zh-CN" sz="2800" i="1" dirty="0">
                <a:solidFill>
                  <a:schemeClr val="tx1"/>
                </a:solidFill>
                <a:latin typeface="Times New Roman" panose="02020603050405020304" pitchFamily="18" charset="0"/>
                <a:sym typeface="+mn-ea"/>
              </a:rPr>
              <a:t>u</a:t>
            </a:r>
            <a:r>
              <a:rPr lang="en-US" altLang="zh-CN" sz="2800" baseline="-25000" dirty="0">
                <a:solidFill>
                  <a:schemeClr val="tx1"/>
                </a:solidFill>
                <a:latin typeface="Times New Roman" panose="02020603050405020304" pitchFamily="18" charset="0"/>
                <a:sym typeface="+mn-ea"/>
              </a:rPr>
              <a:t>S2</a:t>
            </a:r>
            <a:r>
              <a:rPr kumimoji="1" lang="zh-CN" altLang="en-US" sz="2800" dirty="0" smtClean="0">
                <a:latin typeface="华文楷体" panose="02010600040101010101" pitchFamily="2" charset="-122"/>
                <a:ea typeface="华文楷体" panose="02010600040101010101" pitchFamily="2" charset="-122"/>
              </a:rPr>
              <a:t>单独作用</a:t>
            </a:r>
            <a:endParaRPr kumimoji="1" lang="zh-CN" altLang="en-US" sz="2800" dirty="0" smtClean="0">
              <a:latin typeface="华文楷体" panose="02010600040101010101" pitchFamily="2" charset="-122"/>
              <a:ea typeface="华文楷体" panose="02010600040101010101" pitchFamily="2" charset="-122"/>
            </a:endParaRPr>
          </a:p>
        </p:txBody>
      </p:sp>
      <p:sp>
        <p:nvSpPr>
          <p:cNvPr id="86144" name="Text Box 128"/>
          <p:cNvSpPr txBox="1"/>
          <p:nvPr/>
        </p:nvSpPr>
        <p:spPr>
          <a:xfrm>
            <a:off x="6074569" y="5915184"/>
            <a:ext cx="2028190" cy="607695"/>
          </a:xfrm>
          <a:prstGeom prst="rect">
            <a:avLst/>
          </a:prstGeom>
          <a:noFill/>
          <a:ln w="9525" cap="sq" cmpd="sng">
            <a:solidFill>
              <a:schemeClr val="tx1"/>
            </a:solidFill>
            <a:prstDash val="solid"/>
            <a:miter/>
            <a:headEnd type="none" w="sm" len="sm"/>
            <a:tailEnd type="none" w="sm" len="sm"/>
          </a:ln>
        </p:spPr>
        <p:txBody>
          <a:bodyPr wrap="none" lIns="92075" tIns="46038" rIns="92075" bIns="46038" anchor="ctr" anchorCtr="0">
            <a:spAutoFit/>
          </a:bodyPr>
          <a:p>
            <a:pPr algn="l" eaLnBrk="0" hangingPunct="0">
              <a:lnSpc>
                <a:spcPct val="120000"/>
              </a:lnSpc>
              <a:spcBef>
                <a:spcPct val="50000"/>
              </a:spcBef>
              <a:buClrTx/>
              <a:buSzTx/>
              <a:buFont typeface="Monotype Sorts" pitchFamily="2" charset="2"/>
              <a:buNone/>
            </a:pPr>
            <a:r>
              <a:rPr lang="en-US" altLang="zh-CN" sz="2800" i="1" dirty="0">
                <a:solidFill>
                  <a:schemeClr val="tx1"/>
                </a:solidFill>
                <a:latin typeface="Times New Roman" panose="02020603050405020304" pitchFamily="18" charset="0"/>
                <a:sym typeface="+mn-ea"/>
              </a:rPr>
              <a:t>u</a:t>
            </a:r>
            <a:r>
              <a:rPr lang="en-US" altLang="zh-CN" sz="2800" baseline="-25000" dirty="0">
                <a:solidFill>
                  <a:schemeClr val="tx1"/>
                </a:solidFill>
                <a:latin typeface="Times New Roman" panose="02020603050405020304" pitchFamily="18" charset="0"/>
                <a:sym typeface="+mn-ea"/>
              </a:rPr>
              <a:t>S3</a:t>
            </a:r>
            <a:r>
              <a:rPr kumimoji="1" lang="zh-CN" altLang="en-US" sz="2800" dirty="0" smtClean="0">
                <a:latin typeface="华文楷体" panose="02010600040101010101" pitchFamily="2" charset="-122"/>
                <a:ea typeface="华文楷体" panose="02010600040101010101" pitchFamily="2" charset="-122"/>
              </a:rPr>
              <a:t>单独作用</a:t>
            </a:r>
            <a:endParaRPr kumimoji="1" lang="zh-CN" altLang="en-US" sz="2800" dirty="0" smtClean="0">
              <a:latin typeface="华文楷体" panose="02010600040101010101" pitchFamily="2" charset="-122"/>
              <a:ea typeface="华文楷体" panose="02010600040101010101" pitchFamily="2" charset="-122"/>
            </a:endParaRPr>
          </a:p>
        </p:txBody>
      </p:sp>
      <p:sp>
        <p:nvSpPr>
          <p:cNvPr id="86145" name="Text Box 129"/>
          <p:cNvSpPr txBox="1"/>
          <p:nvPr/>
        </p:nvSpPr>
        <p:spPr>
          <a:xfrm>
            <a:off x="8459788" y="1621473"/>
            <a:ext cx="438150" cy="706755"/>
          </a:xfrm>
          <a:prstGeom prst="rect">
            <a:avLst/>
          </a:prstGeom>
          <a:noFill/>
          <a:ln w="12700">
            <a:noFill/>
          </a:ln>
        </p:spPr>
        <p:txBody>
          <a:bodyPr wrap="none" lIns="92075" tIns="46038" rIns="92075" bIns="46038" anchor="ctr" anchorCtr="0">
            <a:spAutoFit/>
          </a:bodyPr>
          <a:p>
            <a:pPr algn="ctr">
              <a:spcBef>
                <a:spcPct val="50000"/>
              </a:spcBef>
              <a:buClr>
                <a:schemeClr val="accent2"/>
              </a:buClr>
              <a:buSzPct val="75000"/>
              <a:buFont typeface="Monotype Sorts" pitchFamily="2" charset="2"/>
            </a:pPr>
            <a:r>
              <a:rPr lang="en-US" altLang="zh-CN" sz="4000" b="0" dirty="0">
                <a:solidFill>
                  <a:schemeClr val="tx1"/>
                </a:solidFill>
                <a:latin typeface="楷体_GB2312" pitchFamily="49" charset="-122"/>
              </a:rPr>
              <a:t>+</a:t>
            </a:r>
            <a:endParaRPr lang="en-US" altLang="zh-CN" sz="4000" b="0" dirty="0">
              <a:solidFill>
                <a:schemeClr val="tx1"/>
              </a:solidFill>
              <a:latin typeface="楷体_GB2312" pitchFamily="49" charset="-122"/>
            </a:endParaRPr>
          </a:p>
        </p:txBody>
      </p:sp>
      <p:grpSp>
        <p:nvGrpSpPr>
          <p:cNvPr id="34" name="组合 33"/>
          <p:cNvGrpSpPr/>
          <p:nvPr/>
        </p:nvGrpSpPr>
        <p:grpSpPr>
          <a:xfrm>
            <a:off x="5008245" y="1047750"/>
            <a:ext cx="3416935" cy="1879600"/>
            <a:chOff x="7878" y="1090"/>
            <a:chExt cx="5381" cy="2960"/>
          </a:xfrm>
        </p:grpSpPr>
        <p:sp>
          <p:nvSpPr>
            <p:cNvPr id="2112" name="Rectangle 245"/>
            <p:cNvSpPr/>
            <p:nvPr/>
          </p:nvSpPr>
          <p:spPr bwMode="auto">
            <a:xfrm>
              <a:off x="8335" y="1090"/>
              <a:ext cx="4763" cy="2960"/>
            </a:xfrm>
            <a:prstGeom prst="rect">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lIns="92075" tIns="46038" rIns="92075" bIns="46038" anchor="ctr" anchorCtr="0"/>
            <a:p>
              <a:endParaRPr lang="zh-CN" altLang="en-US" dirty="0">
                <a:latin typeface="Arial" panose="020B0604020202020204" pitchFamily="34" charset="0"/>
              </a:endParaRPr>
            </a:p>
          </p:txBody>
        </p:sp>
        <p:sp>
          <p:nvSpPr>
            <p:cNvPr id="2113" name="Line 246"/>
            <p:cNvSpPr/>
            <p:nvPr/>
          </p:nvSpPr>
          <p:spPr bwMode="auto">
            <a:xfrm>
              <a:off x="10668" y="1090"/>
              <a:ext cx="0" cy="2960"/>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2114" name="Text Box 247"/>
            <p:cNvSpPr txBox="1"/>
            <p:nvPr/>
          </p:nvSpPr>
          <p:spPr>
            <a:xfrm>
              <a:off x="8288" y="1318"/>
              <a:ext cx="1195" cy="818"/>
            </a:xfrm>
            <a:prstGeom prst="rect">
              <a:avLst/>
            </a:prstGeom>
            <a:noFill/>
            <a:ln w="28575">
              <a:noFill/>
            </a:ln>
          </p:spPr>
          <p:txBody>
            <a:bodyPr lIns="92075" tIns="46038" rIns="92075" bIns="46038" anchor="ctr" anchorCtr="0">
              <a:spAutoFit/>
            </a:bodyPr>
            <a:p>
              <a:pPr algn="ctr"/>
              <a:r>
                <a:rPr lang="en-US" altLang="zh-CN" b="0" i="1" dirty="0">
                  <a:solidFill>
                    <a:schemeClr val="tx1"/>
                  </a:solidFill>
                  <a:latin typeface="Times New Roman" panose="02020603050405020304" pitchFamily="18" charset="0"/>
                </a:rPr>
                <a:t>G</a:t>
              </a:r>
              <a:r>
                <a:rPr lang="en-US" altLang="zh-CN" b="0" baseline="-25000" dirty="0">
                  <a:solidFill>
                    <a:schemeClr val="tx1"/>
                  </a:solidFill>
                  <a:latin typeface="Times New Roman" panose="02020603050405020304" pitchFamily="18" charset="0"/>
                </a:rPr>
                <a:t>1</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2115" name="Text Box 248"/>
            <p:cNvSpPr txBox="1"/>
            <p:nvPr/>
          </p:nvSpPr>
          <p:spPr>
            <a:xfrm>
              <a:off x="8415" y="2113"/>
              <a:ext cx="848" cy="818"/>
            </a:xfrm>
            <a:prstGeom prst="rect">
              <a:avLst/>
            </a:prstGeom>
            <a:noFill/>
            <a:ln w="28575">
              <a:noFill/>
            </a:ln>
          </p:spPr>
          <p:txBody>
            <a:bodyPr wrap="none" lIns="92075" tIns="46038" rIns="92075" bIns="46038" anchor="ctr" anchorCtr="0">
              <a:spAutoFit/>
            </a:bodyPr>
            <a:p>
              <a:pPr algn="ctr"/>
              <a:r>
                <a:rPr lang="en-US" altLang="zh-CN" b="0" i="1" dirty="0">
                  <a:solidFill>
                    <a:schemeClr val="tx1"/>
                  </a:solidFill>
                  <a:latin typeface="Times New Roman" panose="02020603050405020304" pitchFamily="18" charset="0"/>
                </a:rPr>
                <a:t>i</a:t>
              </a:r>
              <a:r>
                <a:rPr lang="en-US" altLang="zh-CN" b="0" baseline="-25000" dirty="0">
                  <a:solidFill>
                    <a:schemeClr val="tx1"/>
                  </a:solidFill>
                  <a:latin typeface="Times New Roman" panose="02020603050405020304" pitchFamily="18" charset="0"/>
                </a:rPr>
                <a:t>S1</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2116" name="Text Box 249"/>
            <p:cNvSpPr txBox="1"/>
            <p:nvPr/>
          </p:nvSpPr>
          <p:spPr>
            <a:xfrm>
              <a:off x="10715" y="1658"/>
              <a:ext cx="943" cy="818"/>
            </a:xfrm>
            <a:prstGeom prst="rect">
              <a:avLst/>
            </a:prstGeom>
            <a:noFill/>
            <a:ln w="28575">
              <a:noFill/>
            </a:ln>
          </p:spPr>
          <p:txBody>
            <a:bodyPr lIns="92075" tIns="46038" rIns="92075" bIns="46038" anchor="ctr" anchorCtr="0">
              <a:spAutoFit/>
            </a:bodyPr>
            <a:p>
              <a:pPr algn="ctr"/>
              <a:r>
                <a:rPr lang="en-US" altLang="zh-CN" b="0" i="1" dirty="0">
                  <a:solidFill>
                    <a:schemeClr val="tx1"/>
                  </a:solidFill>
                  <a:latin typeface="Times New Roman" panose="02020603050405020304" pitchFamily="18" charset="0"/>
                </a:rPr>
                <a:t>G</a:t>
              </a:r>
              <a:r>
                <a:rPr lang="en-US" altLang="zh-CN" b="0" baseline="-25000" dirty="0">
                  <a:solidFill>
                    <a:schemeClr val="tx1"/>
                  </a:solidFill>
                  <a:latin typeface="Times New Roman" panose="02020603050405020304" pitchFamily="18" charset="0"/>
                </a:rPr>
                <a:t>2</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2117" name="Text Box 251"/>
            <p:cNvSpPr txBox="1"/>
            <p:nvPr/>
          </p:nvSpPr>
          <p:spPr>
            <a:xfrm>
              <a:off x="12075" y="1545"/>
              <a:ext cx="1068" cy="818"/>
            </a:xfrm>
            <a:prstGeom prst="rect">
              <a:avLst/>
            </a:prstGeom>
            <a:noFill/>
            <a:ln w="28575">
              <a:noFill/>
            </a:ln>
          </p:spPr>
          <p:txBody>
            <a:bodyPr lIns="92075" tIns="46038" rIns="92075" bIns="46038" anchor="ctr" anchorCtr="0">
              <a:spAutoFit/>
            </a:bodyPr>
            <a:p>
              <a:pPr algn="ctr"/>
              <a:r>
                <a:rPr lang="en-US" altLang="zh-CN" b="0" i="1" dirty="0">
                  <a:solidFill>
                    <a:schemeClr val="tx1"/>
                  </a:solidFill>
                  <a:latin typeface="Times New Roman" panose="02020603050405020304" pitchFamily="18" charset="0"/>
                </a:rPr>
                <a:t>G</a:t>
              </a:r>
              <a:r>
                <a:rPr lang="en-US" altLang="zh-CN" b="0" baseline="-25000" dirty="0">
                  <a:solidFill>
                    <a:schemeClr val="tx1"/>
                  </a:solidFill>
                  <a:latin typeface="Times New Roman" panose="02020603050405020304" pitchFamily="18" charset="0"/>
                </a:rPr>
                <a:t>3</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2118" name="Line 254"/>
            <p:cNvSpPr/>
            <p:nvPr/>
          </p:nvSpPr>
          <p:spPr>
            <a:xfrm>
              <a:off x="10670" y="1115"/>
              <a:ext cx="0" cy="595"/>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2119" name="Line 255"/>
            <p:cNvSpPr/>
            <p:nvPr/>
          </p:nvSpPr>
          <p:spPr>
            <a:xfrm>
              <a:off x="11735" y="1090"/>
              <a:ext cx="805"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2120" name="Rectangle 262"/>
            <p:cNvSpPr/>
            <p:nvPr/>
          </p:nvSpPr>
          <p:spPr bwMode="auto">
            <a:xfrm>
              <a:off x="12941" y="1568"/>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121" name="Rectangle 263"/>
            <p:cNvSpPr/>
            <p:nvPr/>
          </p:nvSpPr>
          <p:spPr bwMode="auto">
            <a:xfrm>
              <a:off x="10488" y="1770"/>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122" name="Rectangle 264"/>
            <p:cNvSpPr/>
            <p:nvPr/>
          </p:nvSpPr>
          <p:spPr bwMode="auto">
            <a:xfrm>
              <a:off x="8173" y="1433"/>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125" name="Line 408"/>
            <p:cNvSpPr/>
            <p:nvPr/>
          </p:nvSpPr>
          <p:spPr>
            <a:xfrm flipV="1">
              <a:off x="8333" y="2338"/>
              <a:ext cx="0" cy="568"/>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aphicFrame>
          <p:nvGraphicFramePr>
            <p:cNvPr id="9" name="对象 8"/>
            <p:cNvGraphicFramePr/>
            <p:nvPr/>
          </p:nvGraphicFramePr>
          <p:xfrm>
            <a:off x="9865" y="1090"/>
            <a:ext cx="713" cy="750"/>
          </p:xfrm>
          <a:graphic>
            <a:graphicData uri="http://schemas.openxmlformats.org/presentationml/2006/ole">
              <mc:AlternateContent xmlns:mc="http://schemas.openxmlformats.org/markup-compatibility/2006">
                <mc:Choice xmlns:v="urn:schemas-microsoft-com:vml" Requires="v">
                  <p:oleObj spid="_x0000_s10" name="" r:id="rId1" imgW="375920" imgH="419100" progId="Equation.KSEE3">
                    <p:embed/>
                  </p:oleObj>
                </mc:Choice>
                <mc:Fallback>
                  <p:oleObj name="" r:id="rId1" imgW="375920" imgH="419100" progId="Equation.KSEE3">
                    <p:embed/>
                    <p:pic>
                      <p:nvPicPr>
                        <p:cNvPr id="0" name="图片 9"/>
                        <p:cNvPicPr/>
                        <p:nvPr/>
                      </p:nvPicPr>
                      <p:blipFill>
                        <a:blip r:embed="rId2"/>
                        <a:stretch>
                          <a:fillRect/>
                        </a:stretch>
                      </p:blipFill>
                      <p:spPr>
                        <a:xfrm>
                          <a:off x="9865" y="1090"/>
                          <a:ext cx="713" cy="750"/>
                        </a:xfrm>
                        <a:prstGeom prst="rect">
                          <a:avLst/>
                        </a:prstGeom>
                      </p:spPr>
                    </p:pic>
                  </p:oleObj>
                </mc:Fallback>
              </mc:AlternateContent>
            </a:graphicData>
          </a:graphic>
        </p:graphicFrame>
        <p:graphicFrame>
          <p:nvGraphicFramePr>
            <p:cNvPr id="13" name="对象 12"/>
            <p:cNvGraphicFramePr/>
            <p:nvPr/>
          </p:nvGraphicFramePr>
          <p:xfrm>
            <a:off x="11795" y="1123"/>
            <a:ext cx="745" cy="810"/>
          </p:xfrm>
          <a:graphic>
            <a:graphicData uri="http://schemas.openxmlformats.org/presentationml/2006/ole">
              <mc:AlternateContent xmlns:mc="http://schemas.openxmlformats.org/markup-compatibility/2006">
                <mc:Choice xmlns:v="urn:schemas-microsoft-com:vml" Requires="v">
                  <p:oleObj spid="_x0000_s14" name="" r:id="rId3" imgW="203200" imgH="241300" progId="Equation.KSEE3">
                    <p:embed/>
                  </p:oleObj>
                </mc:Choice>
                <mc:Fallback>
                  <p:oleObj name="" r:id="rId3" imgW="203200" imgH="241300" progId="Equation.KSEE3">
                    <p:embed/>
                    <p:pic>
                      <p:nvPicPr>
                        <p:cNvPr id="0" name="图片 13"/>
                        <p:cNvPicPr/>
                        <p:nvPr/>
                      </p:nvPicPr>
                      <p:blipFill>
                        <a:blip r:embed="rId4"/>
                        <a:stretch>
                          <a:fillRect/>
                        </a:stretch>
                      </p:blipFill>
                      <p:spPr>
                        <a:xfrm>
                          <a:off x="11795" y="1123"/>
                          <a:ext cx="745" cy="810"/>
                        </a:xfrm>
                        <a:prstGeom prst="rect">
                          <a:avLst/>
                        </a:prstGeom>
                      </p:spPr>
                    </p:pic>
                  </p:oleObj>
                </mc:Fallback>
              </mc:AlternateContent>
            </a:graphicData>
          </a:graphic>
        </p:graphicFrame>
        <p:grpSp>
          <p:nvGrpSpPr>
            <p:cNvPr id="19" name="组合 18"/>
            <p:cNvGrpSpPr/>
            <p:nvPr/>
          </p:nvGrpSpPr>
          <p:grpSpPr>
            <a:xfrm>
              <a:off x="7878" y="2930"/>
              <a:ext cx="908" cy="908"/>
              <a:chOff x="5907581" y="4495572"/>
              <a:chExt cx="576263" cy="576263"/>
            </a:xfrm>
          </p:grpSpPr>
          <p:sp>
            <p:nvSpPr>
              <p:cNvPr id="20"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21" name="直接连接符 20"/>
              <p:cNvCxnSpPr>
                <a:stCxn id="20" idx="4"/>
                <a:endCxn id="20"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36" name="组合 35"/>
          <p:cNvGrpSpPr/>
          <p:nvPr/>
        </p:nvGrpSpPr>
        <p:grpSpPr>
          <a:xfrm>
            <a:off x="781685" y="3914775"/>
            <a:ext cx="3140075" cy="1902460"/>
            <a:chOff x="1303" y="5605"/>
            <a:chExt cx="4945" cy="2996"/>
          </a:xfrm>
        </p:grpSpPr>
        <p:sp>
          <p:nvSpPr>
            <p:cNvPr id="2090" name="Line 324"/>
            <p:cNvSpPr/>
            <p:nvPr/>
          </p:nvSpPr>
          <p:spPr bwMode="auto">
            <a:xfrm>
              <a:off x="1468" y="5615"/>
              <a:ext cx="4650"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2091" name="Line 313"/>
            <p:cNvSpPr/>
            <p:nvPr/>
          </p:nvSpPr>
          <p:spPr bwMode="auto">
            <a:xfrm>
              <a:off x="6110" y="5605"/>
              <a:ext cx="0" cy="2948"/>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2093" name="Line 315"/>
            <p:cNvSpPr/>
            <p:nvPr/>
          </p:nvSpPr>
          <p:spPr bwMode="auto">
            <a:xfrm>
              <a:off x="3798" y="5628"/>
              <a:ext cx="0" cy="2875"/>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2094" name="Rectangle 316"/>
            <p:cNvSpPr/>
            <p:nvPr/>
          </p:nvSpPr>
          <p:spPr bwMode="auto">
            <a:xfrm>
              <a:off x="3638" y="6260"/>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095" name="Line 317"/>
            <p:cNvSpPr/>
            <p:nvPr/>
          </p:nvSpPr>
          <p:spPr bwMode="auto">
            <a:xfrm>
              <a:off x="1440" y="5605"/>
              <a:ext cx="0" cy="1588"/>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2096" name="Text Box 318"/>
            <p:cNvSpPr txBox="1"/>
            <p:nvPr/>
          </p:nvSpPr>
          <p:spPr>
            <a:xfrm>
              <a:off x="1415" y="6015"/>
              <a:ext cx="1195" cy="818"/>
            </a:xfrm>
            <a:prstGeom prst="rect">
              <a:avLst/>
            </a:prstGeom>
            <a:noFill/>
            <a:ln w="28575">
              <a:noFill/>
            </a:ln>
          </p:spPr>
          <p:txBody>
            <a:bodyPr lIns="92075" tIns="46038" rIns="92075" bIns="46038" anchor="ctr" anchorCtr="0">
              <a:spAutoFit/>
            </a:bodyPr>
            <a:p>
              <a:pPr algn="ctr"/>
              <a:r>
                <a:rPr lang="en-US" altLang="zh-CN" b="0" i="1" dirty="0">
                  <a:solidFill>
                    <a:schemeClr val="tx1"/>
                  </a:solidFill>
                  <a:latin typeface="Times New Roman" panose="02020603050405020304" pitchFamily="18" charset="0"/>
                </a:rPr>
                <a:t>G</a:t>
              </a:r>
              <a:r>
                <a:rPr lang="en-US" altLang="zh-CN" b="0" baseline="-25000" dirty="0">
                  <a:solidFill>
                    <a:schemeClr val="tx1"/>
                  </a:solidFill>
                  <a:latin typeface="Times New Roman" panose="02020603050405020304" pitchFamily="18" charset="0"/>
                </a:rPr>
                <a:t>1</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2097" name="Text Box 319"/>
            <p:cNvSpPr txBox="1"/>
            <p:nvPr/>
          </p:nvSpPr>
          <p:spPr>
            <a:xfrm>
              <a:off x="5045" y="5968"/>
              <a:ext cx="1068" cy="818"/>
            </a:xfrm>
            <a:prstGeom prst="rect">
              <a:avLst/>
            </a:prstGeom>
            <a:noFill/>
            <a:ln w="28575">
              <a:noFill/>
            </a:ln>
          </p:spPr>
          <p:txBody>
            <a:bodyPr lIns="92075" tIns="46038" rIns="92075" bIns="46038" anchor="ctr" anchorCtr="0">
              <a:spAutoFit/>
            </a:bodyPr>
            <a:p>
              <a:pPr algn="ctr"/>
              <a:r>
                <a:rPr lang="en-US" altLang="zh-CN" b="0" i="1" dirty="0">
                  <a:solidFill>
                    <a:schemeClr val="tx1"/>
                  </a:solidFill>
                  <a:latin typeface="Times New Roman" panose="02020603050405020304" pitchFamily="18" charset="0"/>
                </a:rPr>
                <a:t>G</a:t>
              </a:r>
              <a:r>
                <a:rPr lang="en-US" altLang="zh-CN" b="0" baseline="-25000" dirty="0">
                  <a:solidFill>
                    <a:schemeClr val="tx1"/>
                  </a:solidFill>
                  <a:latin typeface="Times New Roman" panose="02020603050405020304" pitchFamily="18" charset="0"/>
                </a:rPr>
                <a:t>3</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2098" name="Rectangle 320"/>
            <p:cNvSpPr/>
            <p:nvPr/>
          </p:nvSpPr>
          <p:spPr bwMode="auto">
            <a:xfrm>
              <a:off x="5930" y="6173"/>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099" name="Rectangle 321"/>
            <p:cNvSpPr/>
            <p:nvPr/>
          </p:nvSpPr>
          <p:spPr bwMode="auto">
            <a:xfrm>
              <a:off x="1303" y="6015"/>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100" name="Line 322"/>
            <p:cNvSpPr/>
            <p:nvPr/>
          </p:nvSpPr>
          <p:spPr>
            <a:xfrm>
              <a:off x="3798" y="5695"/>
              <a:ext cx="0" cy="58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2101" name="Line 323"/>
            <p:cNvSpPr/>
            <p:nvPr/>
          </p:nvSpPr>
          <p:spPr>
            <a:xfrm>
              <a:off x="4478" y="5628"/>
              <a:ext cx="768"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2102" name="Line 325"/>
            <p:cNvSpPr/>
            <p:nvPr/>
          </p:nvSpPr>
          <p:spPr bwMode="auto">
            <a:xfrm>
              <a:off x="1468" y="8523"/>
              <a:ext cx="4650"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2103" name="Line 326"/>
            <p:cNvSpPr/>
            <p:nvPr/>
          </p:nvSpPr>
          <p:spPr bwMode="auto">
            <a:xfrm flipV="1">
              <a:off x="1468" y="8193"/>
              <a:ext cx="0" cy="33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2104" name="Oval 327"/>
            <p:cNvSpPr/>
            <p:nvPr/>
          </p:nvSpPr>
          <p:spPr bwMode="auto">
            <a:xfrm>
              <a:off x="1360" y="7975"/>
              <a:ext cx="218" cy="220"/>
            </a:xfrm>
            <a:prstGeom prst="ellips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2105" name="Oval 328"/>
            <p:cNvSpPr/>
            <p:nvPr/>
          </p:nvSpPr>
          <p:spPr bwMode="auto">
            <a:xfrm>
              <a:off x="1360" y="7203"/>
              <a:ext cx="218" cy="220"/>
            </a:xfrm>
            <a:prstGeom prst="ellips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anchor="ctr" anchorCtr="0"/>
            <a:p>
              <a:endParaRPr lang="zh-CN" altLang="en-US" dirty="0">
                <a:latin typeface="Arial" panose="020B0604020202020204" pitchFamily="34" charset="0"/>
              </a:endParaRPr>
            </a:p>
          </p:txBody>
        </p:sp>
        <p:sp>
          <p:nvSpPr>
            <p:cNvPr id="2106" name="Text Box 331"/>
            <p:cNvSpPr txBox="1"/>
            <p:nvPr/>
          </p:nvSpPr>
          <p:spPr>
            <a:xfrm>
              <a:off x="4220" y="7215"/>
              <a:ext cx="973" cy="818"/>
            </a:xfrm>
            <a:prstGeom prst="rect">
              <a:avLst/>
            </a:prstGeom>
            <a:noFill/>
            <a:ln w="28575">
              <a:noFill/>
            </a:ln>
          </p:spPr>
          <p:txBody>
            <a:bodyPr wrap="none" lIns="92075" tIns="46038" rIns="92075" bIns="46038" anchor="ctr" anchorCtr="0">
              <a:spAutoFit/>
            </a:bodyPr>
            <a:p>
              <a:pPr algn="ctr"/>
              <a:r>
                <a:rPr lang="en-US" altLang="zh-CN" b="0" i="1" dirty="0">
                  <a:solidFill>
                    <a:schemeClr val="tx1"/>
                  </a:solidFill>
                  <a:latin typeface="Times New Roman" panose="02020603050405020304" pitchFamily="18" charset="0"/>
                </a:rPr>
                <a:t>u</a:t>
              </a:r>
              <a:r>
                <a:rPr lang="en-US" altLang="zh-CN" b="0" baseline="-25000" dirty="0">
                  <a:solidFill>
                    <a:schemeClr val="tx1"/>
                  </a:solidFill>
                  <a:latin typeface="Times New Roman" panose="02020603050405020304" pitchFamily="18" charset="0"/>
                </a:rPr>
                <a:t>S2</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2107" name="Text Box 332"/>
            <p:cNvSpPr txBox="1"/>
            <p:nvPr/>
          </p:nvSpPr>
          <p:spPr>
            <a:xfrm>
              <a:off x="4138" y="6760"/>
              <a:ext cx="610" cy="818"/>
            </a:xfrm>
            <a:prstGeom prst="rect">
              <a:avLst/>
            </a:prstGeom>
            <a:noFill/>
            <a:ln w="28575">
              <a:noFill/>
            </a:ln>
          </p:spPr>
          <p:txBody>
            <a:bodyPr wrap="none" lIns="92075" tIns="46038" rIns="92075" bIns="46038" anchor="ctr" anchorCtr="0">
              <a:spAutoFit/>
            </a:bodyPr>
            <a:p>
              <a:pPr algn="ctr"/>
              <a:r>
                <a:rPr lang="en-US" altLang="zh-CN" b="0" dirty="0">
                  <a:solidFill>
                    <a:schemeClr val="tx1"/>
                  </a:solidFill>
                  <a:latin typeface="Times New Roman" panose="02020603050405020304" pitchFamily="18" charset="0"/>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108" name="Text Box 333"/>
            <p:cNvSpPr txBox="1"/>
            <p:nvPr/>
          </p:nvSpPr>
          <p:spPr>
            <a:xfrm>
              <a:off x="4138" y="7783"/>
              <a:ext cx="570" cy="818"/>
            </a:xfrm>
            <a:prstGeom prst="rect">
              <a:avLst/>
            </a:prstGeom>
            <a:noFill/>
            <a:ln w="28575">
              <a:noFill/>
            </a:ln>
          </p:spPr>
          <p:txBody>
            <a:bodyPr wrap="none" lIns="92075" tIns="46038" rIns="92075" bIns="46038" anchor="ctr" anchorCtr="0">
              <a:spAutoFit/>
            </a:bodyPr>
            <a:p>
              <a:pPr algn="ctr"/>
              <a:r>
                <a:rPr lang="en-US" altLang="zh-CN" b="0" dirty="0">
                  <a:solidFill>
                    <a:schemeClr val="tx1"/>
                  </a:solidFill>
                  <a:latin typeface="Times New Roman" panose="02020603050405020304" pitchFamily="18" charset="0"/>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109" name="Text Box 415"/>
            <p:cNvSpPr txBox="1"/>
            <p:nvPr/>
          </p:nvSpPr>
          <p:spPr>
            <a:xfrm>
              <a:off x="3798" y="6195"/>
              <a:ext cx="1068" cy="818"/>
            </a:xfrm>
            <a:prstGeom prst="rect">
              <a:avLst/>
            </a:prstGeom>
            <a:noFill/>
            <a:ln w="28575">
              <a:noFill/>
            </a:ln>
          </p:spPr>
          <p:txBody>
            <a:bodyPr lIns="92075" tIns="46038" rIns="92075" bIns="46038" anchor="ctr" anchorCtr="0">
              <a:spAutoFit/>
            </a:bodyPr>
            <a:p>
              <a:pPr algn="ctr"/>
              <a:r>
                <a:rPr lang="en-US" altLang="zh-CN" b="0" i="1" dirty="0">
                  <a:solidFill>
                    <a:schemeClr val="tx1"/>
                  </a:solidFill>
                  <a:latin typeface="Times New Roman" panose="02020603050405020304" pitchFamily="18" charset="0"/>
                </a:rPr>
                <a:t>G</a:t>
              </a:r>
              <a:r>
                <a:rPr lang="en-US" altLang="zh-CN" b="0" baseline="-25000" dirty="0">
                  <a:solidFill>
                    <a:schemeClr val="tx1"/>
                  </a:solidFill>
                  <a:latin typeface="Times New Roman" panose="02020603050405020304" pitchFamily="18" charset="0"/>
                </a:rPr>
                <a:t>2</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graphicFrame>
          <p:nvGraphicFramePr>
            <p:cNvPr id="3" name="对象 2"/>
            <p:cNvGraphicFramePr/>
            <p:nvPr/>
          </p:nvGraphicFramePr>
          <p:xfrm>
            <a:off x="2912" y="5673"/>
            <a:ext cx="726" cy="793"/>
          </p:xfrm>
          <a:graphic>
            <a:graphicData uri="http://schemas.openxmlformats.org/presentationml/2006/ole">
              <mc:AlternateContent xmlns:mc="http://schemas.openxmlformats.org/markup-compatibility/2006">
                <mc:Choice xmlns:v="urn:schemas-microsoft-com:vml" Requires="v">
                  <p:oleObj spid="_x0000_s5" name="" r:id="rId5" imgW="382905" imgH="460375" progId="Equation.KSEE3">
                    <p:embed/>
                  </p:oleObj>
                </mc:Choice>
                <mc:Fallback>
                  <p:oleObj name="" r:id="rId5" imgW="382905" imgH="460375" progId="Equation.KSEE3">
                    <p:embed/>
                    <p:pic>
                      <p:nvPicPr>
                        <p:cNvPr id="0" name="图片 4"/>
                        <p:cNvPicPr/>
                        <p:nvPr/>
                      </p:nvPicPr>
                      <p:blipFill>
                        <a:blip r:embed="rId6"/>
                        <a:stretch>
                          <a:fillRect/>
                        </a:stretch>
                      </p:blipFill>
                      <p:spPr>
                        <a:xfrm>
                          <a:off x="2912" y="5673"/>
                          <a:ext cx="726" cy="793"/>
                        </a:xfrm>
                        <a:prstGeom prst="rect">
                          <a:avLst/>
                        </a:prstGeom>
                      </p:spPr>
                    </p:pic>
                  </p:oleObj>
                </mc:Fallback>
              </mc:AlternateContent>
            </a:graphicData>
          </a:graphic>
        </p:graphicFrame>
        <p:graphicFrame>
          <p:nvGraphicFramePr>
            <p:cNvPr id="6" name="对象 5"/>
            <p:cNvGraphicFramePr/>
            <p:nvPr/>
          </p:nvGraphicFramePr>
          <p:xfrm>
            <a:off x="4478" y="5700"/>
            <a:ext cx="904" cy="766"/>
          </p:xfrm>
          <a:graphic>
            <a:graphicData uri="http://schemas.openxmlformats.org/presentationml/2006/ole">
              <mc:AlternateContent xmlns:mc="http://schemas.openxmlformats.org/markup-compatibility/2006">
                <mc:Choice xmlns:v="urn:schemas-microsoft-com:vml" Requires="v">
                  <p:oleObj spid="_x0000_s8" name="" r:id="rId7" imgW="382270" imgH="426085" progId="Equation.KSEE3">
                    <p:embed/>
                  </p:oleObj>
                </mc:Choice>
                <mc:Fallback>
                  <p:oleObj name="" r:id="rId7" imgW="382270" imgH="426085" progId="Equation.KSEE3">
                    <p:embed/>
                    <p:pic>
                      <p:nvPicPr>
                        <p:cNvPr id="0" name="图片 7"/>
                        <p:cNvPicPr/>
                        <p:nvPr/>
                      </p:nvPicPr>
                      <p:blipFill>
                        <a:blip r:embed="rId8"/>
                        <a:stretch>
                          <a:fillRect/>
                        </a:stretch>
                      </p:blipFill>
                      <p:spPr>
                        <a:xfrm>
                          <a:off x="4478" y="5700"/>
                          <a:ext cx="904" cy="766"/>
                        </a:xfrm>
                        <a:prstGeom prst="rect">
                          <a:avLst/>
                        </a:prstGeom>
                      </p:spPr>
                    </p:pic>
                  </p:oleObj>
                </mc:Fallback>
              </mc:AlternateContent>
            </a:graphicData>
          </a:graphic>
        </p:graphicFrame>
        <p:grpSp>
          <p:nvGrpSpPr>
            <p:cNvPr id="7" name="组合 6"/>
            <p:cNvGrpSpPr/>
            <p:nvPr/>
          </p:nvGrpSpPr>
          <p:grpSpPr>
            <a:xfrm>
              <a:off x="3343" y="7262"/>
              <a:ext cx="908" cy="908"/>
              <a:chOff x="2459" y="7125"/>
              <a:chExt cx="908" cy="908"/>
            </a:xfrm>
          </p:grpSpPr>
          <p:sp>
            <p:nvSpPr>
              <p:cNvPr id="23" name="Oval 953"/>
              <p:cNvSpPr>
                <a:spLocks noChangeArrowheads="1"/>
              </p:cNvSpPr>
              <p:nvPr/>
            </p:nvSpPr>
            <p:spPr bwMode="auto">
              <a:xfrm>
                <a:off x="2459" y="7125"/>
                <a:ext cx="908" cy="908"/>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24" name="直接连接符 23"/>
              <p:cNvCxnSpPr>
                <a:stCxn id="23" idx="0"/>
                <a:endCxn id="23" idx="4"/>
              </p:cNvCxnSpPr>
              <p:nvPr/>
            </p:nvCxnSpPr>
            <p:spPr>
              <a:xfrm>
                <a:off x="2912" y="7125"/>
                <a:ext cx="0" cy="908"/>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37" name="组合 36"/>
          <p:cNvGrpSpPr/>
          <p:nvPr/>
        </p:nvGrpSpPr>
        <p:grpSpPr>
          <a:xfrm>
            <a:off x="5208270" y="3914775"/>
            <a:ext cx="3334385" cy="1859915"/>
            <a:chOff x="8220" y="5605"/>
            <a:chExt cx="5251" cy="2929"/>
          </a:xfrm>
        </p:grpSpPr>
        <p:sp>
          <p:nvSpPr>
            <p:cNvPr id="2070" name="Line 301"/>
            <p:cNvSpPr/>
            <p:nvPr/>
          </p:nvSpPr>
          <p:spPr bwMode="auto">
            <a:xfrm>
              <a:off x="8385" y="5660"/>
              <a:ext cx="4650"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2072" name="Line 291"/>
            <p:cNvSpPr/>
            <p:nvPr/>
          </p:nvSpPr>
          <p:spPr bwMode="auto">
            <a:xfrm>
              <a:off x="13035" y="5660"/>
              <a:ext cx="0" cy="2862"/>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2073" name="Line 292"/>
            <p:cNvSpPr/>
            <p:nvPr/>
          </p:nvSpPr>
          <p:spPr bwMode="auto">
            <a:xfrm>
              <a:off x="10715" y="5628"/>
              <a:ext cx="0" cy="2875"/>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2074" name="Rectangle 293"/>
            <p:cNvSpPr/>
            <p:nvPr/>
          </p:nvSpPr>
          <p:spPr bwMode="auto">
            <a:xfrm>
              <a:off x="10578" y="6330"/>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075" name="Line 294"/>
            <p:cNvSpPr/>
            <p:nvPr/>
          </p:nvSpPr>
          <p:spPr bwMode="auto">
            <a:xfrm>
              <a:off x="8385" y="5660"/>
              <a:ext cx="0" cy="1542"/>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2076" name="Text Box 295"/>
            <p:cNvSpPr txBox="1"/>
            <p:nvPr/>
          </p:nvSpPr>
          <p:spPr>
            <a:xfrm>
              <a:off x="8333" y="6015"/>
              <a:ext cx="1195" cy="817"/>
            </a:xfrm>
            <a:prstGeom prst="rect">
              <a:avLst/>
            </a:prstGeom>
            <a:noFill/>
            <a:ln w="28575">
              <a:noFill/>
            </a:ln>
          </p:spPr>
          <p:txBody>
            <a:bodyPr lIns="92075" tIns="46038" rIns="92075" bIns="46038" anchor="ctr" anchorCtr="0">
              <a:spAutoFit/>
            </a:bodyPr>
            <a:p>
              <a:pPr algn="ctr"/>
              <a:r>
                <a:rPr lang="en-US" altLang="zh-CN" b="0" i="1" dirty="0">
                  <a:solidFill>
                    <a:schemeClr val="tx1"/>
                  </a:solidFill>
                  <a:latin typeface="Times New Roman" panose="02020603050405020304" pitchFamily="18" charset="0"/>
                </a:rPr>
                <a:t>G</a:t>
              </a:r>
              <a:r>
                <a:rPr lang="en-US" altLang="zh-CN" b="0" baseline="-25000" dirty="0">
                  <a:solidFill>
                    <a:schemeClr val="tx1"/>
                  </a:solidFill>
                  <a:latin typeface="Times New Roman" panose="02020603050405020304" pitchFamily="18" charset="0"/>
                </a:rPr>
                <a:t>1</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2077" name="Text Box 296"/>
            <p:cNvSpPr txBox="1"/>
            <p:nvPr/>
          </p:nvSpPr>
          <p:spPr>
            <a:xfrm>
              <a:off x="11963" y="5903"/>
              <a:ext cx="1068" cy="817"/>
            </a:xfrm>
            <a:prstGeom prst="rect">
              <a:avLst/>
            </a:prstGeom>
            <a:noFill/>
            <a:ln w="28575">
              <a:noFill/>
            </a:ln>
          </p:spPr>
          <p:txBody>
            <a:bodyPr lIns="92075" tIns="46038" rIns="92075" bIns="46038" anchor="ctr" anchorCtr="0">
              <a:spAutoFit/>
            </a:bodyPr>
            <a:p>
              <a:pPr algn="ctr"/>
              <a:r>
                <a:rPr lang="en-US" altLang="zh-CN" b="0" i="1" dirty="0">
                  <a:solidFill>
                    <a:schemeClr val="tx1"/>
                  </a:solidFill>
                  <a:latin typeface="Times New Roman" panose="02020603050405020304" pitchFamily="18" charset="0"/>
                </a:rPr>
                <a:t>G</a:t>
              </a:r>
              <a:r>
                <a:rPr lang="en-US" altLang="zh-CN" b="0" baseline="-25000" dirty="0">
                  <a:solidFill>
                    <a:schemeClr val="tx1"/>
                  </a:solidFill>
                  <a:latin typeface="Times New Roman" panose="02020603050405020304" pitchFamily="18" charset="0"/>
                </a:rPr>
                <a:t>3</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2078" name="Rectangle 297"/>
            <p:cNvSpPr/>
            <p:nvPr/>
          </p:nvSpPr>
          <p:spPr bwMode="auto">
            <a:xfrm>
              <a:off x="12848" y="6015"/>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079" name="Rectangle 298"/>
            <p:cNvSpPr/>
            <p:nvPr/>
          </p:nvSpPr>
          <p:spPr bwMode="auto">
            <a:xfrm>
              <a:off x="8220" y="6015"/>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080" name="Line 299"/>
            <p:cNvSpPr/>
            <p:nvPr/>
          </p:nvSpPr>
          <p:spPr>
            <a:xfrm>
              <a:off x="10715" y="5740"/>
              <a:ext cx="0" cy="58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2081" name="Line 300"/>
            <p:cNvSpPr/>
            <p:nvPr/>
          </p:nvSpPr>
          <p:spPr>
            <a:xfrm>
              <a:off x="11283" y="5650"/>
              <a:ext cx="768"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2082" name="Line 302"/>
            <p:cNvSpPr/>
            <p:nvPr/>
          </p:nvSpPr>
          <p:spPr bwMode="auto">
            <a:xfrm>
              <a:off x="8385" y="8523"/>
              <a:ext cx="4650"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2083" name="Line 303"/>
            <p:cNvSpPr/>
            <p:nvPr/>
          </p:nvSpPr>
          <p:spPr bwMode="auto">
            <a:xfrm flipV="1">
              <a:off x="8385" y="8193"/>
              <a:ext cx="0" cy="330"/>
            </a:xfrm>
            <a:prstGeom prst="line">
              <a:avLst/>
            </a:prstGeom>
            <a:noFill/>
            <a:ln w="9525"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2084" name="Oval 304"/>
            <p:cNvSpPr/>
            <p:nvPr/>
          </p:nvSpPr>
          <p:spPr bwMode="auto">
            <a:xfrm>
              <a:off x="8278" y="7975"/>
              <a:ext cx="218" cy="220"/>
            </a:xfrm>
            <a:prstGeom prst="ellips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2085" name="Oval 305"/>
            <p:cNvSpPr/>
            <p:nvPr/>
          </p:nvSpPr>
          <p:spPr bwMode="auto">
            <a:xfrm>
              <a:off x="8278" y="7203"/>
              <a:ext cx="218" cy="220"/>
            </a:xfrm>
            <a:prstGeom prst="ellips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anchor="ctr" anchorCtr="0"/>
            <a:p>
              <a:endParaRPr lang="zh-CN" altLang="en-US" dirty="0">
                <a:latin typeface="Arial" panose="020B0604020202020204" pitchFamily="34" charset="0"/>
              </a:endParaRPr>
            </a:p>
          </p:txBody>
        </p:sp>
        <p:sp>
          <p:nvSpPr>
            <p:cNvPr id="2086" name="Text Box 306"/>
            <p:cNvSpPr txBox="1"/>
            <p:nvPr/>
          </p:nvSpPr>
          <p:spPr>
            <a:xfrm>
              <a:off x="11590" y="7263"/>
              <a:ext cx="973" cy="817"/>
            </a:xfrm>
            <a:prstGeom prst="rect">
              <a:avLst/>
            </a:prstGeom>
            <a:noFill/>
            <a:ln w="28575">
              <a:noFill/>
            </a:ln>
          </p:spPr>
          <p:txBody>
            <a:bodyPr wrap="none" lIns="92075" tIns="46038" rIns="92075" bIns="46038" anchor="ctr" anchorCtr="0">
              <a:spAutoFit/>
            </a:bodyPr>
            <a:p>
              <a:pPr algn="ctr"/>
              <a:r>
                <a:rPr lang="en-US" altLang="zh-CN" b="0" i="1" dirty="0">
                  <a:solidFill>
                    <a:schemeClr val="tx1"/>
                  </a:solidFill>
                  <a:latin typeface="Times New Roman" panose="02020603050405020304" pitchFamily="18" charset="0"/>
                </a:rPr>
                <a:t>u</a:t>
              </a:r>
              <a:r>
                <a:rPr lang="en-US" altLang="zh-CN" b="0" baseline="-25000" dirty="0">
                  <a:solidFill>
                    <a:schemeClr val="tx1"/>
                  </a:solidFill>
                  <a:latin typeface="Times New Roman" panose="02020603050405020304" pitchFamily="18" charset="0"/>
                </a:rPr>
                <a:t>S3</a:t>
              </a:r>
              <a:endParaRPr lang="en-US" altLang="zh-CN" b="0" baseline="-25000" dirty="0">
                <a:solidFill>
                  <a:schemeClr val="tx1"/>
                </a:solidFill>
                <a:latin typeface="Times New Roman" panose="02020603050405020304" pitchFamily="18" charset="0"/>
                <a:ea typeface="仿宋_GB2312" pitchFamily="49" charset="-122"/>
              </a:endParaRPr>
            </a:p>
          </p:txBody>
        </p:sp>
        <p:sp>
          <p:nvSpPr>
            <p:cNvPr id="2087" name="Text Box 307"/>
            <p:cNvSpPr txBox="1"/>
            <p:nvPr/>
          </p:nvSpPr>
          <p:spPr>
            <a:xfrm>
              <a:off x="12188" y="6695"/>
              <a:ext cx="605" cy="817"/>
            </a:xfrm>
            <a:prstGeom prst="rect">
              <a:avLst/>
            </a:prstGeom>
            <a:noFill/>
            <a:ln w="28575">
              <a:noFill/>
            </a:ln>
          </p:spPr>
          <p:txBody>
            <a:bodyPr wrap="none" lIns="92075" tIns="46038" rIns="92075" bIns="46038" anchor="ctr" anchorCtr="0">
              <a:spAutoFit/>
            </a:bodyPr>
            <a:p>
              <a:pPr algn="ctr"/>
              <a:r>
                <a:rPr lang="en-US" altLang="zh-CN" b="0" dirty="0">
                  <a:solidFill>
                    <a:schemeClr val="tx1"/>
                  </a:solidFill>
                  <a:latin typeface="Times New Roman" panose="02020603050405020304" pitchFamily="18" charset="0"/>
                </a:rPr>
                <a:t>+</a:t>
              </a:r>
              <a:endParaRPr lang="en-US" altLang="zh-CN" b="0" dirty="0">
                <a:solidFill>
                  <a:schemeClr val="tx1"/>
                </a:solidFill>
                <a:latin typeface="Times New Roman" panose="02020603050405020304" pitchFamily="18" charset="0"/>
                <a:ea typeface="仿宋_GB2312" pitchFamily="49" charset="-122"/>
              </a:endParaRPr>
            </a:p>
          </p:txBody>
        </p:sp>
        <p:sp>
          <p:nvSpPr>
            <p:cNvPr id="2088" name="Text Box 308"/>
            <p:cNvSpPr txBox="1"/>
            <p:nvPr/>
          </p:nvSpPr>
          <p:spPr>
            <a:xfrm>
              <a:off x="12075" y="7718"/>
              <a:ext cx="570" cy="817"/>
            </a:xfrm>
            <a:prstGeom prst="rect">
              <a:avLst/>
            </a:prstGeom>
            <a:noFill/>
            <a:ln w="28575">
              <a:noFill/>
            </a:ln>
          </p:spPr>
          <p:txBody>
            <a:bodyPr wrap="none" lIns="92075" tIns="46038" rIns="92075" bIns="46038" anchor="ctr" anchorCtr="0">
              <a:spAutoFit/>
            </a:bodyPr>
            <a:p>
              <a:pPr algn="ctr"/>
              <a:r>
                <a:rPr lang="en-US" altLang="zh-CN" b="0" dirty="0">
                  <a:solidFill>
                    <a:schemeClr val="tx1"/>
                  </a:solidFill>
                  <a:latin typeface="Times New Roman" panose="02020603050405020304" pitchFamily="18" charset="0"/>
                </a:rPr>
                <a:t>–</a:t>
              </a:r>
              <a:endParaRPr lang="en-US" altLang="zh-CN" b="0" dirty="0">
                <a:solidFill>
                  <a:schemeClr val="tx1"/>
                </a:solidFill>
                <a:latin typeface="Times New Roman" panose="02020603050405020304" pitchFamily="18" charset="0"/>
                <a:ea typeface="仿宋_GB2312" pitchFamily="49" charset="-122"/>
              </a:endParaRPr>
            </a:p>
          </p:txBody>
        </p:sp>
        <p:sp>
          <p:nvSpPr>
            <p:cNvPr id="2089" name="Text Box 417"/>
            <p:cNvSpPr txBox="1"/>
            <p:nvPr/>
          </p:nvSpPr>
          <p:spPr>
            <a:xfrm>
              <a:off x="10895" y="6376"/>
              <a:ext cx="1068" cy="817"/>
            </a:xfrm>
            <a:prstGeom prst="rect">
              <a:avLst/>
            </a:prstGeom>
            <a:noFill/>
            <a:ln w="28575">
              <a:noFill/>
            </a:ln>
          </p:spPr>
          <p:txBody>
            <a:bodyPr lIns="92075" tIns="46038" rIns="92075" bIns="46038" anchor="ctr" anchorCtr="0">
              <a:spAutoFit/>
            </a:bodyPr>
            <a:p>
              <a:pPr algn="ctr"/>
              <a:r>
                <a:rPr lang="en-US" altLang="zh-CN" b="0" i="1" dirty="0">
                  <a:solidFill>
                    <a:schemeClr val="tx1"/>
                  </a:solidFill>
                  <a:latin typeface="Times New Roman" panose="02020603050405020304" pitchFamily="18" charset="0"/>
                </a:rPr>
                <a:t>G</a:t>
              </a:r>
              <a:r>
                <a:rPr lang="en-US" altLang="zh-CN" b="0" baseline="-25000" dirty="0">
                  <a:solidFill>
                    <a:schemeClr val="tx1"/>
                  </a:solidFill>
                  <a:latin typeface="Times New Roman" panose="02020603050405020304" pitchFamily="18" charset="0"/>
                </a:rPr>
                <a:t>2</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graphicFrame>
          <p:nvGraphicFramePr>
            <p:cNvPr id="15" name="对象 14"/>
            <p:cNvGraphicFramePr/>
            <p:nvPr/>
          </p:nvGraphicFramePr>
          <p:xfrm>
            <a:off x="9878" y="5615"/>
            <a:ext cx="837" cy="761"/>
          </p:xfrm>
          <a:graphic>
            <a:graphicData uri="http://schemas.openxmlformats.org/presentationml/2006/ole">
              <mc:AlternateContent xmlns:mc="http://schemas.openxmlformats.org/markup-compatibility/2006">
                <mc:Choice xmlns:v="urn:schemas-microsoft-com:vml" Requires="v">
                  <p:oleObj spid="_x0000_s16" name="" r:id="rId9" imgW="203200" imgH="228600" progId="Equation.KSEE3">
                    <p:embed/>
                  </p:oleObj>
                </mc:Choice>
                <mc:Fallback>
                  <p:oleObj name="" r:id="rId9" imgW="203200" imgH="228600" progId="Equation.KSEE3">
                    <p:embed/>
                    <p:pic>
                      <p:nvPicPr>
                        <p:cNvPr id="0" name="图片 15"/>
                        <p:cNvPicPr/>
                        <p:nvPr/>
                      </p:nvPicPr>
                      <p:blipFill>
                        <a:blip r:embed="rId10"/>
                        <a:stretch>
                          <a:fillRect/>
                        </a:stretch>
                      </p:blipFill>
                      <p:spPr>
                        <a:xfrm>
                          <a:off x="9878" y="5615"/>
                          <a:ext cx="837" cy="761"/>
                        </a:xfrm>
                        <a:prstGeom prst="rect">
                          <a:avLst/>
                        </a:prstGeom>
                      </p:spPr>
                    </p:pic>
                  </p:oleObj>
                </mc:Fallback>
              </mc:AlternateContent>
            </a:graphicData>
          </a:graphic>
        </p:graphicFrame>
        <p:graphicFrame>
          <p:nvGraphicFramePr>
            <p:cNvPr id="17" name="对象 16"/>
            <p:cNvGraphicFramePr/>
            <p:nvPr/>
          </p:nvGraphicFramePr>
          <p:xfrm>
            <a:off x="11199" y="5605"/>
            <a:ext cx="764" cy="792"/>
          </p:xfrm>
          <a:graphic>
            <a:graphicData uri="http://schemas.openxmlformats.org/presentationml/2006/ole">
              <mc:AlternateContent xmlns:mc="http://schemas.openxmlformats.org/markup-compatibility/2006">
                <mc:Choice xmlns:v="urn:schemas-microsoft-com:vml" Requires="v">
                  <p:oleObj spid="_x0000_s18" name="" r:id="rId11" imgW="375920" imgH="426085" progId="Equation.KSEE3">
                    <p:embed/>
                  </p:oleObj>
                </mc:Choice>
                <mc:Fallback>
                  <p:oleObj name="" r:id="rId11" imgW="375920" imgH="426085" progId="Equation.KSEE3">
                    <p:embed/>
                    <p:pic>
                      <p:nvPicPr>
                        <p:cNvPr id="0" name="图片 17"/>
                        <p:cNvPicPr/>
                        <p:nvPr/>
                      </p:nvPicPr>
                      <p:blipFill>
                        <a:blip r:embed="rId12"/>
                        <a:stretch>
                          <a:fillRect/>
                        </a:stretch>
                      </p:blipFill>
                      <p:spPr>
                        <a:xfrm>
                          <a:off x="11199" y="5605"/>
                          <a:ext cx="764" cy="792"/>
                        </a:xfrm>
                        <a:prstGeom prst="rect">
                          <a:avLst/>
                        </a:prstGeom>
                      </p:spPr>
                    </p:pic>
                  </p:oleObj>
                </mc:Fallback>
              </mc:AlternateContent>
            </a:graphicData>
          </a:graphic>
        </p:graphicFrame>
        <p:grpSp>
          <p:nvGrpSpPr>
            <p:cNvPr id="25" name="组合 24"/>
            <p:cNvGrpSpPr/>
            <p:nvPr/>
          </p:nvGrpSpPr>
          <p:grpSpPr>
            <a:xfrm>
              <a:off x="12563" y="7263"/>
              <a:ext cx="908" cy="908"/>
              <a:chOff x="505193" y="3720552"/>
              <a:chExt cx="432197" cy="432197"/>
            </a:xfrm>
            <a:solidFill>
              <a:schemeClr val="accent6">
                <a:lumMod val="40000"/>
                <a:lumOff val="60000"/>
              </a:schemeClr>
            </a:solidFill>
          </p:grpSpPr>
          <p:sp>
            <p:nvSpPr>
              <p:cNvPr id="26"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27" name="直接连接符 26"/>
              <p:cNvCxnSpPr>
                <a:stCxn id="26" idx="0"/>
                <a:endCxn id="26"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33" name="组合 32"/>
          <p:cNvGrpSpPr/>
          <p:nvPr/>
        </p:nvGrpSpPr>
        <p:grpSpPr>
          <a:xfrm>
            <a:off x="429895" y="1047750"/>
            <a:ext cx="4130675" cy="1989455"/>
            <a:chOff x="713" y="1090"/>
            <a:chExt cx="6505" cy="3133"/>
          </a:xfrm>
        </p:grpSpPr>
        <p:sp>
          <p:nvSpPr>
            <p:cNvPr id="2130" name="Rectangle 375"/>
            <p:cNvSpPr/>
            <p:nvPr/>
          </p:nvSpPr>
          <p:spPr bwMode="auto">
            <a:xfrm>
              <a:off x="1198" y="1090"/>
              <a:ext cx="4640" cy="2990"/>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lIns="91440" tIns="45720" rIns="91440" bIns="45720" anchor="ctr" anchorCtr="0">
              <a:noAutofit/>
            </a:bodyPr>
            <a:lstStyle/>
            <a:p>
              <a:pPr lvl="0" algn="l">
                <a:buClrTx/>
                <a:buSzTx/>
                <a:buFontTx/>
              </a:pPr>
              <a:endParaRPr lang="zh-CN" altLang="en-US" sz="1800">
                <a:sym typeface="+mn-ea"/>
              </a:endParaRPr>
            </a:p>
          </p:txBody>
        </p:sp>
        <p:sp>
          <p:nvSpPr>
            <p:cNvPr id="2131" name="Line 376"/>
            <p:cNvSpPr/>
            <p:nvPr/>
          </p:nvSpPr>
          <p:spPr bwMode="auto">
            <a:xfrm>
              <a:off x="3518" y="1090"/>
              <a:ext cx="0" cy="2990"/>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2132" name="Text Box 377"/>
            <p:cNvSpPr txBox="1"/>
            <p:nvPr/>
          </p:nvSpPr>
          <p:spPr>
            <a:xfrm>
              <a:off x="1086" y="1303"/>
              <a:ext cx="1165" cy="818"/>
            </a:xfrm>
            <a:prstGeom prst="rect">
              <a:avLst/>
            </a:prstGeom>
            <a:noFill/>
            <a:ln w="28575">
              <a:noFill/>
            </a:ln>
          </p:spPr>
          <p:txBody>
            <a:bodyPr lIns="92075" tIns="46038" rIns="92075" bIns="46038" anchor="ctr" anchorCtr="0">
              <a:spAutoFit/>
            </a:bodyPr>
            <a:p>
              <a:pPr algn="ctr"/>
              <a:r>
                <a:rPr lang="en-US" altLang="zh-CN" b="0" i="1" dirty="0">
                  <a:solidFill>
                    <a:schemeClr val="tx1"/>
                  </a:solidFill>
                  <a:latin typeface="Times New Roman" panose="02020603050405020304" pitchFamily="18" charset="0"/>
                </a:rPr>
                <a:t>G</a:t>
              </a:r>
              <a:r>
                <a:rPr lang="en-US" altLang="zh-CN" b="0" baseline="-25000" dirty="0">
                  <a:solidFill>
                    <a:schemeClr val="tx1"/>
                  </a:solidFill>
                  <a:latin typeface="Times New Roman" panose="02020603050405020304" pitchFamily="18" charset="0"/>
                </a:rPr>
                <a:t>1</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2133" name="Text Box 378"/>
            <p:cNvSpPr txBox="1"/>
            <p:nvPr/>
          </p:nvSpPr>
          <p:spPr>
            <a:xfrm>
              <a:off x="1378" y="2080"/>
              <a:ext cx="847" cy="818"/>
            </a:xfrm>
            <a:prstGeom prst="rect">
              <a:avLst/>
            </a:prstGeom>
            <a:noFill/>
            <a:ln w="28575">
              <a:noFill/>
            </a:ln>
          </p:spPr>
          <p:txBody>
            <a:bodyPr wrap="none" lIns="92075" tIns="46038" rIns="92075" bIns="46038" anchor="ctr" anchorCtr="0">
              <a:spAutoFit/>
            </a:bodyPr>
            <a:p>
              <a:pPr algn="ctr"/>
              <a:r>
                <a:rPr lang="en-US" altLang="zh-CN" b="0" i="1" dirty="0">
                  <a:solidFill>
                    <a:schemeClr val="tx1"/>
                  </a:solidFill>
                  <a:latin typeface="Times New Roman" panose="02020603050405020304" pitchFamily="18" charset="0"/>
                </a:rPr>
                <a:t>i</a:t>
              </a:r>
              <a:r>
                <a:rPr lang="en-US" altLang="zh-CN" b="0" baseline="-25000" dirty="0">
                  <a:solidFill>
                    <a:schemeClr val="tx1"/>
                  </a:solidFill>
                  <a:latin typeface="Times New Roman" panose="02020603050405020304" pitchFamily="18" charset="0"/>
                </a:rPr>
                <a:t>S1</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2134" name="Text Box 379"/>
            <p:cNvSpPr txBox="1"/>
            <p:nvPr/>
          </p:nvSpPr>
          <p:spPr>
            <a:xfrm>
              <a:off x="3591" y="1545"/>
              <a:ext cx="1017" cy="818"/>
            </a:xfrm>
            <a:prstGeom prst="rect">
              <a:avLst/>
            </a:prstGeom>
            <a:noFill/>
            <a:ln w="28575">
              <a:noFill/>
            </a:ln>
          </p:spPr>
          <p:txBody>
            <a:bodyPr lIns="92075" tIns="46038" rIns="92075" bIns="46038" anchor="ctr" anchorCtr="0">
              <a:spAutoFit/>
            </a:bodyPr>
            <a:p>
              <a:pPr algn="ctr"/>
              <a:r>
                <a:rPr lang="en-US" altLang="zh-CN" b="0" i="1" dirty="0">
                  <a:solidFill>
                    <a:schemeClr val="tx1"/>
                  </a:solidFill>
                  <a:latin typeface="Times New Roman" panose="02020603050405020304" pitchFamily="18" charset="0"/>
                </a:rPr>
                <a:t>G</a:t>
              </a:r>
              <a:r>
                <a:rPr lang="en-US" altLang="zh-CN" b="0" baseline="-25000" dirty="0">
                  <a:solidFill>
                    <a:schemeClr val="tx1"/>
                  </a:solidFill>
                  <a:latin typeface="Times New Roman" panose="02020603050405020304" pitchFamily="18" charset="0"/>
                </a:rPr>
                <a:t>2</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2135" name="Text Box 380"/>
            <p:cNvSpPr txBox="1"/>
            <p:nvPr/>
          </p:nvSpPr>
          <p:spPr>
            <a:xfrm>
              <a:off x="3921" y="2740"/>
              <a:ext cx="972" cy="818"/>
            </a:xfrm>
            <a:prstGeom prst="rect">
              <a:avLst/>
            </a:prstGeom>
            <a:noFill/>
            <a:ln w="28575">
              <a:noFill/>
            </a:ln>
          </p:spPr>
          <p:txBody>
            <a:bodyPr wrap="none" lIns="92075" tIns="46038" rIns="92075" bIns="46038" anchor="ctr" anchorCtr="0">
              <a:spAutoFit/>
            </a:bodyPr>
            <a:p>
              <a:pPr algn="ctr"/>
              <a:r>
                <a:rPr lang="en-US" altLang="zh-CN" b="0" i="1" dirty="0">
                  <a:solidFill>
                    <a:schemeClr val="tx1"/>
                  </a:solidFill>
                  <a:latin typeface="Times New Roman" panose="02020603050405020304" pitchFamily="18" charset="0"/>
                </a:rPr>
                <a:t>u</a:t>
              </a:r>
              <a:r>
                <a:rPr lang="en-US" altLang="zh-CN" b="0" baseline="-25000" dirty="0">
                  <a:solidFill>
                    <a:schemeClr val="tx1"/>
                  </a:solidFill>
                  <a:latin typeface="Times New Roman" panose="02020603050405020304" pitchFamily="18" charset="0"/>
                </a:rPr>
                <a:t>S2</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2136" name="Text Box 381"/>
            <p:cNvSpPr txBox="1"/>
            <p:nvPr/>
          </p:nvSpPr>
          <p:spPr>
            <a:xfrm>
              <a:off x="5838" y="1300"/>
              <a:ext cx="1015" cy="818"/>
            </a:xfrm>
            <a:prstGeom prst="rect">
              <a:avLst/>
            </a:prstGeom>
            <a:noFill/>
            <a:ln w="28575">
              <a:noFill/>
            </a:ln>
          </p:spPr>
          <p:txBody>
            <a:bodyPr lIns="92075" tIns="46038" rIns="92075" bIns="46038" anchor="ctr" anchorCtr="0">
              <a:spAutoFit/>
            </a:bodyPr>
            <a:p>
              <a:pPr algn="ctr"/>
              <a:r>
                <a:rPr lang="en-US" altLang="zh-CN" b="0" i="1" dirty="0">
                  <a:solidFill>
                    <a:schemeClr val="tx1"/>
                  </a:solidFill>
                  <a:latin typeface="Times New Roman" panose="02020603050405020304" pitchFamily="18" charset="0"/>
                </a:rPr>
                <a:t>G</a:t>
              </a:r>
              <a:r>
                <a:rPr lang="en-US" altLang="zh-CN" b="0" baseline="-25000" dirty="0">
                  <a:solidFill>
                    <a:schemeClr val="tx1"/>
                  </a:solidFill>
                  <a:latin typeface="Times New Roman" panose="02020603050405020304" pitchFamily="18" charset="0"/>
                </a:rPr>
                <a:t>3</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2137" name="Text Box 382"/>
            <p:cNvSpPr txBox="1"/>
            <p:nvPr/>
          </p:nvSpPr>
          <p:spPr>
            <a:xfrm>
              <a:off x="6171" y="2743"/>
              <a:ext cx="1047" cy="818"/>
            </a:xfrm>
            <a:prstGeom prst="rect">
              <a:avLst/>
            </a:prstGeom>
            <a:noFill/>
            <a:ln w="28575">
              <a:noFill/>
            </a:ln>
          </p:spPr>
          <p:txBody>
            <a:bodyPr lIns="92075" tIns="46038" rIns="92075" bIns="46038" anchor="ctr" anchorCtr="0">
              <a:spAutoFit/>
            </a:bodyPr>
            <a:p>
              <a:pPr algn="ctr"/>
              <a:r>
                <a:rPr lang="en-US" altLang="zh-CN" b="0" i="1" dirty="0">
                  <a:solidFill>
                    <a:schemeClr val="tx1"/>
                  </a:solidFill>
                  <a:latin typeface="Times New Roman" panose="02020603050405020304" pitchFamily="18" charset="0"/>
                </a:rPr>
                <a:t>u</a:t>
              </a:r>
              <a:r>
                <a:rPr lang="en-US" altLang="zh-CN" b="0" baseline="-25000" dirty="0">
                  <a:solidFill>
                    <a:schemeClr val="tx1"/>
                  </a:solidFill>
                  <a:latin typeface="Times New Roman" panose="02020603050405020304" pitchFamily="18" charset="0"/>
                </a:rPr>
                <a:t>S3</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2138" name="Line 383"/>
            <p:cNvSpPr/>
            <p:nvPr/>
          </p:nvSpPr>
          <p:spPr>
            <a:xfrm>
              <a:off x="3521" y="1090"/>
              <a:ext cx="0" cy="58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2139" name="Text Box 384"/>
            <p:cNvSpPr txBox="1"/>
            <p:nvPr/>
          </p:nvSpPr>
          <p:spPr>
            <a:xfrm>
              <a:off x="2726" y="1115"/>
              <a:ext cx="635" cy="818"/>
            </a:xfrm>
            <a:prstGeom prst="rect">
              <a:avLst/>
            </a:prstGeom>
            <a:noFill/>
            <a:ln w="28575">
              <a:noFill/>
            </a:ln>
          </p:spPr>
          <p:txBody>
            <a:bodyPr wrap="none" lIns="92075" tIns="46038" rIns="92075" bIns="46038" anchor="ctr" anchorCtr="0">
              <a:spAutoFit/>
            </a:bodyPr>
            <a:p>
              <a:pPr algn="ctr"/>
              <a:r>
                <a:rPr lang="en-US" altLang="zh-CN" b="0" i="1" dirty="0">
                  <a:solidFill>
                    <a:schemeClr val="tx1"/>
                  </a:solidFill>
                  <a:latin typeface="Times New Roman" panose="02020603050405020304" pitchFamily="18" charset="0"/>
                </a:rPr>
                <a:t>i</a:t>
              </a:r>
              <a:r>
                <a:rPr lang="en-US" altLang="zh-CN" b="0" baseline="-25000" dirty="0">
                  <a:solidFill>
                    <a:schemeClr val="tx1"/>
                  </a:solidFill>
                  <a:latin typeface="Times New Roman" panose="02020603050405020304" pitchFamily="18" charset="0"/>
                </a:rPr>
                <a:t>2</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2140" name="Line 385"/>
            <p:cNvSpPr/>
            <p:nvPr/>
          </p:nvSpPr>
          <p:spPr>
            <a:xfrm>
              <a:off x="4496" y="1090"/>
              <a:ext cx="785" cy="0"/>
            </a:xfrm>
            <a:prstGeom prst="line">
              <a:avLst/>
            </a:prstGeom>
            <a:ln w="28575" cap="flat" cmpd="sng">
              <a:solidFill>
                <a:srgbClr val="66FFFF"/>
              </a:solidFill>
              <a:prstDash val="solid"/>
              <a:headEnd type="none" w="med" len="med"/>
              <a:tailEnd type="triangle" w="med" len="med"/>
            </a:ln>
          </p:spPr>
        </p:sp>
        <p:sp>
          <p:nvSpPr>
            <p:cNvPr id="2141" name="Text Box 386"/>
            <p:cNvSpPr txBox="1"/>
            <p:nvPr/>
          </p:nvSpPr>
          <p:spPr>
            <a:xfrm>
              <a:off x="4726" y="1115"/>
              <a:ext cx="635" cy="818"/>
            </a:xfrm>
            <a:prstGeom prst="rect">
              <a:avLst/>
            </a:prstGeom>
            <a:noFill/>
            <a:ln w="28575">
              <a:noFill/>
            </a:ln>
          </p:spPr>
          <p:txBody>
            <a:bodyPr wrap="none" lIns="92075" tIns="46038" rIns="92075" bIns="46038" anchor="ctr" anchorCtr="0">
              <a:spAutoFit/>
            </a:bodyPr>
            <a:p>
              <a:pPr algn="ctr"/>
              <a:r>
                <a:rPr lang="en-US" altLang="zh-CN" b="0" i="1" dirty="0">
                  <a:solidFill>
                    <a:schemeClr val="tx1"/>
                  </a:solidFill>
                  <a:latin typeface="Times New Roman" panose="02020603050405020304" pitchFamily="18" charset="0"/>
                </a:rPr>
                <a:t>i</a:t>
              </a:r>
              <a:r>
                <a:rPr lang="en-US" altLang="zh-CN" b="0" baseline="-25000" dirty="0">
                  <a:solidFill>
                    <a:schemeClr val="tx1"/>
                  </a:solidFill>
                  <a:latin typeface="Times New Roman" panose="02020603050405020304" pitchFamily="18" charset="0"/>
                </a:rPr>
                <a:t>3</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2142" name="Text Box 387"/>
            <p:cNvSpPr txBox="1"/>
            <p:nvPr/>
          </p:nvSpPr>
          <p:spPr>
            <a:xfrm>
              <a:off x="3728" y="2188"/>
              <a:ext cx="610" cy="820"/>
            </a:xfrm>
            <a:prstGeom prst="rect">
              <a:avLst/>
            </a:prstGeom>
            <a:noFill/>
            <a:ln w="28575">
              <a:noFill/>
            </a:ln>
          </p:spPr>
          <p:txBody>
            <a:bodyPr wrap="none" lIns="92075" tIns="46038" rIns="92075" bIns="46038" anchor="ctr" anchorCtr="0">
              <a:spAutoFit/>
            </a:bodyPr>
            <a:p>
              <a:pPr algn="ctr"/>
              <a:r>
                <a:rPr lang="en-US" altLang="zh-CN" b="0" dirty="0">
                  <a:solidFill>
                    <a:schemeClr val="tx1"/>
                  </a:solidFill>
                  <a:latin typeface="Times New Roman" panose="02020603050405020304" pitchFamily="18" charset="0"/>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143" name="Text Box 388"/>
            <p:cNvSpPr txBox="1"/>
            <p:nvPr/>
          </p:nvSpPr>
          <p:spPr>
            <a:xfrm>
              <a:off x="3731" y="3403"/>
              <a:ext cx="570" cy="818"/>
            </a:xfrm>
            <a:prstGeom prst="rect">
              <a:avLst/>
            </a:prstGeom>
            <a:noFill/>
            <a:ln w="28575">
              <a:noFill/>
            </a:ln>
          </p:spPr>
          <p:txBody>
            <a:bodyPr wrap="none" lIns="92075" tIns="46038" rIns="92075" bIns="46038" anchor="ctr" anchorCtr="0">
              <a:spAutoFit/>
            </a:bodyPr>
            <a:p>
              <a:pPr algn="ctr"/>
              <a:r>
                <a:rPr lang="en-US" altLang="zh-CN" b="0" dirty="0">
                  <a:solidFill>
                    <a:schemeClr val="tx1"/>
                  </a:solidFill>
                  <a:latin typeface="Times New Roman" panose="02020603050405020304" pitchFamily="18" charset="0"/>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144" name="Text Box 389"/>
            <p:cNvSpPr txBox="1"/>
            <p:nvPr/>
          </p:nvSpPr>
          <p:spPr>
            <a:xfrm>
              <a:off x="6056" y="2190"/>
              <a:ext cx="607" cy="820"/>
            </a:xfrm>
            <a:prstGeom prst="rect">
              <a:avLst/>
            </a:prstGeom>
            <a:noFill/>
            <a:ln w="28575">
              <a:noFill/>
            </a:ln>
          </p:spPr>
          <p:txBody>
            <a:bodyPr wrap="none" lIns="92075" tIns="46038" rIns="92075" bIns="46038" anchor="ctr" anchorCtr="0">
              <a:spAutoFit/>
            </a:bodyPr>
            <a:p>
              <a:pPr algn="ctr"/>
              <a:r>
                <a:rPr lang="en-US" altLang="zh-CN" b="0" dirty="0">
                  <a:solidFill>
                    <a:schemeClr val="tx1"/>
                  </a:solidFill>
                  <a:latin typeface="Times New Roman" panose="02020603050405020304" pitchFamily="18" charset="0"/>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145" name="Text Box 390"/>
            <p:cNvSpPr txBox="1"/>
            <p:nvPr/>
          </p:nvSpPr>
          <p:spPr>
            <a:xfrm>
              <a:off x="6051" y="3405"/>
              <a:ext cx="570" cy="818"/>
            </a:xfrm>
            <a:prstGeom prst="rect">
              <a:avLst/>
            </a:prstGeom>
            <a:noFill/>
            <a:ln w="28575">
              <a:noFill/>
            </a:ln>
          </p:spPr>
          <p:txBody>
            <a:bodyPr wrap="none" lIns="92075" tIns="46038" rIns="92075" bIns="46038" anchor="ctr" anchorCtr="0">
              <a:spAutoFit/>
            </a:bodyPr>
            <a:p>
              <a:pPr algn="ctr"/>
              <a:r>
                <a:rPr lang="en-US" altLang="zh-CN" b="0" dirty="0">
                  <a:solidFill>
                    <a:schemeClr val="tx1"/>
                  </a:solidFill>
                  <a:latin typeface="Times New Roman" panose="02020603050405020304" pitchFamily="18" charset="0"/>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146" name="Rectangle 394"/>
            <p:cNvSpPr/>
            <p:nvPr/>
          </p:nvSpPr>
          <p:spPr bwMode="auto">
            <a:xfrm>
              <a:off x="5683" y="1425"/>
              <a:ext cx="307" cy="77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147" name="Rectangle 395"/>
            <p:cNvSpPr/>
            <p:nvPr/>
          </p:nvSpPr>
          <p:spPr bwMode="auto">
            <a:xfrm>
              <a:off x="3360" y="1673"/>
              <a:ext cx="310" cy="77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148" name="Rectangle 396"/>
            <p:cNvSpPr/>
            <p:nvPr/>
          </p:nvSpPr>
          <p:spPr bwMode="auto">
            <a:xfrm>
              <a:off x="1043" y="1515"/>
              <a:ext cx="312" cy="77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151" name="Line 401"/>
            <p:cNvSpPr/>
            <p:nvPr/>
          </p:nvSpPr>
          <p:spPr>
            <a:xfrm flipV="1">
              <a:off x="1197" y="2313"/>
              <a:ext cx="0" cy="553"/>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pSp>
          <p:nvGrpSpPr>
            <p:cNvPr id="79" name="组合 78"/>
            <p:cNvGrpSpPr/>
            <p:nvPr/>
          </p:nvGrpSpPr>
          <p:grpSpPr>
            <a:xfrm rot="0">
              <a:off x="3066" y="2818"/>
              <a:ext cx="908" cy="908"/>
              <a:chOff x="505193" y="3720552"/>
              <a:chExt cx="432197" cy="432197"/>
            </a:xfrm>
            <a:solidFill>
              <a:schemeClr val="accent6">
                <a:lumMod val="40000"/>
                <a:lumOff val="60000"/>
              </a:schemeClr>
            </a:solidFill>
          </p:grpSpPr>
          <p:sp>
            <p:nvSpPr>
              <p:cNvPr id="80"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81" name="直接连接符 80"/>
              <p:cNvCxnSpPr>
                <a:stCxn id="80" idx="0"/>
                <a:endCxn id="80"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 name="组合 3"/>
            <p:cNvGrpSpPr/>
            <p:nvPr/>
          </p:nvGrpSpPr>
          <p:grpSpPr>
            <a:xfrm rot="0">
              <a:off x="5400" y="2818"/>
              <a:ext cx="908" cy="908"/>
              <a:chOff x="4595" y="2843"/>
              <a:chExt cx="908" cy="908"/>
            </a:xfrm>
          </p:grpSpPr>
          <p:sp>
            <p:nvSpPr>
              <p:cNvPr id="29" name="Oval 953"/>
              <p:cNvSpPr>
                <a:spLocks noChangeArrowheads="1"/>
              </p:cNvSpPr>
              <p:nvPr/>
            </p:nvSpPr>
            <p:spPr bwMode="auto">
              <a:xfrm>
                <a:off x="4595" y="2843"/>
                <a:ext cx="908" cy="908"/>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30" name="直接连接符 29"/>
              <p:cNvCxnSpPr>
                <a:stCxn id="29" idx="0"/>
                <a:endCxn id="29" idx="4"/>
              </p:cNvCxnSpPr>
              <p:nvPr/>
            </p:nvCxnSpPr>
            <p:spPr>
              <a:xfrm>
                <a:off x="5048" y="2843"/>
                <a:ext cx="0" cy="908"/>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5" name="直接箭头连接符 34"/>
            <p:cNvCxnSpPr/>
            <p:nvPr/>
          </p:nvCxnSpPr>
          <p:spPr>
            <a:xfrm>
              <a:off x="4491" y="1090"/>
              <a:ext cx="115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713" y="2906"/>
              <a:ext cx="908" cy="908"/>
              <a:chOff x="5907581" y="4495572"/>
              <a:chExt cx="576263" cy="576263"/>
            </a:xfrm>
          </p:grpSpPr>
          <p:sp>
            <p:nvSpPr>
              <p:cNvPr id="31"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32" name="直接连接符 31"/>
              <p:cNvCxnSpPr>
                <a:stCxn id="31" idx="4"/>
                <a:endCxn id="31"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down)">
                                      <p:cBhvr>
                                        <p:cTn id="7" dur="500"/>
                                        <p:tgtEl>
                                          <p:spTgt spid="33"/>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86052"/>
                                        </p:tgtEl>
                                        <p:attrNameLst>
                                          <p:attrName>style.visibility</p:attrName>
                                        </p:attrNameLst>
                                      </p:cBhvr>
                                      <p:to>
                                        <p:strVal val="visible"/>
                                      </p:to>
                                    </p:set>
                                    <p:anim calcmode="lin" valueType="num">
                                      <p:cBhvr additive="base">
                                        <p:cTn id="11" dur="500" fill="hold"/>
                                        <p:tgtEl>
                                          <p:spTgt spid="86052"/>
                                        </p:tgtEl>
                                        <p:attrNameLst>
                                          <p:attrName>ppt_x</p:attrName>
                                        </p:attrNameLst>
                                      </p:cBhvr>
                                      <p:tavLst>
                                        <p:tav tm="0">
                                          <p:val>
                                            <p:strVal val="0-#ppt_w/2"/>
                                          </p:val>
                                        </p:tav>
                                        <p:tav tm="100000">
                                          <p:val>
                                            <p:strVal val="#ppt_x"/>
                                          </p:val>
                                        </p:tav>
                                      </p:tavLst>
                                    </p:anim>
                                    <p:anim calcmode="lin" valueType="num">
                                      <p:cBhvr additive="base">
                                        <p:cTn id="12" dur="500" fill="hold"/>
                                        <p:tgtEl>
                                          <p:spTgt spid="86052"/>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51" presetClass="entr" presetSubtype="0" fill="hold" grpId="0" nodeType="clickEffect">
                                  <p:stCondLst>
                                    <p:cond delay="0"/>
                                  </p:stCondLst>
                                  <p:childTnLst>
                                    <p:set>
                                      <p:cBhvr>
                                        <p:cTn id="16" dur="1" fill="hold">
                                          <p:stCondLst>
                                            <p:cond delay="0"/>
                                          </p:stCondLst>
                                        </p:cTn>
                                        <p:tgtEl>
                                          <p:spTgt spid="86074"/>
                                        </p:tgtEl>
                                        <p:attrNameLst>
                                          <p:attrName>style.visibility</p:attrName>
                                        </p:attrNameLst>
                                      </p:cBhvr>
                                      <p:to>
                                        <p:strVal val="visible"/>
                                      </p:to>
                                    </p:set>
                                    <p:animEffect transition="in" filter="fade">
                                      <p:cBhvr>
                                        <p:cTn id="17" dur="770" decel="100000"/>
                                        <p:tgtEl>
                                          <p:spTgt spid="86074"/>
                                        </p:tgtEl>
                                      </p:cBhvr>
                                    </p:animEffect>
                                    <p:animScale>
                                      <p:cBhvr>
                                        <p:cTn id="18" dur="770" decel="100000"/>
                                        <p:tgtEl>
                                          <p:spTgt spid="86074"/>
                                        </p:tgtEl>
                                      </p:cBhvr>
                                      <p:from x="10000" y="10000"/>
                                      <p:to x="200000" y="450000"/>
                                    </p:animScale>
                                    <p:animScale>
                                      <p:cBhvr>
                                        <p:cTn id="19" dur="1230" accel="100000" fill="hold">
                                          <p:stCondLst>
                                            <p:cond delay="770"/>
                                          </p:stCondLst>
                                        </p:cTn>
                                        <p:tgtEl>
                                          <p:spTgt spid="86074"/>
                                        </p:tgtEl>
                                      </p:cBhvr>
                                      <p:from x="200000" y="450000"/>
                                      <p:to x="100000" y="100000"/>
                                    </p:animScale>
                                    <p:set>
                                      <p:cBhvr>
                                        <p:cTn id="20" dur="770" fill="hold"/>
                                        <p:tgtEl>
                                          <p:spTgt spid="86074"/>
                                        </p:tgtEl>
                                        <p:attrNameLst>
                                          <p:attrName>ppt_x</p:attrName>
                                        </p:attrNameLst>
                                      </p:cBhvr>
                                      <p:to>
                                        <p:strVal val="(0.5)"/>
                                      </p:to>
                                    </p:set>
                                    <p:anim from="(0.5)" to="(#ppt_x)" calcmode="lin" valueType="num">
                                      <p:cBhvr>
                                        <p:cTn id="21" dur="1230" accel="100000" fill="hold">
                                          <p:stCondLst>
                                            <p:cond delay="770"/>
                                          </p:stCondLst>
                                        </p:cTn>
                                        <p:tgtEl>
                                          <p:spTgt spid="86074"/>
                                        </p:tgtEl>
                                        <p:attrNameLst>
                                          <p:attrName>ppt_x</p:attrName>
                                        </p:attrNameLst>
                                      </p:cBhvr>
                                    </p:anim>
                                    <p:set>
                                      <p:cBhvr>
                                        <p:cTn id="22" dur="770" fill="hold"/>
                                        <p:tgtEl>
                                          <p:spTgt spid="86074"/>
                                        </p:tgtEl>
                                        <p:attrNameLst>
                                          <p:attrName>ppt_y</p:attrName>
                                        </p:attrNameLst>
                                      </p:cBhvr>
                                      <p:to>
                                        <p:strVal val="(#ppt_y+0.4)"/>
                                      </p:to>
                                    </p:set>
                                    <p:anim from="(#ppt_y+0.4)" to="(#ppt_y)" calcmode="lin" valueType="num">
                                      <p:cBhvr>
                                        <p:cTn id="23" dur="1230" accel="100000" fill="hold">
                                          <p:stCondLst>
                                            <p:cond delay="770"/>
                                          </p:stCondLst>
                                        </p:cTn>
                                        <p:tgtEl>
                                          <p:spTgt spid="86074"/>
                                        </p:tgtEl>
                                        <p:attrNameLst>
                                          <p:attrName>ppt_y</p:attrName>
                                        </p:attrNameLst>
                                      </p:cBhvr>
                                    </p:anim>
                                  </p:childTnLst>
                                </p:cTn>
                              </p:par>
                            </p:childTnLst>
                          </p:cTn>
                        </p:par>
                        <p:par>
                          <p:cTn id="24" fill="hold">
                            <p:stCondLst>
                              <p:cond delay="2000"/>
                            </p:stCondLst>
                            <p:childTnLst>
                              <p:par>
                                <p:cTn id="25" presetID="3" presetClass="entr" presetSubtype="10" fill="hold" nodeType="after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blinds(horizontal)">
                                      <p:cBhvr>
                                        <p:cTn id="27" dur="500"/>
                                        <p:tgtEl>
                                          <p:spTgt spid="34"/>
                                        </p:tgtEl>
                                      </p:cBhvr>
                                    </p:animEffect>
                                  </p:childTnLst>
                                </p:cTn>
                              </p:par>
                            </p:childTnLst>
                          </p:cTn>
                        </p:par>
                        <p:par>
                          <p:cTn id="28" fill="hold">
                            <p:stCondLst>
                              <p:cond delay="2500"/>
                            </p:stCondLst>
                            <p:childTnLst>
                              <p:par>
                                <p:cTn id="29" presetID="12" presetClass="entr" presetSubtype="8" fill="hold" grpId="0" nodeType="afterEffect">
                                  <p:stCondLst>
                                    <p:cond delay="0"/>
                                  </p:stCondLst>
                                  <p:childTnLst>
                                    <p:set>
                                      <p:cBhvr>
                                        <p:cTn id="30" dur="1" fill="hold">
                                          <p:stCondLst>
                                            <p:cond delay="0"/>
                                          </p:stCondLst>
                                        </p:cTn>
                                        <p:tgtEl>
                                          <p:spTgt spid="86073"/>
                                        </p:tgtEl>
                                        <p:attrNameLst>
                                          <p:attrName>style.visibility</p:attrName>
                                        </p:attrNameLst>
                                      </p:cBhvr>
                                      <p:to>
                                        <p:strVal val="visible"/>
                                      </p:to>
                                    </p:set>
                                    <p:animEffect transition="in" filter="slide(fromLeft)">
                                      <p:cBhvr>
                                        <p:cTn id="31" dur="500"/>
                                        <p:tgtEl>
                                          <p:spTgt spid="86073"/>
                                        </p:tgtEl>
                                      </p:cBhvr>
                                    </p:animEffect>
                                  </p:childTnLst>
                                </p:cTn>
                              </p:par>
                            </p:childTnLst>
                          </p:cTn>
                        </p:par>
                      </p:childTnLst>
                    </p:cTn>
                  </p:par>
                  <p:par>
                    <p:cTn id="32" fill="hold">
                      <p:stCondLst>
                        <p:cond delay="indefinite"/>
                      </p:stCondLst>
                      <p:childTnLst>
                        <p:par>
                          <p:cTn id="33" fill="hold">
                            <p:stCondLst>
                              <p:cond delay="0"/>
                            </p:stCondLst>
                            <p:childTnLst>
                              <p:par>
                                <p:cTn id="34" presetID="23" presetClass="entr" presetSubtype="32" fill="hold" grpId="0" nodeType="clickEffect">
                                  <p:stCondLst>
                                    <p:cond delay="0"/>
                                  </p:stCondLst>
                                  <p:childTnLst>
                                    <p:set>
                                      <p:cBhvr>
                                        <p:cTn id="35" dur="1" fill="hold">
                                          <p:stCondLst>
                                            <p:cond delay="0"/>
                                          </p:stCondLst>
                                        </p:cTn>
                                        <p:tgtEl>
                                          <p:spTgt spid="86145"/>
                                        </p:tgtEl>
                                        <p:attrNameLst>
                                          <p:attrName>style.visibility</p:attrName>
                                        </p:attrNameLst>
                                      </p:cBhvr>
                                      <p:to>
                                        <p:strVal val="visible"/>
                                      </p:to>
                                    </p:set>
                                    <p:anim calcmode="lin" valueType="num">
                                      <p:cBhvr>
                                        <p:cTn id="36" dur="1000" fill="hold"/>
                                        <p:tgtEl>
                                          <p:spTgt spid="86145"/>
                                        </p:tgtEl>
                                        <p:attrNameLst>
                                          <p:attrName>ppt_w</p:attrName>
                                        </p:attrNameLst>
                                      </p:cBhvr>
                                      <p:tavLst>
                                        <p:tav tm="0">
                                          <p:val>
                                            <p:strVal val="4*#ppt_w"/>
                                          </p:val>
                                        </p:tav>
                                        <p:tav tm="100000">
                                          <p:val>
                                            <p:strVal val="#ppt_w"/>
                                          </p:val>
                                        </p:tav>
                                      </p:tavLst>
                                    </p:anim>
                                    <p:anim calcmode="lin" valueType="num">
                                      <p:cBhvr>
                                        <p:cTn id="37" dur="1000" fill="hold"/>
                                        <p:tgtEl>
                                          <p:spTgt spid="86145"/>
                                        </p:tgtEl>
                                        <p:attrNameLst>
                                          <p:attrName>ppt_h</p:attrName>
                                        </p:attrNameLst>
                                      </p:cBhvr>
                                      <p:tavLst>
                                        <p:tav tm="0">
                                          <p:val>
                                            <p:strVal val="4*#ppt_h"/>
                                          </p:val>
                                        </p:tav>
                                        <p:tav tm="100000">
                                          <p:val>
                                            <p:strVal val="#ppt_h"/>
                                          </p:val>
                                        </p:tav>
                                      </p:tavLst>
                                    </p:anim>
                                  </p:childTnLst>
                                </p:cTn>
                              </p:par>
                            </p:childTnLst>
                          </p:cTn>
                        </p:par>
                        <p:par>
                          <p:cTn id="38" fill="hold">
                            <p:stCondLst>
                              <p:cond delay="1000"/>
                            </p:stCondLst>
                            <p:childTnLst>
                              <p:par>
                                <p:cTn id="39" presetID="3" presetClass="entr" presetSubtype="10" fill="hold" nodeType="afterEffect">
                                  <p:stCondLst>
                                    <p:cond delay="0"/>
                                  </p:stCondLst>
                                  <p:childTnLst>
                                    <p:set>
                                      <p:cBhvr>
                                        <p:cTn id="40" dur="1" fill="hold">
                                          <p:stCondLst>
                                            <p:cond delay="0"/>
                                          </p:stCondLst>
                                        </p:cTn>
                                        <p:tgtEl>
                                          <p:spTgt spid="36"/>
                                        </p:tgtEl>
                                        <p:attrNameLst>
                                          <p:attrName>style.visibility</p:attrName>
                                        </p:attrNameLst>
                                      </p:cBhvr>
                                      <p:to>
                                        <p:strVal val="visible"/>
                                      </p:to>
                                    </p:set>
                                    <p:animEffect transition="in" filter="blinds(horizontal)">
                                      <p:cBhvr>
                                        <p:cTn id="41" dur="500"/>
                                        <p:tgtEl>
                                          <p:spTgt spid="36"/>
                                        </p:tgtEl>
                                      </p:cBhvr>
                                    </p:animEffect>
                                  </p:childTnLst>
                                </p:cTn>
                              </p:par>
                            </p:childTnLst>
                          </p:cTn>
                        </p:par>
                        <p:par>
                          <p:cTn id="42" fill="hold">
                            <p:stCondLst>
                              <p:cond delay="1500"/>
                            </p:stCondLst>
                            <p:childTnLst>
                              <p:par>
                                <p:cTn id="43" presetID="2" presetClass="entr" presetSubtype="8" fill="hold" grpId="0" nodeType="afterEffect">
                                  <p:stCondLst>
                                    <p:cond delay="0"/>
                                  </p:stCondLst>
                                  <p:childTnLst>
                                    <p:set>
                                      <p:cBhvr>
                                        <p:cTn id="44" dur="1" fill="hold">
                                          <p:stCondLst>
                                            <p:cond delay="0"/>
                                          </p:stCondLst>
                                        </p:cTn>
                                        <p:tgtEl>
                                          <p:spTgt spid="86143"/>
                                        </p:tgtEl>
                                        <p:attrNameLst>
                                          <p:attrName>style.visibility</p:attrName>
                                        </p:attrNameLst>
                                      </p:cBhvr>
                                      <p:to>
                                        <p:strVal val="visible"/>
                                      </p:to>
                                    </p:set>
                                    <p:anim calcmode="lin" valueType="num">
                                      <p:cBhvr additive="base">
                                        <p:cTn id="45" dur="500" fill="hold"/>
                                        <p:tgtEl>
                                          <p:spTgt spid="86143"/>
                                        </p:tgtEl>
                                        <p:attrNameLst>
                                          <p:attrName>ppt_x</p:attrName>
                                        </p:attrNameLst>
                                      </p:cBhvr>
                                      <p:tavLst>
                                        <p:tav tm="0">
                                          <p:val>
                                            <p:strVal val="0-#ppt_w/2"/>
                                          </p:val>
                                        </p:tav>
                                        <p:tav tm="100000">
                                          <p:val>
                                            <p:strVal val="#ppt_x"/>
                                          </p:val>
                                        </p:tav>
                                      </p:tavLst>
                                    </p:anim>
                                    <p:anim calcmode="lin" valueType="num">
                                      <p:cBhvr additive="base">
                                        <p:cTn id="46" dur="500" fill="hold"/>
                                        <p:tgtEl>
                                          <p:spTgt spid="86143"/>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51" presetClass="entr" presetSubtype="0" fill="hold" grpId="0" nodeType="clickEffect">
                                  <p:stCondLst>
                                    <p:cond delay="0"/>
                                  </p:stCondLst>
                                  <p:childTnLst>
                                    <p:set>
                                      <p:cBhvr>
                                        <p:cTn id="50" dur="1" fill="hold">
                                          <p:stCondLst>
                                            <p:cond delay="0"/>
                                          </p:stCondLst>
                                        </p:cTn>
                                        <p:tgtEl>
                                          <p:spTgt spid="86142"/>
                                        </p:tgtEl>
                                        <p:attrNameLst>
                                          <p:attrName>style.visibility</p:attrName>
                                        </p:attrNameLst>
                                      </p:cBhvr>
                                      <p:to>
                                        <p:strVal val="visible"/>
                                      </p:to>
                                    </p:set>
                                    <p:animEffect transition="in" filter="fade">
                                      <p:cBhvr>
                                        <p:cTn id="51" dur="385" decel="100000"/>
                                        <p:tgtEl>
                                          <p:spTgt spid="86142"/>
                                        </p:tgtEl>
                                      </p:cBhvr>
                                    </p:animEffect>
                                    <p:animScale>
                                      <p:cBhvr>
                                        <p:cTn id="52" dur="385" decel="100000"/>
                                        <p:tgtEl>
                                          <p:spTgt spid="86142"/>
                                        </p:tgtEl>
                                      </p:cBhvr>
                                      <p:from x="10000" y="10000"/>
                                      <p:to x="200000" y="450000"/>
                                    </p:animScale>
                                    <p:animScale>
                                      <p:cBhvr>
                                        <p:cTn id="53" dur="615" accel="100000" fill="hold">
                                          <p:stCondLst>
                                            <p:cond delay="385"/>
                                          </p:stCondLst>
                                        </p:cTn>
                                        <p:tgtEl>
                                          <p:spTgt spid="86142"/>
                                        </p:tgtEl>
                                      </p:cBhvr>
                                      <p:from x="200000" y="450000"/>
                                      <p:to x="100000" y="100000"/>
                                    </p:animScale>
                                    <p:set>
                                      <p:cBhvr>
                                        <p:cTn id="54" dur="385" fill="hold"/>
                                        <p:tgtEl>
                                          <p:spTgt spid="86142"/>
                                        </p:tgtEl>
                                        <p:attrNameLst>
                                          <p:attrName>ppt_x</p:attrName>
                                        </p:attrNameLst>
                                      </p:cBhvr>
                                      <p:to>
                                        <p:strVal val="(0.5)"/>
                                      </p:to>
                                    </p:set>
                                    <p:anim from="(0.5)" to="(#ppt_x)" calcmode="lin" valueType="num">
                                      <p:cBhvr>
                                        <p:cTn id="55" dur="615" accel="100000" fill="hold">
                                          <p:stCondLst>
                                            <p:cond delay="385"/>
                                          </p:stCondLst>
                                        </p:cTn>
                                        <p:tgtEl>
                                          <p:spTgt spid="86142"/>
                                        </p:tgtEl>
                                        <p:attrNameLst>
                                          <p:attrName>ppt_x</p:attrName>
                                        </p:attrNameLst>
                                      </p:cBhvr>
                                    </p:anim>
                                    <p:set>
                                      <p:cBhvr>
                                        <p:cTn id="56" dur="385" fill="hold"/>
                                        <p:tgtEl>
                                          <p:spTgt spid="86142"/>
                                        </p:tgtEl>
                                        <p:attrNameLst>
                                          <p:attrName>ppt_y</p:attrName>
                                        </p:attrNameLst>
                                      </p:cBhvr>
                                      <p:to>
                                        <p:strVal val="(#ppt_y+0.4)"/>
                                      </p:to>
                                    </p:set>
                                    <p:anim from="(#ppt_y+0.4)" to="(#ppt_y)" calcmode="lin" valueType="num">
                                      <p:cBhvr>
                                        <p:cTn id="57" dur="615" accel="100000" fill="hold">
                                          <p:stCondLst>
                                            <p:cond delay="385"/>
                                          </p:stCondLst>
                                        </p:cTn>
                                        <p:tgtEl>
                                          <p:spTgt spid="86142"/>
                                        </p:tgtEl>
                                        <p:attrNameLst>
                                          <p:attrName>ppt_y</p:attrName>
                                        </p:attrNameLst>
                                      </p:cBhvr>
                                    </p:anim>
                                  </p:childTnLst>
                                </p:cTn>
                              </p:par>
                            </p:childTnLst>
                          </p:cTn>
                        </p:par>
                        <p:par>
                          <p:cTn id="58" fill="hold">
                            <p:stCondLst>
                              <p:cond delay="1000"/>
                            </p:stCondLst>
                            <p:childTnLst>
                              <p:par>
                                <p:cTn id="59" presetID="3" presetClass="entr" presetSubtype="10" fill="hold" nodeType="afterEffect">
                                  <p:stCondLst>
                                    <p:cond delay="0"/>
                                  </p:stCondLst>
                                  <p:childTnLst>
                                    <p:set>
                                      <p:cBhvr>
                                        <p:cTn id="60" dur="1" fill="hold">
                                          <p:stCondLst>
                                            <p:cond delay="0"/>
                                          </p:stCondLst>
                                        </p:cTn>
                                        <p:tgtEl>
                                          <p:spTgt spid="37"/>
                                        </p:tgtEl>
                                        <p:attrNameLst>
                                          <p:attrName>style.visibility</p:attrName>
                                        </p:attrNameLst>
                                      </p:cBhvr>
                                      <p:to>
                                        <p:strVal val="visible"/>
                                      </p:to>
                                    </p:set>
                                    <p:animEffect transition="in" filter="blinds(horizontal)">
                                      <p:cBhvr>
                                        <p:cTn id="61" dur="500"/>
                                        <p:tgtEl>
                                          <p:spTgt spid="37"/>
                                        </p:tgtEl>
                                      </p:cBhvr>
                                    </p:animEffect>
                                  </p:childTnLst>
                                </p:cTn>
                              </p:par>
                            </p:childTnLst>
                          </p:cTn>
                        </p:par>
                        <p:par>
                          <p:cTn id="62" fill="hold">
                            <p:stCondLst>
                              <p:cond delay="1500"/>
                            </p:stCondLst>
                            <p:childTnLst>
                              <p:par>
                                <p:cTn id="63" presetID="2" presetClass="entr" presetSubtype="6" fill="hold" grpId="0" nodeType="afterEffect">
                                  <p:stCondLst>
                                    <p:cond delay="0"/>
                                  </p:stCondLst>
                                  <p:childTnLst>
                                    <p:set>
                                      <p:cBhvr>
                                        <p:cTn id="64" dur="1" fill="hold">
                                          <p:stCondLst>
                                            <p:cond delay="0"/>
                                          </p:stCondLst>
                                        </p:cTn>
                                        <p:tgtEl>
                                          <p:spTgt spid="86144"/>
                                        </p:tgtEl>
                                        <p:attrNameLst>
                                          <p:attrName>style.visibility</p:attrName>
                                        </p:attrNameLst>
                                      </p:cBhvr>
                                      <p:to>
                                        <p:strVal val="visible"/>
                                      </p:to>
                                    </p:set>
                                    <p:anim calcmode="lin" valueType="num">
                                      <p:cBhvr additive="base">
                                        <p:cTn id="65" dur="500" fill="hold"/>
                                        <p:tgtEl>
                                          <p:spTgt spid="86144"/>
                                        </p:tgtEl>
                                        <p:attrNameLst>
                                          <p:attrName>ppt_x</p:attrName>
                                        </p:attrNameLst>
                                      </p:cBhvr>
                                      <p:tavLst>
                                        <p:tav tm="0">
                                          <p:val>
                                            <p:strVal val="1+#ppt_w/2"/>
                                          </p:val>
                                        </p:tav>
                                        <p:tav tm="100000">
                                          <p:val>
                                            <p:strVal val="#ppt_x"/>
                                          </p:val>
                                        </p:tav>
                                      </p:tavLst>
                                    </p:anim>
                                    <p:anim calcmode="lin" valueType="num">
                                      <p:cBhvr additive="base">
                                        <p:cTn id="66" dur="500" fill="hold"/>
                                        <p:tgtEl>
                                          <p:spTgt spid="861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52" grpId="0" bldLvl="0" animBg="1"/>
      <p:bldP spid="86073" grpId="0" bldLvl="0" animBg="1"/>
      <p:bldP spid="86074" grpId="0"/>
      <p:bldP spid="86142" grpId="0"/>
      <p:bldP spid="86143" grpId="0" bldLvl="0" animBg="1"/>
      <p:bldP spid="86144" grpId="0" bldLvl="0" animBg="1"/>
      <p:bldP spid="8614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4-1 </a:t>
            </a:r>
            <a:r>
              <a:rPr lang="zh-CN" altLang="en-US">
                <a:latin typeface="微软雅黑" panose="020B0503020204020204" pitchFamily="34" charset="-122"/>
                <a:cs typeface="微软雅黑" panose="020B0503020204020204" pitchFamily="34" charset="-122"/>
                <a:sym typeface="+mn-ea"/>
              </a:rPr>
              <a:t>叠加定理</a:t>
            </a:r>
            <a:endParaRPr lang="zh-CN" altLang="en-US"/>
          </a:p>
        </p:txBody>
      </p:sp>
      <p:sp>
        <p:nvSpPr>
          <p:cNvPr id="59567" name="Text Box 175"/>
          <p:cNvSpPr txBox="1"/>
          <p:nvPr/>
        </p:nvSpPr>
        <p:spPr>
          <a:xfrm>
            <a:off x="611188" y="775018"/>
            <a:ext cx="7704137" cy="1124585"/>
          </a:xfrm>
          <a:prstGeom prst="rect">
            <a:avLst/>
          </a:prstGeom>
          <a:noFill/>
          <a:ln w="12700">
            <a:noFill/>
          </a:ln>
        </p:spPr>
        <p:txBody>
          <a:bodyPr lIns="92075" tIns="46038" rIns="92075" bIns="46038" anchor="ctr" anchorCtr="0">
            <a:spAutoFit/>
          </a:bodyPr>
          <a:p>
            <a:pPr algn="l" eaLnBrk="0" hangingPunct="0">
              <a:lnSpc>
                <a:spcPct val="120000"/>
              </a:lnSpc>
              <a:buClrTx/>
              <a:buSzTx/>
              <a:buAutoNum type="circleNumDbPlain" startAt="3"/>
            </a:pPr>
            <a:r>
              <a:rPr kumimoji="1" lang="zh-CN" altLang="en-US" sz="2800" dirty="0" smtClean="0">
                <a:latin typeface="华文楷体" panose="02010600040101010101" pitchFamily="2" charset="-122"/>
                <a:ea typeface="华文楷体" panose="02010600040101010101" pitchFamily="2" charset="-122"/>
              </a:rPr>
              <a:t>功率不能叠加(功率为电压和电流的乘积，为电源的二次函数)。</a:t>
            </a:r>
            <a:endParaRPr kumimoji="1" lang="zh-CN" altLang="en-US" sz="2800" dirty="0" smtClean="0">
              <a:latin typeface="华文楷体" panose="02010600040101010101" pitchFamily="2" charset="-122"/>
              <a:ea typeface="华文楷体" panose="02010600040101010101" pitchFamily="2" charset="-122"/>
            </a:endParaRPr>
          </a:p>
        </p:txBody>
      </p:sp>
      <p:sp>
        <p:nvSpPr>
          <p:cNvPr id="59568" name="Text Box 176"/>
          <p:cNvSpPr txBox="1"/>
          <p:nvPr/>
        </p:nvSpPr>
        <p:spPr>
          <a:xfrm>
            <a:off x="611188" y="1815307"/>
            <a:ext cx="6495415" cy="607695"/>
          </a:xfrm>
          <a:prstGeom prst="rect">
            <a:avLst/>
          </a:prstGeom>
          <a:noFill/>
          <a:ln w="12700">
            <a:noFill/>
          </a:ln>
        </p:spPr>
        <p:txBody>
          <a:bodyPr wrap="none" lIns="92075" tIns="46038" rIns="92075" bIns="46038" anchor="ctr" anchorCtr="0">
            <a:spAutoFit/>
          </a:bodyPr>
          <a:p>
            <a:pPr algn="l" eaLnBrk="0" hangingPunct="0">
              <a:lnSpc>
                <a:spcPct val="120000"/>
              </a:lnSpc>
              <a:buClrTx/>
              <a:buSzTx/>
              <a:buAutoNum type="circleNumDbPlain" startAt="4"/>
            </a:pPr>
            <a:r>
              <a:rPr kumimoji="1" lang="zh-CN" altLang="en-US" sz="2800" dirty="0" smtClean="0">
                <a:latin typeface="华文楷体" panose="02010600040101010101" pitchFamily="2" charset="-122"/>
                <a:ea typeface="华文楷体" panose="02010600040101010101" pitchFamily="2" charset="-122"/>
              </a:rPr>
              <a:t> </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u</a:t>
            </a:r>
            <a:r>
              <a:rPr kumimoji="1" lang="zh-CN" altLang="en-US" sz="2800" b="0" dirty="0" smtClean="0">
                <a:latin typeface="华文楷体" panose="02010600040101010101" pitchFamily="2" charset="-122"/>
                <a:ea typeface="华文楷体" panose="02010600040101010101" pitchFamily="2" charset="-122"/>
              </a:rPr>
              <a:t>,  </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i</a:t>
            </a:r>
            <a:r>
              <a:rPr kumimoji="1" lang="zh-CN" altLang="en-US" sz="2800" dirty="0" smtClean="0">
                <a:latin typeface="华文楷体" panose="02010600040101010101" pitchFamily="2" charset="-122"/>
                <a:ea typeface="华文楷体" panose="02010600040101010101" pitchFamily="2" charset="-122"/>
              </a:rPr>
              <a:t>叠加时要注意各分量的参考方向。</a:t>
            </a:r>
            <a:endParaRPr kumimoji="1" lang="zh-CN" altLang="en-US" sz="2800" dirty="0" smtClean="0">
              <a:latin typeface="华文楷体" panose="02010600040101010101" pitchFamily="2" charset="-122"/>
              <a:ea typeface="华文楷体" panose="02010600040101010101" pitchFamily="2" charset="-122"/>
            </a:endParaRPr>
          </a:p>
        </p:txBody>
      </p:sp>
      <p:sp>
        <p:nvSpPr>
          <p:cNvPr id="59569" name="Text Box 177"/>
          <p:cNvSpPr txBox="1"/>
          <p:nvPr/>
        </p:nvSpPr>
        <p:spPr>
          <a:xfrm>
            <a:off x="611188" y="2359343"/>
            <a:ext cx="7696200" cy="1124585"/>
          </a:xfrm>
          <a:prstGeom prst="rect">
            <a:avLst/>
          </a:prstGeom>
          <a:noFill/>
          <a:ln w="12700">
            <a:noFill/>
          </a:ln>
        </p:spPr>
        <p:txBody>
          <a:bodyPr lIns="92075" tIns="46038" rIns="92075" bIns="46038" anchor="ctr" anchorCtr="0">
            <a:spAutoFit/>
          </a:bodyPr>
          <a:p>
            <a:pPr algn="l" eaLnBrk="0" hangingPunct="0">
              <a:lnSpc>
                <a:spcPct val="120000"/>
              </a:lnSpc>
              <a:buClrTx/>
              <a:buSzTx/>
              <a:buAutoNum type="circleNumDbPlain" startAt="5"/>
            </a:pPr>
            <a:r>
              <a:rPr kumimoji="1" lang="zh-CN" altLang="en-US" sz="2800" dirty="0" smtClean="0">
                <a:latin typeface="华文楷体" panose="02010600040101010101" pitchFamily="2" charset="-122"/>
                <a:ea typeface="华文楷体" panose="02010600040101010101" pitchFamily="2" charset="-122"/>
              </a:rPr>
              <a:t>含受控源(线性)电路亦可叠加，但受控源应始终保留。</a:t>
            </a:r>
            <a:endParaRPr kumimoji="1" lang="zh-CN" altLang="en-US" sz="2800" dirty="0" smtClean="0">
              <a:latin typeface="华文楷体" panose="02010600040101010101" pitchFamily="2" charset="-122"/>
              <a:ea typeface="华文楷体" panose="02010600040101010101" pitchFamily="2" charset="-122"/>
            </a:endParaRPr>
          </a:p>
        </p:txBody>
      </p:sp>
      <p:sp>
        <p:nvSpPr>
          <p:cNvPr id="59582" name="Text Box 190"/>
          <p:cNvSpPr txBox="1"/>
          <p:nvPr/>
        </p:nvSpPr>
        <p:spPr>
          <a:xfrm>
            <a:off x="611188" y="3539967"/>
            <a:ext cx="3889375" cy="583565"/>
          </a:xfrm>
          <a:prstGeom prst="rect">
            <a:avLst/>
          </a:prstGeom>
          <a:noFill/>
          <a:ln w="12700">
            <a:noFill/>
          </a:ln>
        </p:spPr>
        <p:txBody>
          <a:bodyPr lIns="92075" tIns="46038" rIns="92075" bIns="46038" anchor="ctr" anchorCtr="0">
            <a:spAutoFit/>
          </a:bodyPr>
          <a:p>
            <a:pPr algn="ctr">
              <a:spcBef>
                <a:spcPct val="50000"/>
              </a:spcBef>
              <a:buClr>
                <a:schemeClr val="accent2"/>
              </a:buClr>
              <a:buSzPct val="75000"/>
              <a:buFont typeface="Monotype Sorts" pitchFamily="2" charset="2"/>
            </a:pPr>
            <a:r>
              <a:rPr kumimoji="1" lang="en-US" altLang="zh-CN" sz="3200" b="1" dirty="0">
                <a:solidFill>
                  <a:schemeClr val="accent2">
                    <a:lumMod val="75000"/>
                  </a:schemeClr>
                </a:solidFill>
                <a:latin typeface="Times New Roman" panose="02020603050405020304" pitchFamily="18" charset="0"/>
                <a:ea typeface="华文中宋" panose="02010600040101010101" pitchFamily="2" charset="-122"/>
              </a:rPr>
              <a:t>4. 叠加定理的应用</a:t>
            </a:r>
            <a:endParaRPr kumimoji="1" lang="en-US" altLang="zh-CN" sz="3200" b="1" dirty="0">
              <a:solidFill>
                <a:schemeClr val="accent2">
                  <a:lumMod val="75000"/>
                </a:schemeClr>
              </a:solidFill>
              <a:latin typeface="Times New Roman" panose="02020603050405020304" pitchFamily="18" charset="0"/>
              <a:ea typeface="华文中宋" panose="02010600040101010101" pitchFamily="2" charset="-122"/>
            </a:endParaRPr>
          </a:p>
        </p:txBody>
      </p:sp>
      <p:sp>
        <p:nvSpPr>
          <p:cNvPr id="59583" name="Text Box 191"/>
          <p:cNvSpPr txBox="1"/>
          <p:nvPr/>
        </p:nvSpPr>
        <p:spPr>
          <a:xfrm>
            <a:off x="378460" y="4941253"/>
            <a:ext cx="4248150" cy="607695"/>
          </a:xfrm>
          <a:prstGeom prst="rect">
            <a:avLst/>
          </a:prstGeom>
          <a:noFill/>
          <a:ln w="9525">
            <a:noFill/>
          </a:ln>
        </p:spPr>
        <p:txBody>
          <a:bodyPr>
            <a:spAutoFit/>
          </a:bodyPr>
          <a:p>
            <a:pPr>
              <a:lnSpc>
                <a:spcPct val="120000"/>
              </a:lnSpc>
              <a:spcBef>
                <a:spcPct val="50000"/>
              </a:spcBef>
            </a:pPr>
            <a:r>
              <a:rPr kumimoji="1" lang="zh-CN" altLang="en-US" sz="2800" dirty="0" smtClean="0">
                <a:latin typeface="华文楷体" panose="02010600040101010101" pitchFamily="2" charset="-122"/>
                <a:ea typeface="华文楷体" panose="02010600040101010101" pitchFamily="2" charset="-122"/>
              </a:rPr>
              <a:t>求电压源的电流及功率。</a:t>
            </a:r>
            <a:endParaRPr kumimoji="1" lang="zh-CN" altLang="en-US" sz="2800" dirty="0" smtClean="0">
              <a:latin typeface="华文楷体" panose="02010600040101010101" pitchFamily="2" charset="-122"/>
              <a:ea typeface="华文楷体" panose="02010600040101010101" pitchFamily="2" charset="-122"/>
            </a:endParaRPr>
          </a:p>
        </p:txBody>
      </p:sp>
      <p:sp>
        <p:nvSpPr>
          <p:cNvPr id="59611" name="Text Box 219"/>
          <p:cNvSpPr txBox="1"/>
          <p:nvPr/>
        </p:nvSpPr>
        <p:spPr>
          <a:xfrm>
            <a:off x="1331595" y="5622608"/>
            <a:ext cx="2952750" cy="521970"/>
          </a:xfrm>
          <a:prstGeom prst="rect">
            <a:avLst/>
          </a:prstGeom>
          <a:no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画出分电路图。</a:t>
            </a:r>
            <a:endParaRPr kumimoji="1" lang="zh-CN" altLang="en-US" sz="2800" dirty="0" smtClean="0">
              <a:latin typeface="华文楷体" panose="02010600040101010101" pitchFamily="2" charset="-122"/>
              <a:ea typeface="华文楷体" panose="02010600040101010101" pitchFamily="2" charset="-122"/>
            </a:endParaRPr>
          </a:p>
        </p:txBody>
      </p:sp>
      <p:sp>
        <p:nvSpPr>
          <p:cNvPr id="9" name="Text Box 22"/>
          <p:cNvSpPr txBox="1">
            <a:spLocks noChangeArrowheads="1"/>
          </p:cNvSpPr>
          <p:nvPr/>
        </p:nvSpPr>
        <p:spPr bwMode="auto">
          <a:xfrm>
            <a:off x="422275" y="4310380"/>
            <a:ext cx="1218565" cy="575945"/>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例1-1</a:t>
            </a:r>
            <a:endParaRPr kumimoji="1" lang="en-US" altLang="zh-CN" sz="3200" dirty="0">
              <a:solidFill>
                <a:schemeClr val="bg1"/>
              </a:solidFill>
              <a:latin typeface="华文新魏" panose="02010800040101010101" pitchFamily="2" charset="-122"/>
              <a:ea typeface="华文新魏" panose="02010800040101010101" pitchFamily="2" charset="-122"/>
            </a:endParaRPr>
          </a:p>
        </p:txBody>
      </p:sp>
      <p:sp>
        <p:nvSpPr>
          <p:cNvPr id="10" name="Text Box 22"/>
          <p:cNvSpPr txBox="1">
            <a:spLocks noChangeArrowheads="1"/>
          </p:cNvSpPr>
          <p:nvPr/>
        </p:nvSpPr>
        <p:spPr bwMode="auto">
          <a:xfrm>
            <a:off x="415290" y="5649748"/>
            <a:ext cx="647700" cy="576000"/>
          </a:xfrm>
          <a:prstGeom prst="rect">
            <a:avLst/>
          </a:pr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解</a:t>
            </a:r>
            <a:endParaRPr kumimoji="1" lang="zh-CN" altLang="en-US" sz="3200" dirty="0">
              <a:solidFill>
                <a:schemeClr val="bg1"/>
              </a:solidFill>
              <a:latin typeface="华文新魏" panose="02010800040101010101" pitchFamily="2" charset="-122"/>
              <a:ea typeface="华文新魏" panose="02010800040101010101" pitchFamily="2" charset="-122"/>
            </a:endParaRPr>
          </a:p>
        </p:txBody>
      </p:sp>
      <p:grpSp>
        <p:nvGrpSpPr>
          <p:cNvPr id="5" name="组合 4"/>
          <p:cNvGrpSpPr/>
          <p:nvPr/>
        </p:nvGrpSpPr>
        <p:grpSpPr>
          <a:xfrm>
            <a:off x="4610100" y="4403090"/>
            <a:ext cx="4320540" cy="1879600"/>
            <a:chOff x="6861" y="6080"/>
            <a:chExt cx="6804" cy="2960"/>
          </a:xfrm>
        </p:grpSpPr>
        <p:sp>
          <p:nvSpPr>
            <p:cNvPr id="61455" name="Rectangle 195"/>
            <p:cNvSpPr/>
            <p:nvPr/>
          </p:nvSpPr>
          <p:spPr bwMode="auto">
            <a:xfrm>
              <a:off x="7315" y="6080"/>
              <a:ext cx="4875" cy="2960"/>
            </a:xfrm>
            <a:prstGeom prst="rect">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lIns="91440" tIns="45720" rIns="91440" bIns="45720" anchor="ctr" anchorCtr="0">
              <a:noAutofit/>
            </a:bodyPr>
            <a:lstStyle/>
            <a:p>
              <a:pPr lvl="0" algn="l">
                <a:buClrTx/>
                <a:buSzTx/>
                <a:buFontTx/>
              </a:pPr>
              <a:endParaRPr lang="zh-CN" altLang="en-US" sz="1800">
                <a:sym typeface="+mn-ea"/>
              </a:endParaRPr>
            </a:p>
          </p:txBody>
        </p:sp>
        <p:sp>
          <p:nvSpPr>
            <p:cNvPr id="61456" name="Line 196"/>
            <p:cNvSpPr/>
            <p:nvPr/>
          </p:nvSpPr>
          <p:spPr bwMode="auto">
            <a:xfrm>
              <a:off x="9808" y="6080"/>
              <a:ext cx="0" cy="2960"/>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61457" name="Text Box 197"/>
            <p:cNvSpPr txBox="1"/>
            <p:nvPr/>
          </p:nvSpPr>
          <p:spPr>
            <a:xfrm>
              <a:off x="8433" y="6533"/>
              <a:ext cx="1195" cy="818"/>
            </a:xfrm>
            <a:prstGeom prst="rect">
              <a:avLst/>
            </a:prstGeom>
            <a:noFill/>
            <a:ln w="28575">
              <a:noFill/>
            </a:ln>
          </p:spPr>
          <p:txBody>
            <a:bodyPr lIns="92075" tIns="46038" rIns="92075" bIns="46038" anchor="ctr" anchorCtr="0">
              <a:spAutoFit/>
            </a:bodyPr>
            <a:p>
              <a:pPr algn="ctr"/>
              <a:r>
                <a:rPr lang="en-US" altLang="zh-CN" b="0" dirty="0">
                  <a:solidFill>
                    <a:schemeClr val="tx1"/>
                  </a:solidFill>
                  <a:latin typeface="Times New Roman" panose="02020603050405020304" pitchFamily="18" charset="0"/>
                </a:rPr>
                <a:t>4</a:t>
              </a:r>
              <a:r>
                <a:rPr lang="en-US" altLang="zh-CN" b="0" dirty="0">
                  <a:solidFill>
                    <a:schemeClr val="tx1"/>
                  </a:solidFill>
                  <a:latin typeface="Times New Roman" panose="02020603050405020304" pitchFamily="18" charset="0"/>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61458" name="Text Box 198"/>
            <p:cNvSpPr txBox="1"/>
            <p:nvPr/>
          </p:nvSpPr>
          <p:spPr>
            <a:xfrm>
              <a:off x="7360" y="6658"/>
              <a:ext cx="975" cy="818"/>
            </a:xfrm>
            <a:prstGeom prst="rect">
              <a:avLst/>
            </a:prstGeom>
            <a:noFill/>
            <a:ln w="28575">
              <a:noFill/>
            </a:ln>
          </p:spPr>
          <p:txBody>
            <a:bodyPr wrap="none" lIns="92075" tIns="46038" rIns="92075" bIns="46038" anchor="ctr" anchorCtr="0">
              <a:spAutoFit/>
            </a:bodyPr>
            <a:p>
              <a:pPr algn="ctr"/>
              <a:r>
                <a:rPr lang="en-US" altLang="zh-CN" b="0" dirty="0">
                  <a:solidFill>
                    <a:schemeClr val="tx1"/>
                  </a:solidFill>
                  <a:latin typeface="Times New Roman" panose="02020603050405020304" pitchFamily="18" charset="0"/>
                </a:rPr>
                <a:t>2A</a:t>
              </a:r>
              <a:endParaRPr lang="en-US" altLang="zh-CN" b="0" dirty="0">
                <a:solidFill>
                  <a:schemeClr val="tx1"/>
                </a:solidFill>
                <a:latin typeface="Times New Roman" panose="02020603050405020304" pitchFamily="18" charset="0"/>
                <a:ea typeface="仿宋_GB2312" pitchFamily="49" charset="-122"/>
              </a:endParaRPr>
            </a:p>
          </p:txBody>
        </p:sp>
        <p:sp>
          <p:nvSpPr>
            <p:cNvPr id="61459" name="Text Box 200"/>
            <p:cNvSpPr txBox="1"/>
            <p:nvPr/>
          </p:nvSpPr>
          <p:spPr>
            <a:xfrm>
              <a:off x="10263" y="6420"/>
              <a:ext cx="1255" cy="818"/>
            </a:xfrm>
            <a:prstGeom prst="rect">
              <a:avLst/>
            </a:prstGeom>
            <a:noFill/>
            <a:ln w="28575">
              <a:noFill/>
            </a:ln>
          </p:spPr>
          <p:txBody>
            <a:bodyPr wrap="none" lIns="92075" tIns="46038" rIns="92075" bIns="46038" anchor="ctr" anchorCtr="0">
              <a:spAutoFit/>
            </a:bodyPr>
            <a:p>
              <a:pPr algn="ctr"/>
              <a:r>
                <a:rPr lang="en-US" altLang="zh-CN" b="0" dirty="0">
                  <a:solidFill>
                    <a:schemeClr val="tx1"/>
                  </a:solidFill>
                  <a:latin typeface="Times New Roman" panose="02020603050405020304" pitchFamily="18" charset="0"/>
                </a:rPr>
                <a:t>70V</a:t>
              </a:r>
              <a:endParaRPr lang="en-US" altLang="zh-CN" b="0" dirty="0">
                <a:solidFill>
                  <a:schemeClr val="tx1"/>
                </a:solidFill>
                <a:latin typeface="Times New Roman" panose="02020603050405020304" pitchFamily="18" charset="0"/>
                <a:ea typeface="仿宋_GB2312" pitchFamily="49" charset="-122"/>
              </a:endParaRPr>
            </a:p>
          </p:txBody>
        </p:sp>
        <p:sp>
          <p:nvSpPr>
            <p:cNvPr id="61460" name="Line 201"/>
            <p:cNvSpPr/>
            <p:nvPr/>
          </p:nvSpPr>
          <p:spPr bwMode="auto">
            <a:xfrm>
              <a:off x="9810" y="7553"/>
              <a:ext cx="2380" cy="0"/>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61461" name="Text Box 202"/>
            <p:cNvSpPr txBox="1"/>
            <p:nvPr/>
          </p:nvSpPr>
          <p:spPr>
            <a:xfrm>
              <a:off x="12023" y="6305"/>
              <a:ext cx="1643" cy="818"/>
            </a:xfrm>
            <a:prstGeom prst="rect">
              <a:avLst/>
            </a:prstGeom>
            <a:noFill/>
            <a:ln w="28575">
              <a:noFill/>
            </a:ln>
          </p:spPr>
          <p:txBody>
            <a:bodyPr lIns="92075" tIns="46038" rIns="92075" bIns="46038" anchor="ctr" anchorCtr="0">
              <a:spAutoFit/>
            </a:bodyPr>
            <a:p>
              <a:pPr algn="ctr"/>
              <a:r>
                <a:rPr lang="en-US" altLang="zh-CN" b="0" dirty="0">
                  <a:solidFill>
                    <a:schemeClr val="tx1"/>
                  </a:solidFill>
                  <a:latin typeface="Times New Roman" panose="02020603050405020304" pitchFamily="18" charset="0"/>
                </a:rPr>
                <a:t>10</a:t>
              </a:r>
              <a:r>
                <a:rPr lang="en-US" altLang="zh-CN" b="0" dirty="0">
                  <a:solidFill>
                    <a:schemeClr val="tx1"/>
                  </a:solidFill>
                  <a:latin typeface="Times New Roman" panose="02020603050405020304" pitchFamily="18" charset="0"/>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61462" name="Text Box 203"/>
            <p:cNvSpPr txBox="1"/>
            <p:nvPr/>
          </p:nvSpPr>
          <p:spPr>
            <a:xfrm>
              <a:off x="12130" y="7893"/>
              <a:ext cx="1195" cy="818"/>
            </a:xfrm>
            <a:prstGeom prst="rect">
              <a:avLst/>
            </a:prstGeom>
            <a:noFill/>
            <a:ln w="28575">
              <a:noFill/>
            </a:ln>
          </p:spPr>
          <p:txBody>
            <a:bodyPr lIns="92075" tIns="46038" rIns="92075" bIns="46038" anchor="ctr" anchorCtr="0">
              <a:spAutoFit/>
            </a:bodyPr>
            <a:p>
              <a:pPr algn="ctr"/>
              <a:r>
                <a:rPr lang="en-US" altLang="zh-CN" b="0" dirty="0">
                  <a:solidFill>
                    <a:schemeClr val="tx1"/>
                  </a:solidFill>
                  <a:latin typeface="Times New Roman" panose="02020603050405020304" pitchFamily="18" charset="0"/>
                </a:rPr>
                <a:t>5</a:t>
              </a:r>
              <a:r>
                <a:rPr lang="en-US" altLang="zh-CN" b="0" dirty="0">
                  <a:solidFill>
                    <a:schemeClr val="tx1"/>
                  </a:solidFill>
                  <a:latin typeface="Times New Roman" panose="02020603050405020304" pitchFamily="18" charset="0"/>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61463" name="Text Box 204"/>
            <p:cNvSpPr txBox="1"/>
            <p:nvPr/>
          </p:nvSpPr>
          <p:spPr>
            <a:xfrm>
              <a:off x="8563" y="7893"/>
              <a:ext cx="1195" cy="818"/>
            </a:xfrm>
            <a:prstGeom prst="rect">
              <a:avLst/>
            </a:prstGeom>
            <a:noFill/>
            <a:ln w="28575">
              <a:noFill/>
            </a:ln>
          </p:spPr>
          <p:txBody>
            <a:bodyPr lIns="92075" tIns="46038" rIns="92075" bIns="46038" anchor="ctr" anchorCtr="0">
              <a:spAutoFit/>
            </a:bodyPr>
            <a:p>
              <a:pPr algn="ctr"/>
              <a:r>
                <a:rPr lang="en-US" altLang="zh-CN" b="0" dirty="0">
                  <a:solidFill>
                    <a:schemeClr val="tx1"/>
                  </a:solidFill>
                  <a:latin typeface="Times New Roman" panose="02020603050405020304" pitchFamily="18" charset="0"/>
                </a:rPr>
                <a:t>2</a:t>
              </a:r>
              <a:r>
                <a:rPr lang="en-US" altLang="zh-CN" b="0" dirty="0">
                  <a:solidFill>
                    <a:schemeClr val="tx1"/>
                  </a:solidFill>
                  <a:latin typeface="Times New Roman" panose="02020603050405020304" pitchFamily="18" charset="0"/>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61464" name="Text Box 205"/>
            <p:cNvSpPr txBox="1"/>
            <p:nvPr/>
          </p:nvSpPr>
          <p:spPr>
            <a:xfrm>
              <a:off x="10035" y="6875"/>
              <a:ext cx="605" cy="818"/>
            </a:xfrm>
            <a:prstGeom prst="rect">
              <a:avLst/>
            </a:prstGeom>
            <a:noFill/>
            <a:ln w="28575">
              <a:noFill/>
            </a:ln>
          </p:spPr>
          <p:txBody>
            <a:bodyPr wrap="none" lIns="92075" tIns="46038" rIns="92075" bIns="46038" anchor="ctr" anchorCtr="0">
              <a:spAutoFit/>
            </a:bodyPr>
            <a:p>
              <a:pPr algn="ctr"/>
              <a:r>
                <a:rPr lang="en-US" altLang="zh-CN" b="0" dirty="0">
                  <a:solidFill>
                    <a:schemeClr val="tx1"/>
                  </a:solidFill>
                  <a:latin typeface="Times New Roman" panose="02020603050405020304" pitchFamily="18" charset="0"/>
                </a:rPr>
                <a:t>+</a:t>
              </a:r>
              <a:endParaRPr lang="en-US" altLang="zh-CN" b="0" dirty="0">
                <a:solidFill>
                  <a:schemeClr val="tx1"/>
                </a:solidFill>
                <a:latin typeface="Times New Roman" panose="02020603050405020304" pitchFamily="18" charset="0"/>
                <a:ea typeface="仿宋_GB2312" pitchFamily="49" charset="-122"/>
              </a:endParaRPr>
            </a:p>
          </p:txBody>
        </p:sp>
        <p:sp>
          <p:nvSpPr>
            <p:cNvPr id="61465" name="Text Box 206"/>
            <p:cNvSpPr txBox="1"/>
            <p:nvPr/>
          </p:nvSpPr>
          <p:spPr>
            <a:xfrm>
              <a:off x="11400" y="6910"/>
              <a:ext cx="850" cy="818"/>
            </a:xfrm>
            <a:prstGeom prst="rect">
              <a:avLst/>
            </a:prstGeom>
            <a:noFill/>
            <a:ln w="28575">
              <a:noFill/>
            </a:ln>
          </p:spPr>
          <p:txBody>
            <a:bodyPr wrap="none" lIns="92075" tIns="46038" rIns="92075" bIns="46038" anchor="ctr" anchorCtr="0">
              <a:spAutoFit/>
            </a:bodyPr>
            <a:p>
              <a:pPr algn="ctr"/>
              <a:r>
                <a:rPr lang="zh-CN" altLang="en-US" b="0" dirty="0">
                  <a:solidFill>
                    <a:schemeClr val="tx1"/>
                  </a:solidFill>
                  <a:latin typeface="Times New Roman" panose="02020603050405020304" pitchFamily="18" charset="0"/>
                </a:rPr>
                <a:t>－</a:t>
              </a:r>
              <a:endParaRPr lang="zh-CN" altLang="en-US" b="0" dirty="0">
                <a:solidFill>
                  <a:schemeClr val="tx1"/>
                </a:solidFill>
                <a:latin typeface="Times New Roman" panose="02020603050405020304" pitchFamily="18" charset="0"/>
                <a:ea typeface="仿宋_GB2312" pitchFamily="49" charset="-122"/>
              </a:endParaRPr>
            </a:p>
          </p:txBody>
        </p:sp>
        <p:sp>
          <p:nvSpPr>
            <p:cNvPr id="61466" name="Text Box 207"/>
            <p:cNvSpPr txBox="1"/>
            <p:nvPr/>
          </p:nvSpPr>
          <p:spPr>
            <a:xfrm>
              <a:off x="9923" y="7555"/>
              <a:ext cx="478" cy="818"/>
            </a:xfrm>
            <a:prstGeom prst="rect">
              <a:avLst/>
            </a:prstGeom>
            <a:noFill/>
            <a:ln w="28575">
              <a:noFill/>
            </a:ln>
          </p:spPr>
          <p:txBody>
            <a:bodyPr wrap="none" lIns="92075" tIns="46038" rIns="92075" bIns="46038" anchor="ctr" anchorCtr="0">
              <a:spAutoFit/>
            </a:bodyPr>
            <a:p>
              <a:pPr algn="ctr"/>
              <a:r>
                <a:rPr lang="en-US" altLang="zh-CN" b="0" i="1" dirty="0">
                  <a:solidFill>
                    <a:schemeClr val="tx1"/>
                  </a:solidFill>
                  <a:latin typeface="Times New Roman" panose="02020603050405020304" pitchFamily="18" charset="0"/>
                </a:rPr>
                <a:t>I</a:t>
              </a:r>
              <a:endParaRPr lang="en-US" altLang="zh-CN" b="0" i="1" dirty="0">
                <a:solidFill>
                  <a:schemeClr val="tx1"/>
                </a:solidFill>
                <a:latin typeface="Times New Roman" panose="02020603050405020304" pitchFamily="18" charset="0"/>
                <a:ea typeface="仿宋_GB2312" pitchFamily="49" charset="-122"/>
              </a:endParaRPr>
            </a:p>
          </p:txBody>
        </p:sp>
        <p:sp>
          <p:nvSpPr>
            <p:cNvPr id="61467" name="Line 208"/>
            <p:cNvSpPr/>
            <p:nvPr/>
          </p:nvSpPr>
          <p:spPr>
            <a:xfrm flipV="1">
              <a:off x="7315" y="6658"/>
              <a:ext cx="0" cy="795"/>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61468" name="Rectangle 209"/>
            <p:cNvSpPr/>
            <p:nvPr/>
          </p:nvSpPr>
          <p:spPr bwMode="auto">
            <a:xfrm>
              <a:off x="11988" y="7893"/>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61469" name="Rectangle 210"/>
            <p:cNvSpPr/>
            <p:nvPr/>
          </p:nvSpPr>
          <p:spPr bwMode="auto">
            <a:xfrm>
              <a:off x="11988" y="6420"/>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61470" name="Rectangle 211"/>
            <p:cNvSpPr/>
            <p:nvPr/>
          </p:nvSpPr>
          <p:spPr bwMode="auto">
            <a:xfrm>
              <a:off x="9605" y="7893"/>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61471" name="Rectangle 212"/>
            <p:cNvSpPr/>
            <p:nvPr/>
          </p:nvSpPr>
          <p:spPr bwMode="auto">
            <a:xfrm>
              <a:off x="9605" y="6420"/>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61473" name="Line 199"/>
            <p:cNvSpPr/>
            <p:nvPr/>
          </p:nvSpPr>
          <p:spPr>
            <a:xfrm>
              <a:off x="9923" y="7555"/>
              <a:ext cx="565" cy="0"/>
            </a:xfrm>
            <a:prstGeom prst="line">
              <a:avLst/>
            </a:prstGeom>
            <a:ln w="28575">
              <a:solidFill>
                <a:srgbClr val="FF0000"/>
              </a:solidFill>
              <a:headEnd type="triangle" w="med" len="med"/>
              <a:tailEnd type="none"/>
            </a:ln>
          </p:spPr>
          <p:style>
            <a:lnRef idx="1">
              <a:schemeClr val="accent1"/>
            </a:lnRef>
            <a:fillRef idx="0">
              <a:schemeClr val="accent1"/>
            </a:fillRef>
            <a:effectRef idx="0">
              <a:schemeClr val="accent1"/>
            </a:effectRef>
            <a:fontRef idx="minor">
              <a:schemeClr val="tx1"/>
            </a:fontRef>
          </p:style>
        </p:sp>
        <p:grpSp>
          <p:nvGrpSpPr>
            <p:cNvPr id="73" name="组合 72"/>
            <p:cNvGrpSpPr/>
            <p:nvPr/>
          </p:nvGrpSpPr>
          <p:grpSpPr>
            <a:xfrm>
              <a:off x="10482" y="7123"/>
              <a:ext cx="908" cy="908"/>
              <a:chOff x="5907581" y="4495572"/>
              <a:chExt cx="576263" cy="576263"/>
            </a:xfrm>
          </p:grpSpPr>
          <p:sp>
            <p:nvSpPr>
              <p:cNvPr id="74"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75" name="直接连接符 74"/>
              <p:cNvCxnSpPr>
                <a:stCxn id="74" idx="4"/>
                <a:endCxn id="74"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组合 2"/>
            <p:cNvGrpSpPr/>
            <p:nvPr/>
          </p:nvGrpSpPr>
          <p:grpSpPr>
            <a:xfrm>
              <a:off x="6861" y="7453"/>
              <a:ext cx="908" cy="908"/>
              <a:chOff x="5907581" y="4495572"/>
              <a:chExt cx="576263" cy="576263"/>
            </a:xfrm>
          </p:grpSpPr>
          <p:sp>
            <p:nvSpPr>
              <p:cNvPr id="4"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6" name="直接连接符 5"/>
              <p:cNvCxnSpPr>
                <a:stCxn id="4" idx="4"/>
                <a:endCxn id="4"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iterate type="lt">
                                    <p:tmPct val="100000"/>
                                  </p:iterate>
                                  <p:childTnLst>
                                    <p:set>
                                      <p:cBhvr>
                                        <p:cTn id="6" dur="1" fill="hold">
                                          <p:stCondLst>
                                            <p:cond delay="0"/>
                                          </p:stCondLst>
                                        </p:cTn>
                                        <p:tgtEl>
                                          <p:spTgt spid="59567"/>
                                        </p:tgtEl>
                                        <p:attrNameLst>
                                          <p:attrName>style.visibility</p:attrName>
                                        </p:attrNameLst>
                                      </p:cBhvr>
                                      <p:to>
                                        <p:strVal val="visible"/>
                                      </p:to>
                                    </p:set>
                                    <p:animEffect transition="in" filter="wipe(left)">
                                      <p:cBhvr>
                                        <p:cTn id="7" dur="100"/>
                                        <p:tgtEl>
                                          <p:spTgt spid="5956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9568"/>
                                        </p:tgtEl>
                                        <p:attrNameLst>
                                          <p:attrName>style.visibility</p:attrName>
                                        </p:attrNameLst>
                                      </p:cBhvr>
                                      <p:to>
                                        <p:strVal val="visible"/>
                                      </p:to>
                                    </p:set>
                                    <p:animEffect transition="in" filter="wipe(left)">
                                      <p:cBhvr>
                                        <p:cTn id="12" dur="2000"/>
                                        <p:tgtEl>
                                          <p:spTgt spid="5956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59569"/>
                                        </p:tgtEl>
                                        <p:attrNameLst>
                                          <p:attrName>style.visibility</p:attrName>
                                        </p:attrNameLst>
                                      </p:cBhvr>
                                      <p:to>
                                        <p:strVal val="visible"/>
                                      </p:to>
                                    </p:set>
                                    <p:animEffect transition="in" filter="wipe(left)">
                                      <p:cBhvr>
                                        <p:cTn id="17" dur="100"/>
                                        <p:tgtEl>
                                          <p:spTgt spid="59569"/>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59582"/>
                                        </p:tgtEl>
                                        <p:attrNameLst>
                                          <p:attrName>style.visibility</p:attrName>
                                        </p:attrNameLst>
                                      </p:cBhvr>
                                      <p:to>
                                        <p:strVal val="visible"/>
                                      </p:to>
                                    </p:set>
                                    <p:anim calcmode="lin" valueType="num">
                                      <p:cBhvr additive="base">
                                        <p:cTn id="22" dur="500" fill="hold"/>
                                        <p:tgtEl>
                                          <p:spTgt spid="59582"/>
                                        </p:tgtEl>
                                        <p:attrNameLst>
                                          <p:attrName>ppt_x</p:attrName>
                                        </p:attrNameLst>
                                      </p:cBhvr>
                                      <p:tavLst>
                                        <p:tav tm="0">
                                          <p:val>
                                            <p:strVal val="0-#ppt_w/2"/>
                                          </p:val>
                                        </p:tav>
                                        <p:tav tm="100000">
                                          <p:val>
                                            <p:strVal val="#ppt_x"/>
                                          </p:val>
                                        </p:tav>
                                      </p:tavLst>
                                    </p:anim>
                                    <p:anim calcmode="lin" valueType="num">
                                      <p:cBhvr additive="base">
                                        <p:cTn id="23" dur="500" fill="hold"/>
                                        <p:tgtEl>
                                          <p:spTgt spid="59582"/>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5"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p:cTn id="28" dur="1000" fill="hold"/>
                                        <p:tgtEl>
                                          <p:spTgt spid="9"/>
                                        </p:tgtEl>
                                        <p:attrNameLst>
                                          <p:attrName>ppt_w</p:attrName>
                                        </p:attrNameLst>
                                      </p:cBhvr>
                                      <p:tavLst>
                                        <p:tav tm="0">
                                          <p:val>
                                            <p:fltVal val="0"/>
                                          </p:val>
                                        </p:tav>
                                        <p:tav tm="100000">
                                          <p:val>
                                            <p:strVal val="#ppt_w"/>
                                          </p:val>
                                        </p:tav>
                                      </p:tavLst>
                                    </p:anim>
                                    <p:anim calcmode="lin" valueType="num">
                                      <p:cBhvr>
                                        <p:cTn id="29" dur="1000" fill="hold"/>
                                        <p:tgtEl>
                                          <p:spTgt spid="9"/>
                                        </p:tgtEl>
                                        <p:attrNameLst>
                                          <p:attrName>ppt_h</p:attrName>
                                        </p:attrNameLst>
                                      </p:cBhvr>
                                      <p:tavLst>
                                        <p:tav tm="0">
                                          <p:val>
                                            <p:fltVal val="0"/>
                                          </p:val>
                                        </p:tav>
                                        <p:tav tm="100000">
                                          <p:val>
                                            <p:strVal val="#ppt_h"/>
                                          </p:val>
                                        </p:tav>
                                      </p:tavLst>
                                    </p:anim>
                                    <p:anim calcmode="lin" valueType="num">
                                      <p:cBhvr>
                                        <p:cTn id="30" dur="1000" fill="hold"/>
                                        <p:tgtEl>
                                          <p:spTgt spid="9"/>
                                        </p:tgtEl>
                                        <p:attrNameLst>
                                          <p:attrName>ppt_x</p:attrName>
                                        </p:attrNameLst>
                                      </p:cBhvr>
                                      <p:tavLst>
                                        <p:tav tm="0" fmla="#ppt_x+(cos(-2*pi*(1-$))*-#ppt_x-sin(-2*pi*(1-$))*(1-#ppt_y))*(1-$)">
                                          <p:val>
                                            <p:fltVal val="0"/>
                                          </p:val>
                                        </p:tav>
                                        <p:tav tm="100000">
                                          <p:val>
                                            <p:fltVal val="1"/>
                                          </p:val>
                                        </p:tav>
                                      </p:tavLst>
                                    </p:anim>
                                    <p:anim calcmode="lin" valueType="num">
                                      <p:cBhvr>
                                        <p:cTn id="31" dur="1000" fill="hold"/>
                                        <p:tgtEl>
                                          <p:spTgt spid="9"/>
                                        </p:tgtEl>
                                        <p:attrNameLst>
                                          <p:attrName>ppt_y</p:attrName>
                                        </p:attrNameLst>
                                      </p:cBhvr>
                                      <p:tavLst>
                                        <p:tav tm="0" fmla="#ppt_y+(sin(-2*pi*(1-$))*-#ppt_x+cos(-2*pi*(1-$))*(1-#ppt_y))*(1-$)">
                                          <p:val>
                                            <p:fltVal val="0"/>
                                          </p:val>
                                        </p:tav>
                                        <p:tav tm="100000">
                                          <p:val>
                                            <p:fltVal val="1"/>
                                          </p:val>
                                        </p:tav>
                                      </p:tavLst>
                                    </p:anim>
                                  </p:childTnLst>
                                </p:cTn>
                              </p:par>
                            </p:childTnLst>
                          </p:cTn>
                        </p:par>
                        <p:par>
                          <p:cTn id="32" fill="hold">
                            <p:stCondLst>
                              <p:cond delay="1000"/>
                            </p:stCondLst>
                            <p:childTnLst>
                              <p:par>
                                <p:cTn id="33" presetID="3" presetClass="entr" presetSubtype="10" fill="hold" nodeType="after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blinds(horizontal)">
                                      <p:cBhvr>
                                        <p:cTn id="35" dur="500"/>
                                        <p:tgtEl>
                                          <p:spTgt spid="5"/>
                                        </p:tgtEl>
                                      </p:cBhvr>
                                    </p:animEffect>
                                  </p:childTnLst>
                                </p:cTn>
                              </p:par>
                            </p:childTnLst>
                          </p:cTn>
                        </p:par>
                        <p:par>
                          <p:cTn id="36" fill="hold">
                            <p:stCondLst>
                              <p:cond delay="1500"/>
                            </p:stCondLst>
                            <p:childTnLst>
                              <p:par>
                                <p:cTn id="37" presetID="22" presetClass="entr" presetSubtype="8" fill="hold" grpId="0" nodeType="afterEffect">
                                  <p:stCondLst>
                                    <p:cond delay="0"/>
                                  </p:stCondLst>
                                  <p:childTnLst>
                                    <p:set>
                                      <p:cBhvr>
                                        <p:cTn id="38" dur="1" fill="hold">
                                          <p:stCondLst>
                                            <p:cond delay="0"/>
                                          </p:stCondLst>
                                        </p:cTn>
                                        <p:tgtEl>
                                          <p:spTgt spid="59583"/>
                                        </p:tgtEl>
                                        <p:attrNameLst>
                                          <p:attrName>style.visibility</p:attrName>
                                        </p:attrNameLst>
                                      </p:cBhvr>
                                      <p:to>
                                        <p:strVal val="visible"/>
                                      </p:to>
                                    </p:set>
                                    <p:animEffect transition="in" filter="wipe(left)">
                                      <p:cBhvr>
                                        <p:cTn id="39" dur="2000"/>
                                        <p:tgtEl>
                                          <p:spTgt spid="59583"/>
                                        </p:tgtEl>
                                      </p:cBhvr>
                                    </p:animEffect>
                                  </p:childTnLst>
                                </p:cTn>
                              </p:par>
                            </p:childTnLst>
                          </p:cTn>
                        </p:par>
                      </p:childTnLst>
                    </p:cTn>
                  </p:par>
                  <p:par>
                    <p:cTn id="40" fill="hold">
                      <p:stCondLst>
                        <p:cond delay="indefinite"/>
                      </p:stCondLst>
                      <p:childTnLst>
                        <p:par>
                          <p:cTn id="41" fill="hold">
                            <p:stCondLst>
                              <p:cond delay="0"/>
                            </p:stCondLst>
                            <p:childTnLst>
                              <p:par>
                                <p:cTn id="42" presetID="15" presetClass="entr" presetSubtype="0" fill="hold" grpId="0" nodeType="clickEffect">
                                  <p:stCondLst>
                                    <p:cond delay="0"/>
                                  </p:stCondLst>
                                  <p:childTnLst>
                                    <p:set>
                                      <p:cBhvr>
                                        <p:cTn id="43" dur="1" fill="hold">
                                          <p:stCondLst>
                                            <p:cond delay="0"/>
                                          </p:stCondLst>
                                        </p:cTn>
                                        <p:tgtEl>
                                          <p:spTgt spid="10"/>
                                        </p:tgtEl>
                                        <p:attrNameLst>
                                          <p:attrName>style.visibility</p:attrName>
                                        </p:attrNameLst>
                                      </p:cBhvr>
                                      <p:to>
                                        <p:strVal val="visible"/>
                                      </p:to>
                                    </p:set>
                                    <p:anim calcmode="lin" valueType="num">
                                      <p:cBhvr>
                                        <p:cTn id="44" dur="1000" fill="hold"/>
                                        <p:tgtEl>
                                          <p:spTgt spid="10"/>
                                        </p:tgtEl>
                                        <p:attrNameLst>
                                          <p:attrName>ppt_w</p:attrName>
                                        </p:attrNameLst>
                                      </p:cBhvr>
                                      <p:tavLst>
                                        <p:tav tm="0">
                                          <p:val>
                                            <p:fltVal val="0"/>
                                          </p:val>
                                        </p:tav>
                                        <p:tav tm="100000">
                                          <p:val>
                                            <p:strVal val="#ppt_w"/>
                                          </p:val>
                                        </p:tav>
                                      </p:tavLst>
                                    </p:anim>
                                    <p:anim calcmode="lin" valueType="num">
                                      <p:cBhvr>
                                        <p:cTn id="45" dur="1000" fill="hold"/>
                                        <p:tgtEl>
                                          <p:spTgt spid="10"/>
                                        </p:tgtEl>
                                        <p:attrNameLst>
                                          <p:attrName>ppt_h</p:attrName>
                                        </p:attrNameLst>
                                      </p:cBhvr>
                                      <p:tavLst>
                                        <p:tav tm="0">
                                          <p:val>
                                            <p:fltVal val="0"/>
                                          </p:val>
                                        </p:tav>
                                        <p:tav tm="100000">
                                          <p:val>
                                            <p:strVal val="#ppt_h"/>
                                          </p:val>
                                        </p:tav>
                                      </p:tavLst>
                                    </p:anim>
                                    <p:anim calcmode="lin" valueType="num">
                                      <p:cBhvr>
                                        <p:cTn id="46" dur="1000" fill="hold"/>
                                        <p:tgtEl>
                                          <p:spTgt spid="10"/>
                                        </p:tgtEl>
                                        <p:attrNameLst>
                                          <p:attrName>ppt_x</p:attrName>
                                        </p:attrNameLst>
                                      </p:cBhvr>
                                      <p:tavLst>
                                        <p:tav tm="0" fmla="#ppt_x+(cos(-2*pi*(1-$))*-#ppt_x-sin(-2*pi*(1-$))*(1-#ppt_y))*(1-$)">
                                          <p:val>
                                            <p:fltVal val="0"/>
                                          </p:val>
                                        </p:tav>
                                        <p:tav tm="100000">
                                          <p:val>
                                            <p:fltVal val="1"/>
                                          </p:val>
                                        </p:tav>
                                      </p:tavLst>
                                    </p:anim>
                                    <p:anim calcmode="lin" valueType="num">
                                      <p:cBhvr>
                                        <p:cTn id="47" dur="1000" fill="hold"/>
                                        <p:tgtEl>
                                          <p:spTgt spid="1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59611"/>
                                        </p:tgtEl>
                                        <p:attrNameLst>
                                          <p:attrName>style.visibility</p:attrName>
                                        </p:attrNameLst>
                                      </p:cBhvr>
                                      <p:to>
                                        <p:strVal val="visible"/>
                                      </p:to>
                                    </p:set>
                                    <p:animEffect transition="in" filter="blinds(horizontal)">
                                      <p:cBhvr>
                                        <p:cTn id="52" dur="500"/>
                                        <p:tgtEl>
                                          <p:spTgt spid="596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567" grpId="0"/>
      <p:bldP spid="59568" grpId="0"/>
      <p:bldP spid="59569" grpId="0"/>
      <p:bldP spid="59582" grpId="0"/>
      <p:bldP spid="59583" grpId="0"/>
      <p:bldP spid="59611" grpId="0"/>
      <p:bldP spid="10" grpId="0" animBg="1"/>
      <p:bldP spid="9"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4-1 </a:t>
            </a:r>
            <a:r>
              <a:rPr lang="zh-CN" altLang="en-US">
                <a:latin typeface="微软雅黑" panose="020B0503020204020204" pitchFamily="34" charset="-122"/>
                <a:cs typeface="微软雅黑" panose="020B0503020204020204" pitchFamily="34" charset="-122"/>
                <a:sym typeface="+mn-ea"/>
              </a:rPr>
              <a:t>叠加定理</a:t>
            </a:r>
            <a:endParaRPr lang="zh-CN" altLang="en-US"/>
          </a:p>
        </p:txBody>
      </p:sp>
      <p:sp>
        <p:nvSpPr>
          <p:cNvPr id="93210" name="Text Box 26"/>
          <p:cNvSpPr txBox="1"/>
          <p:nvPr/>
        </p:nvSpPr>
        <p:spPr>
          <a:xfrm>
            <a:off x="4716463" y="1486218"/>
            <a:ext cx="720725" cy="768350"/>
          </a:xfrm>
          <a:prstGeom prst="rect">
            <a:avLst/>
          </a:prstGeom>
          <a:noFill/>
          <a:ln w="9525">
            <a:noFill/>
          </a:ln>
        </p:spPr>
        <p:txBody>
          <a:bodyPr>
            <a:spAutoFit/>
          </a:bodyPr>
          <a:p>
            <a:pPr>
              <a:spcBef>
                <a:spcPct val="50000"/>
              </a:spcBef>
            </a:pPr>
            <a:r>
              <a:rPr lang="zh-CN" altLang="en-US" sz="4400" b="0" dirty="0">
                <a:solidFill>
                  <a:schemeClr val="tx1"/>
                </a:solidFill>
                <a:latin typeface="Arial" panose="020B0604020202020204" pitchFamily="34" charset="0"/>
                <a:ea typeface="仿宋_GB2312" pitchFamily="49" charset="-122"/>
              </a:rPr>
              <a:t>＋</a:t>
            </a:r>
            <a:endParaRPr lang="zh-CN" altLang="en-US" sz="4400" b="0" dirty="0">
              <a:solidFill>
                <a:schemeClr val="tx1"/>
              </a:solidFill>
              <a:latin typeface="Arial" panose="020B0604020202020204" pitchFamily="34" charset="0"/>
              <a:ea typeface="仿宋_GB2312" pitchFamily="49" charset="-122"/>
            </a:endParaRPr>
          </a:p>
        </p:txBody>
      </p:sp>
      <p:sp>
        <p:nvSpPr>
          <p:cNvPr id="93211" name="Text Box 27"/>
          <p:cNvSpPr txBox="1"/>
          <p:nvPr/>
        </p:nvSpPr>
        <p:spPr>
          <a:xfrm>
            <a:off x="684213" y="3141980"/>
            <a:ext cx="5183187" cy="521970"/>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仿宋_GB2312" pitchFamily="49" charset="-122"/>
              </a:rPr>
              <a:t>2A</a:t>
            </a:r>
            <a:r>
              <a:rPr kumimoji="1" lang="zh-CN" altLang="en-US" sz="2800" dirty="0" smtClean="0">
                <a:latin typeface="华文楷体" panose="02010600040101010101" pitchFamily="2" charset="-122"/>
                <a:ea typeface="华文楷体" panose="02010600040101010101" pitchFamily="2" charset="-122"/>
              </a:rPr>
              <a:t>电流源作用，电桥平衡：</a:t>
            </a:r>
            <a:endParaRPr kumimoji="1" lang="zh-CN" altLang="en-US" sz="2800" dirty="0" smtClean="0">
              <a:latin typeface="华文楷体" panose="02010600040101010101" pitchFamily="2" charset="-122"/>
              <a:ea typeface="华文楷体" panose="02010600040101010101" pitchFamily="2" charset="-122"/>
            </a:endParaRPr>
          </a:p>
        </p:txBody>
      </p:sp>
      <p:sp>
        <p:nvSpPr>
          <p:cNvPr id="93213" name="Text Box 29"/>
          <p:cNvSpPr txBox="1"/>
          <p:nvPr/>
        </p:nvSpPr>
        <p:spPr>
          <a:xfrm>
            <a:off x="682625" y="4365943"/>
            <a:ext cx="3384550" cy="521970"/>
          </a:xfrm>
          <a:prstGeom prst="rect">
            <a:avLst/>
          </a:prstGeom>
          <a:noFill/>
          <a:ln w="9525">
            <a:noFill/>
          </a:ln>
        </p:spPr>
        <p:txBody>
          <a:bodyPr>
            <a:spAutoFit/>
          </a:bodyPr>
          <a:p>
            <a:pPr>
              <a:spcBef>
                <a:spcPct val="50000"/>
              </a:spcBef>
            </a:pPr>
            <a:r>
              <a:rPr kumimoji="1" lang="zh-CN" altLang="en-US" sz="2800" b="0" dirty="0" smtClean="0">
                <a:latin typeface="华文楷体" panose="02010600040101010101" pitchFamily="2" charset="-122"/>
                <a:ea typeface="华文楷体" panose="02010600040101010101" pitchFamily="2" charset="-122"/>
              </a:rPr>
              <a:t>70V</a:t>
            </a:r>
            <a:r>
              <a:rPr kumimoji="1" lang="zh-CN" altLang="en-US" sz="2800" dirty="0" smtClean="0">
                <a:latin typeface="华文楷体" panose="02010600040101010101" pitchFamily="2" charset="-122"/>
                <a:ea typeface="华文楷体" panose="02010600040101010101" pitchFamily="2" charset="-122"/>
              </a:rPr>
              <a:t>电压源作用：</a:t>
            </a:r>
            <a:endParaRPr kumimoji="1" lang="zh-CN" altLang="en-US" sz="2800" dirty="0" smtClean="0">
              <a:latin typeface="华文楷体" panose="02010600040101010101" pitchFamily="2" charset="-122"/>
              <a:ea typeface="华文楷体" panose="02010600040101010101" pitchFamily="2" charset="-122"/>
            </a:endParaRPr>
          </a:p>
        </p:txBody>
      </p:sp>
      <p:sp>
        <p:nvSpPr>
          <p:cNvPr id="93312" name="Text Box 128"/>
          <p:cNvSpPr txBox="1"/>
          <p:nvPr/>
        </p:nvSpPr>
        <p:spPr>
          <a:xfrm>
            <a:off x="684213" y="5661343"/>
            <a:ext cx="5183187" cy="521970"/>
          </a:xfrm>
          <a:prstGeom prst="rect">
            <a:avLst/>
          </a:prstGeom>
          <a:no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应用叠加定理使计算简化。</a:t>
            </a:r>
            <a:endParaRPr kumimoji="1" lang="zh-CN" altLang="en-US" sz="2800" dirty="0" smtClean="0">
              <a:latin typeface="华文楷体" panose="02010600040101010101" pitchFamily="2" charset="-122"/>
              <a:ea typeface="华文楷体" panose="02010600040101010101" pitchFamily="2" charset="-122"/>
            </a:endParaRPr>
          </a:p>
        </p:txBody>
      </p:sp>
      <p:graphicFrame>
        <p:nvGraphicFramePr>
          <p:cNvPr id="6" name="对象 5"/>
          <p:cNvGraphicFramePr/>
          <p:nvPr/>
        </p:nvGraphicFramePr>
        <p:xfrm>
          <a:off x="1247775" y="3718560"/>
          <a:ext cx="1974850" cy="556260"/>
        </p:xfrm>
        <a:graphic>
          <a:graphicData uri="http://schemas.openxmlformats.org/presentationml/2006/ole">
            <mc:AlternateContent xmlns:mc="http://schemas.openxmlformats.org/markup-compatibility/2006">
              <mc:Choice xmlns:v="urn:schemas-microsoft-com:vml" Requires="v">
                <p:oleObj spid="_x0000_s8" name="" r:id="rId1" imgW="469900" imgH="203200" progId="Equation.KSEE3">
                  <p:embed/>
                </p:oleObj>
              </mc:Choice>
              <mc:Fallback>
                <p:oleObj name="" r:id="rId1" imgW="469900" imgH="203200" progId="Equation.KSEE3">
                  <p:embed/>
                  <p:pic>
                    <p:nvPicPr>
                      <p:cNvPr id="0" name="图片 7"/>
                      <p:cNvPicPr/>
                      <p:nvPr/>
                    </p:nvPicPr>
                    <p:blipFill>
                      <a:blip r:embed="rId2"/>
                      <a:stretch>
                        <a:fillRect/>
                      </a:stretch>
                    </p:blipFill>
                    <p:spPr>
                      <a:xfrm>
                        <a:off x="1247775" y="3718560"/>
                        <a:ext cx="1974850" cy="556260"/>
                      </a:xfrm>
                      <a:prstGeom prst="rect">
                        <a:avLst/>
                      </a:prstGeom>
                    </p:spPr>
                  </p:pic>
                </p:oleObj>
              </mc:Fallback>
            </mc:AlternateContent>
          </a:graphicData>
        </a:graphic>
      </p:graphicFrame>
      <p:graphicFrame>
        <p:nvGraphicFramePr>
          <p:cNvPr id="9" name="对象 8"/>
          <p:cNvGraphicFramePr/>
          <p:nvPr/>
        </p:nvGraphicFramePr>
        <p:xfrm>
          <a:off x="3415665" y="4428490"/>
          <a:ext cx="4282440" cy="460375"/>
        </p:xfrm>
        <a:graphic>
          <a:graphicData uri="http://schemas.openxmlformats.org/presentationml/2006/ole">
            <mc:AlternateContent xmlns:mc="http://schemas.openxmlformats.org/markup-compatibility/2006">
              <mc:Choice xmlns:v="urn:schemas-microsoft-com:vml" Requires="v">
                <p:oleObj spid="_x0000_s10" name="" r:id="rId3" imgW="1866900" imgH="228600" progId="Equation.KSEE3">
                  <p:embed/>
                </p:oleObj>
              </mc:Choice>
              <mc:Fallback>
                <p:oleObj name="" r:id="rId3" imgW="1866900" imgH="228600" progId="Equation.KSEE3">
                  <p:embed/>
                  <p:pic>
                    <p:nvPicPr>
                      <p:cNvPr id="0" name="图片 9"/>
                      <p:cNvPicPr/>
                      <p:nvPr/>
                    </p:nvPicPr>
                    <p:blipFill>
                      <a:blip r:embed="rId4"/>
                      <a:stretch>
                        <a:fillRect/>
                      </a:stretch>
                    </p:blipFill>
                    <p:spPr>
                      <a:xfrm>
                        <a:off x="3415665" y="4428490"/>
                        <a:ext cx="4282440" cy="460375"/>
                      </a:xfrm>
                      <a:prstGeom prst="rect">
                        <a:avLst/>
                      </a:prstGeom>
                    </p:spPr>
                  </p:pic>
                </p:oleObj>
              </mc:Fallback>
            </mc:AlternateContent>
          </a:graphicData>
        </a:graphic>
      </p:graphicFrame>
      <p:graphicFrame>
        <p:nvGraphicFramePr>
          <p:cNvPr id="2" name="对象 1"/>
          <p:cNvGraphicFramePr/>
          <p:nvPr/>
        </p:nvGraphicFramePr>
        <p:xfrm>
          <a:off x="4164330" y="5104130"/>
          <a:ext cx="3713480" cy="374650"/>
        </p:xfrm>
        <a:graphic>
          <a:graphicData uri="http://schemas.openxmlformats.org/presentationml/2006/ole">
            <mc:AlternateContent xmlns:mc="http://schemas.openxmlformats.org/markup-compatibility/2006">
              <mc:Choice xmlns:v="urn:schemas-microsoft-com:vml" Requires="v">
                <p:oleObj spid="_x0000_s11" name="" r:id="rId5" imgW="1447800" imgH="177165" progId="Equation.KSEE3">
                  <p:embed/>
                </p:oleObj>
              </mc:Choice>
              <mc:Fallback>
                <p:oleObj name="" r:id="rId5" imgW="1447800" imgH="177165" progId="Equation.KSEE3">
                  <p:embed/>
                  <p:pic>
                    <p:nvPicPr>
                      <p:cNvPr id="0" name="图片 10"/>
                      <p:cNvPicPr/>
                      <p:nvPr/>
                    </p:nvPicPr>
                    <p:blipFill>
                      <a:blip r:embed="rId6"/>
                      <a:stretch>
                        <a:fillRect/>
                      </a:stretch>
                    </p:blipFill>
                    <p:spPr>
                      <a:xfrm>
                        <a:off x="4164330" y="5104130"/>
                        <a:ext cx="3713480" cy="374650"/>
                      </a:xfrm>
                      <a:prstGeom prst="rect">
                        <a:avLst/>
                      </a:prstGeom>
                    </p:spPr>
                  </p:pic>
                </p:oleObj>
              </mc:Fallback>
            </mc:AlternateContent>
          </a:graphicData>
        </a:graphic>
      </p:graphicFrame>
      <p:graphicFrame>
        <p:nvGraphicFramePr>
          <p:cNvPr id="12" name="对象 11"/>
          <p:cNvGraphicFramePr/>
          <p:nvPr/>
        </p:nvGraphicFramePr>
        <p:xfrm>
          <a:off x="817880" y="5031740"/>
          <a:ext cx="3177540" cy="447040"/>
        </p:xfrm>
        <a:graphic>
          <a:graphicData uri="http://schemas.openxmlformats.org/presentationml/2006/ole">
            <mc:AlternateContent xmlns:mc="http://schemas.openxmlformats.org/markup-compatibility/2006">
              <mc:Choice xmlns:v="urn:schemas-microsoft-com:vml" Requires="v">
                <p:oleObj spid="_x0000_s13" name="" r:id="rId7" imgW="1219200" imgH="203200" progId="Equation.KSEE3">
                  <p:embed/>
                </p:oleObj>
              </mc:Choice>
              <mc:Fallback>
                <p:oleObj name="" r:id="rId7" imgW="1219200" imgH="203200" progId="Equation.KSEE3">
                  <p:embed/>
                  <p:pic>
                    <p:nvPicPr>
                      <p:cNvPr id="0" name="图片 12"/>
                      <p:cNvPicPr/>
                      <p:nvPr/>
                    </p:nvPicPr>
                    <p:blipFill>
                      <a:blip r:embed="rId8"/>
                      <a:stretch>
                        <a:fillRect/>
                      </a:stretch>
                    </p:blipFill>
                    <p:spPr>
                      <a:xfrm>
                        <a:off x="817880" y="5031740"/>
                        <a:ext cx="3177540" cy="447040"/>
                      </a:xfrm>
                      <a:prstGeom prst="rect">
                        <a:avLst/>
                      </a:prstGeom>
                    </p:spPr>
                  </p:pic>
                </p:oleObj>
              </mc:Fallback>
            </mc:AlternateContent>
          </a:graphicData>
        </a:graphic>
      </p:graphicFrame>
      <p:grpSp>
        <p:nvGrpSpPr>
          <p:cNvPr id="7" name="组合 6"/>
          <p:cNvGrpSpPr/>
          <p:nvPr/>
        </p:nvGrpSpPr>
        <p:grpSpPr>
          <a:xfrm>
            <a:off x="5358765" y="1052830"/>
            <a:ext cx="3239770" cy="1879600"/>
            <a:chOff x="8448" y="1504"/>
            <a:chExt cx="5102" cy="2960"/>
          </a:xfrm>
        </p:grpSpPr>
        <p:sp>
          <p:nvSpPr>
            <p:cNvPr id="3089" name="Rectangle 102"/>
            <p:cNvSpPr/>
            <p:nvPr/>
          </p:nvSpPr>
          <p:spPr bwMode="auto">
            <a:xfrm>
              <a:off x="9693" y="1504"/>
              <a:ext cx="2382" cy="2960"/>
            </a:xfrm>
            <a:prstGeom prst="rect">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lIns="91440" tIns="45720" rIns="91440" bIns="45720" anchor="ctr" anchorCtr="0">
              <a:noAutofit/>
            </a:bodyPr>
            <a:lstStyle/>
            <a:p>
              <a:pPr lvl="0" algn="l">
                <a:buClrTx/>
                <a:buSzTx/>
                <a:buFontTx/>
              </a:pPr>
              <a:endParaRPr lang="zh-CN" altLang="en-US" sz="1800">
                <a:sym typeface="+mn-ea"/>
              </a:endParaRPr>
            </a:p>
          </p:txBody>
        </p:sp>
        <p:sp>
          <p:nvSpPr>
            <p:cNvPr id="3090" name="Text Box 103"/>
            <p:cNvSpPr txBox="1"/>
            <p:nvPr/>
          </p:nvSpPr>
          <p:spPr>
            <a:xfrm>
              <a:off x="8500" y="1957"/>
              <a:ext cx="1195" cy="818"/>
            </a:xfrm>
            <a:prstGeom prst="rect">
              <a:avLst/>
            </a:prstGeom>
            <a:noFill/>
            <a:ln w="28575">
              <a:noFill/>
            </a:ln>
          </p:spPr>
          <p:txBody>
            <a:bodyPr lIns="92075" tIns="46038" rIns="92075" bIns="46038" anchor="ctr" anchorCtr="0">
              <a:spAutoFit/>
            </a:bodyPr>
            <a:p>
              <a:pPr algn="ctr"/>
              <a:r>
                <a:rPr lang="en-US" altLang="zh-CN" b="0" dirty="0">
                  <a:solidFill>
                    <a:schemeClr val="tx1"/>
                  </a:solidFill>
                  <a:latin typeface="Arial" panose="020B0604020202020204" pitchFamily="34" charset="0"/>
                  <a:ea typeface="仿宋_GB2312" pitchFamily="49" charset="-122"/>
                </a:rPr>
                <a:t>4</a:t>
              </a:r>
              <a:r>
                <a:rPr lang="en-US" altLang="zh-CN" b="0" dirty="0">
                  <a:solidFill>
                    <a:schemeClr val="tx1"/>
                  </a:solidFill>
                  <a:latin typeface="Arial" panose="020B0604020202020204" pitchFamily="34" charset="0"/>
                  <a:ea typeface="仿宋_GB2312" pitchFamily="49" charset="-122"/>
                  <a:sym typeface="Symbol" panose="05050102010706020507" pitchFamily="18" charset="2"/>
                </a:rPr>
                <a:t></a:t>
              </a:r>
              <a:endParaRPr lang="en-US" altLang="zh-CN" b="0" dirty="0">
                <a:solidFill>
                  <a:schemeClr val="tx1"/>
                </a:solidFill>
                <a:latin typeface="Arial" panose="020B0604020202020204" pitchFamily="34" charset="0"/>
                <a:ea typeface="仿宋_GB2312" pitchFamily="49" charset="-122"/>
                <a:sym typeface="Symbol" panose="05050102010706020507" pitchFamily="18" charset="2"/>
              </a:endParaRPr>
            </a:p>
          </p:txBody>
        </p:sp>
        <p:sp>
          <p:nvSpPr>
            <p:cNvPr id="3091" name="Text Box 105"/>
            <p:cNvSpPr txBox="1"/>
            <p:nvPr/>
          </p:nvSpPr>
          <p:spPr>
            <a:xfrm>
              <a:off x="10148" y="1844"/>
              <a:ext cx="1255" cy="818"/>
            </a:xfrm>
            <a:prstGeom prst="rect">
              <a:avLst/>
            </a:prstGeom>
            <a:noFill/>
            <a:ln w="28575">
              <a:noFill/>
            </a:ln>
          </p:spPr>
          <p:txBody>
            <a:bodyPr wrap="none" lIns="92075" tIns="46038" rIns="92075" bIns="46038" anchor="ctr" anchorCtr="0">
              <a:spAutoFit/>
            </a:bodyPr>
            <a:p>
              <a:pPr algn="ctr"/>
              <a:r>
                <a:rPr lang="en-US" altLang="zh-CN" b="0" dirty="0">
                  <a:solidFill>
                    <a:schemeClr val="tx1"/>
                  </a:solidFill>
                  <a:latin typeface="Times New Roman" panose="02020603050405020304" pitchFamily="18" charset="0"/>
                </a:rPr>
                <a:t>70V</a:t>
              </a:r>
              <a:endParaRPr lang="en-US" altLang="zh-CN" b="0" dirty="0">
                <a:solidFill>
                  <a:schemeClr val="tx1"/>
                </a:solidFill>
                <a:latin typeface="Times New Roman" panose="02020603050405020304" pitchFamily="18" charset="0"/>
                <a:ea typeface="仿宋_GB2312" pitchFamily="49" charset="-122"/>
              </a:endParaRPr>
            </a:p>
          </p:txBody>
        </p:sp>
        <p:sp>
          <p:nvSpPr>
            <p:cNvPr id="3092" name="Line 106"/>
            <p:cNvSpPr/>
            <p:nvPr/>
          </p:nvSpPr>
          <p:spPr bwMode="auto">
            <a:xfrm>
              <a:off x="9695" y="2977"/>
              <a:ext cx="2380" cy="0"/>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3093" name="Text Box 107"/>
            <p:cNvSpPr txBox="1"/>
            <p:nvPr/>
          </p:nvSpPr>
          <p:spPr>
            <a:xfrm>
              <a:off x="11908" y="1729"/>
              <a:ext cx="1642" cy="818"/>
            </a:xfrm>
            <a:prstGeom prst="rect">
              <a:avLst/>
            </a:prstGeom>
            <a:noFill/>
            <a:ln w="28575">
              <a:noFill/>
            </a:ln>
          </p:spPr>
          <p:txBody>
            <a:bodyPr lIns="92075" tIns="46038" rIns="92075" bIns="46038" anchor="ctr" anchorCtr="0">
              <a:spAutoFit/>
            </a:bodyPr>
            <a:p>
              <a:pPr algn="ctr"/>
              <a:r>
                <a:rPr lang="en-US" altLang="zh-CN" b="0" dirty="0">
                  <a:solidFill>
                    <a:schemeClr val="tx1"/>
                  </a:solidFill>
                  <a:latin typeface="Times New Roman" panose="02020603050405020304" pitchFamily="18" charset="0"/>
                </a:rPr>
                <a:t>10</a:t>
              </a:r>
              <a:r>
                <a:rPr lang="en-US" altLang="zh-CN" b="0" dirty="0">
                  <a:solidFill>
                    <a:schemeClr val="tx1"/>
                  </a:solidFill>
                  <a:latin typeface="Times New Roman" panose="02020603050405020304" pitchFamily="18" charset="0"/>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3094" name="Text Box 108"/>
            <p:cNvSpPr txBox="1"/>
            <p:nvPr/>
          </p:nvSpPr>
          <p:spPr>
            <a:xfrm>
              <a:off x="12015" y="3317"/>
              <a:ext cx="1195" cy="818"/>
            </a:xfrm>
            <a:prstGeom prst="rect">
              <a:avLst/>
            </a:prstGeom>
            <a:noFill/>
            <a:ln w="28575">
              <a:noFill/>
            </a:ln>
          </p:spPr>
          <p:txBody>
            <a:bodyPr lIns="92075" tIns="46038" rIns="92075" bIns="46038" anchor="ctr" anchorCtr="0">
              <a:spAutoFit/>
            </a:bodyPr>
            <a:p>
              <a:pPr algn="ctr"/>
              <a:r>
                <a:rPr lang="en-US" altLang="zh-CN" b="0" dirty="0">
                  <a:solidFill>
                    <a:schemeClr val="tx1"/>
                  </a:solidFill>
                  <a:latin typeface="Times New Roman" panose="02020603050405020304" pitchFamily="18" charset="0"/>
                </a:rPr>
                <a:t>5</a:t>
              </a:r>
              <a:r>
                <a:rPr lang="en-US" altLang="zh-CN" b="0" dirty="0">
                  <a:solidFill>
                    <a:schemeClr val="tx1"/>
                  </a:solidFill>
                  <a:latin typeface="Times New Roman" panose="02020603050405020304" pitchFamily="18" charset="0"/>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3095" name="Text Box 109"/>
            <p:cNvSpPr txBox="1"/>
            <p:nvPr/>
          </p:nvSpPr>
          <p:spPr>
            <a:xfrm>
              <a:off x="8448" y="3317"/>
              <a:ext cx="1195" cy="818"/>
            </a:xfrm>
            <a:prstGeom prst="rect">
              <a:avLst/>
            </a:prstGeom>
            <a:noFill/>
            <a:ln w="28575">
              <a:noFill/>
            </a:ln>
          </p:spPr>
          <p:txBody>
            <a:bodyPr lIns="92075" tIns="46038" rIns="92075" bIns="46038" anchor="ctr" anchorCtr="0">
              <a:spAutoFit/>
            </a:bodyPr>
            <a:p>
              <a:pPr algn="ctr"/>
              <a:r>
                <a:rPr lang="en-US" altLang="zh-CN" b="0" dirty="0">
                  <a:solidFill>
                    <a:schemeClr val="tx1"/>
                  </a:solidFill>
                  <a:latin typeface="Times New Roman" panose="02020603050405020304" pitchFamily="18" charset="0"/>
                </a:rPr>
                <a:t>2</a:t>
              </a:r>
              <a:r>
                <a:rPr lang="en-US" altLang="zh-CN" b="0" dirty="0">
                  <a:solidFill>
                    <a:schemeClr val="tx1"/>
                  </a:solidFill>
                  <a:latin typeface="Times New Roman" panose="02020603050405020304" pitchFamily="18" charset="0"/>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3096" name="Text Box 110"/>
            <p:cNvSpPr txBox="1"/>
            <p:nvPr/>
          </p:nvSpPr>
          <p:spPr>
            <a:xfrm>
              <a:off x="9920" y="1998"/>
              <a:ext cx="605" cy="818"/>
            </a:xfrm>
            <a:prstGeom prst="rect">
              <a:avLst/>
            </a:prstGeom>
            <a:noFill/>
            <a:ln w="28575">
              <a:noFill/>
            </a:ln>
          </p:spPr>
          <p:txBody>
            <a:bodyPr wrap="none" lIns="92075" tIns="46038" rIns="92075" bIns="46038" anchor="ctr" anchorCtr="0">
              <a:spAutoFit/>
            </a:bodyPr>
            <a:p>
              <a:pPr algn="ctr"/>
              <a:r>
                <a:rPr lang="en-US" altLang="zh-CN" b="0" dirty="0">
                  <a:solidFill>
                    <a:schemeClr val="tx1"/>
                  </a:solidFill>
                  <a:latin typeface="Times New Roman" panose="02020603050405020304" pitchFamily="18" charset="0"/>
                </a:rPr>
                <a:t>+</a:t>
              </a:r>
              <a:endParaRPr lang="en-US" altLang="zh-CN" b="0" dirty="0">
                <a:solidFill>
                  <a:schemeClr val="tx1"/>
                </a:solidFill>
                <a:latin typeface="Times New Roman" panose="02020603050405020304" pitchFamily="18" charset="0"/>
                <a:ea typeface="仿宋_GB2312" pitchFamily="49" charset="-122"/>
              </a:endParaRPr>
            </a:p>
          </p:txBody>
        </p:sp>
        <p:sp>
          <p:nvSpPr>
            <p:cNvPr id="3097" name="Text Box 111"/>
            <p:cNvSpPr txBox="1"/>
            <p:nvPr/>
          </p:nvSpPr>
          <p:spPr>
            <a:xfrm>
              <a:off x="11283" y="2076"/>
              <a:ext cx="850" cy="818"/>
            </a:xfrm>
            <a:prstGeom prst="rect">
              <a:avLst/>
            </a:prstGeom>
            <a:noFill/>
            <a:ln w="28575">
              <a:noFill/>
            </a:ln>
          </p:spPr>
          <p:txBody>
            <a:bodyPr wrap="none" lIns="92075" tIns="46038" rIns="92075" bIns="46038" anchor="ctr" anchorCtr="0">
              <a:spAutoFit/>
            </a:bodyPr>
            <a:p>
              <a:pPr algn="ctr"/>
              <a:r>
                <a:rPr lang="zh-CN" altLang="en-US" b="0" dirty="0">
                  <a:solidFill>
                    <a:schemeClr val="tx1"/>
                  </a:solidFill>
                  <a:latin typeface="Times New Roman" panose="02020603050405020304" pitchFamily="18" charset="0"/>
                </a:rPr>
                <a:t>－</a:t>
              </a:r>
              <a:endParaRPr lang="zh-CN" altLang="en-US" b="0" dirty="0">
                <a:solidFill>
                  <a:schemeClr val="tx1"/>
                </a:solidFill>
                <a:latin typeface="Times New Roman" panose="02020603050405020304" pitchFamily="18" charset="0"/>
                <a:ea typeface="仿宋_GB2312" pitchFamily="49" charset="-122"/>
              </a:endParaRPr>
            </a:p>
          </p:txBody>
        </p:sp>
        <p:sp>
          <p:nvSpPr>
            <p:cNvPr id="3098" name="Rectangle 112"/>
            <p:cNvSpPr/>
            <p:nvPr/>
          </p:nvSpPr>
          <p:spPr bwMode="auto">
            <a:xfrm>
              <a:off x="11940" y="3317"/>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3099" name="Rectangle 113"/>
            <p:cNvSpPr/>
            <p:nvPr/>
          </p:nvSpPr>
          <p:spPr bwMode="auto">
            <a:xfrm>
              <a:off x="11940" y="1844"/>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3100" name="Rectangle 114"/>
            <p:cNvSpPr/>
            <p:nvPr/>
          </p:nvSpPr>
          <p:spPr bwMode="auto">
            <a:xfrm>
              <a:off x="9558" y="3317"/>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3101" name="Rectangle 115"/>
            <p:cNvSpPr/>
            <p:nvPr/>
          </p:nvSpPr>
          <p:spPr bwMode="auto">
            <a:xfrm>
              <a:off x="9558" y="1844"/>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3102" name="Text Box 116"/>
            <p:cNvSpPr txBox="1"/>
            <p:nvPr/>
          </p:nvSpPr>
          <p:spPr>
            <a:xfrm>
              <a:off x="9808" y="3319"/>
              <a:ext cx="1315" cy="818"/>
            </a:xfrm>
            <a:prstGeom prst="rect">
              <a:avLst/>
            </a:prstGeom>
            <a:noFill/>
            <a:ln w="28575">
              <a:noFill/>
            </a:ln>
          </p:spPr>
          <p:txBody>
            <a:bodyPr wrap="none" lIns="92075" tIns="46038" rIns="92075" bIns="46038" anchor="ctr" anchorCtr="0">
              <a:spAutoFit/>
            </a:bodyPr>
            <a:p>
              <a:pPr algn="ctr"/>
              <a:r>
                <a:rPr lang="en-US" altLang="zh-CN" b="0" i="1" dirty="0">
                  <a:solidFill>
                    <a:schemeClr val="tx1"/>
                  </a:solidFill>
                  <a:latin typeface="Times New Roman" panose="02020603050405020304" pitchFamily="18" charset="0"/>
                </a:rPr>
                <a:t>I </a:t>
              </a:r>
              <a:r>
                <a:rPr lang="en-US" altLang="zh-CN" b="0" baseline="30000" dirty="0">
                  <a:solidFill>
                    <a:schemeClr val="tx1"/>
                  </a:solidFill>
                  <a:latin typeface="Times New Roman" panose="02020603050405020304" pitchFamily="18" charset="0"/>
                </a:rPr>
                <a:t>(2</a:t>
              </a:r>
              <a:r>
                <a:rPr lang="zh-CN" altLang="en-US" b="0" baseline="30000" dirty="0">
                  <a:solidFill>
                    <a:schemeClr val="tx1"/>
                  </a:solidFill>
                  <a:latin typeface="Times New Roman" panose="02020603050405020304" pitchFamily="18" charset="0"/>
                </a:rPr>
                <a:t>）</a:t>
              </a:r>
              <a:endParaRPr lang="zh-CN" altLang="en-US" b="0" baseline="30000" dirty="0">
                <a:solidFill>
                  <a:schemeClr val="tx1"/>
                </a:solidFill>
                <a:latin typeface="Times New Roman" panose="02020603050405020304" pitchFamily="18" charset="0"/>
              </a:endParaRPr>
            </a:p>
          </p:txBody>
        </p:sp>
        <p:sp>
          <p:nvSpPr>
            <p:cNvPr id="3103" name="Line 104"/>
            <p:cNvSpPr/>
            <p:nvPr/>
          </p:nvSpPr>
          <p:spPr>
            <a:xfrm>
              <a:off x="9723" y="2979"/>
              <a:ext cx="652" cy="0"/>
            </a:xfrm>
            <a:prstGeom prst="line">
              <a:avLst/>
            </a:prstGeom>
            <a:ln w="28575">
              <a:solidFill>
                <a:srgbClr val="FF0000"/>
              </a:solidFill>
              <a:headEnd type="triangle" w="med" len="med"/>
              <a:tailEnd type="none"/>
            </a:ln>
          </p:spPr>
          <p:style>
            <a:lnRef idx="1">
              <a:schemeClr val="accent1"/>
            </a:lnRef>
            <a:fillRef idx="0">
              <a:schemeClr val="accent1"/>
            </a:fillRef>
            <a:effectRef idx="0">
              <a:schemeClr val="accent1"/>
            </a:effectRef>
            <a:fontRef idx="minor">
              <a:schemeClr val="tx1"/>
            </a:fontRef>
          </p:style>
        </p:sp>
        <p:grpSp>
          <p:nvGrpSpPr>
            <p:cNvPr id="73" name="组合 72"/>
            <p:cNvGrpSpPr/>
            <p:nvPr/>
          </p:nvGrpSpPr>
          <p:grpSpPr>
            <a:xfrm>
              <a:off x="10374" y="2547"/>
              <a:ext cx="908" cy="908"/>
              <a:chOff x="5907581" y="4495572"/>
              <a:chExt cx="576263" cy="576263"/>
            </a:xfrm>
          </p:grpSpPr>
          <p:sp>
            <p:nvSpPr>
              <p:cNvPr id="74"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75" name="直接连接符 74"/>
              <p:cNvCxnSpPr>
                <a:stCxn id="74" idx="4"/>
                <a:endCxn id="74"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5" name="组合 4"/>
          <p:cNvGrpSpPr/>
          <p:nvPr/>
        </p:nvGrpSpPr>
        <p:grpSpPr>
          <a:xfrm>
            <a:off x="667385" y="1052830"/>
            <a:ext cx="4248150" cy="1879600"/>
            <a:chOff x="1078" y="1504"/>
            <a:chExt cx="6690" cy="2960"/>
          </a:xfrm>
        </p:grpSpPr>
        <p:sp>
          <p:nvSpPr>
            <p:cNvPr id="3104" name="Text Box 82"/>
            <p:cNvSpPr txBox="1"/>
            <p:nvPr/>
          </p:nvSpPr>
          <p:spPr>
            <a:xfrm>
              <a:off x="4523" y="2184"/>
              <a:ext cx="1063" cy="818"/>
            </a:xfrm>
            <a:prstGeom prst="rect">
              <a:avLst/>
            </a:prstGeom>
            <a:noFill/>
            <a:ln w="28575">
              <a:noFill/>
            </a:ln>
          </p:spPr>
          <p:txBody>
            <a:bodyPr wrap="none" lIns="92075" tIns="46038" rIns="92075" bIns="46038" anchor="ctr" anchorCtr="0">
              <a:spAutoFit/>
            </a:bodyPr>
            <a:p>
              <a:pPr algn="ctr"/>
              <a:r>
                <a:rPr lang="en-US" altLang="zh-CN" b="0" i="1" dirty="0">
                  <a:solidFill>
                    <a:schemeClr val="tx1"/>
                  </a:solidFill>
                  <a:latin typeface="Times New Roman" panose="02020603050405020304" pitchFamily="18" charset="0"/>
                </a:rPr>
                <a:t>I </a:t>
              </a:r>
              <a:r>
                <a:rPr lang="en-US" altLang="zh-CN" b="0" baseline="30000" dirty="0">
                  <a:solidFill>
                    <a:schemeClr val="tx1"/>
                  </a:solidFill>
                  <a:latin typeface="Times New Roman" panose="02020603050405020304" pitchFamily="18" charset="0"/>
                </a:rPr>
                <a:t>(1)</a:t>
              </a:r>
              <a:endParaRPr lang="en-US" altLang="zh-CN" b="0" i="1" baseline="30000" dirty="0">
                <a:solidFill>
                  <a:schemeClr val="tx1"/>
                </a:solidFill>
                <a:latin typeface="Times New Roman" panose="02020603050405020304" pitchFamily="18" charset="0"/>
                <a:ea typeface="仿宋_GB2312" pitchFamily="49" charset="-122"/>
              </a:endParaRPr>
            </a:p>
          </p:txBody>
        </p:sp>
        <p:sp>
          <p:nvSpPr>
            <p:cNvPr id="3105" name="Rectangle 83"/>
            <p:cNvSpPr/>
            <p:nvPr/>
          </p:nvSpPr>
          <p:spPr bwMode="auto">
            <a:xfrm>
              <a:off x="1575" y="1504"/>
              <a:ext cx="4763" cy="2960"/>
            </a:xfrm>
            <a:prstGeom prst="rect">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lIns="91440" tIns="45720" rIns="91440" bIns="45720" anchor="ctr" anchorCtr="0">
              <a:noAutofit/>
            </a:bodyPr>
            <a:lstStyle/>
            <a:p>
              <a:pPr lvl="0" algn="l">
                <a:buClrTx/>
                <a:buSzTx/>
                <a:buFontTx/>
              </a:pPr>
              <a:endParaRPr lang="zh-CN" altLang="en-US" sz="1800">
                <a:sym typeface="+mn-ea"/>
              </a:endParaRPr>
            </a:p>
          </p:txBody>
        </p:sp>
        <p:sp>
          <p:nvSpPr>
            <p:cNvPr id="3106" name="Line 84"/>
            <p:cNvSpPr/>
            <p:nvPr/>
          </p:nvSpPr>
          <p:spPr bwMode="auto">
            <a:xfrm>
              <a:off x="3910" y="1504"/>
              <a:ext cx="0" cy="2960"/>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3107" name="Text Box 85"/>
            <p:cNvSpPr txBox="1"/>
            <p:nvPr/>
          </p:nvSpPr>
          <p:spPr>
            <a:xfrm>
              <a:off x="2718" y="1957"/>
              <a:ext cx="1195" cy="818"/>
            </a:xfrm>
            <a:prstGeom prst="rect">
              <a:avLst/>
            </a:prstGeom>
            <a:noFill/>
            <a:ln w="28575">
              <a:noFill/>
            </a:ln>
          </p:spPr>
          <p:txBody>
            <a:bodyPr lIns="92075" tIns="46038" rIns="92075" bIns="46038" anchor="ctr" anchorCtr="0">
              <a:spAutoFit/>
            </a:bodyPr>
            <a:p>
              <a:pPr algn="ctr"/>
              <a:r>
                <a:rPr lang="en-US" altLang="zh-CN" b="0" dirty="0">
                  <a:solidFill>
                    <a:schemeClr val="tx1"/>
                  </a:solidFill>
                  <a:latin typeface="Times New Roman" panose="02020603050405020304" pitchFamily="18" charset="0"/>
                </a:rPr>
                <a:t>4</a:t>
              </a:r>
              <a:r>
                <a:rPr lang="en-US" altLang="zh-CN" b="0" dirty="0">
                  <a:solidFill>
                    <a:schemeClr val="tx1"/>
                  </a:solidFill>
                  <a:latin typeface="Times New Roman" panose="02020603050405020304" pitchFamily="18" charset="0"/>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3108" name="Text Box 86"/>
            <p:cNvSpPr txBox="1"/>
            <p:nvPr/>
          </p:nvSpPr>
          <p:spPr>
            <a:xfrm>
              <a:off x="1575" y="1822"/>
              <a:ext cx="975" cy="818"/>
            </a:xfrm>
            <a:prstGeom prst="rect">
              <a:avLst/>
            </a:prstGeom>
            <a:noFill/>
            <a:ln w="28575">
              <a:noFill/>
            </a:ln>
          </p:spPr>
          <p:txBody>
            <a:bodyPr wrap="none" lIns="92075" tIns="46038" rIns="92075" bIns="46038" anchor="ctr" anchorCtr="0">
              <a:spAutoFit/>
            </a:bodyPr>
            <a:p>
              <a:pPr algn="ctr"/>
              <a:r>
                <a:rPr lang="en-US" altLang="zh-CN" b="0" dirty="0">
                  <a:solidFill>
                    <a:schemeClr val="tx1"/>
                  </a:solidFill>
                  <a:latin typeface="Times New Roman" panose="02020603050405020304" pitchFamily="18" charset="0"/>
                </a:rPr>
                <a:t>2A</a:t>
              </a:r>
              <a:endParaRPr lang="en-US" altLang="zh-CN" b="0" dirty="0">
                <a:solidFill>
                  <a:schemeClr val="tx1"/>
                </a:solidFill>
                <a:latin typeface="Times New Roman" panose="02020603050405020304" pitchFamily="18" charset="0"/>
                <a:ea typeface="仿宋_GB2312" pitchFamily="49" charset="-122"/>
              </a:endParaRPr>
            </a:p>
          </p:txBody>
        </p:sp>
        <p:sp>
          <p:nvSpPr>
            <p:cNvPr id="3109" name="Line 88"/>
            <p:cNvSpPr/>
            <p:nvPr/>
          </p:nvSpPr>
          <p:spPr bwMode="auto">
            <a:xfrm flipV="1">
              <a:off x="3913" y="2978"/>
              <a:ext cx="2425" cy="23"/>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3110" name="Text Box 89"/>
            <p:cNvSpPr txBox="1"/>
            <p:nvPr/>
          </p:nvSpPr>
          <p:spPr>
            <a:xfrm>
              <a:off x="6125" y="1729"/>
              <a:ext cx="1643" cy="818"/>
            </a:xfrm>
            <a:prstGeom prst="rect">
              <a:avLst/>
            </a:prstGeom>
            <a:noFill/>
            <a:ln w="28575">
              <a:noFill/>
            </a:ln>
          </p:spPr>
          <p:txBody>
            <a:bodyPr lIns="92075" tIns="46038" rIns="92075" bIns="46038" anchor="ctr" anchorCtr="0">
              <a:spAutoFit/>
            </a:bodyPr>
            <a:p>
              <a:pPr algn="ctr"/>
              <a:r>
                <a:rPr lang="en-US" altLang="zh-CN" b="0" dirty="0">
                  <a:solidFill>
                    <a:schemeClr val="tx1"/>
                  </a:solidFill>
                  <a:latin typeface="Times New Roman" panose="02020603050405020304" pitchFamily="18" charset="0"/>
                </a:rPr>
                <a:t>10</a:t>
              </a:r>
              <a:r>
                <a:rPr lang="en-US" altLang="zh-CN" b="0" dirty="0">
                  <a:solidFill>
                    <a:schemeClr val="tx1"/>
                  </a:solidFill>
                  <a:latin typeface="Times New Roman" panose="02020603050405020304" pitchFamily="18" charset="0"/>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3111" name="Text Box 90"/>
            <p:cNvSpPr txBox="1"/>
            <p:nvPr/>
          </p:nvSpPr>
          <p:spPr>
            <a:xfrm>
              <a:off x="6233" y="3317"/>
              <a:ext cx="1195" cy="818"/>
            </a:xfrm>
            <a:prstGeom prst="rect">
              <a:avLst/>
            </a:prstGeom>
            <a:noFill/>
            <a:ln w="28575">
              <a:noFill/>
            </a:ln>
          </p:spPr>
          <p:txBody>
            <a:bodyPr lIns="92075" tIns="46038" rIns="92075" bIns="46038" anchor="ctr" anchorCtr="0">
              <a:spAutoFit/>
            </a:bodyPr>
            <a:p>
              <a:pPr algn="ctr"/>
              <a:r>
                <a:rPr lang="en-US" altLang="zh-CN" b="0" dirty="0">
                  <a:solidFill>
                    <a:schemeClr val="tx1"/>
                  </a:solidFill>
                  <a:latin typeface="Times New Roman" panose="02020603050405020304" pitchFamily="18" charset="0"/>
                </a:rPr>
                <a:t>5</a:t>
              </a:r>
              <a:r>
                <a:rPr lang="en-US" altLang="zh-CN" b="0" dirty="0">
                  <a:solidFill>
                    <a:schemeClr val="tx1"/>
                  </a:solidFill>
                  <a:latin typeface="Times New Roman" panose="02020603050405020304" pitchFamily="18" charset="0"/>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3112" name="Text Box 91"/>
            <p:cNvSpPr txBox="1"/>
            <p:nvPr/>
          </p:nvSpPr>
          <p:spPr>
            <a:xfrm>
              <a:off x="2665" y="3317"/>
              <a:ext cx="1195" cy="818"/>
            </a:xfrm>
            <a:prstGeom prst="rect">
              <a:avLst/>
            </a:prstGeom>
            <a:noFill/>
            <a:ln w="28575">
              <a:noFill/>
            </a:ln>
          </p:spPr>
          <p:txBody>
            <a:bodyPr lIns="92075" tIns="46038" rIns="92075" bIns="46038" anchor="ctr" anchorCtr="0">
              <a:spAutoFit/>
            </a:bodyPr>
            <a:p>
              <a:pPr algn="ctr"/>
              <a:r>
                <a:rPr lang="en-US" altLang="zh-CN" b="0" dirty="0">
                  <a:solidFill>
                    <a:schemeClr val="tx1"/>
                  </a:solidFill>
                  <a:latin typeface="Times New Roman" panose="02020603050405020304" pitchFamily="18" charset="0"/>
                </a:rPr>
                <a:t>2</a:t>
              </a:r>
              <a:r>
                <a:rPr lang="en-US" altLang="zh-CN" b="0" dirty="0">
                  <a:solidFill>
                    <a:schemeClr val="tx1"/>
                  </a:solidFill>
                  <a:latin typeface="Times New Roman" panose="02020603050405020304" pitchFamily="18" charset="0"/>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3113" name="Line 92"/>
            <p:cNvSpPr/>
            <p:nvPr/>
          </p:nvSpPr>
          <p:spPr>
            <a:xfrm flipV="1">
              <a:off x="1584" y="1844"/>
              <a:ext cx="0" cy="795"/>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3114" name="Rectangle 93"/>
            <p:cNvSpPr/>
            <p:nvPr/>
          </p:nvSpPr>
          <p:spPr bwMode="auto">
            <a:xfrm>
              <a:off x="6090" y="3317"/>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3115" name="Rectangle 94"/>
            <p:cNvSpPr/>
            <p:nvPr/>
          </p:nvSpPr>
          <p:spPr bwMode="auto">
            <a:xfrm>
              <a:off x="6090" y="1844"/>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3116" name="Rectangle 95"/>
            <p:cNvSpPr/>
            <p:nvPr/>
          </p:nvSpPr>
          <p:spPr bwMode="auto">
            <a:xfrm>
              <a:off x="3708" y="3317"/>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3117" name="Rectangle 96"/>
            <p:cNvSpPr/>
            <p:nvPr/>
          </p:nvSpPr>
          <p:spPr bwMode="auto">
            <a:xfrm>
              <a:off x="3708" y="1844"/>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3119" name="Line 87"/>
            <p:cNvSpPr/>
            <p:nvPr/>
          </p:nvSpPr>
          <p:spPr>
            <a:xfrm>
              <a:off x="4593" y="2979"/>
              <a:ext cx="1020" cy="0"/>
            </a:xfrm>
            <a:prstGeom prst="line">
              <a:avLst/>
            </a:prstGeom>
            <a:ln w="28575">
              <a:solidFill>
                <a:srgbClr val="FF0000"/>
              </a:solidFill>
              <a:headEnd type="triangle" w="med" len="med"/>
              <a:tailEnd type="none"/>
            </a:ln>
          </p:spPr>
          <p:style>
            <a:lnRef idx="1">
              <a:schemeClr val="accent1"/>
            </a:lnRef>
            <a:fillRef idx="0">
              <a:schemeClr val="accent1"/>
            </a:fillRef>
            <a:effectRef idx="0">
              <a:schemeClr val="accent1"/>
            </a:effectRef>
            <a:fontRef idx="minor">
              <a:schemeClr val="tx1"/>
            </a:fontRef>
          </p:style>
        </p:sp>
        <p:grpSp>
          <p:nvGrpSpPr>
            <p:cNvPr id="3" name="组合 2"/>
            <p:cNvGrpSpPr/>
            <p:nvPr/>
          </p:nvGrpSpPr>
          <p:grpSpPr>
            <a:xfrm>
              <a:off x="1078" y="2662"/>
              <a:ext cx="908" cy="908"/>
              <a:chOff x="5907581" y="4495572"/>
              <a:chExt cx="576263" cy="576263"/>
            </a:xfrm>
          </p:grpSpPr>
          <p:sp>
            <p:nvSpPr>
              <p:cNvPr id="14"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15" name="直接连接符 14"/>
              <p:cNvCxnSpPr>
                <a:stCxn id="14" idx="4"/>
                <a:endCxn id="14"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par>
                          <p:cTn id="8" fill="hold">
                            <p:stCondLst>
                              <p:cond delay="500"/>
                            </p:stCondLst>
                            <p:childTnLst>
                              <p:par>
                                <p:cTn id="9" presetID="51" presetClass="entr" presetSubtype="0" fill="hold" grpId="0" nodeType="afterEffect">
                                  <p:stCondLst>
                                    <p:cond delay="0"/>
                                  </p:stCondLst>
                                  <p:childTnLst>
                                    <p:set>
                                      <p:cBhvr>
                                        <p:cTn id="10" dur="1" fill="hold">
                                          <p:stCondLst>
                                            <p:cond delay="0"/>
                                          </p:stCondLst>
                                        </p:cTn>
                                        <p:tgtEl>
                                          <p:spTgt spid="93210"/>
                                        </p:tgtEl>
                                        <p:attrNameLst>
                                          <p:attrName>style.visibility</p:attrName>
                                        </p:attrNameLst>
                                      </p:cBhvr>
                                      <p:to>
                                        <p:strVal val="visible"/>
                                      </p:to>
                                    </p:set>
                                    <p:animEffect transition="in" filter="fade">
                                      <p:cBhvr>
                                        <p:cTn id="11" dur="770" decel="100000"/>
                                        <p:tgtEl>
                                          <p:spTgt spid="93210"/>
                                        </p:tgtEl>
                                      </p:cBhvr>
                                    </p:animEffect>
                                    <p:animScale>
                                      <p:cBhvr>
                                        <p:cTn id="12" dur="770" decel="100000"/>
                                        <p:tgtEl>
                                          <p:spTgt spid="93210"/>
                                        </p:tgtEl>
                                      </p:cBhvr>
                                      <p:from x="10000" y="10000"/>
                                      <p:to x="200000" y="450000"/>
                                    </p:animScale>
                                    <p:animScale>
                                      <p:cBhvr>
                                        <p:cTn id="13" dur="1230" accel="100000" fill="hold">
                                          <p:stCondLst>
                                            <p:cond delay="770"/>
                                          </p:stCondLst>
                                        </p:cTn>
                                        <p:tgtEl>
                                          <p:spTgt spid="93210"/>
                                        </p:tgtEl>
                                      </p:cBhvr>
                                      <p:from x="200000" y="450000"/>
                                      <p:to x="100000" y="100000"/>
                                    </p:animScale>
                                    <p:set>
                                      <p:cBhvr>
                                        <p:cTn id="14" dur="770" fill="hold"/>
                                        <p:tgtEl>
                                          <p:spTgt spid="93210"/>
                                        </p:tgtEl>
                                        <p:attrNameLst>
                                          <p:attrName>ppt_x</p:attrName>
                                        </p:attrNameLst>
                                      </p:cBhvr>
                                      <p:to>
                                        <p:strVal val="(0.5)"/>
                                      </p:to>
                                    </p:set>
                                    <p:anim from="(0.5)" to="(#ppt_x)" calcmode="lin" valueType="num">
                                      <p:cBhvr>
                                        <p:cTn id="15" dur="1230" accel="100000" fill="hold">
                                          <p:stCondLst>
                                            <p:cond delay="770"/>
                                          </p:stCondLst>
                                        </p:cTn>
                                        <p:tgtEl>
                                          <p:spTgt spid="93210"/>
                                        </p:tgtEl>
                                        <p:attrNameLst>
                                          <p:attrName>ppt_x</p:attrName>
                                        </p:attrNameLst>
                                      </p:cBhvr>
                                    </p:anim>
                                    <p:set>
                                      <p:cBhvr>
                                        <p:cTn id="16" dur="770" fill="hold"/>
                                        <p:tgtEl>
                                          <p:spTgt spid="93210"/>
                                        </p:tgtEl>
                                        <p:attrNameLst>
                                          <p:attrName>ppt_y</p:attrName>
                                        </p:attrNameLst>
                                      </p:cBhvr>
                                      <p:to>
                                        <p:strVal val="(#ppt_y+0.4)"/>
                                      </p:to>
                                    </p:set>
                                    <p:anim from="(#ppt_y+0.4)" to="(#ppt_y)" calcmode="lin" valueType="num">
                                      <p:cBhvr>
                                        <p:cTn id="17" dur="1230" accel="100000" fill="hold">
                                          <p:stCondLst>
                                            <p:cond delay="770"/>
                                          </p:stCondLst>
                                        </p:cTn>
                                        <p:tgtEl>
                                          <p:spTgt spid="93210"/>
                                        </p:tgtEl>
                                        <p:attrNameLst>
                                          <p:attrName>ppt_y</p:attrName>
                                        </p:attrNameLst>
                                      </p:cBhvr>
                                    </p:anim>
                                  </p:childTnLst>
                                </p:cTn>
                              </p:par>
                            </p:childTnLst>
                          </p:cTn>
                        </p:par>
                        <p:par>
                          <p:cTn id="18" fill="hold">
                            <p:stCondLst>
                              <p:cond delay="2500"/>
                            </p:stCondLst>
                            <p:childTnLst>
                              <p:par>
                                <p:cTn id="19" presetID="3" presetClass="entr" presetSubtype="10" fill="hold"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blinds(horizontal)">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2" fill="hold" grpId="0" nodeType="clickEffect">
                                  <p:stCondLst>
                                    <p:cond delay="0"/>
                                  </p:stCondLst>
                                  <p:childTnLst>
                                    <p:set>
                                      <p:cBhvr>
                                        <p:cTn id="25" dur="1" fill="hold">
                                          <p:stCondLst>
                                            <p:cond delay="0"/>
                                          </p:stCondLst>
                                        </p:cTn>
                                        <p:tgtEl>
                                          <p:spTgt spid="93211"/>
                                        </p:tgtEl>
                                        <p:attrNameLst>
                                          <p:attrName>style.visibility</p:attrName>
                                        </p:attrNameLst>
                                      </p:cBhvr>
                                      <p:to>
                                        <p:strVal val="visible"/>
                                      </p:to>
                                    </p:set>
                                    <p:animEffect transition="in" filter="slide(fromRight)">
                                      <p:cBhvr>
                                        <p:cTn id="26" dur="500"/>
                                        <p:tgtEl>
                                          <p:spTgt spid="93211"/>
                                        </p:tgtEl>
                                      </p:cBhvr>
                                    </p:animEffect>
                                  </p:childTnLst>
                                </p:cTn>
                              </p:par>
                            </p:childTnLst>
                          </p:cTn>
                        </p:par>
                      </p:childTnLst>
                    </p:cTn>
                  </p:par>
                  <p:par>
                    <p:cTn id="27" fill="hold">
                      <p:stCondLst>
                        <p:cond delay="indefinite"/>
                      </p:stCondLst>
                      <p:childTnLst>
                        <p:par>
                          <p:cTn id="28" fill="hold">
                            <p:stCondLst>
                              <p:cond delay="0"/>
                            </p:stCondLst>
                            <p:childTnLst>
                              <p:par>
                                <p:cTn id="29" presetID="18" presetClass="entr" presetSubtype="6"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strips(downRight)">
                                      <p:cBhvr>
                                        <p:cTn id="31" dur="500"/>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grpId="0" nodeType="clickEffect">
                                  <p:stCondLst>
                                    <p:cond delay="0"/>
                                  </p:stCondLst>
                                  <p:childTnLst>
                                    <p:set>
                                      <p:cBhvr>
                                        <p:cTn id="35" dur="1" fill="hold">
                                          <p:stCondLst>
                                            <p:cond delay="0"/>
                                          </p:stCondLst>
                                        </p:cTn>
                                        <p:tgtEl>
                                          <p:spTgt spid="93213"/>
                                        </p:tgtEl>
                                        <p:attrNameLst>
                                          <p:attrName>style.visibility</p:attrName>
                                        </p:attrNameLst>
                                      </p:cBhvr>
                                      <p:to>
                                        <p:strVal val="visible"/>
                                      </p:to>
                                    </p:set>
                                    <p:anim calcmode="lin" valueType="num">
                                      <p:cBhvr additive="base">
                                        <p:cTn id="36" dur="500" fill="hold"/>
                                        <p:tgtEl>
                                          <p:spTgt spid="93213"/>
                                        </p:tgtEl>
                                        <p:attrNameLst>
                                          <p:attrName>ppt_x</p:attrName>
                                        </p:attrNameLst>
                                      </p:cBhvr>
                                      <p:tavLst>
                                        <p:tav tm="0">
                                          <p:val>
                                            <p:strVal val="0-#ppt_w/2"/>
                                          </p:val>
                                        </p:tav>
                                        <p:tav tm="100000">
                                          <p:val>
                                            <p:strVal val="#ppt_x"/>
                                          </p:val>
                                        </p:tav>
                                      </p:tavLst>
                                    </p:anim>
                                    <p:anim calcmode="lin" valueType="num">
                                      <p:cBhvr additive="base">
                                        <p:cTn id="37" dur="500" fill="hold"/>
                                        <p:tgtEl>
                                          <p:spTgt spid="93213"/>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8" presetClass="entr" presetSubtype="6"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strips(downRight)">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6"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strips(downRight)">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18" presetClass="entr" presetSubtype="6" fill="hold" nodeType="clickEffect">
                                  <p:stCondLst>
                                    <p:cond delay="0"/>
                                  </p:stCondLst>
                                  <p:childTnLst>
                                    <p:set>
                                      <p:cBhvr>
                                        <p:cTn id="51" dur="1" fill="hold">
                                          <p:stCondLst>
                                            <p:cond delay="0"/>
                                          </p:stCondLst>
                                        </p:cTn>
                                        <p:tgtEl>
                                          <p:spTgt spid="2"/>
                                        </p:tgtEl>
                                        <p:attrNameLst>
                                          <p:attrName>style.visibility</p:attrName>
                                        </p:attrNameLst>
                                      </p:cBhvr>
                                      <p:to>
                                        <p:strVal val="visible"/>
                                      </p:to>
                                    </p:set>
                                    <p:animEffect transition="in" filter="strips(downRight)">
                                      <p:cBhvr>
                                        <p:cTn id="52" dur="500"/>
                                        <p:tgtEl>
                                          <p:spTgt spid="2"/>
                                        </p:tgtEl>
                                      </p:cBhvr>
                                    </p:animEffect>
                                  </p:childTnLst>
                                </p:cTn>
                              </p:par>
                            </p:childTnLst>
                          </p:cTn>
                        </p:par>
                      </p:childTnLst>
                    </p:cTn>
                  </p:par>
                  <p:par>
                    <p:cTn id="53" fill="hold">
                      <p:stCondLst>
                        <p:cond delay="indefinite"/>
                      </p:stCondLst>
                      <p:childTnLst>
                        <p:par>
                          <p:cTn id="54" fill="hold">
                            <p:stCondLst>
                              <p:cond delay="0"/>
                            </p:stCondLst>
                            <p:childTnLst>
                              <p:par>
                                <p:cTn id="55" presetID="12" presetClass="entr" presetSubtype="2" fill="hold" grpId="0" nodeType="clickEffect">
                                  <p:stCondLst>
                                    <p:cond delay="0"/>
                                  </p:stCondLst>
                                  <p:childTnLst>
                                    <p:set>
                                      <p:cBhvr>
                                        <p:cTn id="56" dur="1" fill="hold">
                                          <p:stCondLst>
                                            <p:cond delay="0"/>
                                          </p:stCondLst>
                                        </p:cTn>
                                        <p:tgtEl>
                                          <p:spTgt spid="93312"/>
                                        </p:tgtEl>
                                        <p:attrNameLst>
                                          <p:attrName>style.visibility</p:attrName>
                                        </p:attrNameLst>
                                      </p:cBhvr>
                                      <p:to>
                                        <p:strVal val="visible"/>
                                      </p:to>
                                    </p:set>
                                    <p:animEffect transition="in" filter="slide(fromRight)">
                                      <p:cBhvr>
                                        <p:cTn id="57" dur="500"/>
                                        <p:tgtEl>
                                          <p:spTgt spid="933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210" grpId="0"/>
      <p:bldP spid="93211" grpId="0"/>
      <p:bldP spid="93213" grpId="0"/>
      <p:bldP spid="933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4-1 </a:t>
            </a:r>
            <a:r>
              <a:rPr lang="zh-CN" altLang="en-US">
                <a:latin typeface="微软雅黑" panose="020B0503020204020204" pitchFamily="34" charset="-122"/>
                <a:cs typeface="微软雅黑" panose="020B0503020204020204" pitchFamily="34" charset="-122"/>
                <a:sym typeface="+mn-ea"/>
              </a:rPr>
              <a:t>叠加定理</a:t>
            </a:r>
            <a:endParaRPr lang="zh-CN" altLang="en-US"/>
          </a:p>
        </p:txBody>
      </p:sp>
      <p:sp>
        <p:nvSpPr>
          <p:cNvPr id="125955" name="Text Box 3"/>
          <p:cNvSpPr txBox="1"/>
          <p:nvPr/>
        </p:nvSpPr>
        <p:spPr>
          <a:xfrm>
            <a:off x="1583373" y="819785"/>
            <a:ext cx="3600450" cy="521970"/>
          </a:xfrm>
          <a:prstGeom prst="rect">
            <a:avLst/>
          </a:prstGeom>
          <a:no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计算电压</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u</a:t>
            </a:r>
            <a:r>
              <a:rPr kumimoji="1" lang="zh-CN" altLang="en-US" sz="2800" b="0" dirty="0" smtClean="0">
                <a:latin typeface="华文楷体" panose="02010600040101010101" pitchFamily="2" charset="-122"/>
                <a:ea typeface="华文楷体" panose="02010600040101010101" pitchFamily="2" charset="-122"/>
              </a:rPr>
              <a:t>。</a:t>
            </a:r>
            <a:endParaRPr kumimoji="1" lang="zh-CN" altLang="en-US" sz="2800" b="0" dirty="0" smtClean="0">
              <a:latin typeface="华文楷体" panose="02010600040101010101" pitchFamily="2" charset="-122"/>
              <a:ea typeface="华文楷体" panose="02010600040101010101" pitchFamily="2" charset="-122"/>
            </a:endParaRPr>
          </a:p>
        </p:txBody>
      </p:sp>
      <p:sp>
        <p:nvSpPr>
          <p:cNvPr id="125995" name="Text Box 43"/>
          <p:cNvSpPr txBox="1"/>
          <p:nvPr/>
        </p:nvSpPr>
        <p:spPr>
          <a:xfrm>
            <a:off x="1116013" y="3292158"/>
            <a:ext cx="2952750" cy="521970"/>
          </a:xfrm>
          <a:prstGeom prst="rect">
            <a:avLst/>
          </a:prstGeom>
          <a:no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画出分电路图。</a:t>
            </a:r>
            <a:endParaRPr kumimoji="1" lang="zh-CN" altLang="en-US" sz="2800" dirty="0" smtClean="0">
              <a:latin typeface="华文楷体" panose="02010600040101010101" pitchFamily="2" charset="-122"/>
              <a:ea typeface="华文楷体" panose="02010600040101010101" pitchFamily="2" charset="-122"/>
            </a:endParaRPr>
          </a:p>
        </p:txBody>
      </p:sp>
      <p:sp>
        <p:nvSpPr>
          <p:cNvPr id="125996" name="Text Box 44"/>
          <p:cNvSpPr txBox="1"/>
          <p:nvPr/>
        </p:nvSpPr>
        <p:spPr>
          <a:xfrm>
            <a:off x="3582670" y="4998085"/>
            <a:ext cx="576263" cy="768350"/>
          </a:xfrm>
          <a:prstGeom prst="rect">
            <a:avLst/>
          </a:prstGeom>
          <a:noFill/>
          <a:ln w="9525">
            <a:noFill/>
          </a:ln>
        </p:spPr>
        <p:txBody>
          <a:bodyPr>
            <a:spAutoFit/>
          </a:bodyPr>
          <a:p>
            <a:pPr>
              <a:spcBef>
                <a:spcPct val="50000"/>
              </a:spcBef>
            </a:pPr>
            <a:r>
              <a:rPr lang="zh-CN" altLang="en-US" sz="4400" b="0" dirty="0">
                <a:solidFill>
                  <a:schemeClr val="tx1"/>
                </a:solidFill>
                <a:latin typeface="Arial" panose="020B0604020202020204" pitchFamily="34" charset="0"/>
                <a:ea typeface="仿宋_GB2312" pitchFamily="49" charset="-122"/>
              </a:rPr>
              <a:t>＋</a:t>
            </a:r>
            <a:endParaRPr lang="zh-CN" altLang="en-US" sz="4400" b="0" dirty="0">
              <a:solidFill>
                <a:schemeClr val="tx1"/>
              </a:solidFill>
              <a:latin typeface="Arial" panose="020B0604020202020204" pitchFamily="34" charset="0"/>
              <a:ea typeface="仿宋_GB2312" pitchFamily="49" charset="-122"/>
            </a:endParaRPr>
          </a:p>
        </p:txBody>
      </p:sp>
      <p:sp>
        <p:nvSpPr>
          <p:cNvPr id="9" name="Text Box 22"/>
          <p:cNvSpPr txBox="1">
            <a:spLocks noChangeArrowheads="1"/>
          </p:cNvSpPr>
          <p:nvPr/>
        </p:nvSpPr>
        <p:spPr bwMode="auto">
          <a:xfrm>
            <a:off x="368935" y="765810"/>
            <a:ext cx="1214120" cy="575945"/>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例</a:t>
            </a:r>
            <a:r>
              <a:rPr kumimoji="1" lang="en-US" altLang="zh-CN" sz="3200" dirty="0">
                <a:solidFill>
                  <a:schemeClr val="bg1"/>
                </a:solidFill>
                <a:latin typeface="华文新魏" panose="02010800040101010101" pitchFamily="2" charset="-122"/>
                <a:ea typeface="华文新魏" panose="02010800040101010101" pitchFamily="2" charset="-122"/>
              </a:rPr>
              <a:t>1-2</a:t>
            </a:r>
            <a:endParaRPr kumimoji="1" lang="en-US" altLang="zh-CN" sz="3200" dirty="0">
              <a:solidFill>
                <a:schemeClr val="bg1"/>
              </a:solidFill>
              <a:latin typeface="华文新魏" panose="02010800040101010101" pitchFamily="2" charset="-122"/>
              <a:ea typeface="华文新魏" panose="02010800040101010101" pitchFamily="2" charset="-122"/>
            </a:endParaRPr>
          </a:p>
        </p:txBody>
      </p:sp>
      <p:sp>
        <p:nvSpPr>
          <p:cNvPr id="10" name="Text Box 22"/>
          <p:cNvSpPr txBox="1">
            <a:spLocks noChangeArrowheads="1"/>
          </p:cNvSpPr>
          <p:nvPr/>
        </p:nvSpPr>
        <p:spPr bwMode="auto">
          <a:xfrm>
            <a:off x="395519" y="3274848"/>
            <a:ext cx="648000" cy="576000"/>
          </a:xfrm>
          <a:prstGeom prst="rect">
            <a:avLst/>
          </a:pr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解</a:t>
            </a:r>
            <a:endParaRPr kumimoji="1" lang="zh-CN" altLang="en-US" sz="3200" dirty="0">
              <a:solidFill>
                <a:schemeClr val="bg1"/>
              </a:solidFill>
              <a:latin typeface="华文新魏" panose="02010800040101010101" pitchFamily="2" charset="-122"/>
              <a:ea typeface="华文新魏" panose="02010800040101010101" pitchFamily="2" charset="-122"/>
            </a:endParaRPr>
          </a:p>
        </p:txBody>
      </p:sp>
      <p:grpSp>
        <p:nvGrpSpPr>
          <p:cNvPr id="7" name="组合 6"/>
          <p:cNvGrpSpPr/>
          <p:nvPr/>
        </p:nvGrpSpPr>
        <p:grpSpPr>
          <a:xfrm>
            <a:off x="4229735" y="3923030"/>
            <a:ext cx="4318635" cy="2535555"/>
            <a:chOff x="6634" y="5763"/>
            <a:chExt cx="6801" cy="3993"/>
          </a:xfrm>
        </p:grpSpPr>
        <p:sp>
          <p:nvSpPr>
            <p:cNvPr id="62495" name="Line 76"/>
            <p:cNvSpPr/>
            <p:nvPr/>
          </p:nvSpPr>
          <p:spPr bwMode="auto">
            <a:xfrm>
              <a:off x="7088" y="6558"/>
              <a:ext cx="2720"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62497" name="Line 47"/>
            <p:cNvSpPr/>
            <p:nvPr/>
          </p:nvSpPr>
          <p:spPr bwMode="auto">
            <a:xfrm>
              <a:off x="13210" y="6558"/>
              <a:ext cx="0" cy="306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62498" name="Line 48"/>
            <p:cNvSpPr/>
            <p:nvPr/>
          </p:nvSpPr>
          <p:spPr bwMode="auto">
            <a:xfrm>
              <a:off x="7088" y="9618"/>
              <a:ext cx="6122"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62499" name="Line 49"/>
            <p:cNvSpPr/>
            <p:nvPr/>
          </p:nvSpPr>
          <p:spPr bwMode="auto">
            <a:xfrm>
              <a:off x="7088" y="6558"/>
              <a:ext cx="0" cy="306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62500" name="Line 50"/>
            <p:cNvSpPr/>
            <p:nvPr/>
          </p:nvSpPr>
          <p:spPr bwMode="auto">
            <a:xfrm>
              <a:off x="11170" y="6558"/>
              <a:ext cx="2040"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62501" name="Text Box 51"/>
            <p:cNvSpPr txBox="1"/>
            <p:nvPr/>
          </p:nvSpPr>
          <p:spPr>
            <a:xfrm>
              <a:off x="9923" y="5763"/>
              <a:ext cx="1475" cy="818"/>
            </a:xfrm>
            <a:prstGeom prst="rect">
              <a:avLst/>
            </a:prstGeom>
            <a:noFill/>
            <a:ln w="9525">
              <a:noFill/>
            </a:ln>
          </p:spPr>
          <p:txBody>
            <a:bodyPr>
              <a:spAutoFit/>
            </a:bodyPr>
            <a:p>
              <a:r>
                <a:rPr lang="en-US" altLang="zh-CN" b="0" i="1" dirty="0">
                  <a:solidFill>
                    <a:schemeClr val="tx1"/>
                  </a:solidFill>
                  <a:latin typeface="Times New Roman" panose="02020603050405020304" pitchFamily="18" charset="0"/>
                  <a:ea typeface="仿宋_GB2312" pitchFamily="49" charset="-122"/>
                </a:rPr>
                <a:t>u</a:t>
              </a:r>
              <a:r>
                <a:rPr lang="en-US" altLang="zh-CN" b="0" baseline="30000" dirty="0">
                  <a:solidFill>
                    <a:schemeClr val="tx1"/>
                  </a:solidFill>
                  <a:latin typeface="Times New Roman" panose="02020603050405020304" pitchFamily="18" charset="0"/>
                  <a:ea typeface="仿宋_GB2312" pitchFamily="49" charset="-122"/>
                </a:rPr>
                <a:t>(2)</a:t>
              </a:r>
              <a:endParaRPr lang="en-US" altLang="zh-CN" b="0" baseline="30000" dirty="0">
                <a:solidFill>
                  <a:schemeClr val="tx1"/>
                </a:solidFill>
                <a:latin typeface="Times New Roman" panose="02020603050405020304" pitchFamily="18" charset="0"/>
                <a:ea typeface="仿宋_GB2312" pitchFamily="49" charset="-122"/>
              </a:endParaRPr>
            </a:p>
          </p:txBody>
        </p:sp>
        <p:sp>
          <p:nvSpPr>
            <p:cNvPr id="62502" name="Line 52"/>
            <p:cNvSpPr/>
            <p:nvPr/>
          </p:nvSpPr>
          <p:spPr>
            <a:xfrm>
              <a:off x="7653" y="6558"/>
              <a:ext cx="907" cy="0"/>
            </a:xfrm>
            <a:prstGeom prst="line">
              <a:avLst/>
            </a:prstGeom>
            <a:ln w="28575">
              <a:solidFill>
                <a:srgbClr val="FF0000"/>
              </a:solidFill>
              <a:headEnd type="triangle" w="med" len="med"/>
              <a:tailEnd type="none"/>
            </a:ln>
          </p:spPr>
          <p:style>
            <a:lnRef idx="1">
              <a:schemeClr val="accent1"/>
            </a:lnRef>
            <a:fillRef idx="0">
              <a:schemeClr val="accent1"/>
            </a:fillRef>
            <a:effectRef idx="0">
              <a:schemeClr val="accent1"/>
            </a:effectRef>
            <a:fontRef idx="minor">
              <a:schemeClr val="tx1"/>
            </a:fontRef>
          </p:style>
        </p:sp>
        <p:sp>
          <p:nvSpPr>
            <p:cNvPr id="62503" name="Text Box 53"/>
            <p:cNvSpPr txBox="1"/>
            <p:nvPr/>
          </p:nvSpPr>
          <p:spPr>
            <a:xfrm>
              <a:off x="7428" y="5803"/>
              <a:ext cx="1247" cy="818"/>
            </a:xfrm>
            <a:prstGeom prst="rect">
              <a:avLst/>
            </a:prstGeom>
            <a:noFill/>
            <a:ln w="9525">
              <a:noFill/>
            </a:ln>
          </p:spPr>
          <p:txBody>
            <a:bodyPr>
              <a:spAutoFit/>
            </a:bodyPr>
            <a:p>
              <a:r>
                <a:rPr lang="en-US" altLang="zh-CN" b="0" i="1" dirty="0">
                  <a:solidFill>
                    <a:schemeClr val="tx1"/>
                  </a:solidFill>
                  <a:latin typeface="Times New Roman" panose="02020603050405020304" pitchFamily="18" charset="0"/>
                  <a:ea typeface="仿宋_GB2312" pitchFamily="49" charset="-122"/>
                </a:rPr>
                <a:t>i </a:t>
              </a:r>
              <a:r>
                <a:rPr lang="en-US" altLang="zh-CN" b="0" baseline="30000" dirty="0">
                  <a:solidFill>
                    <a:schemeClr val="tx1"/>
                  </a:solidFill>
                  <a:latin typeface="Times New Roman" panose="02020603050405020304" pitchFamily="18" charset="0"/>
                  <a:ea typeface="仿宋_GB2312" pitchFamily="49" charset="-122"/>
                </a:rPr>
                <a:t>(2)</a:t>
              </a:r>
              <a:endParaRPr lang="en-US" altLang="zh-CN" b="0" baseline="30000" dirty="0">
                <a:solidFill>
                  <a:schemeClr val="tx1"/>
                </a:solidFill>
                <a:latin typeface="Times New Roman" panose="02020603050405020304" pitchFamily="18" charset="0"/>
                <a:ea typeface="仿宋_GB2312" pitchFamily="49" charset="-122"/>
              </a:endParaRPr>
            </a:p>
          </p:txBody>
        </p:sp>
        <p:sp>
          <p:nvSpPr>
            <p:cNvPr id="62505" name="Text Box 55"/>
            <p:cNvSpPr txBox="1"/>
            <p:nvPr/>
          </p:nvSpPr>
          <p:spPr>
            <a:xfrm>
              <a:off x="7175" y="8870"/>
              <a:ext cx="795" cy="818"/>
            </a:xfrm>
            <a:prstGeom prst="rect">
              <a:avLst/>
            </a:prstGeom>
            <a:noFill/>
            <a:ln w="9525">
              <a:noFill/>
            </a:ln>
          </p:spPr>
          <p:txBody>
            <a:bodyPr>
              <a:spAutoFit/>
            </a:bodyPr>
            <a:p>
              <a:pPr>
                <a:spcBef>
                  <a:spcPct val="50000"/>
                </a:spcBef>
              </a:pPr>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62506" name="Text Box 56"/>
            <p:cNvSpPr txBox="1"/>
            <p:nvPr/>
          </p:nvSpPr>
          <p:spPr>
            <a:xfrm>
              <a:off x="7200" y="7578"/>
              <a:ext cx="937" cy="818"/>
            </a:xfrm>
            <a:prstGeom prst="rect">
              <a:avLst/>
            </a:prstGeom>
            <a:noFill/>
            <a:ln w="9525">
              <a:noFill/>
            </a:ln>
          </p:spPr>
          <p:txBody>
            <a:bodyPr>
              <a:spAutoFit/>
            </a:bodyPr>
            <a:p>
              <a:pPr>
                <a:spcBef>
                  <a:spcPct val="50000"/>
                </a:spcBef>
              </a:pPr>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62507" name="Text Box 57"/>
            <p:cNvSpPr txBox="1"/>
            <p:nvPr/>
          </p:nvSpPr>
          <p:spPr>
            <a:xfrm>
              <a:off x="9353" y="8258"/>
              <a:ext cx="136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12V</a:t>
              </a:r>
              <a:endParaRPr lang="en-US" altLang="zh-CN" b="0" dirty="0">
                <a:solidFill>
                  <a:schemeClr val="tx1"/>
                </a:solidFill>
                <a:latin typeface="Times New Roman" panose="02020603050405020304" pitchFamily="18" charset="0"/>
                <a:ea typeface="仿宋_GB2312" pitchFamily="49" charset="-122"/>
              </a:endParaRPr>
            </a:p>
          </p:txBody>
        </p:sp>
        <p:sp>
          <p:nvSpPr>
            <p:cNvPr id="62508" name="Text Box 58"/>
            <p:cNvSpPr txBox="1"/>
            <p:nvPr/>
          </p:nvSpPr>
          <p:spPr>
            <a:xfrm>
              <a:off x="11735" y="8370"/>
              <a:ext cx="1022"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2A</a:t>
              </a:r>
              <a:endParaRPr lang="en-US" altLang="zh-CN" b="0" dirty="0">
                <a:solidFill>
                  <a:schemeClr val="tx1"/>
                </a:solidFill>
                <a:latin typeface="Times New Roman" panose="02020603050405020304" pitchFamily="18" charset="0"/>
                <a:ea typeface="仿宋_GB2312" pitchFamily="49" charset="-122"/>
              </a:endParaRPr>
            </a:p>
          </p:txBody>
        </p:sp>
        <p:sp>
          <p:nvSpPr>
            <p:cNvPr id="62509" name="Text Box 59"/>
            <p:cNvSpPr txBox="1"/>
            <p:nvPr/>
          </p:nvSpPr>
          <p:spPr>
            <a:xfrm>
              <a:off x="9013" y="7465"/>
              <a:ext cx="795" cy="818"/>
            </a:xfrm>
            <a:prstGeom prst="rect">
              <a:avLst/>
            </a:prstGeom>
            <a:noFill/>
            <a:ln w="9525">
              <a:noFill/>
            </a:ln>
          </p:spPr>
          <p:txBody>
            <a:bodyPr>
              <a:spAutoFit/>
            </a:bodyPr>
            <a:p>
              <a:pPr>
                <a:spcBef>
                  <a:spcPct val="50000"/>
                </a:spcBef>
              </a:pPr>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62510" name="Text Box 60"/>
            <p:cNvSpPr txBox="1"/>
            <p:nvPr/>
          </p:nvSpPr>
          <p:spPr>
            <a:xfrm>
              <a:off x="9013" y="8938"/>
              <a:ext cx="937" cy="818"/>
            </a:xfrm>
            <a:prstGeom prst="rect">
              <a:avLst/>
            </a:prstGeom>
            <a:noFill/>
            <a:ln w="9525">
              <a:noFill/>
            </a:ln>
          </p:spPr>
          <p:txBody>
            <a:bodyPr>
              <a:spAutoFit/>
            </a:bodyPr>
            <a:p>
              <a:pPr>
                <a:spcBef>
                  <a:spcPct val="50000"/>
                </a:spcBef>
              </a:pPr>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62511" name="Text Box 61"/>
            <p:cNvSpPr txBox="1"/>
            <p:nvPr/>
          </p:nvSpPr>
          <p:spPr>
            <a:xfrm>
              <a:off x="12188" y="7578"/>
              <a:ext cx="1247"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仿宋_GB2312" pitchFamily="49" charset="-122"/>
                </a:rPr>
                <a:t>1</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62512" name="Text Box 62"/>
            <p:cNvSpPr txBox="1"/>
            <p:nvPr/>
          </p:nvSpPr>
          <p:spPr>
            <a:xfrm>
              <a:off x="9128" y="6783"/>
              <a:ext cx="1222"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仿宋_GB2312" pitchFamily="49" charset="-122"/>
                </a:rPr>
                <a:t>3</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62513" name="Text Box 63"/>
            <p:cNvSpPr txBox="1"/>
            <p:nvPr/>
          </p:nvSpPr>
          <p:spPr>
            <a:xfrm>
              <a:off x="7155" y="6783"/>
              <a:ext cx="1362"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仿宋_GB2312" pitchFamily="49" charset="-122"/>
                </a:rPr>
                <a:t>6</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62514" name="Line 64"/>
            <p:cNvSpPr/>
            <p:nvPr/>
          </p:nvSpPr>
          <p:spPr bwMode="auto">
            <a:xfrm>
              <a:off x="9013" y="6558"/>
              <a:ext cx="0" cy="3063"/>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62515" name="Line 65"/>
            <p:cNvSpPr/>
            <p:nvPr/>
          </p:nvSpPr>
          <p:spPr bwMode="auto">
            <a:xfrm>
              <a:off x="11733" y="6558"/>
              <a:ext cx="0" cy="3063"/>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62516" name="Line 66"/>
            <p:cNvSpPr/>
            <p:nvPr/>
          </p:nvSpPr>
          <p:spPr>
            <a:xfrm>
              <a:off x="11735" y="8485"/>
              <a:ext cx="0" cy="793"/>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62517" name="Text Box 67"/>
            <p:cNvSpPr txBox="1"/>
            <p:nvPr/>
          </p:nvSpPr>
          <p:spPr>
            <a:xfrm>
              <a:off x="7428" y="8258"/>
              <a:ext cx="102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6V</a:t>
              </a:r>
              <a:endParaRPr lang="en-US" altLang="zh-CN" b="0" dirty="0">
                <a:solidFill>
                  <a:schemeClr val="tx1"/>
                </a:solidFill>
                <a:latin typeface="Times New Roman" panose="02020603050405020304" pitchFamily="18" charset="0"/>
                <a:ea typeface="仿宋_GB2312" pitchFamily="49" charset="-122"/>
              </a:endParaRPr>
            </a:p>
          </p:txBody>
        </p:sp>
        <p:sp>
          <p:nvSpPr>
            <p:cNvPr id="62518" name="Text Box 68"/>
            <p:cNvSpPr txBox="1"/>
            <p:nvPr/>
          </p:nvSpPr>
          <p:spPr>
            <a:xfrm>
              <a:off x="9355" y="5763"/>
              <a:ext cx="795" cy="818"/>
            </a:xfrm>
            <a:prstGeom prst="rect">
              <a:avLst/>
            </a:prstGeom>
            <a:noFill/>
            <a:ln w="9525">
              <a:noFill/>
            </a:ln>
          </p:spPr>
          <p:txBody>
            <a:bodyPr>
              <a:spAutoFit/>
            </a:bodyPr>
            <a:p>
              <a:pPr>
                <a:spcBef>
                  <a:spcPct val="50000"/>
                </a:spcBef>
              </a:pPr>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62519" name="Text Box 69"/>
            <p:cNvSpPr txBox="1"/>
            <p:nvPr/>
          </p:nvSpPr>
          <p:spPr>
            <a:xfrm>
              <a:off x="10715" y="5763"/>
              <a:ext cx="937" cy="818"/>
            </a:xfrm>
            <a:prstGeom prst="rect">
              <a:avLst/>
            </a:prstGeom>
            <a:noFill/>
            <a:ln w="9525">
              <a:noFill/>
            </a:ln>
          </p:spPr>
          <p:txBody>
            <a:bodyPr>
              <a:spAutoFit/>
            </a:bodyPr>
            <a:p>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62520" name="Rectangle 70"/>
            <p:cNvSpPr/>
            <p:nvPr/>
          </p:nvSpPr>
          <p:spPr bwMode="auto">
            <a:xfrm>
              <a:off x="8855" y="6898"/>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62521" name="Rectangle 71"/>
            <p:cNvSpPr/>
            <p:nvPr/>
          </p:nvSpPr>
          <p:spPr bwMode="auto">
            <a:xfrm>
              <a:off x="6925" y="6898"/>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62522" name="Rectangle 72"/>
            <p:cNvSpPr/>
            <p:nvPr/>
          </p:nvSpPr>
          <p:spPr bwMode="auto">
            <a:xfrm>
              <a:off x="13050" y="7578"/>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62524" name="Oval 77"/>
            <p:cNvSpPr/>
            <p:nvPr/>
          </p:nvSpPr>
          <p:spPr bwMode="auto">
            <a:xfrm>
              <a:off x="10943" y="6443"/>
              <a:ext cx="227" cy="228"/>
            </a:xfrm>
            <a:prstGeom prst="ellips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lIns="92075" tIns="46038" rIns="92075" bIns="46038" anchor="ctr" anchorCtr="0">
              <a:noAutofit/>
            </a:bodyPr>
            <a:p>
              <a:pPr lvl="0" algn="l">
                <a:buClrTx/>
                <a:buSzTx/>
                <a:buFontTx/>
              </a:pPr>
              <a:endParaRPr lang="zh-CN" altLang="en-US" dirty="0">
                <a:latin typeface="Arial" panose="020B0604020202020204" pitchFamily="34" charset="0"/>
                <a:sym typeface="+mn-ea"/>
              </a:endParaRPr>
            </a:p>
          </p:txBody>
        </p:sp>
        <p:sp>
          <p:nvSpPr>
            <p:cNvPr id="62525" name="Oval 78"/>
            <p:cNvSpPr/>
            <p:nvPr/>
          </p:nvSpPr>
          <p:spPr bwMode="auto">
            <a:xfrm>
              <a:off x="9808" y="6443"/>
              <a:ext cx="227" cy="228"/>
            </a:xfrm>
            <a:prstGeom prst="ellips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lIns="92075" tIns="46038" rIns="92075" bIns="46038" anchor="ctr" anchorCtr="0">
              <a:noAutofit/>
            </a:bodyPr>
            <a:p>
              <a:pPr lvl="0" algn="l">
                <a:buClrTx/>
                <a:buSzTx/>
                <a:buFontTx/>
              </a:pPr>
              <a:endParaRPr lang="zh-CN" altLang="en-US" dirty="0">
                <a:latin typeface="Arial" panose="020B0604020202020204" pitchFamily="34" charset="0"/>
                <a:sym typeface="+mn-ea"/>
              </a:endParaRPr>
            </a:p>
          </p:txBody>
        </p:sp>
        <p:grpSp>
          <p:nvGrpSpPr>
            <p:cNvPr id="11" name="组合 10"/>
            <p:cNvGrpSpPr/>
            <p:nvPr/>
          </p:nvGrpSpPr>
          <p:grpSpPr>
            <a:xfrm>
              <a:off x="11280" y="7488"/>
              <a:ext cx="908" cy="908"/>
              <a:chOff x="5907581" y="4495572"/>
              <a:chExt cx="576263" cy="576263"/>
            </a:xfrm>
          </p:grpSpPr>
          <p:sp>
            <p:nvSpPr>
              <p:cNvPr id="12"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13" name="直接连接符 12"/>
              <p:cNvCxnSpPr>
                <a:stCxn id="12" idx="4"/>
                <a:endCxn id="12"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 name="组合 13"/>
            <p:cNvGrpSpPr/>
            <p:nvPr/>
          </p:nvGrpSpPr>
          <p:grpSpPr>
            <a:xfrm>
              <a:off x="6634" y="8168"/>
              <a:ext cx="908" cy="908"/>
              <a:chOff x="505193" y="3720552"/>
              <a:chExt cx="432197" cy="432197"/>
            </a:xfrm>
            <a:solidFill>
              <a:schemeClr val="accent6">
                <a:lumMod val="40000"/>
                <a:lumOff val="60000"/>
              </a:schemeClr>
            </a:solidFill>
          </p:grpSpPr>
          <p:sp>
            <p:nvSpPr>
              <p:cNvPr id="15"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16" name="直接连接符 15"/>
              <p:cNvCxnSpPr>
                <a:stCxn id="15" idx="0"/>
                <a:endCxn id="15"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a:xfrm>
              <a:off x="8560" y="8168"/>
              <a:ext cx="908" cy="908"/>
              <a:chOff x="505193" y="3720552"/>
              <a:chExt cx="432197" cy="432197"/>
            </a:xfrm>
            <a:solidFill>
              <a:schemeClr val="accent6">
                <a:lumMod val="40000"/>
                <a:lumOff val="60000"/>
              </a:schemeClr>
            </a:solidFill>
          </p:grpSpPr>
          <p:sp>
            <p:nvSpPr>
              <p:cNvPr id="18"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19" name="直接连接符 18"/>
              <p:cNvCxnSpPr>
                <a:stCxn id="18" idx="0"/>
                <a:endCxn id="18"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 name="组合 3"/>
          <p:cNvGrpSpPr/>
          <p:nvPr/>
        </p:nvGrpSpPr>
        <p:grpSpPr>
          <a:xfrm>
            <a:off x="3366135" y="589915"/>
            <a:ext cx="4917440" cy="2535555"/>
            <a:chOff x="2724" y="1090"/>
            <a:chExt cx="7744" cy="3993"/>
          </a:xfrm>
        </p:grpSpPr>
        <p:sp>
          <p:nvSpPr>
            <p:cNvPr id="62539" name="Text Box 24"/>
            <p:cNvSpPr txBox="1"/>
            <p:nvPr/>
          </p:nvSpPr>
          <p:spPr>
            <a:xfrm>
              <a:off x="6180" y="1090"/>
              <a:ext cx="1305"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仿宋_GB2312" pitchFamily="49" charset="-122"/>
                </a:rPr>
                <a:t>3</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A</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grpSp>
          <p:nvGrpSpPr>
            <p:cNvPr id="3" name="组合 2"/>
            <p:cNvGrpSpPr/>
            <p:nvPr/>
          </p:nvGrpSpPr>
          <p:grpSpPr>
            <a:xfrm>
              <a:off x="2724" y="1428"/>
              <a:ext cx="7744" cy="3655"/>
              <a:chOff x="2778" y="1428"/>
              <a:chExt cx="7744" cy="3655"/>
            </a:xfrm>
          </p:grpSpPr>
          <p:sp>
            <p:nvSpPr>
              <p:cNvPr id="62530" name="Rectangle 15"/>
              <p:cNvSpPr/>
              <p:nvPr/>
            </p:nvSpPr>
            <p:spPr bwMode="auto">
              <a:xfrm>
                <a:off x="4138" y="1885"/>
                <a:ext cx="6235" cy="3063"/>
              </a:xfrm>
              <a:prstGeom prst="rect">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lIns="91440" tIns="45720" rIns="91440" bIns="45720" anchor="ctr" anchorCtr="0">
                <a:noAutofit/>
              </a:bodyPr>
              <a:lstStyle/>
              <a:p>
                <a:pPr lvl="0" algn="l">
                  <a:buClrTx/>
                  <a:buSzTx/>
                  <a:buFontTx/>
                </a:pPr>
                <a:endParaRPr lang="zh-CN" altLang="en-US" sz="1800">
                  <a:sym typeface="+mn-ea"/>
                </a:endParaRPr>
              </a:p>
            </p:txBody>
          </p:sp>
          <p:sp>
            <p:nvSpPr>
              <p:cNvPr id="62531" name="Text Box 16"/>
              <p:cNvSpPr txBox="1"/>
              <p:nvPr/>
            </p:nvSpPr>
            <p:spPr>
              <a:xfrm>
                <a:off x="7200" y="2113"/>
                <a:ext cx="795" cy="818"/>
              </a:xfrm>
              <a:prstGeom prst="rect">
                <a:avLst/>
              </a:prstGeom>
              <a:noFill/>
              <a:ln w="9525">
                <a:noFill/>
              </a:ln>
            </p:spPr>
            <p:txBody>
              <a:bodyPr>
                <a:spAutoFit/>
              </a:bodyPr>
              <a:p>
                <a:r>
                  <a:rPr lang="en-US" altLang="zh-CN" b="0" i="1" dirty="0">
                    <a:solidFill>
                      <a:schemeClr val="tx1"/>
                    </a:solidFill>
                    <a:latin typeface="Times New Roman" panose="02020603050405020304" pitchFamily="18" charset="0"/>
                    <a:ea typeface="仿宋_GB2312" pitchFamily="49" charset="-122"/>
                  </a:rPr>
                  <a:t>u</a:t>
                </a:r>
                <a:endParaRPr lang="en-US" altLang="zh-CN" b="0" i="1" dirty="0">
                  <a:solidFill>
                    <a:schemeClr val="tx1"/>
                  </a:solidFill>
                  <a:latin typeface="Times New Roman" panose="02020603050405020304" pitchFamily="18" charset="0"/>
                  <a:ea typeface="仿宋_GB2312" pitchFamily="49" charset="-122"/>
                </a:endParaRPr>
              </a:p>
            </p:txBody>
          </p:sp>
          <p:sp>
            <p:nvSpPr>
              <p:cNvPr id="62532" name="Text Box 17"/>
              <p:cNvSpPr txBox="1"/>
              <p:nvPr/>
            </p:nvSpPr>
            <p:spPr>
              <a:xfrm>
                <a:off x="3230" y="4153"/>
                <a:ext cx="795" cy="818"/>
              </a:xfrm>
              <a:prstGeom prst="rect">
                <a:avLst/>
              </a:prstGeom>
              <a:noFill/>
              <a:ln w="9525">
                <a:noFill/>
              </a:ln>
            </p:spPr>
            <p:txBody>
              <a:bodyPr>
                <a:spAutoFit/>
              </a:bodyPr>
              <a:p>
                <a:pPr>
                  <a:spcBef>
                    <a:spcPct val="50000"/>
                  </a:spcBef>
                </a:pPr>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62533" name="Text Box 18"/>
              <p:cNvSpPr txBox="1"/>
              <p:nvPr/>
            </p:nvSpPr>
            <p:spPr>
              <a:xfrm>
                <a:off x="3118" y="2883"/>
                <a:ext cx="938" cy="818"/>
              </a:xfrm>
              <a:prstGeom prst="rect">
                <a:avLst/>
              </a:prstGeom>
              <a:noFill/>
              <a:ln w="9525">
                <a:noFill/>
              </a:ln>
            </p:spPr>
            <p:txBody>
              <a:bodyPr>
                <a:spAutoFit/>
              </a:bodyPr>
              <a:p>
                <a:pPr>
                  <a:spcBef>
                    <a:spcPct val="50000"/>
                  </a:spcBef>
                </a:pPr>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62534" name="Text Box 19"/>
              <p:cNvSpPr txBox="1"/>
              <p:nvPr/>
            </p:nvSpPr>
            <p:spPr>
              <a:xfrm>
                <a:off x="5953" y="3585"/>
                <a:ext cx="136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12V</a:t>
                </a:r>
                <a:endParaRPr lang="en-US" altLang="zh-CN" b="0" dirty="0">
                  <a:solidFill>
                    <a:schemeClr val="tx1"/>
                  </a:solidFill>
                  <a:latin typeface="Times New Roman" panose="02020603050405020304" pitchFamily="18" charset="0"/>
                  <a:ea typeface="仿宋_GB2312" pitchFamily="49" charset="-122"/>
                </a:endParaRPr>
              </a:p>
            </p:txBody>
          </p:sp>
          <p:sp>
            <p:nvSpPr>
              <p:cNvPr id="62535" name="Text Box 20"/>
              <p:cNvSpPr txBox="1"/>
              <p:nvPr/>
            </p:nvSpPr>
            <p:spPr>
              <a:xfrm>
                <a:off x="8788" y="3788"/>
                <a:ext cx="1248"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2A</a:t>
                </a:r>
                <a:endParaRPr lang="en-US" altLang="zh-CN" b="0" dirty="0">
                  <a:solidFill>
                    <a:schemeClr val="tx1"/>
                  </a:solidFill>
                  <a:latin typeface="Times New Roman" panose="02020603050405020304" pitchFamily="18" charset="0"/>
                  <a:ea typeface="仿宋_GB2312" pitchFamily="49" charset="-122"/>
                </a:endParaRPr>
              </a:p>
            </p:txBody>
          </p:sp>
          <p:sp>
            <p:nvSpPr>
              <p:cNvPr id="62536" name="Text Box 21"/>
              <p:cNvSpPr txBox="1"/>
              <p:nvPr/>
            </p:nvSpPr>
            <p:spPr>
              <a:xfrm>
                <a:off x="5613" y="2793"/>
                <a:ext cx="795" cy="818"/>
              </a:xfrm>
              <a:prstGeom prst="rect">
                <a:avLst/>
              </a:prstGeom>
              <a:noFill/>
              <a:ln w="9525">
                <a:noFill/>
              </a:ln>
            </p:spPr>
            <p:txBody>
              <a:bodyPr>
                <a:spAutoFit/>
              </a:bodyPr>
              <a:p>
                <a:pPr>
                  <a:spcBef>
                    <a:spcPct val="50000"/>
                  </a:spcBef>
                </a:pPr>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62537" name="Text Box 22"/>
              <p:cNvSpPr txBox="1"/>
              <p:nvPr/>
            </p:nvSpPr>
            <p:spPr>
              <a:xfrm>
                <a:off x="5613" y="4265"/>
                <a:ext cx="938" cy="818"/>
              </a:xfrm>
              <a:prstGeom prst="rect">
                <a:avLst/>
              </a:prstGeom>
              <a:noFill/>
              <a:ln w="9525">
                <a:noFill/>
              </a:ln>
            </p:spPr>
            <p:txBody>
              <a:bodyPr>
                <a:spAutoFit/>
              </a:bodyPr>
              <a:p>
                <a:pPr>
                  <a:spcBef>
                    <a:spcPct val="50000"/>
                  </a:spcBef>
                </a:pPr>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62538" name="Text Box 23"/>
              <p:cNvSpPr txBox="1"/>
              <p:nvPr/>
            </p:nvSpPr>
            <p:spPr>
              <a:xfrm>
                <a:off x="9240" y="2905"/>
                <a:ext cx="1248"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仿宋_GB2312" pitchFamily="49" charset="-122"/>
                  </a:rPr>
                  <a:t>1</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62540" name="Text Box 25"/>
              <p:cNvSpPr txBox="1"/>
              <p:nvPr/>
            </p:nvSpPr>
            <p:spPr>
              <a:xfrm>
                <a:off x="4480" y="2225"/>
                <a:ext cx="1223"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仿宋_GB2312" pitchFamily="49" charset="-122"/>
                  </a:rPr>
                  <a:t>3</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62541" name="Text Box 26"/>
              <p:cNvSpPr txBox="1"/>
              <p:nvPr/>
            </p:nvSpPr>
            <p:spPr>
              <a:xfrm>
                <a:off x="3003" y="2113"/>
                <a:ext cx="1363"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仿宋_GB2312" pitchFamily="49" charset="-122"/>
                  </a:rPr>
                  <a:t>6</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62542" name="Line 27"/>
              <p:cNvSpPr/>
              <p:nvPr/>
            </p:nvSpPr>
            <p:spPr bwMode="auto">
              <a:xfrm>
                <a:off x="5613" y="1885"/>
                <a:ext cx="0" cy="3063"/>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62543" name="Line 28"/>
              <p:cNvSpPr/>
              <p:nvPr/>
            </p:nvSpPr>
            <p:spPr bwMode="auto">
              <a:xfrm>
                <a:off x="8785" y="1885"/>
                <a:ext cx="0" cy="3063"/>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62544" name="Line 29"/>
              <p:cNvSpPr/>
              <p:nvPr/>
            </p:nvSpPr>
            <p:spPr>
              <a:xfrm rot="16200000" flipV="1">
                <a:off x="6633" y="1428"/>
                <a:ext cx="0" cy="908"/>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62545" name="Line 30"/>
              <p:cNvSpPr/>
              <p:nvPr/>
            </p:nvSpPr>
            <p:spPr>
              <a:xfrm>
                <a:off x="8788" y="3808"/>
                <a:ext cx="0" cy="798"/>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62546" name="Text Box 31"/>
              <p:cNvSpPr txBox="1"/>
              <p:nvPr/>
            </p:nvSpPr>
            <p:spPr>
              <a:xfrm>
                <a:off x="2778" y="3585"/>
                <a:ext cx="102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6V</a:t>
                </a:r>
                <a:endParaRPr lang="en-US" altLang="zh-CN" b="0" dirty="0">
                  <a:solidFill>
                    <a:schemeClr val="tx1"/>
                  </a:solidFill>
                  <a:latin typeface="Times New Roman" panose="02020603050405020304" pitchFamily="18" charset="0"/>
                  <a:ea typeface="仿宋_GB2312" pitchFamily="49" charset="-122"/>
                </a:endParaRPr>
              </a:p>
            </p:txBody>
          </p:sp>
          <p:sp>
            <p:nvSpPr>
              <p:cNvPr id="62547" name="Text Box 32"/>
              <p:cNvSpPr txBox="1"/>
              <p:nvPr/>
            </p:nvSpPr>
            <p:spPr>
              <a:xfrm>
                <a:off x="6405" y="1908"/>
                <a:ext cx="795" cy="818"/>
              </a:xfrm>
              <a:prstGeom prst="rect">
                <a:avLst/>
              </a:prstGeom>
              <a:noFill/>
              <a:ln w="9525">
                <a:noFill/>
              </a:ln>
            </p:spPr>
            <p:txBody>
              <a:bodyPr>
                <a:spAutoFit/>
              </a:bodyPr>
              <a:p>
                <a:pPr>
                  <a:spcBef>
                    <a:spcPct val="50000"/>
                  </a:spcBef>
                </a:pPr>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62548" name="Text Box 33"/>
              <p:cNvSpPr txBox="1"/>
              <p:nvPr/>
            </p:nvSpPr>
            <p:spPr>
              <a:xfrm>
                <a:off x="7848" y="1975"/>
                <a:ext cx="938" cy="818"/>
              </a:xfrm>
              <a:prstGeom prst="rect">
                <a:avLst/>
              </a:prstGeom>
              <a:noFill/>
              <a:ln w="9525">
                <a:noFill/>
              </a:ln>
            </p:spPr>
            <p:txBody>
              <a:bodyPr>
                <a:spAutoFit/>
              </a:bodyPr>
              <a:p>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62549" name="Rectangle 34"/>
              <p:cNvSpPr/>
              <p:nvPr/>
            </p:nvSpPr>
            <p:spPr bwMode="auto">
              <a:xfrm>
                <a:off x="5424" y="2225"/>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62550" name="Rectangle 35"/>
              <p:cNvSpPr/>
              <p:nvPr/>
            </p:nvSpPr>
            <p:spPr bwMode="auto">
              <a:xfrm>
                <a:off x="3961" y="2225"/>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62551" name="Rectangle 36"/>
              <p:cNvSpPr/>
              <p:nvPr/>
            </p:nvSpPr>
            <p:spPr bwMode="auto">
              <a:xfrm>
                <a:off x="10204" y="2905"/>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grpSp>
            <p:nvGrpSpPr>
              <p:cNvPr id="5" name="组合 4"/>
              <p:cNvGrpSpPr/>
              <p:nvPr/>
            </p:nvGrpSpPr>
            <p:grpSpPr>
              <a:xfrm>
                <a:off x="8336" y="2883"/>
                <a:ext cx="908" cy="908"/>
                <a:chOff x="5907581" y="4495572"/>
                <a:chExt cx="576263" cy="576263"/>
              </a:xfrm>
            </p:grpSpPr>
            <p:sp>
              <p:nvSpPr>
                <p:cNvPr id="6"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8" name="直接连接符 7"/>
                <p:cNvCxnSpPr>
                  <a:stCxn id="6" idx="4"/>
                  <a:endCxn id="6"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 name="组合 19"/>
              <p:cNvGrpSpPr/>
              <p:nvPr/>
            </p:nvGrpSpPr>
            <p:grpSpPr>
              <a:xfrm>
                <a:off x="3683" y="3473"/>
                <a:ext cx="908" cy="908"/>
                <a:chOff x="505193" y="3720552"/>
                <a:chExt cx="432197" cy="432197"/>
              </a:xfrm>
              <a:solidFill>
                <a:schemeClr val="accent6">
                  <a:lumMod val="40000"/>
                  <a:lumOff val="60000"/>
                </a:schemeClr>
              </a:solidFill>
            </p:grpSpPr>
            <p:sp>
              <p:nvSpPr>
                <p:cNvPr id="21"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22" name="直接连接符 21"/>
                <p:cNvCxnSpPr>
                  <a:stCxn id="21" idx="0"/>
                  <a:endCxn id="21"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 name="组合 22"/>
              <p:cNvGrpSpPr/>
              <p:nvPr/>
            </p:nvGrpSpPr>
            <p:grpSpPr>
              <a:xfrm>
                <a:off x="5159" y="3495"/>
                <a:ext cx="908" cy="908"/>
                <a:chOff x="505193" y="3720552"/>
                <a:chExt cx="432197" cy="432197"/>
              </a:xfrm>
              <a:solidFill>
                <a:schemeClr val="accent6">
                  <a:lumMod val="40000"/>
                  <a:lumOff val="60000"/>
                </a:schemeClr>
              </a:solidFill>
            </p:grpSpPr>
            <p:sp>
              <p:nvSpPr>
                <p:cNvPr id="24"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25" name="直接连接符 24"/>
                <p:cNvCxnSpPr>
                  <a:stCxn id="24" idx="0"/>
                  <a:endCxn id="24"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nvGrpSpPr>
            <p:grpSpPr>
              <a:xfrm>
                <a:off x="7088" y="1428"/>
                <a:ext cx="908" cy="908"/>
                <a:chOff x="505193" y="3720552"/>
                <a:chExt cx="432197" cy="432197"/>
              </a:xfrm>
              <a:solidFill>
                <a:schemeClr val="accent6">
                  <a:lumMod val="40000"/>
                  <a:lumOff val="60000"/>
                </a:schemeClr>
              </a:solidFill>
            </p:grpSpPr>
            <p:sp>
              <p:nvSpPr>
                <p:cNvPr id="27"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28" name="直接连接符 27"/>
                <p:cNvCxnSpPr>
                  <a:stCxn id="27" idx="0"/>
                  <a:endCxn id="27"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33" name="组合 32"/>
          <p:cNvGrpSpPr/>
          <p:nvPr/>
        </p:nvGrpSpPr>
        <p:grpSpPr>
          <a:xfrm>
            <a:off x="368935" y="4047490"/>
            <a:ext cx="3266440" cy="2247900"/>
            <a:chOff x="581" y="6374"/>
            <a:chExt cx="5144" cy="3540"/>
          </a:xfrm>
        </p:grpSpPr>
        <p:sp>
          <p:nvSpPr>
            <p:cNvPr id="62481" name="Text Box 82"/>
            <p:cNvSpPr txBox="1"/>
            <p:nvPr/>
          </p:nvSpPr>
          <p:spPr>
            <a:xfrm>
              <a:off x="2778" y="6374"/>
              <a:ext cx="1022"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仿宋_GB2312" pitchFamily="49" charset="-122"/>
                </a:rPr>
                <a:t>3</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A</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62479" name="Rectangle 80"/>
            <p:cNvSpPr/>
            <p:nvPr/>
          </p:nvSpPr>
          <p:spPr bwMode="auto">
            <a:xfrm>
              <a:off x="735" y="7079"/>
              <a:ext cx="4762" cy="2835"/>
            </a:xfrm>
            <a:prstGeom prst="rect">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lIns="92075" tIns="46038" rIns="92075" bIns="46038" anchor="ctr" anchorCtr="0"/>
            <a:p>
              <a:endParaRPr lang="zh-CN" altLang="en-US" dirty="0">
                <a:latin typeface="Arial" panose="020B0604020202020204" pitchFamily="34" charset="0"/>
              </a:endParaRPr>
            </a:p>
          </p:txBody>
        </p:sp>
        <p:sp>
          <p:nvSpPr>
            <p:cNvPr id="62480" name="Text Box 81"/>
            <p:cNvSpPr txBox="1"/>
            <p:nvPr/>
          </p:nvSpPr>
          <p:spPr>
            <a:xfrm>
              <a:off x="4478" y="8099"/>
              <a:ext cx="1247"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仿宋_GB2312" pitchFamily="49" charset="-122"/>
                </a:rPr>
                <a:t>1</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62482" name="Text Box 83"/>
            <p:cNvSpPr txBox="1"/>
            <p:nvPr/>
          </p:nvSpPr>
          <p:spPr>
            <a:xfrm>
              <a:off x="2210" y="8211"/>
              <a:ext cx="1222"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仿宋_GB2312" pitchFamily="49" charset="-122"/>
                </a:rPr>
                <a:t>3</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62483" name="Text Box 84"/>
            <p:cNvSpPr txBox="1"/>
            <p:nvPr/>
          </p:nvSpPr>
          <p:spPr>
            <a:xfrm>
              <a:off x="850" y="8099"/>
              <a:ext cx="1362"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仿宋_GB2312" pitchFamily="49" charset="-122"/>
                </a:rPr>
                <a:t>6</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62484" name="Line 85"/>
            <p:cNvSpPr/>
            <p:nvPr/>
          </p:nvSpPr>
          <p:spPr bwMode="auto">
            <a:xfrm>
              <a:off x="2210" y="7079"/>
              <a:ext cx="0" cy="2835"/>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62485" name="Line 86"/>
            <p:cNvSpPr/>
            <p:nvPr/>
          </p:nvSpPr>
          <p:spPr>
            <a:xfrm rot="16200000" flipV="1">
              <a:off x="3230" y="6621"/>
              <a:ext cx="0" cy="907"/>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62486" name="Text Box 87"/>
            <p:cNvSpPr txBox="1"/>
            <p:nvPr/>
          </p:nvSpPr>
          <p:spPr>
            <a:xfrm>
              <a:off x="3005" y="7011"/>
              <a:ext cx="680" cy="818"/>
            </a:xfrm>
            <a:prstGeom prst="rect">
              <a:avLst/>
            </a:prstGeom>
            <a:noFill/>
            <a:ln w="9525">
              <a:noFill/>
            </a:ln>
          </p:spPr>
          <p:txBody>
            <a:bodyPr>
              <a:spAutoFit/>
            </a:bodyPr>
            <a:p>
              <a:pPr>
                <a:spcBef>
                  <a:spcPct val="50000"/>
                </a:spcBef>
              </a:pPr>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62487" name="Text Box 88"/>
            <p:cNvSpPr txBox="1"/>
            <p:nvPr/>
          </p:nvSpPr>
          <p:spPr>
            <a:xfrm>
              <a:off x="4395" y="7001"/>
              <a:ext cx="937" cy="818"/>
            </a:xfrm>
            <a:prstGeom prst="rect">
              <a:avLst/>
            </a:prstGeom>
            <a:noFill/>
            <a:ln w="9525">
              <a:noFill/>
            </a:ln>
          </p:spPr>
          <p:txBody>
            <a:bodyPr>
              <a:spAutoFit/>
            </a:bodyPr>
            <a:p>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62488" name="Rectangle 89"/>
            <p:cNvSpPr/>
            <p:nvPr/>
          </p:nvSpPr>
          <p:spPr bwMode="auto">
            <a:xfrm>
              <a:off x="2025" y="8211"/>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62489" name="Rectangle 90"/>
            <p:cNvSpPr/>
            <p:nvPr/>
          </p:nvSpPr>
          <p:spPr bwMode="auto">
            <a:xfrm>
              <a:off x="581" y="8211"/>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62490" name="Rectangle 91"/>
            <p:cNvSpPr/>
            <p:nvPr/>
          </p:nvSpPr>
          <p:spPr bwMode="auto">
            <a:xfrm>
              <a:off x="5343" y="8099"/>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62492" name="Text Box 95"/>
            <p:cNvSpPr txBox="1"/>
            <p:nvPr/>
          </p:nvSpPr>
          <p:spPr>
            <a:xfrm>
              <a:off x="3458" y="7531"/>
              <a:ext cx="1475" cy="818"/>
            </a:xfrm>
            <a:prstGeom prst="rect">
              <a:avLst/>
            </a:prstGeom>
            <a:noFill/>
            <a:ln w="9525">
              <a:noFill/>
            </a:ln>
          </p:spPr>
          <p:txBody>
            <a:bodyPr>
              <a:spAutoFit/>
            </a:bodyPr>
            <a:p>
              <a:r>
                <a:rPr lang="en-US" altLang="zh-CN" b="0" i="1" dirty="0">
                  <a:solidFill>
                    <a:schemeClr val="tx1"/>
                  </a:solidFill>
                  <a:latin typeface="Times New Roman" panose="02020603050405020304" pitchFamily="18" charset="0"/>
                  <a:ea typeface="仿宋_GB2312" pitchFamily="49" charset="-122"/>
                </a:rPr>
                <a:t>u</a:t>
              </a:r>
              <a:r>
                <a:rPr lang="en-US" altLang="zh-CN" b="0" baseline="30000" dirty="0">
                  <a:solidFill>
                    <a:schemeClr val="tx1"/>
                  </a:solidFill>
                  <a:latin typeface="Times New Roman" panose="02020603050405020304" pitchFamily="18" charset="0"/>
                  <a:ea typeface="仿宋_GB2312" pitchFamily="49" charset="-122"/>
                </a:rPr>
                <a:t>(1)</a:t>
              </a:r>
              <a:endParaRPr lang="en-US" altLang="zh-CN" b="0" baseline="30000" dirty="0">
                <a:solidFill>
                  <a:schemeClr val="tx1"/>
                </a:solidFill>
                <a:latin typeface="Times New Roman" panose="02020603050405020304" pitchFamily="18" charset="0"/>
                <a:ea typeface="仿宋_GB2312" pitchFamily="49" charset="-122"/>
              </a:endParaRPr>
            </a:p>
          </p:txBody>
        </p:sp>
        <p:grpSp>
          <p:nvGrpSpPr>
            <p:cNvPr id="29" name="组合 28"/>
            <p:cNvGrpSpPr/>
            <p:nvPr/>
          </p:nvGrpSpPr>
          <p:grpSpPr>
            <a:xfrm rot="0">
              <a:off x="3685" y="6623"/>
              <a:ext cx="908" cy="908"/>
              <a:chOff x="505193" y="3720076"/>
              <a:chExt cx="432197" cy="432197"/>
            </a:xfrm>
            <a:solidFill>
              <a:schemeClr val="accent6">
                <a:lumMod val="40000"/>
                <a:lumOff val="60000"/>
              </a:schemeClr>
            </a:solidFill>
          </p:grpSpPr>
          <p:sp>
            <p:nvSpPr>
              <p:cNvPr id="30" name="Oval 953"/>
              <p:cNvSpPr>
                <a:spLocks noChangeArrowheads="1"/>
              </p:cNvSpPr>
              <p:nvPr/>
            </p:nvSpPr>
            <p:spPr bwMode="auto">
              <a:xfrm>
                <a:off x="505193" y="3720076"/>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31" name="直接连接符 30"/>
              <p:cNvCxnSpPr>
                <a:stCxn id="30" idx="0"/>
                <a:endCxn id="30" idx="4"/>
              </p:cNvCxnSpPr>
              <p:nvPr/>
            </p:nvCxnSpPr>
            <p:spPr>
              <a:xfrm>
                <a:off x="721292" y="3720076"/>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fltVal val="0"/>
                                          </p:val>
                                        </p:tav>
                                        <p:tav tm="100000">
                                          <p:val>
                                            <p:strVal val="#ppt_w"/>
                                          </p:val>
                                        </p:tav>
                                      </p:tavLst>
                                    </p:anim>
                                    <p:anim calcmode="lin" valueType="num">
                                      <p:cBhvr>
                                        <p:cTn id="8" dur="1000" fill="hold"/>
                                        <p:tgtEl>
                                          <p:spTgt spid="9"/>
                                        </p:tgtEl>
                                        <p:attrNameLst>
                                          <p:attrName>ppt_h</p:attrName>
                                        </p:attrNameLst>
                                      </p:cBhvr>
                                      <p:tavLst>
                                        <p:tav tm="0">
                                          <p:val>
                                            <p:fltVal val="0"/>
                                          </p:val>
                                        </p:tav>
                                        <p:tav tm="100000">
                                          <p:val>
                                            <p:strVal val="#ppt_h"/>
                                          </p:val>
                                        </p:tav>
                                      </p:tavLst>
                                    </p:anim>
                                    <p:anim calcmode="lin" valueType="num">
                                      <p:cBhvr>
                                        <p:cTn id="9" dur="1000" fill="hold"/>
                                        <p:tgtEl>
                                          <p:spTgt spid="9"/>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9"/>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22" presetClass="entr" presetSubtype="8" fill="hold" grpId="0" nodeType="afterEffect">
                                  <p:stCondLst>
                                    <p:cond delay="0"/>
                                  </p:stCondLst>
                                  <p:childTnLst>
                                    <p:set>
                                      <p:cBhvr>
                                        <p:cTn id="13" dur="1" fill="hold">
                                          <p:stCondLst>
                                            <p:cond delay="0"/>
                                          </p:stCondLst>
                                        </p:cTn>
                                        <p:tgtEl>
                                          <p:spTgt spid="125955"/>
                                        </p:tgtEl>
                                        <p:attrNameLst>
                                          <p:attrName>style.visibility</p:attrName>
                                        </p:attrNameLst>
                                      </p:cBhvr>
                                      <p:to>
                                        <p:strVal val="visible"/>
                                      </p:to>
                                    </p:set>
                                    <p:animEffect transition="in" filter="wipe(left)">
                                      <p:cBhvr>
                                        <p:cTn id="14" dur="1000"/>
                                        <p:tgtEl>
                                          <p:spTgt spid="125955"/>
                                        </p:tgtEl>
                                      </p:cBhvr>
                                    </p:animEffect>
                                  </p:childTnLst>
                                </p:cTn>
                              </p:par>
                            </p:childTnLst>
                          </p:cTn>
                        </p:par>
                        <p:par>
                          <p:cTn id="15" fill="hold">
                            <p:stCondLst>
                              <p:cond delay="2000"/>
                            </p:stCondLst>
                            <p:childTnLst>
                              <p:par>
                                <p:cTn id="16" presetID="3" presetClass="entr" presetSubtype="10"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blinds(horizontal)">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p:cTn id="23" dur="1000" fill="hold"/>
                                        <p:tgtEl>
                                          <p:spTgt spid="10"/>
                                        </p:tgtEl>
                                        <p:attrNameLst>
                                          <p:attrName>ppt_w</p:attrName>
                                        </p:attrNameLst>
                                      </p:cBhvr>
                                      <p:tavLst>
                                        <p:tav tm="0">
                                          <p:val>
                                            <p:fltVal val="0"/>
                                          </p:val>
                                        </p:tav>
                                        <p:tav tm="100000">
                                          <p:val>
                                            <p:strVal val="#ppt_w"/>
                                          </p:val>
                                        </p:tav>
                                      </p:tavLst>
                                    </p:anim>
                                    <p:anim calcmode="lin" valueType="num">
                                      <p:cBhvr>
                                        <p:cTn id="24" dur="1000" fill="hold"/>
                                        <p:tgtEl>
                                          <p:spTgt spid="10"/>
                                        </p:tgtEl>
                                        <p:attrNameLst>
                                          <p:attrName>ppt_h</p:attrName>
                                        </p:attrNameLst>
                                      </p:cBhvr>
                                      <p:tavLst>
                                        <p:tav tm="0">
                                          <p:val>
                                            <p:fltVal val="0"/>
                                          </p:val>
                                        </p:tav>
                                        <p:tav tm="100000">
                                          <p:val>
                                            <p:strVal val="#ppt_h"/>
                                          </p:val>
                                        </p:tav>
                                      </p:tavLst>
                                    </p:anim>
                                    <p:anim calcmode="lin" valueType="num">
                                      <p:cBhvr>
                                        <p:cTn id="25" dur="1000" fill="hold"/>
                                        <p:tgtEl>
                                          <p:spTgt spid="10"/>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1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25995"/>
                                        </p:tgtEl>
                                        <p:attrNameLst>
                                          <p:attrName>style.visibility</p:attrName>
                                        </p:attrNameLst>
                                      </p:cBhvr>
                                      <p:to>
                                        <p:strVal val="visible"/>
                                      </p:to>
                                    </p:set>
                                    <p:animEffect transition="in" filter="blinds(horizontal)">
                                      <p:cBhvr>
                                        <p:cTn id="31" dur="500"/>
                                        <p:tgtEl>
                                          <p:spTgt spid="12599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wipe(left)">
                                      <p:cBhvr>
                                        <p:cTn id="36" dur="500"/>
                                        <p:tgtEl>
                                          <p:spTgt spid="33"/>
                                        </p:tgtEl>
                                      </p:cBhvr>
                                    </p:animEffect>
                                  </p:childTnLst>
                                </p:cTn>
                              </p:par>
                            </p:childTnLst>
                          </p:cTn>
                        </p:par>
                        <p:par>
                          <p:cTn id="37" fill="hold">
                            <p:stCondLst>
                              <p:cond delay="500"/>
                            </p:stCondLst>
                            <p:childTnLst>
                              <p:par>
                                <p:cTn id="38" presetID="51" presetClass="entr" presetSubtype="0" fill="hold" grpId="0" nodeType="afterEffect">
                                  <p:stCondLst>
                                    <p:cond delay="0"/>
                                  </p:stCondLst>
                                  <p:childTnLst>
                                    <p:set>
                                      <p:cBhvr>
                                        <p:cTn id="39" dur="1" fill="hold">
                                          <p:stCondLst>
                                            <p:cond delay="0"/>
                                          </p:stCondLst>
                                        </p:cTn>
                                        <p:tgtEl>
                                          <p:spTgt spid="125996"/>
                                        </p:tgtEl>
                                        <p:attrNameLst>
                                          <p:attrName>style.visibility</p:attrName>
                                        </p:attrNameLst>
                                      </p:cBhvr>
                                      <p:to>
                                        <p:strVal val="visible"/>
                                      </p:to>
                                    </p:set>
                                    <p:animEffect transition="in" filter="fade">
                                      <p:cBhvr>
                                        <p:cTn id="40" dur="385" decel="100000"/>
                                        <p:tgtEl>
                                          <p:spTgt spid="125996"/>
                                        </p:tgtEl>
                                      </p:cBhvr>
                                    </p:animEffect>
                                    <p:animScale>
                                      <p:cBhvr>
                                        <p:cTn id="41" dur="385" decel="100000"/>
                                        <p:tgtEl>
                                          <p:spTgt spid="125996"/>
                                        </p:tgtEl>
                                      </p:cBhvr>
                                      <p:from x="10000" y="10000"/>
                                      <p:to x="200000" y="450000"/>
                                    </p:animScale>
                                    <p:animScale>
                                      <p:cBhvr>
                                        <p:cTn id="42" dur="615" accel="100000" fill="hold">
                                          <p:stCondLst>
                                            <p:cond delay="385"/>
                                          </p:stCondLst>
                                        </p:cTn>
                                        <p:tgtEl>
                                          <p:spTgt spid="125996"/>
                                        </p:tgtEl>
                                      </p:cBhvr>
                                      <p:from x="200000" y="450000"/>
                                      <p:to x="100000" y="100000"/>
                                    </p:animScale>
                                    <p:set>
                                      <p:cBhvr>
                                        <p:cTn id="43" dur="385" fill="hold"/>
                                        <p:tgtEl>
                                          <p:spTgt spid="125996"/>
                                        </p:tgtEl>
                                        <p:attrNameLst>
                                          <p:attrName>ppt_x</p:attrName>
                                        </p:attrNameLst>
                                      </p:cBhvr>
                                      <p:to>
                                        <p:strVal val="(0.5)"/>
                                      </p:to>
                                    </p:set>
                                    <p:anim from="(0.5)" to="(#ppt_x)" calcmode="lin" valueType="num">
                                      <p:cBhvr>
                                        <p:cTn id="44" dur="615" accel="100000" fill="hold">
                                          <p:stCondLst>
                                            <p:cond delay="385"/>
                                          </p:stCondLst>
                                        </p:cTn>
                                        <p:tgtEl>
                                          <p:spTgt spid="125996"/>
                                        </p:tgtEl>
                                        <p:attrNameLst>
                                          <p:attrName>ppt_x</p:attrName>
                                        </p:attrNameLst>
                                      </p:cBhvr>
                                    </p:anim>
                                    <p:set>
                                      <p:cBhvr>
                                        <p:cTn id="45" dur="385" fill="hold"/>
                                        <p:tgtEl>
                                          <p:spTgt spid="125996"/>
                                        </p:tgtEl>
                                        <p:attrNameLst>
                                          <p:attrName>ppt_y</p:attrName>
                                        </p:attrNameLst>
                                      </p:cBhvr>
                                      <p:to>
                                        <p:strVal val="(#ppt_y+0.4)"/>
                                      </p:to>
                                    </p:set>
                                    <p:anim from="(#ppt_y+0.4)" to="(#ppt_y)" calcmode="lin" valueType="num">
                                      <p:cBhvr>
                                        <p:cTn id="46" dur="615" accel="100000" fill="hold">
                                          <p:stCondLst>
                                            <p:cond delay="385"/>
                                          </p:stCondLst>
                                        </p:cTn>
                                        <p:tgtEl>
                                          <p:spTgt spid="125996"/>
                                        </p:tgtEl>
                                        <p:attrNameLst>
                                          <p:attrName>ppt_y</p:attrName>
                                        </p:attrNameLst>
                                      </p:cBhvr>
                                    </p:anim>
                                  </p:childTnLst>
                                </p:cTn>
                              </p:par>
                            </p:childTnLst>
                          </p:cTn>
                        </p:par>
                        <p:par>
                          <p:cTn id="47" fill="hold">
                            <p:stCondLst>
                              <p:cond delay="1500"/>
                            </p:stCondLst>
                            <p:childTnLst>
                              <p:par>
                                <p:cTn id="48" presetID="3" presetClass="entr" presetSubtype="10" fill="hold" nodeType="afterEffect">
                                  <p:stCondLst>
                                    <p:cond delay="0"/>
                                  </p:stCondLst>
                                  <p:childTnLst>
                                    <p:set>
                                      <p:cBhvr>
                                        <p:cTn id="49" dur="1" fill="hold">
                                          <p:stCondLst>
                                            <p:cond delay="0"/>
                                          </p:stCondLst>
                                        </p:cTn>
                                        <p:tgtEl>
                                          <p:spTgt spid="7"/>
                                        </p:tgtEl>
                                        <p:attrNameLst>
                                          <p:attrName>style.visibility</p:attrName>
                                        </p:attrNameLst>
                                      </p:cBhvr>
                                      <p:to>
                                        <p:strVal val="visible"/>
                                      </p:to>
                                    </p:set>
                                    <p:animEffect transition="in" filter="blinds(horizontal)">
                                      <p:cBhvr>
                                        <p:cTn id="5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5" grpId="0"/>
      <p:bldP spid="125995" grpId="0"/>
      <p:bldP spid="125996" grpId="0"/>
      <p:bldP spid="10" grpId="0" animBg="1"/>
      <p:bldP spid="9"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4-1 </a:t>
            </a:r>
            <a:r>
              <a:rPr lang="zh-CN" altLang="en-US">
                <a:latin typeface="微软雅黑" panose="020B0503020204020204" pitchFamily="34" charset="-122"/>
                <a:cs typeface="微软雅黑" panose="020B0503020204020204" pitchFamily="34" charset="-122"/>
                <a:sym typeface="+mn-ea"/>
              </a:rPr>
              <a:t>叠加定理</a:t>
            </a:r>
            <a:endParaRPr lang="zh-CN" altLang="en-US"/>
          </a:p>
        </p:txBody>
      </p:sp>
      <p:sp>
        <p:nvSpPr>
          <p:cNvPr id="57477" name="Text Box 133"/>
          <p:cNvSpPr txBox="1"/>
          <p:nvPr/>
        </p:nvSpPr>
        <p:spPr>
          <a:xfrm>
            <a:off x="611188" y="3408363"/>
            <a:ext cx="2951162" cy="521970"/>
          </a:xfrm>
          <a:prstGeom prst="rect">
            <a:avLst/>
          </a:prstGeom>
          <a:noFill/>
          <a:ln w="9525">
            <a:noFill/>
          </a:ln>
        </p:spPr>
        <p:txBody>
          <a:bodyPr>
            <a:spAutoFit/>
          </a:bodyPr>
          <a:p>
            <a:pPr>
              <a:spcBef>
                <a:spcPct val="50000"/>
              </a:spcBef>
            </a:pP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3A</a:t>
            </a:r>
            <a:r>
              <a:rPr kumimoji="1" lang="zh-CN" altLang="en-US" sz="2800" dirty="0" smtClean="0">
                <a:latin typeface="华文楷体" panose="02010600040101010101" pitchFamily="2" charset="-122"/>
                <a:ea typeface="华文楷体" panose="02010600040101010101" pitchFamily="2" charset="-122"/>
              </a:rPr>
              <a:t>电流源作用：</a:t>
            </a:r>
            <a:endParaRPr kumimoji="1" lang="zh-CN" altLang="en-US" sz="2800" dirty="0" smtClean="0">
              <a:latin typeface="华文楷体" panose="02010600040101010101" pitchFamily="2" charset="-122"/>
              <a:ea typeface="华文楷体" panose="02010600040101010101" pitchFamily="2" charset="-122"/>
            </a:endParaRPr>
          </a:p>
        </p:txBody>
      </p:sp>
      <p:sp>
        <p:nvSpPr>
          <p:cNvPr id="4105" name="Text Box 197"/>
          <p:cNvSpPr txBox="1"/>
          <p:nvPr/>
        </p:nvSpPr>
        <p:spPr>
          <a:xfrm>
            <a:off x="3770313" y="1852930"/>
            <a:ext cx="576262" cy="768350"/>
          </a:xfrm>
          <a:prstGeom prst="rect">
            <a:avLst/>
          </a:prstGeom>
          <a:noFill/>
          <a:ln w="9525">
            <a:noFill/>
          </a:ln>
        </p:spPr>
        <p:txBody>
          <a:bodyPr>
            <a:spAutoFit/>
          </a:bodyPr>
          <a:p>
            <a:pPr>
              <a:spcBef>
                <a:spcPct val="50000"/>
              </a:spcBef>
            </a:pPr>
            <a:r>
              <a:rPr lang="zh-CN" altLang="en-US" sz="4400" b="0" dirty="0">
                <a:solidFill>
                  <a:schemeClr val="tx1"/>
                </a:solidFill>
                <a:latin typeface="Arial" panose="020B0604020202020204" pitchFamily="34" charset="0"/>
                <a:ea typeface="仿宋_GB2312" pitchFamily="49" charset="-122"/>
              </a:rPr>
              <a:t>＋</a:t>
            </a:r>
            <a:endParaRPr lang="zh-CN" altLang="en-US" sz="4400" b="0" dirty="0">
              <a:solidFill>
                <a:schemeClr val="tx1"/>
              </a:solidFill>
              <a:latin typeface="Arial" panose="020B0604020202020204" pitchFamily="34" charset="0"/>
              <a:ea typeface="仿宋_GB2312" pitchFamily="49" charset="-122"/>
            </a:endParaRPr>
          </a:p>
        </p:txBody>
      </p:sp>
      <p:sp>
        <p:nvSpPr>
          <p:cNvPr id="57580" name="Text Box 236"/>
          <p:cNvSpPr txBox="1"/>
          <p:nvPr/>
        </p:nvSpPr>
        <p:spPr>
          <a:xfrm>
            <a:off x="611188" y="4298950"/>
            <a:ext cx="3382962" cy="521970"/>
          </a:xfrm>
          <a:prstGeom prst="rect">
            <a:avLst/>
          </a:prstGeom>
          <a:no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其余电源作用：</a:t>
            </a:r>
            <a:endParaRPr kumimoji="1" lang="zh-CN" altLang="en-US" sz="2800" dirty="0" smtClean="0">
              <a:latin typeface="华文楷体" panose="02010600040101010101" pitchFamily="2" charset="-122"/>
              <a:ea typeface="华文楷体" panose="02010600040101010101" pitchFamily="2" charset="-122"/>
            </a:endParaRPr>
          </a:p>
        </p:txBody>
      </p:sp>
      <p:graphicFrame>
        <p:nvGraphicFramePr>
          <p:cNvPr id="3" name="对象 2"/>
          <p:cNvGraphicFramePr/>
          <p:nvPr/>
        </p:nvGraphicFramePr>
        <p:xfrm>
          <a:off x="3203575" y="3249930"/>
          <a:ext cx="4752975" cy="861060"/>
        </p:xfrm>
        <a:graphic>
          <a:graphicData uri="http://schemas.openxmlformats.org/presentationml/2006/ole">
            <mc:AlternateContent xmlns:mc="http://schemas.openxmlformats.org/markup-compatibility/2006">
              <mc:Choice xmlns:v="urn:schemas-microsoft-com:vml" Requires="v">
                <p:oleObj spid="_x0000_s4" name="" r:id="rId1" imgW="1638300" imgH="393700" progId="Equation.KSEE3">
                  <p:embed/>
                </p:oleObj>
              </mc:Choice>
              <mc:Fallback>
                <p:oleObj name="" r:id="rId1" imgW="1638300" imgH="393700" progId="Equation.KSEE3">
                  <p:embed/>
                  <p:pic>
                    <p:nvPicPr>
                      <p:cNvPr id="0" name="图片 3"/>
                      <p:cNvPicPr/>
                      <p:nvPr/>
                    </p:nvPicPr>
                    <p:blipFill>
                      <a:blip r:embed="rId2"/>
                      <a:stretch>
                        <a:fillRect/>
                      </a:stretch>
                    </p:blipFill>
                    <p:spPr>
                      <a:xfrm>
                        <a:off x="3203575" y="3249930"/>
                        <a:ext cx="4752975" cy="861060"/>
                      </a:xfrm>
                      <a:prstGeom prst="rect">
                        <a:avLst/>
                      </a:prstGeom>
                    </p:spPr>
                  </p:pic>
                </p:oleObj>
              </mc:Fallback>
            </mc:AlternateContent>
          </a:graphicData>
        </a:graphic>
      </p:graphicFrame>
      <p:graphicFrame>
        <p:nvGraphicFramePr>
          <p:cNvPr id="5" name="对象 4"/>
          <p:cNvGraphicFramePr/>
          <p:nvPr/>
        </p:nvGraphicFramePr>
        <p:xfrm>
          <a:off x="3132455" y="4298315"/>
          <a:ext cx="4671060" cy="523240"/>
        </p:xfrm>
        <a:graphic>
          <a:graphicData uri="http://schemas.openxmlformats.org/presentationml/2006/ole">
            <mc:AlternateContent xmlns:mc="http://schemas.openxmlformats.org/markup-compatibility/2006">
              <mc:Choice xmlns:v="urn:schemas-microsoft-com:vml" Requires="v">
                <p:oleObj spid="_x0000_s6" name="" r:id="rId3" imgW="1739900" imgH="228600" progId="Equation.KSEE3">
                  <p:embed/>
                </p:oleObj>
              </mc:Choice>
              <mc:Fallback>
                <p:oleObj name="" r:id="rId3" imgW="1739900" imgH="228600" progId="Equation.KSEE3">
                  <p:embed/>
                  <p:pic>
                    <p:nvPicPr>
                      <p:cNvPr id="0" name="图片 5"/>
                      <p:cNvPicPr/>
                      <p:nvPr/>
                    </p:nvPicPr>
                    <p:blipFill>
                      <a:blip r:embed="rId4"/>
                      <a:stretch>
                        <a:fillRect/>
                      </a:stretch>
                    </p:blipFill>
                    <p:spPr>
                      <a:xfrm>
                        <a:off x="3132455" y="4298315"/>
                        <a:ext cx="4671060" cy="523240"/>
                      </a:xfrm>
                      <a:prstGeom prst="rect">
                        <a:avLst/>
                      </a:prstGeom>
                    </p:spPr>
                  </p:pic>
                </p:oleObj>
              </mc:Fallback>
            </mc:AlternateContent>
          </a:graphicData>
        </a:graphic>
      </p:graphicFrame>
      <p:graphicFrame>
        <p:nvGraphicFramePr>
          <p:cNvPr id="7" name="对象 6"/>
          <p:cNvGraphicFramePr/>
          <p:nvPr/>
        </p:nvGraphicFramePr>
        <p:xfrm>
          <a:off x="3113405" y="5142230"/>
          <a:ext cx="4550410" cy="502920"/>
        </p:xfrm>
        <a:graphic>
          <a:graphicData uri="http://schemas.openxmlformats.org/presentationml/2006/ole">
            <mc:AlternateContent xmlns:mc="http://schemas.openxmlformats.org/markup-compatibility/2006">
              <mc:Choice xmlns:v="urn:schemas-microsoft-com:vml" Requires="v">
                <p:oleObj spid="_x0000_s8" name="" r:id="rId5" imgW="1600200" imgH="203200" progId="Equation.KSEE3">
                  <p:embed/>
                </p:oleObj>
              </mc:Choice>
              <mc:Fallback>
                <p:oleObj name="" r:id="rId5" imgW="1600200" imgH="203200" progId="Equation.KSEE3">
                  <p:embed/>
                  <p:pic>
                    <p:nvPicPr>
                      <p:cNvPr id="0" name="图片 7"/>
                      <p:cNvPicPr/>
                      <p:nvPr/>
                    </p:nvPicPr>
                    <p:blipFill>
                      <a:blip r:embed="rId6"/>
                      <a:stretch>
                        <a:fillRect/>
                      </a:stretch>
                    </p:blipFill>
                    <p:spPr>
                      <a:xfrm>
                        <a:off x="3113405" y="5142230"/>
                        <a:ext cx="4550410" cy="502920"/>
                      </a:xfrm>
                      <a:prstGeom prst="rect">
                        <a:avLst/>
                      </a:prstGeom>
                    </p:spPr>
                  </p:pic>
                </p:oleObj>
              </mc:Fallback>
            </mc:AlternateContent>
          </a:graphicData>
        </a:graphic>
      </p:graphicFrame>
      <p:graphicFrame>
        <p:nvGraphicFramePr>
          <p:cNvPr id="9" name="对象 8"/>
          <p:cNvGraphicFramePr/>
          <p:nvPr/>
        </p:nvGraphicFramePr>
        <p:xfrm>
          <a:off x="3094355" y="5919470"/>
          <a:ext cx="4435475" cy="539750"/>
        </p:xfrm>
        <a:graphic>
          <a:graphicData uri="http://schemas.openxmlformats.org/presentationml/2006/ole">
            <mc:AlternateContent xmlns:mc="http://schemas.openxmlformats.org/markup-compatibility/2006">
              <mc:Choice xmlns:v="urn:schemas-microsoft-com:vml" Requires="v">
                <p:oleObj spid="_x0000_s10" name="" r:id="rId7" imgW="1879600" imgH="228600" progId="Equation.KSEE3">
                  <p:embed/>
                </p:oleObj>
              </mc:Choice>
              <mc:Fallback>
                <p:oleObj name="" r:id="rId7" imgW="1879600" imgH="228600" progId="Equation.KSEE3">
                  <p:embed/>
                  <p:pic>
                    <p:nvPicPr>
                      <p:cNvPr id="0" name="图片 9"/>
                      <p:cNvPicPr/>
                      <p:nvPr/>
                    </p:nvPicPr>
                    <p:blipFill>
                      <a:blip r:embed="rId8"/>
                      <a:stretch>
                        <a:fillRect/>
                      </a:stretch>
                    </p:blipFill>
                    <p:spPr>
                      <a:xfrm>
                        <a:off x="3094355" y="5919470"/>
                        <a:ext cx="4435475" cy="539750"/>
                      </a:xfrm>
                      <a:prstGeom prst="rect">
                        <a:avLst/>
                      </a:prstGeom>
                    </p:spPr>
                  </p:pic>
                </p:oleObj>
              </mc:Fallback>
            </mc:AlternateContent>
          </a:graphicData>
        </a:graphic>
      </p:graphicFrame>
      <p:grpSp>
        <p:nvGrpSpPr>
          <p:cNvPr id="53" name="组合 52"/>
          <p:cNvGrpSpPr/>
          <p:nvPr/>
        </p:nvGrpSpPr>
        <p:grpSpPr>
          <a:xfrm>
            <a:off x="561975" y="886460"/>
            <a:ext cx="3266440" cy="2247900"/>
            <a:chOff x="921" y="1186"/>
            <a:chExt cx="5144" cy="3540"/>
          </a:xfrm>
        </p:grpSpPr>
        <p:sp>
          <p:nvSpPr>
            <p:cNvPr id="4145" name="Rectangle 181"/>
            <p:cNvSpPr/>
            <p:nvPr/>
          </p:nvSpPr>
          <p:spPr bwMode="auto">
            <a:xfrm>
              <a:off x="1075" y="1891"/>
              <a:ext cx="4762" cy="2835"/>
            </a:xfrm>
            <a:prstGeom prst="rect">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lIns="91440" tIns="45720" rIns="91440" bIns="45720" anchor="ctr" anchorCtr="0">
              <a:noAutofit/>
            </a:bodyPr>
            <a:lstStyle/>
            <a:p>
              <a:pPr lvl="0" algn="l">
                <a:buClrTx/>
                <a:buSzTx/>
                <a:buFontTx/>
              </a:pPr>
              <a:endParaRPr lang="zh-CN" altLang="en-US" sz="1800">
                <a:sym typeface="+mn-ea"/>
              </a:endParaRPr>
            </a:p>
          </p:txBody>
        </p:sp>
        <p:sp>
          <p:nvSpPr>
            <p:cNvPr id="4146" name="Text Box 183"/>
            <p:cNvSpPr txBox="1"/>
            <p:nvPr/>
          </p:nvSpPr>
          <p:spPr>
            <a:xfrm>
              <a:off x="4818" y="2911"/>
              <a:ext cx="1247"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仿宋_GB2312" pitchFamily="49" charset="-122"/>
                </a:rPr>
                <a:t>1</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4147" name="Text Box 184"/>
            <p:cNvSpPr txBox="1"/>
            <p:nvPr/>
          </p:nvSpPr>
          <p:spPr>
            <a:xfrm>
              <a:off x="3118" y="1186"/>
              <a:ext cx="1022"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仿宋_GB2312" pitchFamily="49" charset="-122"/>
                </a:rPr>
                <a:t>3</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A</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4148" name="Text Box 185"/>
            <p:cNvSpPr txBox="1"/>
            <p:nvPr/>
          </p:nvSpPr>
          <p:spPr>
            <a:xfrm>
              <a:off x="2606" y="3023"/>
              <a:ext cx="1222"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仿宋_GB2312" pitchFamily="49" charset="-122"/>
                </a:rPr>
                <a:t>3</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4149" name="Text Box 186"/>
            <p:cNvSpPr txBox="1"/>
            <p:nvPr/>
          </p:nvSpPr>
          <p:spPr>
            <a:xfrm>
              <a:off x="1190" y="2911"/>
              <a:ext cx="1362"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仿宋_GB2312" pitchFamily="49" charset="-122"/>
                </a:rPr>
                <a:t>6</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4150" name="Line 187"/>
            <p:cNvSpPr/>
            <p:nvPr/>
          </p:nvSpPr>
          <p:spPr bwMode="auto">
            <a:xfrm>
              <a:off x="2550" y="1891"/>
              <a:ext cx="0" cy="2835"/>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4151" name="Line 188"/>
            <p:cNvSpPr/>
            <p:nvPr/>
          </p:nvSpPr>
          <p:spPr>
            <a:xfrm rot="16200000" flipV="1">
              <a:off x="3570" y="1433"/>
              <a:ext cx="0" cy="907"/>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4152" name="Text Box 189"/>
            <p:cNvSpPr txBox="1"/>
            <p:nvPr/>
          </p:nvSpPr>
          <p:spPr>
            <a:xfrm>
              <a:off x="3345" y="1873"/>
              <a:ext cx="680" cy="818"/>
            </a:xfrm>
            <a:prstGeom prst="rect">
              <a:avLst/>
            </a:prstGeom>
            <a:noFill/>
            <a:ln w="9525">
              <a:noFill/>
            </a:ln>
          </p:spPr>
          <p:txBody>
            <a:bodyPr>
              <a:spAutoFit/>
            </a:bodyPr>
            <a:p>
              <a:pPr>
                <a:spcBef>
                  <a:spcPct val="50000"/>
                </a:spcBef>
              </a:pPr>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4153" name="Text Box 190"/>
            <p:cNvSpPr txBox="1"/>
            <p:nvPr/>
          </p:nvSpPr>
          <p:spPr>
            <a:xfrm>
              <a:off x="4747" y="1845"/>
              <a:ext cx="937" cy="818"/>
            </a:xfrm>
            <a:prstGeom prst="rect">
              <a:avLst/>
            </a:prstGeom>
            <a:noFill/>
            <a:ln w="9525">
              <a:noFill/>
            </a:ln>
          </p:spPr>
          <p:txBody>
            <a:bodyPr>
              <a:spAutoFit/>
            </a:bodyPr>
            <a:p>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4154" name="Rectangle 191"/>
            <p:cNvSpPr/>
            <p:nvPr/>
          </p:nvSpPr>
          <p:spPr bwMode="auto">
            <a:xfrm>
              <a:off x="2379" y="3023"/>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4155" name="Rectangle 192"/>
            <p:cNvSpPr/>
            <p:nvPr/>
          </p:nvSpPr>
          <p:spPr bwMode="auto">
            <a:xfrm>
              <a:off x="921" y="3023"/>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4156" name="Rectangle 193"/>
            <p:cNvSpPr/>
            <p:nvPr/>
          </p:nvSpPr>
          <p:spPr bwMode="auto">
            <a:xfrm>
              <a:off x="5683" y="2911"/>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4158" name="Text Box 232"/>
            <p:cNvSpPr txBox="1"/>
            <p:nvPr/>
          </p:nvSpPr>
          <p:spPr>
            <a:xfrm>
              <a:off x="3798" y="2343"/>
              <a:ext cx="1475" cy="818"/>
            </a:xfrm>
            <a:prstGeom prst="rect">
              <a:avLst/>
            </a:prstGeom>
            <a:noFill/>
            <a:ln w="9525">
              <a:noFill/>
            </a:ln>
          </p:spPr>
          <p:txBody>
            <a:bodyPr>
              <a:spAutoFit/>
            </a:bodyPr>
            <a:p>
              <a:r>
                <a:rPr lang="en-US" altLang="zh-CN" b="0" i="1" dirty="0">
                  <a:solidFill>
                    <a:schemeClr val="tx1"/>
                  </a:solidFill>
                  <a:latin typeface="Times New Roman" panose="02020603050405020304" pitchFamily="18" charset="0"/>
                  <a:ea typeface="仿宋_GB2312" pitchFamily="49" charset="-122"/>
                </a:rPr>
                <a:t>u</a:t>
              </a:r>
              <a:r>
                <a:rPr lang="en-US" altLang="zh-CN" b="0" baseline="30000" dirty="0">
                  <a:solidFill>
                    <a:schemeClr val="tx1"/>
                  </a:solidFill>
                  <a:latin typeface="Times New Roman" panose="02020603050405020304" pitchFamily="18" charset="0"/>
                  <a:ea typeface="仿宋_GB2312" pitchFamily="49" charset="-122"/>
                </a:rPr>
                <a:t>(1)</a:t>
              </a:r>
              <a:endParaRPr lang="en-US" altLang="zh-CN" b="0" baseline="30000" dirty="0">
                <a:solidFill>
                  <a:schemeClr val="tx1"/>
                </a:solidFill>
                <a:latin typeface="Times New Roman" panose="02020603050405020304" pitchFamily="18" charset="0"/>
                <a:ea typeface="仿宋_GB2312" pitchFamily="49" charset="-122"/>
              </a:endParaRPr>
            </a:p>
          </p:txBody>
        </p:sp>
        <p:grpSp>
          <p:nvGrpSpPr>
            <p:cNvPr id="48" name="组合 47"/>
            <p:cNvGrpSpPr/>
            <p:nvPr/>
          </p:nvGrpSpPr>
          <p:grpSpPr>
            <a:xfrm>
              <a:off x="4025" y="1435"/>
              <a:ext cx="908" cy="908"/>
              <a:chOff x="505193" y="3720552"/>
              <a:chExt cx="432197" cy="432197"/>
            </a:xfrm>
            <a:solidFill>
              <a:schemeClr val="accent6">
                <a:lumMod val="40000"/>
                <a:lumOff val="60000"/>
              </a:schemeClr>
            </a:solidFill>
          </p:grpSpPr>
          <p:sp>
            <p:nvSpPr>
              <p:cNvPr id="49"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50" name="直接连接符 49"/>
              <p:cNvCxnSpPr>
                <a:stCxn id="49" idx="0"/>
                <a:endCxn id="49"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52" name="组合 51"/>
          <p:cNvGrpSpPr/>
          <p:nvPr/>
        </p:nvGrpSpPr>
        <p:grpSpPr>
          <a:xfrm>
            <a:off x="4424680" y="675005"/>
            <a:ext cx="4318635" cy="2541270"/>
            <a:chOff x="6968" y="871"/>
            <a:chExt cx="6801" cy="4002"/>
          </a:xfrm>
        </p:grpSpPr>
        <p:sp>
          <p:nvSpPr>
            <p:cNvPr id="18" name="Text Box 259"/>
            <p:cNvSpPr txBox="1"/>
            <p:nvPr/>
          </p:nvSpPr>
          <p:spPr>
            <a:xfrm>
              <a:off x="10257" y="871"/>
              <a:ext cx="1475" cy="818"/>
            </a:xfrm>
            <a:prstGeom prst="rect">
              <a:avLst/>
            </a:prstGeom>
            <a:noFill/>
            <a:ln w="9525">
              <a:noFill/>
            </a:ln>
          </p:spPr>
          <p:txBody>
            <a:bodyPr>
              <a:spAutoFit/>
            </a:bodyPr>
            <a:p>
              <a:r>
                <a:rPr lang="en-US" altLang="zh-CN" b="0" i="1" dirty="0">
                  <a:solidFill>
                    <a:schemeClr val="tx1"/>
                  </a:solidFill>
                  <a:latin typeface="Times New Roman" panose="02020603050405020304" pitchFamily="18" charset="0"/>
                  <a:ea typeface="仿宋_GB2312" pitchFamily="49" charset="-122"/>
                </a:rPr>
                <a:t>u</a:t>
              </a:r>
              <a:r>
                <a:rPr lang="en-US" altLang="zh-CN" b="0" baseline="30000" dirty="0">
                  <a:solidFill>
                    <a:schemeClr val="tx1"/>
                  </a:solidFill>
                  <a:latin typeface="Times New Roman" panose="02020603050405020304" pitchFamily="18" charset="0"/>
                  <a:ea typeface="仿宋_GB2312" pitchFamily="49" charset="-122"/>
                </a:rPr>
                <a:t>(2)</a:t>
              </a:r>
              <a:endParaRPr lang="en-US" altLang="zh-CN" b="0" baseline="30000" dirty="0">
                <a:solidFill>
                  <a:schemeClr val="tx1"/>
                </a:solidFill>
                <a:latin typeface="Times New Roman" panose="02020603050405020304" pitchFamily="18" charset="0"/>
                <a:ea typeface="仿宋_GB2312" pitchFamily="49" charset="-122"/>
              </a:endParaRPr>
            </a:p>
          </p:txBody>
        </p:sp>
        <p:sp>
          <p:nvSpPr>
            <p:cNvPr id="35" name="Text Box 276"/>
            <p:cNvSpPr txBox="1"/>
            <p:nvPr/>
          </p:nvSpPr>
          <p:spPr>
            <a:xfrm>
              <a:off x="9689" y="871"/>
              <a:ext cx="795" cy="818"/>
            </a:xfrm>
            <a:prstGeom prst="rect">
              <a:avLst/>
            </a:prstGeom>
            <a:noFill/>
            <a:ln w="9525">
              <a:noFill/>
            </a:ln>
          </p:spPr>
          <p:txBody>
            <a:bodyPr>
              <a:spAutoFit/>
            </a:bodyPr>
            <a:p>
              <a:pPr>
                <a:spcBef>
                  <a:spcPct val="50000"/>
                </a:spcBef>
              </a:pPr>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36" name="Text Box 277"/>
            <p:cNvSpPr txBox="1"/>
            <p:nvPr/>
          </p:nvSpPr>
          <p:spPr>
            <a:xfrm>
              <a:off x="11049" y="871"/>
              <a:ext cx="937" cy="818"/>
            </a:xfrm>
            <a:prstGeom prst="rect">
              <a:avLst/>
            </a:prstGeom>
            <a:noFill/>
            <a:ln w="9525">
              <a:noFill/>
            </a:ln>
          </p:spPr>
          <p:txBody>
            <a:bodyPr>
              <a:spAutoFit/>
            </a:bodyPr>
            <a:p>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grpSp>
          <p:nvGrpSpPr>
            <p:cNvPr id="51" name="组合 50"/>
            <p:cNvGrpSpPr/>
            <p:nvPr/>
          </p:nvGrpSpPr>
          <p:grpSpPr>
            <a:xfrm>
              <a:off x="6968" y="1026"/>
              <a:ext cx="6801" cy="3847"/>
              <a:chOff x="6968" y="1017"/>
              <a:chExt cx="6801" cy="3847"/>
            </a:xfrm>
          </p:grpSpPr>
          <p:sp>
            <p:nvSpPr>
              <p:cNvPr id="12" name="Line 253"/>
              <p:cNvSpPr/>
              <p:nvPr/>
            </p:nvSpPr>
            <p:spPr bwMode="auto">
              <a:xfrm>
                <a:off x="7422" y="1666"/>
                <a:ext cx="2720"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4" name="Line 255"/>
              <p:cNvSpPr/>
              <p:nvPr/>
            </p:nvSpPr>
            <p:spPr bwMode="auto">
              <a:xfrm>
                <a:off x="13544" y="1666"/>
                <a:ext cx="0" cy="306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5" name="Line 256"/>
              <p:cNvSpPr/>
              <p:nvPr/>
            </p:nvSpPr>
            <p:spPr bwMode="auto">
              <a:xfrm>
                <a:off x="7422" y="4726"/>
                <a:ext cx="6122"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6" name="Line 257"/>
              <p:cNvSpPr/>
              <p:nvPr/>
            </p:nvSpPr>
            <p:spPr bwMode="auto">
              <a:xfrm>
                <a:off x="7422" y="1666"/>
                <a:ext cx="0" cy="306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7" name="Line 258"/>
              <p:cNvSpPr/>
              <p:nvPr/>
            </p:nvSpPr>
            <p:spPr bwMode="auto">
              <a:xfrm>
                <a:off x="11504" y="1666"/>
                <a:ext cx="2040"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9" name="Line 260"/>
              <p:cNvSpPr/>
              <p:nvPr/>
            </p:nvSpPr>
            <p:spPr>
              <a:xfrm>
                <a:off x="7987" y="1666"/>
                <a:ext cx="907" cy="0"/>
              </a:xfrm>
              <a:prstGeom prst="line">
                <a:avLst/>
              </a:prstGeom>
              <a:ln w="28575">
                <a:solidFill>
                  <a:srgbClr val="FF0000"/>
                </a:solidFill>
                <a:headEnd type="triangle" w="med" len="med"/>
                <a:tailEnd type="none"/>
              </a:ln>
            </p:spPr>
            <p:style>
              <a:lnRef idx="1">
                <a:schemeClr val="accent1"/>
              </a:lnRef>
              <a:fillRef idx="0">
                <a:schemeClr val="accent1"/>
              </a:fillRef>
              <a:effectRef idx="0">
                <a:schemeClr val="accent1"/>
              </a:effectRef>
              <a:fontRef idx="minor">
                <a:schemeClr val="tx1"/>
              </a:fontRef>
            </p:style>
          </p:sp>
          <p:sp>
            <p:nvSpPr>
              <p:cNvPr id="20" name="Text Box 261"/>
              <p:cNvSpPr txBox="1"/>
              <p:nvPr/>
            </p:nvSpPr>
            <p:spPr>
              <a:xfrm>
                <a:off x="7762" y="1017"/>
                <a:ext cx="1247" cy="534"/>
              </a:xfrm>
              <a:prstGeom prst="rect">
                <a:avLst/>
              </a:prstGeom>
              <a:noFill/>
              <a:ln w="9525">
                <a:noFill/>
              </a:ln>
            </p:spPr>
            <p:txBody>
              <a:bodyPr>
                <a:noAutofit/>
              </a:bodyPr>
              <a:p>
                <a:r>
                  <a:rPr lang="en-US" altLang="zh-CN" b="0" i="1" dirty="0">
                    <a:solidFill>
                      <a:schemeClr val="tx1"/>
                    </a:solidFill>
                    <a:latin typeface="Times New Roman" panose="02020603050405020304" pitchFamily="18" charset="0"/>
                    <a:ea typeface="仿宋_GB2312" pitchFamily="49" charset="-122"/>
                  </a:rPr>
                  <a:t>i </a:t>
                </a:r>
                <a:r>
                  <a:rPr lang="en-US" altLang="zh-CN" b="0" baseline="30000" dirty="0">
                    <a:solidFill>
                      <a:schemeClr val="tx1"/>
                    </a:solidFill>
                    <a:latin typeface="Times New Roman" panose="02020603050405020304" pitchFamily="18" charset="0"/>
                    <a:ea typeface="仿宋_GB2312" pitchFamily="49" charset="-122"/>
                  </a:rPr>
                  <a:t>(2)</a:t>
                </a:r>
                <a:endParaRPr lang="en-US" altLang="zh-CN" b="0" baseline="30000" dirty="0">
                  <a:solidFill>
                    <a:schemeClr val="tx1"/>
                  </a:solidFill>
                  <a:latin typeface="Times New Roman" panose="02020603050405020304" pitchFamily="18" charset="0"/>
                  <a:ea typeface="仿宋_GB2312" pitchFamily="49" charset="-122"/>
                </a:endParaRPr>
              </a:p>
            </p:txBody>
          </p:sp>
          <p:sp>
            <p:nvSpPr>
              <p:cNvPr id="22" name="Text Box 263"/>
              <p:cNvSpPr txBox="1"/>
              <p:nvPr/>
            </p:nvSpPr>
            <p:spPr>
              <a:xfrm>
                <a:off x="7419" y="3933"/>
                <a:ext cx="795" cy="818"/>
              </a:xfrm>
              <a:prstGeom prst="rect">
                <a:avLst/>
              </a:prstGeom>
              <a:noFill/>
              <a:ln w="9525">
                <a:noFill/>
              </a:ln>
            </p:spPr>
            <p:txBody>
              <a:bodyPr>
                <a:spAutoFit/>
              </a:bodyPr>
              <a:p>
                <a:pPr>
                  <a:spcBef>
                    <a:spcPct val="50000"/>
                  </a:spcBef>
                </a:pPr>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23" name="Text Box 264"/>
              <p:cNvSpPr txBox="1"/>
              <p:nvPr/>
            </p:nvSpPr>
            <p:spPr>
              <a:xfrm>
                <a:off x="7534" y="2686"/>
                <a:ext cx="937" cy="818"/>
              </a:xfrm>
              <a:prstGeom prst="rect">
                <a:avLst/>
              </a:prstGeom>
              <a:noFill/>
              <a:ln w="9525">
                <a:noFill/>
              </a:ln>
            </p:spPr>
            <p:txBody>
              <a:bodyPr>
                <a:spAutoFit/>
              </a:bodyPr>
              <a:p>
                <a:pPr>
                  <a:spcBef>
                    <a:spcPct val="50000"/>
                  </a:spcBef>
                </a:pPr>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24" name="Text Box 265"/>
              <p:cNvSpPr txBox="1"/>
              <p:nvPr/>
            </p:nvSpPr>
            <p:spPr>
              <a:xfrm>
                <a:off x="9687" y="3366"/>
                <a:ext cx="136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12V</a:t>
                </a:r>
                <a:endParaRPr lang="en-US" altLang="zh-CN" b="0" dirty="0">
                  <a:solidFill>
                    <a:schemeClr val="tx1"/>
                  </a:solidFill>
                  <a:latin typeface="Times New Roman" panose="02020603050405020304" pitchFamily="18" charset="0"/>
                  <a:ea typeface="仿宋_GB2312" pitchFamily="49" charset="-122"/>
                </a:endParaRPr>
              </a:p>
            </p:txBody>
          </p:sp>
          <p:sp>
            <p:nvSpPr>
              <p:cNvPr id="25" name="Text Box 266"/>
              <p:cNvSpPr txBox="1"/>
              <p:nvPr/>
            </p:nvSpPr>
            <p:spPr>
              <a:xfrm>
                <a:off x="12069" y="3478"/>
                <a:ext cx="1022"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2A</a:t>
                </a:r>
                <a:endParaRPr lang="en-US" altLang="zh-CN" b="0" dirty="0">
                  <a:solidFill>
                    <a:schemeClr val="tx1"/>
                  </a:solidFill>
                  <a:latin typeface="Times New Roman" panose="02020603050405020304" pitchFamily="18" charset="0"/>
                  <a:ea typeface="仿宋_GB2312" pitchFamily="49" charset="-122"/>
                </a:endParaRPr>
              </a:p>
            </p:txBody>
          </p:sp>
          <p:sp>
            <p:nvSpPr>
              <p:cNvPr id="26" name="Text Box 267"/>
              <p:cNvSpPr txBox="1"/>
              <p:nvPr/>
            </p:nvSpPr>
            <p:spPr>
              <a:xfrm>
                <a:off x="9347" y="2573"/>
                <a:ext cx="795" cy="818"/>
              </a:xfrm>
              <a:prstGeom prst="rect">
                <a:avLst/>
              </a:prstGeom>
              <a:noFill/>
              <a:ln w="9525">
                <a:noFill/>
              </a:ln>
            </p:spPr>
            <p:txBody>
              <a:bodyPr>
                <a:spAutoFit/>
              </a:bodyPr>
              <a:p>
                <a:pPr>
                  <a:spcBef>
                    <a:spcPct val="50000"/>
                  </a:spcBef>
                </a:pPr>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27" name="Text Box 268"/>
              <p:cNvSpPr txBox="1"/>
              <p:nvPr/>
            </p:nvSpPr>
            <p:spPr>
              <a:xfrm>
                <a:off x="9347" y="4046"/>
                <a:ext cx="937" cy="818"/>
              </a:xfrm>
              <a:prstGeom prst="rect">
                <a:avLst/>
              </a:prstGeom>
              <a:noFill/>
              <a:ln w="9525">
                <a:noFill/>
              </a:ln>
            </p:spPr>
            <p:txBody>
              <a:bodyPr>
                <a:spAutoFit/>
              </a:bodyPr>
              <a:p>
                <a:pPr>
                  <a:spcBef>
                    <a:spcPct val="50000"/>
                  </a:spcBef>
                </a:pPr>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28" name="Text Box 269"/>
              <p:cNvSpPr txBox="1"/>
              <p:nvPr/>
            </p:nvSpPr>
            <p:spPr>
              <a:xfrm>
                <a:off x="12522" y="2686"/>
                <a:ext cx="1247"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仿宋_GB2312" pitchFamily="49" charset="-122"/>
                  </a:rPr>
                  <a:t>1</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29" name="Text Box 270"/>
              <p:cNvSpPr txBox="1"/>
              <p:nvPr/>
            </p:nvSpPr>
            <p:spPr>
              <a:xfrm>
                <a:off x="9462" y="1891"/>
                <a:ext cx="1222"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仿宋_GB2312" pitchFamily="49" charset="-122"/>
                  </a:rPr>
                  <a:t>3</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30" name="Text Box 271"/>
              <p:cNvSpPr txBox="1"/>
              <p:nvPr/>
            </p:nvSpPr>
            <p:spPr>
              <a:xfrm>
                <a:off x="7489" y="1891"/>
                <a:ext cx="1362"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仿宋_GB2312" pitchFamily="49" charset="-122"/>
                  </a:rPr>
                  <a:t>6</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31" name="Line 272"/>
              <p:cNvSpPr/>
              <p:nvPr/>
            </p:nvSpPr>
            <p:spPr bwMode="auto">
              <a:xfrm>
                <a:off x="9347" y="1666"/>
                <a:ext cx="0" cy="3063"/>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32" name="Line 273"/>
              <p:cNvSpPr/>
              <p:nvPr/>
            </p:nvSpPr>
            <p:spPr bwMode="auto">
              <a:xfrm>
                <a:off x="12067" y="1666"/>
                <a:ext cx="0" cy="3063"/>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33" name="Line 274"/>
              <p:cNvSpPr/>
              <p:nvPr/>
            </p:nvSpPr>
            <p:spPr>
              <a:xfrm>
                <a:off x="12069" y="3593"/>
                <a:ext cx="0" cy="793"/>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34" name="Text Box 275"/>
              <p:cNvSpPr txBox="1"/>
              <p:nvPr/>
            </p:nvSpPr>
            <p:spPr>
              <a:xfrm>
                <a:off x="7762" y="3366"/>
                <a:ext cx="102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6V</a:t>
                </a:r>
                <a:endParaRPr lang="en-US" altLang="zh-CN" b="0" dirty="0">
                  <a:solidFill>
                    <a:schemeClr val="tx1"/>
                  </a:solidFill>
                  <a:latin typeface="Times New Roman" panose="02020603050405020304" pitchFamily="18" charset="0"/>
                  <a:ea typeface="仿宋_GB2312" pitchFamily="49" charset="-122"/>
                </a:endParaRPr>
              </a:p>
            </p:txBody>
          </p:sp>
          <p:sp>
            <p:nvSpPr>
              <p:cNvPr id="37" name="Rectangle 278"/>
              <p:cNvSpPr/>
              <p:nvPr/>
            </p:nvSpPr>
            <p:spPr bwMode="auto">
              <a:xfrm>
                <a:off x="9189" y="2006"/>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38" name="Rectangle 279"/>
              <p:cNvSpPr/>
              <p:nvPr/>
            </p:nvSpPr>
            <p:spPr bwMode="auto">
              <a:xfrm>
                <a:off x="7259" y="2006"/>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39" name="Rectangle 280"/>
              <p:cNvSpPr/>
              <p:nvPr/>
            </p:nvSpPr>
            <p:spPr bwMode="auto">
              <a:xfrm>
                <a:off x="13398" y="2686"/>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43" name="Oval 284"/>
              <p:cNvSpPr/>
              <p:nvPr/>
            </p:nvSpPr>
            <p:spPr bwMode="auto">
              <a:xfrm>
                <a:off x="11277" y="1551"/>
                <a:ext cx="227" cy="228"/>
              </a:xfrm>
              <a:prstGeom prst="ellips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anchor="ctr" anchorCtr="0"/>
              <a:p>
                <a:endParaRPr lang="zh-CN" altLang="en-US" dirty="0">
                  <a:latin typeface="Arial" panose="020B0604020202020204" pitchFamily="34" charset="0"/>
                </a:endParaRPr>
              </a:p>
            </p:txBody>
          </p:sp>
          <p:sp>
            <p:nvSpPr>
              <p:cNvPr id="44" name="Oval 285"/>
              <p:cNvSpPr/>
              <p:nvPr/>
            </p:nvSpPr>
            <p:spPr bwMode="auto">
              <a:xfrm>
                <a:off x="10142" y="1551"/>
                <a:ext cx="227" cy="228"/>
              </a:xfrm>
              <a:prstGeom prst="ellips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anchor="ctr" anchorCtr="0"/>
              <a:p>
                <a:endParaRPr lang="zh-CN" altLang="en-US" dirty="0">
                  <a:latin typeface="Arial" panose="020B0604020202020204" pitchFamily="34" charset="0"/>
                </a:endParaRPr>
              </a:p>
            </p:txBody>
          </p:sp>
          <p:grpSp>
            <p:nvGrpSpPr>
              <p:cNvPr id="79" name="组合 78"/>
              <p:cNvGrpSpPr/>
              <p:nvPr/>
            </p:nvGrpSpPr>
            <p:grpSpPr>
              <a:xfrm>
                <a:off x="8894" y="3276"/>
                <a:ext cx="908" cy="908"/>
                <a:chOff x="505193" y="3720552"/>
                <a:chExt cx="432197" cy="432197"/>
              </a:xfrm>
              <a:solidFill>
                <a:schemeClr val="accent6">
                  <a:lumMod val="40000"/>
                  <a:lumOff val="60000"/>
                </a:schemeClr>
              </a:solidFill>
            </p:grpSpPr>
            <p:sp>
              <p:nvSpPr>
                <p:cNvPr id="80"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81" name="直接连接符 80"/>
                <p:cNvCxnSpPr>
                  <a:stCxn id="80" idx="0"/>
                  <a:endCxn id="80"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 name="组合 10"/>
              <p:cNvGrpSpPr/>
              <p:nvPr/>
            </p:nvGrpSpPr>
            <p:grpSpPr>
              <a:xfrm>
                <a:off x="6968" y="3276"/>
                <a:ext cx="908" cy="908"/>
                <a:chOff x="6199" y="3161"/>
                <a:chExt cx="908" cy="908"/>
              </a:xfrm>
            </p:grpSpPr>
            <p:sp>
              <p:nvSpPr>
                <p:cNvPr id="46" name="Oval 953"/>
                <p:cNvSpPr>
                  <a:spLocks noChangeArrowheads="1"/>
                </p:cNvSpPr>
                <p:nvPr/>
              </p:nvSpPr>
              <p:spPr bwMode="auto">
                <a:xfrm>
                  <a:off x="6199" y="3161"/>
                  <a:ext cx="908" cy="908"/>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47" name="直接连接符 46"/>
                <p:cNvCxnSpPr>
                  <a:stCxn id="46" idx="0"/>
                  <a:endCxn id="46" idx="4"/>
                </p:cNvCxnSpPr>
                <p:nvPr/>
              </p:nvCxnSpPr>
              <p:spPr>
                <a:xfrm>
                  <a:off x="6652" y="3161"/>
                  <a:ext cx="0" cy="908"/>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3" name="组合 72"/>
              <p:cNvGrpSpPr/>
              <p:nvPr/>
            </p:nvGrpSpPr>
            <p:grpSpPr>
              <a:xfrm>
                <a:off x="11622" y="2686"/>
                <a:ext cx="908" cy="908"/>
                <a:chOff x="5907581" y="4495572"/>
                <a:chExt cx="576263" cy="576263"/>
              </a:xfrm>
            </p:grpSpPr>
            <p:sp>
              <p:nvSpPr>
                <p:cNvPr id="74"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75" name="直接连接符 74"/>
                <p:cNvCxnSpPr>
                  <a:stCxn id="74" idx="4"/>
                  <a:endCxn id="74"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7477"/>
                                        </p:tgtEl>
                                        <p:attrNameLst>
                                          <p:attrName>style.visibility</p:attrName>
                                        </p:attrNameLst>
                                      </p:cBhvr>
                                      <p:to>
                                        <p:strVal val="visible"/>
                                      </p:to>
                                    </p:set>
                                    <p:anim calcmode="lin" valueType="num">
                                      <p:cBhvr additive="base">
                                        <p:cTn id="7" dur="500" fill="hold"/>
                                        <p:tgtEl>
                                          <p:spTgt spid="57477"/>
                                        </p:tgtEl>
                                        <p:attrNameLst>
                                          <p:attrName>ppt_x</p:attrName>
                                        </p:attrNameLst>
                                      </p:cBhvr>
                                      <p:tavLst>
                                        <p:tav tm="0">
                                          <p:val>
                                            <p:strVal val="0-#ppt_w/2"/>
                                          </p:val>
                                        </p:tav>
                                        <p:tav tm="100000">
                                          <p:val>
                                            <p:strVal val="#ppt_x"/>
                                          </p:val>
                                        </p:tav>
                                      </p:tavLst>
                                    </p:anim>
                                    <p:anim calcmode="lin" valueType="num">
                                      <p:cBhvr additive="base">
                                        <p:cTn id="8" dur="500" fill="hold"/>
                                        <p:tgtEl>
                                          <p:spTgt spid="5747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8" presetClass="entr" presetSubtype="6"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strips(downRight)">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57580"/>
                                        </p:tgtEl>
                                        <p:attrNameLst>
                                          <p:attrName>style.visibility</p:attrName>
                                        </p:attrNameLst>
                                      </p:cBhvr>
                                      <p:to>
                                        <p:strVal val="visible"/>
                                      </p:to>
                                    </p:set>
                                    <p:anim calcmode="lin" valueType="num">
                                      <p:cBhvr additive="base">
                                        <p:cTn id="18" dur="500" fill="hold"/>
                                        <p:tgtEl>
                                          <p:spTgt spid="57580"/>
                                        </p:tgtEl>
                                        <p:attrNameLst>
                                          <p:attrName>ppt_x</p:attrName>
                                        </p:attrNameLst>
                                      </p:cBhvr>
                                      <p:tavLst>
                                        <p:tav tm="0">
                                          <p:val>
                                            <p:strVal val="0-#ppt_w/2"/>
                                          </p:val>
                                        </p:tav>
                                        <p:tav tm="100000">
                                          <p:val>
                                            <p:strVal val="#ppt_x"/>
                                          </p:val>
                                        </p:tav>
                                      </p:tavLst>
                                    </p:anim>
                                    <p:anim calcmode="lin" valueType="num">
                                      <p:cBhvr additive="base">
                                        <p:cTn id="19" dur="500" fill="hold"/>
                                        <p:tgtEl>
                                          <p:spTgt spid="57580"/>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8" presetClass="entr" presetSubtype="6"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strips(downRight)">
                                      <p:cBhvr>
                                        <p:cTn id="24" dur="5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18" presetClass="entr" presetSubtype="6"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strips(downRight)">
                                      <p:cBhvr>
                                        <p:cTn id="29" dur="50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18" presetClass="entr" presetSubtype="6" fill="hold"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strips(downRight)">
                                      <p:cBhvr>
                                        <p:cTn id="3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477" grpId="0"/>
      <p:bldP spid="5758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4-1 </a:t>
            </a:r>
            <a:r>
              <a:rPr lang="zh-CN" altLang="en-US">
                <a:latin typeface="微软雅黑" panose="020B0503020204020204" pitchFamily="34" charset="-122"/>
                <a:cs typeface="微软雅黑" panose="020B0503020204020204" pitchFamily="34" charset="-122"/>
                <a:sym typeface="+mn-ea"/>
              </a:rPr>
              <a:t>叠加定理</a:t>
            </a:r>
            <a:endParaRPr lang="zh-CN" altLang="en-US"/>
          </a:p>
        </p:txBody>
      </p:sp>
      <p:sp>
        <p:nvSpPr>
          <p:cNvPr id="94273" name="Text Box 65"/>
          <p:cNvSpPr txBox="1"/>
          <p:nvPr/>
        </p:nvSpPr>
        <p:spPr>
          <a:xfrm>
            <a:off x="392113" y="754063"/>
            <a:ext cx="8207375" cy="1641475"/>
          </a:xfrm>
          <a:prstGeom prst="rect">
            <a:avLst/>
          </a:prstGeom>
          <a:noFill/>
          <a:ln w="9525">
            <a:noFill/>
          </a:ln>
        </p:spPr>
        <p:txBody>
          <a:bodyPr>
            <a:spAutoFit/>
          </a:bodyPr>
          <a:p>
            <a:pPr>
              <a:lnSpc>
                <a:spcPct val="120000"/>
              </a:lnSpc>
            </a:pPr>
            <a:r>
              <a:rPr kumimoji="1" lang="zh-CN" altLang="en-US" sz="2800" dirty="0" smtClean="0">
                <a:latin typeface="华文楷体" panose="02010600040101010101" pitchFamily="2" charset="-122"/>
                <a:ea typeface="华文楷体" panose="02010600040101010101" pitchFamily="2" charset="-122"/>
              </a:rPr>
              <a:t>                叠加方式是任意的，可以一次一个独立电源单独作用，也可以一次几个独立源同时作用，取决于使分析、计算简便。</a:t>
            </a:r>
            <a:endParaRPr kumimoji="1" lang="zh-CN" altLang="en-US" sz="2800" dirty="0" smtClean="0">
              <a:latin typeface="华文楷体" panose="02010600040101010101" pitchFamily="2" charset="-122"/>
              <a:ea typeface="华文楷体" panose="02010600040101010101" pitchFamily="2" charset="-122"/>
            </a:endParaRPr>
          </a:p>
        </p:txBody>
      </p:sp>
      <p:sp>
        <p:nvSpPr>
          <p:cNvPr id="94318" name="Text Box 110"/>
          <p:cNvSpPr txBox="1"/>
          <p:nvPr/>
        </p:nvSpPr>
        <p:spPr>
          <a:xfrm>
            <a:off x="1403350" y="2575878"/>
            <a:ext cx="3600450" cy="521970"/>
          </a:xfrm>
          <a:prstGeom prst="rect">
            <a:avLst/>
          </a:prstGeom>
          <a:no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计算电压</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u</a:t>
            </a:r>
            <a:r>
              <a:rPr kumimoji="1" lang="zh-CN" altLang="en-US" sz="2800" dirty="0" smtClean="0">
                <a:latin typeface="华文楷体" panose="02010600040101010101" pitchFamily="2" charset="-122"/>
                <a:ea typeface="华文楷体" panose="02010600040101010101" pitchFamily="2" charset="-122"/>
              </a:rPr>
              <a:t>、电流</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i</a:t>
            </a:r>
            <a:r>
              <a:rPr kumimoji="1" lang="zh-CN" altLang="en-US" sz="2800" dirty="0" smtClean="0">
                <a:latin typeface="华文楷体" panose="02010600040101010101" pitchFamily="2" charset="-122"/>
                <a:ea typeface="华文楷体" panose="02010600040101010101" pitchFamily="2" charset="-122"/>
              </a:rPr>
              <a:t>。</a:t>
            </a:r>
            <a:endParaRPr kumimoji="1" lang="zh-CN" altLang="en-US" sz="2800" dirty="0" smtClean="0">
              <a:latin typeface="华文楷体" panose="02010600040101010101" pitchFamily="2" charset="-122"/>
              <a:ea typeface="华文楷体" panose="02010600040101010101" pitchFamily="2" charset="-122"/>
            </a:endParaRPr>
          </a:p>
        </p:txBody>
      </p:sp>
      <p:sp>
        <p:nvSpPr>
          <p:cNvPr id="94345" name="Text Box 137"/>
          <p:cNvSpPr txBox="1"/>
          <p:nvPr/>
        </p:nvSpPr>
        <p:spPr>
          <a:xfrm>
            <a:off x="1016000" y="3342640"/>
            <a:ext cx="2952750" cy="521970"/>
          </a:xfrm>
          <a:prstGeom prst="rect">
            <a:avLst/>
          </a:prstGeom>
          <a:no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画出分电路图。</a:t>
            </a:r>
            <a:endParaRPr kumimoji="1" lang="zh-CN" altLang="en-US" sz="2800" dirty="0" smtClean="0">
              <a:latin typeface="华文楷体" panose="02010600040101010101" pitchFamily="2" charset="-122"/>
              <a:ea typeface="华文楷体" panose="02010600040101010101" pitchFamily="2" charset="-122"/>
            </a:endParaRPr>
          </a:p>
        </p:txBody>
      </p:sp>
      <p:sp>
        <p:nvSpPr>
          <p:cNvPr id="94370" name="Text Box 162"/>
          <p:cNvSpPr txBox="1"/>
          <p:nvPr/>
        </p:nvSpPr>
        <p:spPr>
          <a:xfrm>
            <a:off x="4140200" y="4641215"/>
            <a:ext cx="576263" cy="768350"/>
          </a:xfrm>
          <a:prstGeom prst="rect">
            <a:avLst/>
          </a:prstGeom>
          <a:noFill/>
          <a:ln w="9525">
            <a:noFill/>
          </a:ln>
        </p:spPr>
        <p:txBody>
          <a:bodyPr>
            <a:spAutoFit/>
          </a:bodyPr>
          <a:p>
            <a:pPr>
              <a:spcBef>
                <a:spcPct val="50000"/>
              </a:spcBef>
            </a:pPr>
            <a:r>
              <a:rPr lang="zh-CN" altLang="en-US" sz="4400" b="0" dirty="0">
                <a:solidFill>
                  <a:schemeClr val="tx1"/>
                </a:solidFill>
                <a:latin typeface="Arial" panose="020B0604020202020204" pitchFamily="34" charset="0"/>
                <a:ea typeface="仿宋_GB2312" pitchFamily="49" charset="-122"/>
              </a:rPr>
              <a:t>＋</a:t>
            </a:r>
            <a:endParaRPr lang="zh-CN" altLang="en-US" sz="4400" b="0" dirty="0">
              <a:solidFill>
                <a:schemeClr val="tx1"/>
              </a:solidFill>
              <a:latin typeface="Arial" panose="020B0604020202020204" pitchFamily="34" charset="0"/>
              <a:ea typeface="仿宋_GB2312" pitchFamily="49" charset="-122"/>
            </a:endParaRPr>
          </a:p>
        </p:txBody>
      </p:sp>
      <p:sp>
        <p:nvSpPr>
          <p:cNvPr id="94392" name="AutoShape 184" descr="羊皮纸"/>
          <p:cNvSpPr/>
          <p:nvPr/>
        </p:nvSpPr>
        <p:spPr>
          <a:xfrm>
            <a:off x="1692275" y="6152515"/>
            <a:ext cx="2879090" cy="576580"/>
          </a:xfrm>
          <a:prstGeom prst="wedgeRoundRectCallout">
            <a:avLst>
              <a:gd name="adj1" fmla="val 29179"/>
              <a:gd name="adj2" fmla="val -125440"/>
              <a:gd name="adj3" fmla="val 16667"/>
            </a:avLst>
          </a:prstGeom>
          <a:blipFill rotWithShape="1">
            <a:blip r:embed="rId1"/>
          </a:blipFill>
          <a:ln w="9525">
            <a:noFill/>
          </a:ln>
        </p:spPr>
        <p:txBody>
          <a:bodyPr/>
          <a:p>
            <a:r>
              <a:rPr kumimoji="1" lang="zh-CN" altLang="en-US" sz="2800" dirty="0" smtClean="0">
                <a:solidFill>
                  <a:schemeClr val="tx1"/>
                </a:solidFill>
                <a:latin typeface="华文楷体" panose="02010600040101010101" pitchFamily="2" charset="-122"/>
                <a:ea typeface="华文楷体" panose="02010600040101010101" pitchFamily="2" charset="-122"/>
              </a:rPr>
              <a:t>受控源始终保留</a:t>
            </a:r>
            <a:endParaRPr kumimoji="1" lang="zh-CN" altLang="en-US" sz="2800" dirty="0" smtClean="0">
              <a:solidFill>
                <a:schemeClr val="tx1"/>
              </a:solidFill>
              <a:latin typeface="华文楷体" panose="02010600040101010101" pitchFamily="2" charset="-122"/>
              <a:ea typeface="华文楷体" panose="02010600040101010101" pitchFamily="2" charset="-122"/>
            </a:endParaRPr>
          </a:p>
        </p:txBody>
      </p:sp>
      <p:grpSp>
        <p:nvGrpSpPr>
          <p:cNvPr id="6" name="组合 5"/>
          <p:cNvGrpSpPr/>
          <p:nvPr/>
        </p:nvGrpSpPr>
        <p:grpSpPr>
          <a:xfrm>
            <a:off x="400675" y="764853"/>
            <a:ext cx="1469301" cy="596753"/>
            <a:chOff x="333345" y="3065118"/>
            <a:chExt cx="1469299" cy="596752"/>
          </a:xfrm>
        </p:grpSpPr>
        <p:sp>
          <p:nvSpPr>
            <p:cNvPr id="8" name="Text Box 47"/>
            <p:cNvSpPr txBox="1">
              <a:spLocks noChangeArrowheads="1"/>
            </p:cNvSpPr>
            <p:nvPr/>
          </p:nvSpPr>
          <p:spPr bwMode="auto">
            <a:xfrm>
              <a:off x="797242" y="3065118"/>
              <a:ext cx="1005402" cy="584774"/>
            </a:xfrm>
            <a:prstGeom prst="rect">
              <a:avLst/>
            </a:prstGeom>
            <a:noFill/>
            <a:ln w="9525">
              <a:noFill/>
              <a:miter lim="800000"/>
            </a:ln>
            <a:effectLst/>
          </p:spPr>
          <p:txBody>
            <a:bodyPr wrap="none">
              <a:spAutoFit/>
            </a:bodyPr>
            <a:p>
              <a:r>
                <a:rPr kumimoji="1" lang="zh-CN" altLang="en-US" sz="3200"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注意</a:t>
              </a:r>
              <a:endParaRPr kumimoji="1" lang="zh-CN" altLang="en-US" sz="3200"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p:txBody>
        </p:sp>
        <p:grpSp>
          <p:nvGrpSpPr>
            <p:cNvPr id="10" name="组合 15"/>
            <p:cNvGrpSpPr/>
            <p:nvPr/>
          </p:nvGrpSpPr>
          <p:grpSpPr>
            <a:xfrm>
              <a:off x="333345" y="3109916"/>
              <a:ext cx="655770" cy="551954"/>
              <a:chOff x="6691327" y="3681420"/>
              <a:chExt cx="655770" cy="551954"/>
            </a:xfrm>
          </p:grpSpPr>
          <p:sp>
            <p:nvSpPr>
              <p:cNvPr id="11" name="等腰三角形 10"/>
              <p:cNvSpPr/>
              <p:nvPr/>
            </p:nvSpPr>
            <p:spPr>
              <a:xfrm>
                <a:off x="6691327" y="3681420"/>
                <a:ext cx="576000" cy="504000"/>
              </a:xfrm>
              <a:prstGeom prst="triangle">
                <a:avLst/>
              </a:prstGeom>
              <a:solidFill>
                <a:schemeClr val="accent6">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3200"/>
              </a:p>
            </p:txBody>
          </p:sp>
          <p:sp>
            <p:nvSpPr>
              <p:cNvPr id="12" name="TextBox 91"/>
              <p:cNvSpPr txBox="1"/>
              <p:nvPr/>
            </p:nvSpPr>
            <p:spPr>
              <a:xfrm>
                <a:off x="6803359" y="3710155"/>
                <a:ext cx="543738" cy="523219"/>
              </a:xfrm>
              <a:prstGeom prst="rect">
                <a:avLst/>
              </a:prstGeom>
              <a:noFill/>
            </p:spPr>
            <p:txBody>
              <a:bodyPr wrap="none" rtlCol="0">
                <a:spAutoFit/>
              </a:bodyPr>
              <a:p>
                <a:pPr algn="ctr"/>
                <a:r>
                  <a:rPr lang="zh-CN" altLang="en-US" sz="2800" dirty="0">
                    <a:solidFill>
                      <a:schemeClr val="accent2">
                        <a:lumMod val="75000"/>
                      </a:schemeClr>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rPr>
                  <a:t>！</a:t>
                </a:r>
                <a:endParaRPr lang="zh-CN" altLang="en-US" sz="2800" dirty="0">
                  <a:solidFill>
                    <a:schemeClr val="accent2">
                      <a:lumMod val="75000"/>
                    </a:schemeClr>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endParaRPr>
              </a:p>
            </p:txBody>
          </p:sp>
        </p:grpSp>
      </p:grpSp>
      <p:sp>
        <p:nvSpPr>
          <p:cNvPr id="13" name="Text Box 22"/>
          <p:cNvSpPr txBox="1">
            <a:spLocks noChangeArrowheads="1"/>
          </p:cNvSpPr>
          <p:nvPr/>
        </p:nvSpPr>
        <p:spPr bwMode="auto">
          <a:xfrm>
            <a:off x="323850" y="2480945"/>
            <a:ext cx="1217930" cy="575945"/>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例</a:t>
            </a:r>
            <a:r>
              <a:rPr kumimoji="1" lang="en-US" altLang="zh-CN" sz="3200" dirty="0">
                <a:solidFill>
                  <a:schemeClr val="bg1"/>
                </a:solidFill>
                <a:latin typeface="华文新魏" panose="02010800040101010101" pitchFamily="2" charset="-122"/>
                <a:ea typeface="华文新魏" panose="02010800040101010101" pitchFamily="2" charset="-122"/>
              </a:rPr>
              <a:t>1-3</a:t>
            </a:r>
            <a:endParaRPr kumimoji="1" lang="en-US" altLang="zh-CN" sz="3200" dirty="0">
              <a:solidFill>
                <a:schemeClr val="bg1"/>
              </a:solidFill>
              <a:latin typeface="华文新魏" panose="02010800040101010101" pitchFamily="2" charset="-122"/>
              <a:ea typeface="华文新魏" panose="02010800040101010101" pitchFamily="2" charset="-122"/>
            </a:endParaRPr>
          </a:p>
        </p:txBody>
      </p:sp>
      <p:sp>
        <p:nvSpPr>
          <p:cNvPr id="15" name="Text Box 22"/>
          <p:cNvSpPr txBox="1">
            <a:spLocks noChangeArrowheads="1"/>
          </p:cNvSpPr>
          <p:nvPr/>
        </p:nvSpPr>
        <p:spPr bwMode="auto">
          <a:xfrm>
            <a:off x="323764" y="3200553"/>
            <a:ext cx="648000" cy="576000"/>
          </a:xfrm>
          <a:prstGeom prst="rect">
            <a:avLst/>
          </a:pr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解</a:t>
            </a:r>
            <a:endParaRPr kumimoji="1" lang="zh-CN" altLang="en-US" sz="3200" dirty="0">
              <a:solidFill>
                <a:schemeClr val="bg1"/>
              </a:solidFill>
              <a:latin typeface="华文新魏" panose="02010800040101010101" pitchFamily="2" charset="-122"/>
              <a:ea typeface="华文新魏" panose="02010800040101010101" pitchFamily="2" charset="-122"/>
            </a:endParaRPr>
          </a:p>
        </p:txBody>
      </p:sp>
      <p:grpSp>
        <p:nvGrpSpPr>
          <p:cNvPr id="25" name="组合 24"/>
          <p:cNvGrpSpPr/>
          <p:nvPr/>
        </p:nvGrpSpPr>
        <p:grpSpPr>
          <a:xfrm>
            <a:off x="4926965" y="4380865"/>
            <a:ext cx="3601720" cy="1916430"/>
            <a:chOff x="7768" y="6465"/>
            <a:chExt cx="5672" cy="3018"/>
          </a:xfrm>
        </p:grpSpPr>
        <p:sp>
          <p:nvSpPr>
            <p:cNvPr id="63506" name="Rectangle 177"/>
            <p:cNvSpPr/>
            <p:nvPr/>
          </p:nvSpPr>
          <p:spPr bwMode="auto">
            <a:xfrm>
              <a:off x="7768" y="6623"/>
              <a:ext cx="4650" cy="2835"/>
            </a:xfrm>
            <a:prstGeom prst="rect">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anchor="ctr" anchorCtr="0"/>
            <a:p>
              <a:endParaRPr lang="zh-CN" altLang="en-US" dirty="0">
                <a:latin typeface="Arial" panose="020B0604020202020204" pitchFamily="34" charset="0"/>
              </a:endParaRPr>
            </a:p>
          </p:txBody>
        </p:sp>
        <p:sp>
          <p:nvSpPr>
            <p:cNvPr id="63507" name="Text Box 164"/>
            <p:cNvSpPr txBox="1"/>
            <p:nvPr/>
          </p:nvSpPr>
          <p:spPr>
            <a:xfrm>
              <a:off x="10943" y="7530"/>
              <a:ext cx="1245" cy="818"/>
            </a:xfrm>
            <a:prstGeom prst="rect">
              <a:avLst/>
            </a:prstGeom>
            <a:noFill/>
            <a:ln w="9525">
              <a:noFill/>
            </a:ln>
          </p:spPr>
          <p:txBody>
            <a:bodyPr>
              <a:spAutoFit/>
            </a:bodyPr>
            <a:p>
              <a:r>
                <a:rPr lang="en-US" altLang="zh-CN" b="0" i="1" dirty="0">
                  <a:solidFill>
                    <a:schemeClr val="tx1"/>
                  </a:solidFill>
                  <a:latin typeface="Times New Roman" panose="02020603050405020304" pitchFamily="18" charset="0"/>
                  <a:ea typeface="仿宋_GB2312" pitchFamily="49" charset="-122"/>
                </a:rPr>
                <a:t>u</a:t>
              </a:r>
              <a:r>
                <a:rPr lang="en-US" altLang="zh-CN" b="0" baseline="30000" dirty="0">
                  <a:solidFill>
                    <a:schemeClr val="tx1"/>
                  </a:solidFill>
                  <a:latin typeface="Times New Roman" panose="02020603050405020304" pitchFamily="18" charset="0"/>
                  <a:ea typeface="仿宋_GB2312" pitchFamily="49" charset="-122"/>
                </a:rPr>
                <a:t>(2)</a:t>
              </a:r>
              <a:endParaRPr lang="en-US" altLang="zh-CN" b="0" baseline="30000" dirty="0">
                <a:solidFill>
                  <a:schemeClr val="tx1"/>
                </a:solidFill>
                <a:latin typeface="Times New Roman" panose="02020603050405020304" pitchFamily="18" charset="0"/>
                <a:ea typeface="仿宋_GB2312" pitchFamily="49" charset="-122"/>
              </a:endParaRPr>
            </a:p>
          </p:txBody>
        </p:sp>
        <p:sp>
          <p:nvSpPr>
            <p:cNvPr id="63508" name="Text Box 165"/>
            <p:cNvSpPr txBox="1"/>
            <p:nvPr/>
          </p:nvSpPr>
          <p:spPr>
            <a:xfrm>
              <a:off x="10033" y="8098"/>
              <a:ext cx="1247"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仿宋_GB2312" pitchFamily="49" charset="-122"/>
                </a:rPr>
                <a:t>2</a:t>
              </a:r>
              <a:r>
                <a:rPr lang="en-US" altLang="zh-CN" b="0" i="1" dirty="0">
                  <a:solidFill>
                    <a:schemeClr val="tx1"/>
                  </a:solidFill>
                  <a:latin typeface="Times New Roman" panose="02020603050405020304" pitchFamily="18" charset="0"/>
                  <a:ea typeface="仿宋_GB2312" pitchFamily="49" charset="-122"/>
                </a:rPr>
                <a:t>i</a:t>
              </a:r>
              <a:r>
                <a:rPr lang="en-US" altLang="zh-CN" b="0" baseline="30000" dirty="0">
                  <a:solidFill>
                    <a:schemeClr val="tx1"/>
                  </a:solidFill>
                  <a:latin typeface="Times New Roman" panose="02020603050405020304" pitchFamily="18" charset="0"/>
                  <a:ea typeface="仿宋_GB2312" pitchFamily="49" charset="-122"/>
                </a:rPr>
                <a:t> (2)</a:t>
              </a:r>
              <a:endParaRPr lang="en-US" altLang="zh-CN" b="0" baseline="30000" dirty="0">
                <a:solidFill>
                  <a:schemeClr val="tx1"/>
                </a:solidFill>
                <a:latin typeface="Times New Roman" panose="02020603050405020304" pitchFamily="18" charset="0"/>
                <a:ea typeface="仿宋_GB2312" pitchFamily="49" charset="-122"/>
              </a:endParaRPr>
            </a:p>
          </p:txBody>
        </p:sp>
        <p:sp>
          <p:nvSpPr>
            <p:cNvPr id="63509" name="Text Box 166"/>
            <p:cNvSpPr txBox="1"/>
            <p:nvPr/>
          </p:nvSpPr>
          <p:spPr>
            <a:xfrm>
              <a:off x="7768" y="7440"/>
              <a:ext cx="1020" cy="818"/>
            </a:xfrm>
            <a:prstGeom prst="rect">
              <a:avLst/>
            </a:prstGeom>
            <a:noFill/>
            <a:ln w="9525">
              <a:noFill/>
            </a:ln>
          </p:spPr>
          <p:txBody>
            <a:bodyPr>
              <a:spAutoFit/>
            </a:bodyPr>
            <a:p>
              <a:r>
                <a:rPr lang="en-US" altLang="zh-CN" b="0" i="1" dirty="0">
                  <a:solidFill>
                    <a:schemeClr val="tx1"/>
                  </a:solidFill>
                  <a:latin typeface="Times New Roman" panose="02020603050405020304" pitchFamily="18" charset="0"/>
                  <a:ea typeface="仿宋_GB2312" pitchFamily="49" charset="-122"/>
                </a:rPr>
                <a:t>i</a:t>
              </a:r>
              <a:r>
                <a:rPr lang="en-US" altLang="zh-CN" b="0" baseline="30000" dirty="0">
                  <a:solidFill>
                    <a:schemeClr val="tx1"/>
                  </a:solidFill>
                  <a:latin typeface="Times New Roman" panose="02020603050405020304" pitchFamily="18" charset="0"/>
                  <a:ea typeface="仿宋_GB2312" pitchFamily="49" charset="-122"/>
                </a:rPr>
                <a:t> (2)</a:t>
              </a:r>
              <a:endParaRPr lang="en-US" altLang="zh-CN" b="0" baseline="30000" dirty="0">
                <a:solidFill>
                  <a:schemeClr val="tx1"/>
                </a:solidFill>
                <a:latin typeface="Times New Roman" panose="02020603050405020304" pitchFamily="18" charset="0"/>
                <a:ea typeface="仿宋_GB2312" pitchFamily="49" charset="-122"/>
              </a:endParaRPr>
            </a:p>
          </p:txBody>
        </p:sp>
        <p:sp>
          <p:nvSpPr>
            <p:cNvPr id="63510" name="Text Box 167"/>
            <p:cNvSpPr txBox="1"/>
            <p:nvPr/>
          </p:nvSpPr>
          <p:spPr>
            <a:xfrm>
              <a:off x="9805" y="7418"/>
              <a:ext cx="795" cy="818"/>
            </a:xfrm>
            <a:prstGeom prst="rect">
              <a:avLst/>
            </a:prstGeom>
            <a:noFill/>
            <a:ln w="9525">
              <a:noFill/>
            </a:ln>
          </p:spPr>
          <p:txBody>
            <a:bodyPr>
              <a:spAutoFit/>
            </a:bodyPr>
            <a:p>
              <a:pPr>
                <a:spcBef>
                  <a:spcPct val="50000"/>
                </a:spcBef>
              </a:pPr>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63511" name="Text Box 168"/>
            <p:cNvSpPr txBox="1"/>
            <p:nvPr/>
          </p:nvSpPr>
          <p:spPr>
            <a:xfrm>
              <a:off x="9805" y="8665"/>
              <a:ext cx="937" cy="818"/>
            </a:xfrm>
            <a:prstGeom prst="rect">
              <a:avLst/>
            </a:prstGeom>
            <a:noFill/>
            <a:ln w="9525">
              <a:noFill/>
            </a:ln>
          </p:spPr>
          <p:txBody>
            <a:bodyPr>
              <a:spAutoFit/>
            </a:bodyPr>
            <a:p>
              <a:pPr>
                <a:spcBef>
                  <a:spcPct val="50000"/>
                </a:spcBef>
              </a:pPr>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63512" name="Text Box 169"/>
            <p:cNvSpPr txBox="1"/>
            <p:nvPr/>
          </p:nvSpPr>
          <p:spPr>
            <a:xfrm>
              <a:off x="9808" y="6850"/>
              <a:ext cx="1585"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仿宋_GB2312" pitchFamily="49" charset="-122"/>
                </a:rPr>
                <a:t>1</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63513" name="Text Box 170"/>
            <p:cNvSpPr txBox="1"/>
            <p:nvPr/>
          </p:nvSpPr>
          <p:spPr>
            <a:xfrm>
              <a:off x="8335" y="6713"/>
              <a:ext cx="1245"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仿宋_GB2312" pitchFamily="49" charset="-122"/>
                </a:rPr>
                <a:t>2</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63514" name="Line 171"/>
            <p:cNvSpPr/>
            <p:nvPr/>
          </p:nvSpPr>
          <p:spPr bwMode="auto">
            <a:xfrm>
              <a:off x="9693" y="6623"/>
              <a:ext cx="0" cy="2835"/>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63515" name="Line 172"/>
            <p:cNvSpPr/>
            <p:nvPr/>
          </p:nvSpPr>
          <p:spPr>
            <a:xfrm>
              <a:off x="7768" y="7555"/>
              <a:ext cx="0" cy="568"/>
            </a:xfrm>
            <a:prstGeom prst="line">
              <a:avLst/>
            </a:prstGeom>
            <a:ln w="28575">
              <a:solidFill>
                <a:srgbClr val="FF0000"/>
              </a:solidFill>
              <a:headEnd type="triangle" w="med" len="med"/>
              <a:tailEnd type="none"/>
            </a:ln>
          </p:spPr>
          <p:style>
            <a:lnRef idx="1">
              <a:schemeClr val="accent1"/>
            </a:lnRef>
            <a:fillRef idx="0">
              <a:schemeClr val="accent1"/>
            </a:fillRef>
            <a:effectRef idx="0">
              <a:schemeClr val="accent1"/>
            </a:effectRef>
            <a:fontRef idx="minor">
              <a:schemeClr val="tx1"/>
            </a:fontRef>
          </p:style>
        </p:sp>
        <p:sp>
          <p:nvSpPr>
            <p:cNvPr id="63516" name="Text Box 173"/>
            <p:cNvSpPr txBox="1"/>
            <p:nvPr/>
          </p:nvSpPr>
          <p:spPr>
            <a:xfrm>
              <a:off x="11510" y="6850"/>
              <a:ext cx="795" cy="818"/>
            </a:xfrm>
            <a:prstGeom prst="rect">
              <a:avLst/>
            </a:prstGeom>
            <a:noFill/>
            <a:ln w="9525">
              <a:noFill/>
            </a:ln>
          </p:spPr>
          <p:txBody>
            <a:bodyPr>
              <a:spAutoFit/>
            </a:bodyPr>
            <a:p>
              <a:pPr>
                <a:spcBef>
                  <a:spcPct val="50000"/>
                </a:spcBef>
              </a:pPr>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63517" name="Text Box 174"/>
            <p:cNvSpPr txBox="1"/>
            <p:nvPr/>
          </p:nvSpPr>
          <p:spPr>
            <a:xfrm>
              <a:off x="11510" y="8325"/>
              <a:ext cx="937" cy="818"/>
            </a:xfrm>
            <a:prstGeom prst="rect">
              <a:avLst/>
            </a:prstGeom>
            <a:noFill/>
            <a:ln w="9525">
              <a:noFill/>
            </a:ln>
          </p:spPr>
          <p:txBody>
            <a:bodyPr>
              <a:spAutoFit/>
            </a:bodyPr>
            <a:p>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63518" name="Text Box 176"/>
            <p:cNvSpPr txBox="1"/>
            <p:nvPr/>
          </p:nvSpPr>
          <p:spPr>
            <a:xfrm>
              <a:off x="12418" y="6850"/>
              <a:ext cx="1022"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5A</a:t>
              </a:r>
              <a:endParaRPr lang="en-US" altLang="zh-CN" b="0" dirty="0">
                <a:solidFill>
                  <a:schemeClr val="tx1"/>
                </a:solidFill>
                <a:latin typeface="Times New Roman" panose="02020603050405020304" pitchFamily="18" charset="0"/>
                <a:ea typeface="仿宋_GB2312" pitchFamily="49" charset="-122"/>
              </a:endParaRPr>
            </a:p>
          </p:txBody>
        </p:sp>
        <p:sp>
          <p:nvSpPr>
            <p:cNvPr id="63519" name="Rectangle 178"/>
            <p:cNvSpPr/>
            <p:nvPr/>
          </p:nvSpPr>
          <p:spPr bwMode="auto">
            <a:xfrm>
              <a:off x="9535" y="6850"/>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63520" name="Rectangle 179"/>
            <p:cNvSpPr/>
            <p:nvPr/>
          </p:nvSpPr>
          <p:spPr bwMode="auto">
            <a:xfrm>
              <a:off x="8448" y="6465"/>
              <a:ext cx="792"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63522" name="Line 175"/>
            <p:cNvSpPr/>
            <p:nvPr/>
          </p:nvSpPr>
          <p:spPr>
            <a:xfrm flipV="1">
              <a:off x="12418" y="6875"/>
              <a:ext cx="0" cy="793"/>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pSp>
          <p:nvGrpSpPr>
            <p:cNvPr id="73" name="组合 72"/>
            <p:cNvGrpSpPr/>
            <p:nvPr/>
          </p:nvGrpSpPr>
          <p:grpSpPr>
            <a:xfrm>
              <a:off x="11962" y="7556"/>
              <a:ext cx="908" cy="908"/>
              <a:chOff x="5907581" y="4495572"/>
              <a:chExt cx="576263" cy="576263"/>
            </a:xfrm>
          </p:grpSpPr>
          <p:sp>
            <p:nvSpPr>
              <p:cNvPr id="74"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75" name="直接连接符 74"/>
              <p:cNvCxnSpPr>
                <a:stCxn id="74" idx="4"/>
                <a:endCxn id="74"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2" name="组合 81"/>
            <p:cNvGrpSpPr/>
            <p:nvPr/>
          </p:nvGrpSpPr>
          <p:grpSpPr>
            <a:xfrm>
              <a:off x="9238" y="7873"/>
              <a:ext cx="907" cy="907"/>
              <a:chOff x="2791723" y="3758473"/>
              <a:chExt cx="432000" cy="432000"/>
            </a:xfrm>
            <a:solidFill>
              <a:schemeClr val="accent6">
                <a:lumMod val="40000"/>
                <a:lumOff val="60000"/>
              </a:schemeClr>
            </a:solidFill>
          </p:grpSpPr>
          <p:sp>
            <p:nvSpPr>
              <p:cNvPr id="83" name="AutoShape 17"/>
              <p:cNvSpPr>
                <a:spLocks noChangeArrowheads="1"/>
              </p:cNvSpPr>
              <p:nvPr/>
            </p:nvSpPr>
            <p:spPr bwMode="auto">
              <a:xfrm>
                <a:off x="2791723" y="3758473"/>
                <a:ext cx="432000" cy="432000"/>
              </a:xfrm>
              <a:prstGeom prst="diamond">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en-US" sz="1800"/>
              </a:p>
            </p:txBody>
          </p:sp>
          <p:cxnSp>
            <p:nvCxnSpPr>
              <p:cNvPr id="84" name="直接连接符 83"/>
              <p:cNvCxnSpPr>
                <a:stCxn id="83" idx="0"/>
                <a:endCxn id="83" idx="2"/>
              </p:cNvCxnSpPr>
              <p:nvPr/>
            </p:nvCxnSpPr>
            <p:spPr>
              <a:xfrm>
                <a:off x="3007723" y="3758473"/>
                <a:ext cx="0" cy="43200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9" name="组合 8"/>
          <p:cNvGrpSpPr/>
          <p:nvPr/>
        </p:nvGrpSpPr>
        <p:grpSpPr>
          <a:xfrm>
            <a:off x="4643755" y="2242185"/>
            <a:ext cx="3890645" cy="1886585"/>
            <a:chOff x="7313" y="3133"/>
            <a:chExt cx="6127" cy="2971"/>
          </a:xfrm>
        </p:grpSpPr>
        <p:sp>
          <p:nvSpPr>
            <p:cNvPr id="63526" name="Oval 112"/>
            <p:cNvSpPr/>
            <p:nvPr/>
          </p:nvSpPr>
          <p:spPr>
            <a:xfrm>
              <a:off x="7313" y="4380"/>
              <a:ext cx="907" cy="907"/>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63527" name="Rectangle 129"/>
            <p:cNvSpPr/>
            <p:nvPr/>
          </p:nvSpPr>
          <p:spPr bwMode="auto">
            <a:xfrm>
              <a:off x="7768" y="3245"/>
              <a:ext cx="4650" cy="2835"/>
            </a:xfrm>
            <a:prstGeom prst="rect">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anchor="ctr" anchorCtr="0"/>
            <a:p>
              <a:endParaRPr lang="zh-CN" altLang="en-US" dirty="0">
                <a:latin typeface="Arial" panose="020B0604020202020204" pitchFamily="34" charset="0"/>
              </a:endParaRPr>
            </a:p>
          </p:txBody>
        </p:sp>
        <p:sp>
          <p:nvSpPr>
            <p:cNvPr id="63528" name="Text Box 113"/>
            <p:cNvSpPr txBox="1"/>
            <p:nvPr/>
          </p:nvSpPr>
          <p:spPr>
            <a:xfrm>
              <a:off x="11395" y="4265"/>
              <a:ext cx="795" cy="817"/>
            </a:xfrm>
            <a:prstGeom prst="rect">
              <a:avLst/>
            </a:prstGeom>
            <a:noFill/>
            <a:ln w="9525">
              <a:noFill/>
            </a:ln>
          </p:spPr>
          <p:txBody>
            <a:bodyPr>
              <a:spAutoFit/>
            </a:bodyPr>
            <a:p>
              <a:r>
                <a:rPr lang="en-US" altLang="zh-CN" b="0" i="1" dirty="0">
                  <a:solidFill>
                    <a:schemeClr val="tx1"/>
                  </a:solidFill>
                  <a:latin typeface="Times New Roman" panose="02020603050405020304" pitchFamily="18" charset="0"/>
                  <a:ea typeface="仿宋_GB2312" pitchFamily="49" charset="-122"/>
                </a:rPr>
                <a:t>u</a:t>
              </a:r>
              <a:endParaRPr lang="en-US" altLang="zh-CN" b="0" i="1" dirty="0">
                <a:solidFill>
                  <a:schemeClr val="tx1"/>
                </a:solidFill>
                <a:latin typeface="Times New Roman" panose="02020603050405020304" pitchFamily="18" charset="0"/>
                <a:ea typeface="仿宋_GB2312" pitchFamily="49" charset="-122"/>
              </a:endParaRPr>
            </a:p>
          </p:txBody>
        </p:sp>
        <p:sp>
          <p:nvSpPr>
            <p:cNvPr id="63529" name="Text Box 114"/>
            <p:cNvSpPr txBox="1"/>
            <p:nvPr/>
          </p:nvSpPr>
          <p:spPr>
            <a:xfrm>
              <a:off x="7768" y="3813"/>
              <a:ext cx="795" cy="817"/>
            </a:xfrm>
            <a:prstGeom prst="rect">
              <a:avLst/>
            </a:prstGeom>
            <a:noFill/>
            <a:ln w="9525">
              <a:noFill/>
            </a:ln>
          </p:spPr>
          <p:txBody>
            <a:bodyPr>
              <a:spAutoFit/>
            </a:bodyPr>
            <a:p>
              <a:pPr>
                <a:spcBef>
                  <a:spcPct val="50000"/>
                </a:spcBef>
              </a:pPr>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63530" name="Text Box 115"/>
            <p:cNvSpPr txBox="1"/>
            <p:nvPr/>
          </p:nvSpPr>
          <p:spPr>
            <a:xfrm>
              <a:off x="7768" y="5060"/>
              <a:ext cx="937" cy="817"/>
            </a:xfrm>
            <a:prstGeom prst="rect">
              <a:avLst/>
            </a:prstGeom>
            <a:noFill/>
            <a:ln w="9525">
              <a:noFill/>
            </a:ln>
          </p:spPr>
          <p:txBody>
            <a:bodyPr>
              <a:spAutoFit/>
            </a:bodyPr>
            <a:p>
              <a:pPr>
                <a:spcBef>
                  <a:spcPct val="50000"/>
                </a:spcBef>
              </a:pPr>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63531" name="Text Box 116"/>
            <p:cNvSpPr txBox="1"/>
            <p:nvPr/>
          </p:nvSpPr>
          <p:spPr>
            <a:xfrm>
              <a:off x="8108" y="4493"/>
              <a:ext cx="1360"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10V</a:t>
              </a:r>
              <a:endParaRPr lang="en-US" altLang="zh-CN" b="0" dirty="0">
                <a:solidFill>
                  <a:schemeClr val="tx1"/>
                </a:solidFill>
                <a:latin typeface="Times New Roman" panose="02020603050405020304" pitchFamily="18" charset="0"/>
                <a:ea typeface="仿宋_GB2312" pitchFamily="49" charset="-122"/>
              </a:endParaRPr>
            </a:p>
          </p:txBody>
        </p:sp>
        <p:sp>
          <p:nvSpPr>
            <p:cNvPr id="63532" name="Text Box 117"/>
            <p:cNvSpPr txBox="1"/>
            <p:nvPr/>
          </p:nvSpPr>
          <p:spPr>
            <a:xfrm>
              <a:off x="10375" y="4720"/>
              <a:ext cx="850"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2</a:t>
              </a:r>
              <a:r>
                <a:rPr lang="en-US" altLang="zh-CN" b="0" i="1" dirty="0">
                  <a:solidFill>
                    <a:schemeClr val="tx1"/>
                  </a:solidFill>
                  <a:latin typeface="Times New Roman" panose="02020603050405020304" pitchFamily="18" charset="0"/>
                  <a:ea typeface="仿宋_GB2312" pitchFamily="49" charset="-122"/>
                </a:rPr>
                <a:t>i</a:t>
              </a:r>
              <a:endParaRPr lang="en-US" altLang="zh-CN" b="0" i="1" dirty="0">
                <a:solidFill>
                  <a:schemeClr val="tx1"/>
                </a:solidFill>
                <a:latin typeface="Times New Roman" panose="02020603050405020304" pitchFamily="18" charset="0"/>
                <a:ea typeface="仿宋_GB2312" pitchFamily="49" charset="-122"/>
              </a:endParaRPr>
            </a:p>
          </p:txBody>
        </p:sp>
        <p:sp>
          <p:nvSpPr>
            <p:cNvPr id="63533" name="Text Box 118"/>
            <p:cNvSpPr txBox="1"/>
            <p:nvPr/>
          </p:nvSpPr>
          <p:spPr>
            <a:xfrm>
              <a:off x="10148" y="4040"/>
              <a:ext cx="795" cy="817"/>
            </a:xfrm>
            <a:prstGeom prst="rect">
              <a:avLst/>
            </a:prstGeom>
            <a:noFill/>
            <a:ln w="9525">
              <a:noFill/>
            </a:ln>
          </p:spPr>
          <p:txBody>
            <a:bodyPr>
              <a:spAutoFit/>
            </a:bodyPr>
            <a:p>
              <a:pPr>
                <a:spcBef>
                  <a:spcPct val="50000"/>
                </a:spcBef>
              </a:pPr>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63534" name="Text Box 119"/>
            <p:cNvSpPr txBox="1"/>
            <p:nvPr/>
          </p:nvSpPr>
          <p:spPr>
            <a:xfrm>
              <a:off x="10148" y="5288"/>
              <a:ext cx="937" cy="817"/>
            </a:xfrm>
            <a:prstGeom prst="rect">
              <a:avLst/>
            </a:prstGeom>
            <a:noFill/>
            <a:ln w="9525">
              <a:noFill/>
            </a:ln>
          </p:spPr>
          <p:txBody>
            <a:bodyPr>
              <a:spAutoFit/>
            </a:bodyPr>
            <a:p>
              <a:pPr>
                <a:spcBef>
                  <a:spcPct val="50000"/>
                </a:spcBef>
              </a:pPr>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63535" name="Text Box 120"/>
            <p:cNvSpPr txBox="1"/>
            <p:nvPr/>
          </p:nvSpPr>
          <p:spPr>
            <a:xfrm>
              <a:off x="10150" y="3473"/>
              <a:ext cx="1585" cy="81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仿宋_GB2312" pitchFamily="49" charset="-122"/>
                </a:rPr>
                <a:t>1</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63536" name="Text Box 121"/>
            <p:cNvSpPr txBox="1"/>
            <p:nvPr/>
          </p:nvSpPr>
          <p:spPr>
            <a:xfrm>
              <a:off x="7373" y="3335"/>
              <a:ext cx="622" cy="817"/>
            </a:xfrm>
            <a:prstGeom prst="rect">
              <a:avLst/>
            </a:prstGeom>
            <a:noFill/>
            <a:ln w="9525">
              <a:noFill/>
            </a:ln>
          </p:spPr>
          <p:txBody>
            <a:bodyPr>
              <a:noAutofit/>
            </a:bodyPr>
            <a:p>
              <a:r>
                <a:rPr lang="en-US" altLang="zh-CN" b="0" i="1" dirty="0">
                  <a:solidFill>
                    <a:schemeClr val="tx1"/>
                  </a:solidFill>
                  <a:latin typeface="Times New Roman" panose="02020603050405020304" pitchFamily="18" charset="0"/>
                  <a:ea typeface="仿宋_GB2312" pitchFamily="49" charset="-122"/>
                </a:rPr>
                <a:t>i</a:t>
              </a:r>
              <a:endParaRPr lang="en-US" altLang="zh-CN" b="0" i="1" dirty="0">
                <a:solidFill>
                  <a:schemeClr val="tx1"/>
                </a:solidFill>
                <a:latin typeface="Times New Roman" panose="02020603050405020304" pitchFamily="18" charset="0"/>
                <a:ea typeface="仿宋_GB2312" pitchFamily="49" charset="-122"/>
              </a:endParaRPr>
            </a:p>
          </p:txBody>
        </p:sp>
        <p:sp>
          <p:nvSpPr>
            <p:cNvPr id="63537" name="Text Box 122"/>
            <p:cNvSpPr txBox="1"/>
            <p:nvPr/>
          </p:nvSpPr>
          <p:spPr>
            <a:xfrm>
              <a:off x="8335" y="3335"/>
              <a:ext cx="1245" cy="81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仿宋_GB2312" pitchFamily="49" charset="-122"/>
                </a:rPr>
                <a:t>2</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63538" name="Line 123"/>
            <p:cNvSpPr/>
            <p:nvPr/>
          </p:nvSpPr>
          <p:spPr bwMode="auto">
            <a:xfrm>
              <a:off x="10035" y="3245"/>
              <a:ext cx="0" cy="2835"/>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63539" name="Line 124"/>
            <p:cNvSpPr/>
            <p:nvPr/>
          </p:nvSpPr>
          <p:spPr>
            <a:xfrm>
              <a:off x="7768" y="3360"/>
              <a:ext cx="0" cy="567"/>
            </a:xfrm>
            <a:prstGeom prst="line">
              <a:avLst/>
            </a:prstGeom>
            <a:ln w="28575">
              <a:solidFill>
                <a:srgbClr val="FF0000"/>
              </a:solidFill>
              <a:headEnd type="triangle" w="med" len="med"/>
              <a:tailEnd type="none"/>
            </a:ln>
          </p:spPr>
          <p:style>
            <a:lnRef idx="1">
              <a:schemeClr val="accent1"/>
            </a:lnRef>
            <a:fillRef idx="0">
              <a:schemeClr val="accent1"/>
            </a:fillRef>
            <a:effectRef idx="0">
              <a:schemeClr val="accent1"/>
            </a:effectRef>
            <a:fontRef idx="minor">
              <a:schemeClr val="tx1"/>
            </a:fontRef>
          </p:style>
        </p:sp>
        <p:sp>
          <p:nvSpPr>
            <p:cNvPr id="63540" name="Text Box 125"/>
            <p:cNvSpPr txBox="1"/>
            <p:nvPr/>
          </p:nvSpPr>
          <p:spPr>
            <a:xfrm>
              <a:off x="11510" y="3473"/>
              <a:ext cx="795" cy="817"/>
            </a:xfrm>
            <a:prstGeom prst="rect">
              <a:avLst/>
            </a:prstGeom>
            <a:noFill/>
            <a:ln w="9525">
              <a:noFill/>
            </a:ln>
          </p:spPr>
          <p:txBody>
            <a:bodyPr>
              <a:spAutoFit/>
            </a:bodyPr>
            <a:p>
              <a:pPr>
                <a:spcBef>
                  <a:spcPct val="50000"/>
                </a:spcBef>
              </a:pPr>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63541" name="Text Box 126"/>
            <p:cNvSpPr txBox="1"/>
            <p:nvPr/>
          </p:nvSpPr>
          <p:spPr>
            <a:xfrm>
              <a:off x="11510" y="4948"/>
              <a:ext cx="937" cy="817"/>
            </a:xfrm>
            <a:prstGeom prst="rect">
              <a:avLst/>
            </a:prstGeom>
            <a:noFill/>
            <a:ln w="9525">
              <a:noFill/>
            </a:ln>
          </p:spPr>
          <p:txBody>
            <a:bodyPr>
              <a:spAutoFit/>
            </a:bodyPr>
            <a:p>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63542" name="Text Box 128"/>
            <p:cNvSpPr txBox="1"/>
            <p:nvPr/>
          </p:nvSpPr>
          <p:spPr>
            <a:xfrm>
              <a:off x="12418" y="3473"/>
              <a:ext cx="1022"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5A</a:t>
              </a:r>
              <a:endParaRPr lang="en-US" altLang="zh-CN" b="0" dirty="0">
                <a:solidFill>
                  <a:schemeClr val="tx1"/>
                </a:solidFill>
                <a:latin typeface="Times New Roman" panose="02020603050405020304" pitchFamily="18" charset="0"/>
                <a:ea typeface="仿宋_GB2312" pitchFamily="49" charset="-122"/>
              </a:endParaRPr>
            </a:p>
          </p:txBody>
        </p:sp>
        <p:sp>
          <p:nvSpPr>
            <p:cNvPr id="63543" name="Rectangle 130"/>
            <p:cNvSpPr/>
            <p:nvPr/>
          </p:nvSpPr>
          <p:spPr bwMode="auto">
            <a:xfrm>
              <a:off x="9855" y="3473"/>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63544" name="Rectangle 131"/>
            <p:cNvSpPr/>
            <p:nvPr/>
          </p:nvSpPr>
          <p:spPr bwMode="auto">
            <a:xfrm>
              <a:off x="8448" y="3133"/>
              <a:ext cx="792"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63547" name="Line 127"/>
            <p:cNvSpPr/>
            <p:nvPr/>
          </p:nvSpPr>
          <p:spPr>
            <a:xfrm flipV="1">
              <a:off x="12418" y="3473"/>
              <a:ext cx="0" cy="792"/>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pSp>
          <p:nvGrpSpPr>
            <p:cNvPr id="79" name="组合 78"/>
            <p:cNvGrpSpPr/>
            <p:nvPr/>
          </p:nvGrpSpPr>
          <p:grpSpPr>
            <a:xfrm>
              <a:off x="7315" y="4379"/>
              <a:ext cx="908" cy="908"/>
              <a:chOff x="505193" y="3720552"/>
              <a:chExt cx="432197" cy="432197"/>
            </a:xfrm>
            <a:solidFill>
              <a:schemeClr val="accent6">
                <a:lumMod val="40000"/>
                <a:lumOff val="60000"/>
              </a:schemeClr>
            </a:solidFill>
          </p:grpSpPr>
          <p:sp>
            <p:nvSpPr>
              <p:cNvPr id="80"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81" name="直接连接符 80"/>
              <p:cNvCxnSpPr>
                <a:stCxn id="80" idx="0"/>
                <a:endCxn id="80"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11962" y="4265"/>
              <a:ext cx="908" cy="908"/>
              <a:chOff x="5907581" y="4495572"/>
              <a:chExt cx="576263" cy="576263"/>
            </a:xfrm>
          </p:grpSpPr>
          <p:sp>
            <p:nvSpPr>
              <p:cNvPr id="17"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18" name="直接连接符 17"/>
              <p:cNvCxnSpPr>
                <a:stCxn id="17" idx="4"/>
                <a:endCxn id="17"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 name="组合 18"/>
            <p:cNvGrpSpPr/>
            <p:nvPr/>
          </p:nvGrpSpPr>
          <p:grpSpPr>
            <a:xfrm>
              <a:off x="9581" y="4717"/>
              <a:ext cx="907" cy="907"/>
              <a:chOff x="2791723" y="3758473"/>
              <a:chExt cx="432000" cy="432000"/>
            </a:xfrm>
            <a:solidFill>
              <a:schemeClr val="accent6">
                <a:lumMod val="40000"/>
                <a:lumOff val="60000"/>
              </a:schemeClr>
            </a:solidFill>
          </p:grpSpPr>
          <p:sp>
            <p:nvSpPr>
              <p:cNvPr id="20" name="AutoShape 17"/>
              <p:cNvSpPr>
                <a:spLocks noChangeArrowheads="1"/>
              </p:cNvSpPr>
              <p:nvPr/>
            </p:nvSpPr>
            <p:spPr bwMode="auto">
              <a:xfrm>
                <a:off x="2791723" y="3758473"/>
                <a:ext cx="432000" cy="432000"/>
              </a:xfrm>
              <a:prstGeom prst="diamond">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en-US" sz="1800"/>
              </a:p>
            </p:txBody>
          </p:sp>
          <p:cxnSp>
            <p:nvCxnSpPr>
              <p:cNvPr id="21" name="直接连接符 20"/>
              <p:cNvCxnSpPr>
                <a:stCxn id="20" idx="0"/>
                <a:endCxn id="20" idx="2"/>
              </p:cNvCxnSpPr>
              <p:nvPr/>
            </p:nvCxnSpPr>
            <p:spPr>
              <a:xfrm>
                <a:off x="3007723" y="3758473"/>
                <a:ext cx="0" cy="43200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7" name="组合 6"/>
          <p:cNvGrpSpPr/>
          <p:nvPr/>
        </p:nvGrpSpPr>
        <p:grpSpPr>
          <a:xfrm>
            <a:off x="323850" y="3954145"/>
            <a:ext cx="3887470" cy="1944370"/>
            <a:chOff x="510" y="5722"/>
            <a:chExt cx="6122" cy="3062"/>
          </a:xfrm>
        </p:grpSpPr>
        <p:sp>
          <p:nvSpPr>
            <p:cNvPr id="63550" name="Text Box 142"/>
            <p:cNvSpPr txBox="1"/>
            <p:nvPr/>
          </p:nvSpPr>
          <p:spPr>
            <a:xfrm>
              <a:off x="5158" y="6535"/>
              <a:ext cx="1475" cy="818"/>
            </a:xfrm>
            <a:prstGeom prst="rect">
              <a:avLst/>
            </a:prstGeom>
            <a:noFill/>
            <a:ln w="9525">
              <a:noFill/>
            </a:ln>
          </p:spPr>
          <p:txBody>
            <a:bodyPr>
              <a:spAutoFit/>
            </a:bodyPr>
            <a:p>
              <a:r>
                <a:rPr lang="en-US" altLang="zh-CN" b="0" i="1" dirty="0">
                  <a:solidFill>
                    <a:schemeClr val="tx1"/>
                  </a:solidFill>
                  <a:latin typeface="Times New Roman" panose="02020603050405020304" pitchFamily="18" charset="0"/>
                  <a:ea typeface="仿宋_GB2312" pitchFamily="49" charset="-122"/>
                </a:rPr>
                <a:t>u</a:t>
              </a:r>
              <a:r>
                <a:rPr lang="zh-CN" altLang="en-US" b="0" baseline="30000" dirty="0">
                  <a:solidFill>
                    <a:schemeClr val="tx1"/>
                  </a:solidFill>
                  <a:latin typeface="Times New Roman" panose="02020603050405020304" pitchFamily="18" charset="0"/>
                  <a:ea typeface="仿宋_GB2312" pitchFamily="49" charset="-122"/>
                </a:rPr>
                <a:t>（</a:t>
              </a:r>
              <a:r>
                <a:rPr lang="en-US" altLang="zh-CN" b="0" baseline="30000" dirty="0">
                  <a:solidFill>
                    <a:schemeClr val="tx1"/>
                  </a:solidFill>
                  <a:latin typeface="Times New Roman" panose="02020603050405020304" pitchFamily="18" charset="0"/>
                  <a:ea typeface="仿宋_GB2312" pitchFamily="49" charset="-122"/>
                </a:rPr>
                <a:t>1</a:t>
              </a:r>
              <a:r>
                <a:rPr lang="zh-CN" altLang="en-US" b="0" baseline="30000" dirty="0">
                  <a:solidFill>
                    <a:schemeClr val="tx1"/>
                  </a:solidFill>
                  <a:latin typeface="Times New Roman" panose="02020603050405020304" pitchFamily="18" charset="0"/>
                  <a:ea typeface="仿宋_GB2312" pitchFamily="49" charset="-122"/>
                </a:rPr>
                <a:t>）</a:t>
              </a:r>
              <a:endParaRPr lang="zh-CN" altLang="en-US" b="0" baseline="30000" dirty="0">
                <a:solidFill>
                  <a:schemeClr val="tx1"/>
                </a:solidFill>
                <a:latin typeface="Times New Roman" panose="02020603050405020304" pitchFamily="18" charset="0"/>
                <a:ea typeface="仿宋_GB2312" pitchFamily="49" charset="-122"/>
              </a:endParaRPr>
            </a:p>
          </p:txBody>
        </p:sp>
        <p:grpSp>
          <p:nvGrpSpPr>
            <p:cNvPr id="5" name="组合 4"/>
            <p:cNvGrpSpPr/>
            <p:nvPr/>
          </p:nvGrpSpPr>
          <p:grpSpPr>
            <a:xfrm>
              <a:off x="510" y="5722"/>
              <a:ext cx="5698" cy="3063"/>
              <a:chOff x="510" y="5740"/>
              <a:chExt cx="5698" cy="3063"/>
            </a:xfrm>
          </p:grpSpPr>
          <p:sp>
            <p:nvSpPr>
              <p:cNvPr id="63552" name="Line 139"/>
              <p:cNvSpPr/>
              <p:nvPr/>
            </p:nvSpPr>
            <p:spPr bwMode="auto">
              <a:xfrm>
                <a:off x="3798" y="5855"/>
                <a:ext cx="0" cy="2833"/>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63554" name="Rectangle 141"/>
              <p:cNvSpPr/>
              <p:nvPr/>
            </p:nvSpPr>
            <p:spPr bwMode="auto">
              <a:xfrm>
                <a:off x="3629" y="6193"/>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63555" name="Text Box 143"/>
              <p:cNvSpPr txBox="1"/>
              <p:nvPr/>
            </p:nvSpPr>
            <p:spPr>
              <a:xfrm>
                <a:off x="1190" y="6195"/>
                <a:ext cx="795" cy="818"/>
              </a:xfrm>
              <a:prstGeom prst="rect">
                <a:avLst/>
              </a:prstGeom>
              <a:noFill/>
              <a:ln w="9525">
                <a:noFill/>
              </a:ln>
            </p:spPr>
            <p:txBody>
              <a:bodyPr>
                <a:spAutoFit/>
              </a:bodyPr>
              <a:p>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63556" name="Text Box 144"/>
              <p:cNvSpPr txBox="1"/>
              <p:nvPr/>
            </p:nvSpPr>
            <p:spPr>
              <a:xfrm>
                <a:off x="1190" y="7870"/>
                <a:ext cx="938" cy="818"/>
              </a:xfrm>
              <a:prstGeom prst="rect">
                <a:avLst/>
              </a:prstGeom>
              <a:noFill/>
              <a:ln w="9525">
                <a:noFill/>
              </a:ln>
            </p:spPr>
            <p:txBody>
              <a:bodyPr>
                <a:spAutoFit/>
              </a:bodyPr>
              <a:p>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63557" name="Text Box 145"/>
              <p:cNvSpPr txBox="1"/>
              <p:nvPr/>
            </p:nvSpPr>
            <p:spPr>
              <a:xfrm>
                <a:off x="510" y="7100"/>
                <a:ext cx="1360"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仿宋_GB2312" pitchFamily="49" charset="-122"/>
                  </a:rPr>
                  <a:t>10V</a:t>
                </a:r>
                <a:endParaRPr lang="en-US" altLang="zh-CN" b="0" dirty="0">
                  <a:solidFill>
                    <a:schemeClr val="tx1"/>
                  </a:solidFill>
                  <a:latin typeface="Times New Roman" panose="02020603050405020304" pitchFamily="18" charset="0"/>
                  <a:ea typeface="仿宋_GB2312" pitchFamily="49" charset="-122"/>
                </a:endParaRPr>
              </a:p>
            </p:txBody>
          </p:sp>
          <p:sp>
            <p:nvSpPr>
              <p:cNvPr id="63558" name="Text Box 146"/>
              <p:cNvSpPr txBox="1"/>
              <p:nvPr/>
            </p:nvSpPr>
            <p:spPr>
              <a:xfrm>
                <a:off x="4138" y="7440"/>
                <a:ext cx="1928"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仿宋_GB2312" pitchFamily="49" charset="-122"/>
                  </a:rPr>
                  <a:t>2</a:t>
                </a:r>
                <a:r>
                  <a:rPr lang="en-US" altLang="zh-CN" b="0" i="1" dirty="0">
                    <a:solidFill>
                      <a:schemeClr val="tx1"/>
                    </a:solidFill>
                    <a:latin typeface="Times New Roman" panose="02020603050405020304" pitchFamily="18" charset="0"/>
                    <a:ea typeface="仿宋_GB2312" pitchFamily="49" charset="-122"/>
                  </a:rPr>
                  <a:t>i</a:t>
                </a:r>
                <a:r>
                  <a:rPr lang="en-US" altLang="zh-CN" b="0" baseline="30000" dirty="0">
                    <a:solidFill>
                      <a:schemeClr val="tx1"/>
                    </a:solidFill>
                    <a:latin typeface="Times New Roman" panose="02020603050405020304" pitchFamily="18" charset="0"/>
                    <a:ea typeface="仿宋_GB2312" pitchFamily="49" charset="-122"/>
                  </a:rPr>
                  <a:t>(1)</a:t>
                </a:r>
                <a:endParaRPr lang="en-US" altLang="zh-CN" b="0" baseline="30000" dirty="0">
                  <a:solidFill>
                    <a:schemeClr val="tx1"/>
                  </a:solidFill>
                  <a:latin typeface="Times New Roman" panose="02020603050405020304" pitchFamily="18" charset="0"/>
                  <a:ea typeface="仿宋_GB2312" pitchFamily="49" charset="-122"/>
                </a:endParaRPr>
              </a:p>
            </p:txBody>
          </p:sp>
          <p:sp>
            <p:nvSpPr>
              <p:cNvPr id="63559" name="Text Box 147"/>
              <p:cNvSpPr txBox="1"/>
              <p:nvPr/>
            </p:nvSpPr>
            <p:spPr>
              <a:xfrm>
                <a:off x="3798" y="6875"/>
                <a:ext cx="795" cy="818"/>
              </a:xfrm>
              <a:prstGeom prst="rect">
                <a:avLst/>
              </a:prstGeom>
              <a:noFill/>
              <a:ln w="9525">
                <a:noFill/>
              </a:ln>
            </p:spPr>
            <p:txBody>
              <a:bodyPr>
                <a:spAutoFit/>
              </a:bodyPr>
              <a:p>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63560" name="Text Box 148"/>
              <p:cNvSpPr txBox="1"/>
              <p:nvPr/>
            </p:nvSpPr>
            <p:spPr>
              <a:xfrm>
                <a:off x="3798" y="7895"/>
                <a:ext cx="938" cy="818"/>
              </a:xfrm>
              <a:prstGeom prst="rect">
                <a:avLst/>
              </a:prstGeom>
              <a:noFill/>
              <a:ln w="9525">
                <a:noFill/>
              </a:ln>
            </p:spPr>
            <p:txBody>
              <a:bodyPr>
                <a:spAutoFit/>
              </a:bodyPr>
              <a:p>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63561" name="Text Box 149"/>
              <p:cNvSpPr txBox="1"/>
              <p:nvPr/>
            </p:nvSpPr>
            <p:spPr>
              <a:xfrm>
                <a:off x="3910" y="6080"/>
                <a:ext cx="1360"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仿宋_GB2312" pitchFamily="49" charset="-122"/>
                  </a:rPr>
                  <a:t>1</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63562" name="Text Box 150"/>
              <p:cNvSpPr txBox="1"/>
              <p:nvPr/>
            </p:nvSpPr>
            <p:spPr>
              <a:xfrm>
                <a:off x="2347" y="5968"/>
                <a:ext cx="1245"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仿宋_GB2312" pitchFamily="49" charset="-122"/>
                  </a:rPr>
                  <a:t>2</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63563" name="Line 151"/>
              <p:cNvSpPr/>
              <p:nvPr/>
            </p:nvSpPr>
            <p:spPr bwMode="auto">
              <a:xfrm>
                <a:off x="2098" y="5853"/>
                <a:ext cx="3628" cy="3"/>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63564" name="Line 152"/>
              <p:cNvSpPr/>
              <p:nvPr/>
            </p:nvSpPr>
            <p:spPr bwMode="auto">
              <a:xfrm>
                <a:off x="2098" y="8688"/>
                <a:ext cx="3573"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63565" name="Line 153"/>
              <p:cNvSpPr/>
              <p:nvPr/>
            </p:nvSpPr>
            <p:spPr bwMode="auto">
              <a:xfrm>
                <a:off x="2098" y="5855"/>
                <a:ext cx="0" cy="2833"/>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63566" name="Line 154"/>
              <p:cNvSpPr/>
              <p:nvPr/>
            </p:nvSpPr>
            <p:spPr>
              <a:xfrm>
                <a:off x="2098" y="5968"/>
                <a:ext cx="0" cy="568"/>
              </a:xfrm>
              <a:prstGeom prst="line">
                <a:avLst/>
              </a:prstGeom>
              <a:ln w="28575">
                <a:solidFill>
                  <a:srgbClr val="FF0000"/>
                </a:solidFill>
                <a:headEnd type="triangle" w="med" len="med"/>
                <a:tailEnd type="none"/>
              </a:ln>
            </p:spPr>
            <p:style>
              <a:lnRef idx="1">
                <a:schemeClr val="accent1"/>
              </a:lnRef>
              <a:fillRef idx="0">
                <a:schemeClr val="accent1"/>
              </a:fillRef>
              <a:effectRef idx="0">
                <a:schemeClr val="accent1"/>
              </a:effectRef>
              <a:fontRef idx="minor">
                <a:schemeClr val="tx1"/>
              </a:fontRef>
            </p:style>
          </p:sp>
          <p:sp>
            <p:nvSpPr>
              <p:cNvPr id="63567" name="Text Box 155"/>
              <p:cNvSpPr txBox="1"/>
              <p:nvPr/>
            </p:nvSpPr>
            <p:spPr>
              <a:xfrm>
                <a:off x="5270" y="5855"/>
                <a:ext cx="795" cy="818"/>
              </a:xfrm>
              <a:prstGeom prst="rect">
                <a:avLst/>
              </a:prstGeom>
              <a:noFill/>
              <a:ln w="9525">
                <a:noFill/>
              </a:ln>
            </p:spPr>
            <p:txBody>
              <a:bodyPr>
                <a:spAutoFit/>
              </a:bodyPr>
              <a:p>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63568" name="Text Box 156"/>
              <p:cNvSpPr txBox="1"/>
              <p:nvPr/>
            </p:nvSpPr>
            <p:spPr>
              <a:xfrm>
                <a:off x="5270" y="7443"/>
                <a:ext cx="938" cy="818"/>
              </a:xfrm>
              <a:prstGeom prst="rect">
                <a:avLst/>
              </a:prstGeom>
              <a:noFill/>
              <a:ln w="9525">
                <a:noFill/>
              </a:ln>
            </p:spPr>
            <p:txBody>
              <a:bodyPr>
                <a:spAutoFit/>
              </a:bodyPr>
              <a:p>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63569" name="Text Box 157"/>
              <p:cNvSpPr txBox="1"/>
              <p:nvPr/>
            </p:nvSpPr>
            <p:spPr>
              <a:xfrm>
                <a:off x="808" y="5830"/>
                <a:ext cx="1063" cy="725"/>
              </a:xfrm>
              <a:prstGeom prst="rect">
                <a:avLst/>
              </a:prstGeom>
              <a:noFill/>
              <a:ln w="9525">
                <a:noFill/>
              </a:ln>
            </p:spPr>
            <p:txBody>
              <a:bodyPr wrap="square">
                <a:spAutoFit/>
              </a:bodyPr>
              <a:p>
                <a:r>
                  <a:rPr lang="en-US" altLang="zh-CN" b="0" i="1" dirty="0">
                    <a:solidFill>
                      <a:schemeClr val="tx1"/>
                    </a:solidFill>
                    <a:latin typeface="Times New Roman" panose="02020603050405020304" pitchFamily="18" charset="0"/>
                    <a:ea typeface="仿宋_GB2312" pitchFamily="49" charset="-122"/>
                  </a:rPr>
                  <a:t>i</a:t>
                </a:r>
                <a:r>
                  <a:rPr lang="zh-CN" altLang="en-US" b="0" baseline="30000" dirty="0">
                    <a:solidFill>
                      <a:schemeClr val="tx1"/>
                    </a:solidFill>
                    <a:latin typeface="Times New Roman" panose="02020603050405020304" pitchFamily="18" charset="0"/>
                    <a:ea typeface="仿宋_GB2312" pitchFamily="49" charset="-122"/>
                  </a:rPr>
                  <a:t>（</a:t>
                </a:r>
                <a:r>
                  <a:rPr lang="en-US" altLang="zh-CN" b="0" baseline="30000" dirty="0">
                    <a:solidFill>
                      <a:schemeClr val="tx1"/>
                    </a:solidFill>
                    <a:latin typeface="Times New Roman" panose="02020603050405020304" pitchFamily="18" charset="0"/>
                    <a:ea typeface="仿宋_GB2312" pitchFamily="49" charset="-122"/>
                  </a:rPr>
                  <a:t>1</a:t>
                </a:r>
                <a:r>
                  <a:rPr lang="zh-CN" altLang="en-US" b="0" baseline="30000" dirty="0">
                    <a:solidFill>
                      <a:schemeClr val="tx1"/>
                    </a:solidFill>
                    <a:latin typeface="Times New Roman" panose="02020603050405020304" pitchFamily="18" charset="0"/>
                    <a:ea typeface="仿宋_GB2312" pitchFamily="49" charset="-122"/>
                  </a:rPr>
                  <a:t>）</a:t>
                </a:r>
                <a:endParaRPr lang="zh-CN" altLang="en-US" b="0" baseline="30000" dirty="0">
                  <a:solidFill>
                    <a:schemeClr val="tx1"/>
                  </a:solidFill>
                  <a:latin typeface="Times New Roman" panose="02020603050405020304" pitchFamily="18" charset="0"/>
                  <a:ea typeface="仿宋_GB2312" pitchFamily="49" charset="-122"/>
                </a:endParaRPr>
              </a:p>
            </p:txBody>
          </p:sp>
          <p:sp>
            <p:nvSpPr>
              <p:cNvPr id="63570" name="Oval 158"/>
              <p:cNvSpPr/>
              <p:nvPr/>
            </p:nvSpPr>
            <p:spPr bwMode="auto">
              <a:xfrm>
                <a:off x="5613" y="8575"/>
                <a:ext cx="225" cy="228"/>
              </a:xfrm>
              <a:prstGeom prst="ellips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anchor="ctr" anchorCtr="0"/>
              <a:p>
                <a:endParaRPr lang="zh-CN" altLang="en-US" dirty="0">
                  <a:latin typeface="Arial" panose="020B0604020202020204" pitchFamily="34" charset="0"/>
                </a:endParaRPr>
              </a:p>
            </p:txBody>
          </p:sp>
          <p:sp>
            <p:nvSpPr>
              <p:cNvPr id="63571" name="Oval 159"/>
              <p:cNvSpPr/>
              <p:nvPr/>
            </p:nvSpPr>
            <p:spPr bwMode="auto">
              <a:xfrm>
                <a:off x="5728" y="5740"/>
                <a:ext cx="225" cy="228"/>
              </a:xfrm>
              <a:prstGeom prst="ellips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63572" name="Rectangle 160"/>
              <p:cNvSpPr/>
              <p:nvPr/>
            </p:nvSpPr>
            <p:spPr bwMode="auto">
              <a:xfrm>
                <a:off x="2550" y="5740"/>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grpSp>
            <p:nvGrpSpPr>
              <p:cNvPr id="3" name="组合 2"/>
              <p:cNvGrpSpPr/>
              <p:nvPr/>
            </p:nvGrpSpPr>
            <p:grpSpPr>
              <a:xfrm>
                <a:off x="1641" y="6898"/>
                <a:ext cx="908" cy="908"/>
                <a:chOff x="505193" y="3720552"/>
                <a:chExt cx="432197" cy="432197"/>
              </a:xfrm>
              <a:solidFill>
                <a:schemeClr val="accent6">
                  <a:lumMod val="40000"/>
                  <a:lumOff val="60000"/>
                </a:schemeClr>
              </a:solidFill>
            </p:grpSpPr>
            <p:sp>
              <p:nvSpPr>
                <p:cNvPr id="4"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14" name="直接连接符 13"/>
                <p:cNvCxnSpPr>
                  <a:stCxn id="4" idx="0"/>
                  <a:endCxn id="4"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 name="组合 21"/>
              <p:cNvGrpSpPr/>
              <p:nvPr/>
            </p:nvGrpSpPr>
            <p:grpSpPr>
              <a:xfrm>
                <a:off x="3344" y="7329"/>
                <a:ext cx="907" cy="907"/>
                <a:chOff x="2791723" y="3758473"/>
                <a:chExt cx="432000" cy="432000"/>
              </a:xfrm>
              <a:solidFill>
                <a:schemeClr val="accent6">
                  <a:lumMod val="40000"/>
                  <a:lumOff val="60000"/>
                </a:schemeClr>
              </a:solidFill>
            </p:grpSpPr>
            <p:sp>
              <p:nvSpPr>
                <p:cNvPr id="23" name="AutoShape 17"/>
                <p:cNvSpPr>
                  <a:spLocks noChangeArrowheads="1"/>
                </p:cNvSpPr>
                <p:nvPr/>
              </p:nvSpPr>
              <p:spPr bwMode="auto">
                <a:xfrm>
                  <a:off x="2791723" y="3758473"/>
                  <a:ext cx="432000" cy="432000"/>
                </a:xfrm>
                <a:prstGeom prst="diamond">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en-US" sz="1800"/>
                </a:p>
              </p:txBody>
            </p:sp>
            <p:cxnSp>
              <p:nvCxnSpPr>
                <p:cNvPr id="24" name="直接连接符 23"/>
                <p:cNvCxnSpPr>
                  <a:stCxn id="23" idx="0"/>
                  <a:endCxn id="23" idx="2"/>
                </p:cNvCxnSpPr>
                <p:nvPr/>
              </p:nvCxnSpPr>
              <p:spPr>
                <a:xfrm>
                  <a:off x="3007723" y="3758473"/>
                  <a:ext cx="0" cy="43200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94273"/>
                                        </p:tgtEl>
                                        <p:attrNameLst>
                                          <p:attrName>style.visibility</p:attrName>
                                        </p:attrNameLst>
                                      </p:cBhvr>
                                      <p:to>
                                        <p:strVal val="visible"/>
                                      </p:to>
                                    </p:set>
                                    <p:animEffect transition="in" filter="wipe(left)">
                                      <p:cBhvr>
                                        <p:cTn id="12" dur="100"/>
                                        <p:tgtEl>
                                          <p:spTgt spid="94273"/>
                                        </p:tgtEl>
                                      </p:cBhvr>
                                    </p:animEffect>
                                  </p:childTnLst>
                                </p:cTn>
                              </p:par>
                            </p:childTnLst>
                          </p:cTn>
                        </p:par>
                      </p:childTnLst>
                    </p:cTn>
                  </p:par>
                  <p:par>
                    <p:cTn id="13" fill="hold">
                      <p:stCondLst>
                        <p:cond delay="indefinite"/>
                      </p:stCondLst>
                      <p:childTnLst>
                        <p:par>
                          <p:cTn id="14" fill="hold">
                            <p:stCondLst>
                              <p:cond delay="0"/>
                            </p:stCondLst>
                            <p:childTnLst>
                              <p:par>
                                <p:cTn id="15" presetID="15"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p:cTn id="17" dur="1000" fill="hold"/>
                                        <p:tgtEl>
                                          <p:spTgt spid="13"/>
                                        </p:tgtEl>
                                        <p:attrNameLst>
                                          <p:attrName>ppt_w</p:attrName>
                                        </p:attrNameLst>
                                      </p:cBhvr>
                                      <p:tavLst>
                                        <p:tav tm="0">
                                          <p:val>
                                            <p:fltVal val="0"/>
                                          </p:val>
                                        </p:tav>
                                        <p:tav tm="100000">
                                          <p:val>
                                            <p:strVal val="#ppt_w"/>
                                          </p:val>
                                        </p:tav>
                                      </p:tavLst>
                                    </p:anim>
                                    <p:anim calcmode="lin" valueType="num">
                                      <p:cBhvr>
                                        <p:cTn id="18" dur="1000" fill="hold"/>
                                        <p:tgtEl>
                                          <p:spTgt spid="13"/>
                                        </p:tgtEl>
                                        <p:attrNameLst>
                                          <p:attrName>ppt_h</p:attrName>
                                        </p:attrNameLst>
                                      </p:cBhvr>
                                      <p:tavLst>
                                        <p:tav tm="0">
                                          <p:val>
                                            <p:fltVal val="0"/>
                                          </p:val>
                                        </p:tav>
                                        <p:tav tm="100000">
                                          <p:val>
                                            <p:strVal val="#ppt_h"/>
                                          </p:val>
                                        </p:tav>
                                      </p:tavLst>
                                    </p:anim>
                                    <p:anim calcmode="lin" valueType="num">
                                      <p:cBhvr>
                                        <p:cTn id="19" dur="1000" fill="hold"/>
                                        <p:tgtEl>
                                          <p:spTgt spid="13"/>
                                        </p:tgtEl>
                                        <p:attrNameLst>
                                          <p:attrName>ppt_x</p:attrName>
                                        </p:attrNameLst>
                                      </p:cBhvr>
                                      <p:tavLst>
                                        <p:tav tm="0" fmla="#ppt_x+(cos(-2*pi*(1-$))*-#ppt_x-sin(-2*pi*(1-$))*(1-#ppt_y))*(1-$)">
                                          <p:val>
                                            <p:fltVal val="0"/>
                                          </p:val>
                                        </p:tav>
                                        <p:tav tm="100000">
                                          <p:val>
                                            <p:fltVal val="1"/>
                                          </p:val>
                                        </p:tav>
                                      </p:tavLst>
                                    </p:anim>
                                    <p:anim calcmode="lin" valueType="num">
                                      <p:cBhvr>
                                        <p:cTn id="20" dur="1000" fill="hold"/>
                                        <p:tgtEl>
                                          <p:spTgt spid="13"/>
                                        </p:tgtEl>
                                        <p:attrNameLst>
                                          <p:attrName>ppt_y</p:attrName>
                                        </p:attrNameLst>
                                      </p:cBhvr>
                                      <p:tavLst>
                                        <p:tav tm="0" fmla="#ppt_y+(sin(-2*pi*(1-$))*-#ppt_x+cos(-2*pi*(1-$))*(1-#ppt_y))*(1-$)">
                                          <p:val>
                                            <p:fltVal val="0"/>
                                          </p:val>
                                        </p:tav>
                                        <p:tav tm="100000">
                                          <p:val>
                                            <p:fltVal val="1"/>
                                          </p:val>
                                        </p:tav>
                                      </p:tavLst>
                                    </p:anim>
                                  </p:childTnLst>
                                </p:cTn>
                              </p:par>
                            </p:childTnLst>
                          </p:cTn>
                        </p:par>
                        <p:par>
                          <p:cTn id="21" fill="hold">
                            <p:stCondLst>
                              <p:cond delay="1000"/>
                            </p:stCondLst>
                            <p:childTnLst>
                              <p:par>
                                <p:cTn id="22" presetID="3" presetClass="entr" presetSubtype="10" fill="hold"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blinds(horizontal)">
                                      <p:cBhvr>
                                        <p:cTn id="24" dur="500"/>
                                        <p:tgtEl>
                                          <p:spTgt spid="9"/>
                                        </p:tgtEl>
                                      </p:cBhvr>
                                    </p:animEffect>
                                  </p:childTnLst>
                                </p:cTn>
                              </p:par>
                            </p:childTnLst>
                          </p:cTn>
                        </p:par>
                        <p:par>
                          <p:cTn id="25" fill="hold">
                            <p:stCondLst>
                              <p:cond delay="1500"/>
                            </p:stCondLst>
                            <p:childTnLst>
                              <p:par>
                                <p:cTn id="26" presetID="22" presetClass="entr" presetSubtype="8" fill="hold" grpId="0" nodeType="afterEffect">
                                  <p:stCondLst>
                                    <p:cond delay="0"/>
                                  </p:stCondLst>
                                  <p:childTnLst>
                                    <p:set>
                                      <p:cBhvr>
                                        <p:cTn id="27" dur="1" fill="hold">
                                          <p:stCondLst>
                                            <p:cond delay="0"/>
                                          </p:stCondLst>
                                        </p:cTn>
                                        <p:tgtEl>
                                          <p:spTgt spid="94318"/>
                                        </p:tgtEl>
                                        <p:attrNameLst>
                                          <p:attrName>style.visibility</p:attrName>
                                        </p:attrNameLst>
                                      </p:cBhvr>
                                      <p:to>
                                        <p:strVal val="visible"/>
                                      </p:to>
                                    </p:set>
                                    <p:animEffect transition="in" filter="wipe(left)">
                                      <p:cBhvr>
                                        <p:cTn id="28" dur="1000"/>
                                        <p:tgtEl>
                                          <p:spTgt spid="94318"/>
                                        </p:tgtEl>
                                      </p:cBhvr>
                                    </p:animEffect>
                                  </p:childTnLst>
                                </p:cTn>
                              </p:par>
                            </p:childTnLst>
                          </p:cTn>
                        </p:par>
                      </p:childTnLst>
                    </p:cTn>
                  </p:par>
                  <p:par>
                    <p:cTn id="29" fill="hold">
                      <p:stCondLst>
                        <p:cond delay="indefinite"/>
                      </p:stCondLst>
                      <p:childTnLst>
                        <p:par>
                          <p:cTn id="30" fill="hold">
                            <p:stCondLst>
                              <p:cond delay="0"/>
                            </p:stCondLst>
                            <p:childTnLst>
                              <p:par>
                                <p:cTn id="31" presetID="15" presetClass="entr" presetSubtype="0"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anim calcmode="lin" valueType="num">
                                      <p:cBhvr>
                                        <p:cTn id="33" dur="1000" fill="hold"/>
                                        <p:tgtEl>
                                          <p:spTgt spid="15"/>
                                        </p:tgtEl>
                                        <p:attrNameLst>
                                          <p:attrName>ppt_w</p:attrName>
                                        </p:attrNameLst>
                                      </p:cBhvr>
                                      <p:tavLst>
                                        <p:tav tm="0">
                                          <p:val>
                                            <p:fltVal val="0"/>
                                          </p:val>
                                        </p:tav>
                                        <p:tav tm="100000">
                                          <p:val>
                                            <p:strVal val="#ppt_w"/>
                                          </p:val>
                                        </p:tav>
                                      </p:tavLst>
                                    </p:anim>
                                    <p:anim calcmode="lin" valueType="num">
                                      <p:cBhvr>
                                        <p:cTn id="34" dur="1000" fill="hold"/>
                                        <p:tgtEl>
                                          <p:spTgt spid="15"/>
                                        </p:tgtEl>
                                        <p:attrNameLst>
                                          <p:attrName>ppt_h</p:attrName>
                                        </p:attrNameLst>
                                      </p:cBhvr>
                                      <p:tavLst>
                                        <p:tav tm="0">
                                          <p:val>
                                            <p:fltVal val="0"/>
                                          </p:val>
                                        </p:tav>
                                        <p:tav tm="100000">
                                          <p:val>
                                            <p:strVal val="#ppt_h"/>
                                          </p:val>
                                        </p:tav>
                                      </p:tavLst>
                                    </p:anim>
                                    <p:anim calcmode="lin" valueType="num">
                                      <p:cBhvr>
                                        <p:cTn id="35" dur="1000" fill="hold"/>
                                        <p:tgtEl>
                                          <p:spTgt spid="15"/>
                                        </p:tgtEl>
                                        <p:attrNameLst>
                                          <p:attrName>ppt_x</p:attrName>
                                        </p:attrNameLst>
                                      </p:cBhvr>
                                      <p:tavLst>
                                        <p:tav tm="0" fmla="#ppt_x+(cos(-2*pi*(1-$))*-#ppt_x-sin(-2*pi*(1-$))*(1-#ppt_y))*(1-$)">
                                          <p:val>
                                            <p:fltVal val="0"/>
                                          </p:val>
                                        </p:tav>
                                        <p:tav tm="100000">
                                          <p:val>
                                            <p:fltVal val="1"/>
                                          </p:val>
                                        </p:tav>
                                      </p:tavLst>
                                    </p:anim>
                                    <p:anim calcmode="lin" valueType="num">
                                      <p:cBhvr>
                                        <p:cTn id="36" dur="1000" fill="hold"/>
                                        <p:tgtEl>
                                          <p:spTgt spid="15"/>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94345"/>
                                        </p:tgtEl>
                                        <p:attrNameLst>
                                          <p:attrName>style.visibility</p:attrName>
                                        </p:attrNameLst>
                                      </p:cBhvr>
                                      <p:to>
                                        <p:strVal val="visible"/>
                                      </p:to>
                                    </p:set>
                                    <p:animEffect transition="in" filter="blinds(horizontal)">
                                      <p:cBhvr>
                                        <p:cTn id="41" dur="500"/>
                                        <p:tgtEl>
                                          <p:spTgt spid="94345"/>
                                        </p:tgtEl>
                                      </p:cBhvr>
                                    </p:animEffect>
                                  </p:childTnLst>
                                </p:cTn>
                              </p:par>
                            </p:childTnLst>
                          </p:cTn>
                        </p:par>
                        <p:par>
                          <p:cTn id="42" fill="hold">
                            <p:stCondLst>
                              <p:cond delay="500"/>
                            </p:stCondLst>
                            <p:childTnLst>
                              <p:par>
                                <p:cTn id="43" presetID="3" presetClass="entr" presetSubtype="10" fill="hold" nodeType="after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blinds(horizontal)">
                                      <p:cBhvr>
                                        <p:cTn id="45" dur="500"/>
                                        <p:tgtEl>
                                          <p:spTgt spid="7"/>
                                        </p:tgtEl>
                                      </p:cBhvr>
                                    </p:animEffect>
                                  </p:childTnLst>
                                </p:cTn>
                              </p:par>
                            </p:childTnLst>
                          </p:cTn>
                        </p:par>
                        <p:par>
                          <p:cTn id="46" fill="hold">
                            <p:stCondLst>
                              <p:cond delay="1000"/>
                            </p:stCondLst>
                            <p:childTnLst>
                              <p:par>
                                <p:cTn id="47" presetID="51" presetClass="entr" presetSubtype="0" fill="hold" grpId="0" nodeType="afterEffect">
                                  <p:stCondLst>
                                    <p:cond delay="0"/>
                                  </p:stCondLst>
                                  <p:childTnLst>
                                    <p:set>
                                      <p:cBhvr>
                                        <p:cTn id="48" dur="1" fill="hold">
                                          <p:stCondLst>
                                            <p:cond delay="0"/>
                                          </p:stCondLst>
                                        </p:cTn>
                                        <p:tgtEl>
                                          <p:spTgt spid="94370"/>
                                        </p:tgtEl>
                                        <p:attrNameLst>
                                          <p:attrName>style.visibility</p:attrName>
                                        </p:attrNameLst>
                                      </p:cBhvr>
                                      <p:to>
                                        <p:strVal val="visible"/>
                                      </p:to>
                                    </p:set>
                                    <p:animEffect transition="in" filter="fade">
                                      <p:cBhvr>
                                        <p:cTn id="49" dur="385" decel="100000"/>
                                        <p:tgtEl>
                                          <p:spTgt spid="94370"/>
                                        </p:tgtEl>
                                      </p:cBhvr>
                                    </p:animEffect>
                                    <p:animScale>
                                      <p:cBhvr>
                                        <p:cTn id="50" dur="385" decel="100000"/>
                                        <p:tgtEl>
                                          <p:spTgt spid="94370"/>
                                        </p:tgtEl>
                                      </p:cBhvr>
                                      <p:from x="10000" y="10000"/>
                                      <p:to x="200000" y="450000"/>
                                    </p:animScale>
                                    <p:animScale>
                                      <p:cBhvr>
                                        <p:cTn id="51" dur="615" accel="100000" fill="hold">
                                          <p:stCondLst>
                                            <p:cond delay="385"/>
                                          </p:stCondLst>
                                        </p:cTn>
                                        <p:tgtEl>
                                          <p:spTgt spid="94370"/>
                                        </p:tgtEl>
                                      </p:cBhvr>
                                      <p:from x="200000" y="450000"/>
                                      <p:to x="100000" y="100000"/>
                                    </p:animScale>
                                    <p:set>
                                      <p:cBhvr>
                                        <p:cTn id="52" dur="385" fill="hold"/>
                                        <p:tgtEl>
                                          <p:spTgt spid="94370"/>
                                        </p:tgtEl>
                                        <p:attrNameLst>
                                          <p:attrName>ppt_x</p:attrName>
                                        </p:attrNameLst>
                                      </p:cBhvr>
                                      <p:to>
                                        <p:strVal val="(0.5)"/>
                                      </p:to>
                                    </p:set>
                                    <p:anim from="(0.5)" to="(#ppt_x)" calcmode="lin" valueType="num">
                                      <p:cBhvr>
                                        <p:cTn id="53" dur="615" accel="100000" fill="hold">
                                          <p:stCondLst>
                                            <p:cond delay="385"/>
                                          </p:stCondLst>
                                        </p:cTn>
                                        <p:tgtEl>
                                          <p:spTgt spid="94370"/>
                                        </p:tgtEl>
                                        <p:attrNameLst>
                                          <p:attrName>ppt_x</p:attrName>
                                        </p:attrNameLst>
                                      </p:cBhvr>
                                    </p:anim>
                                    <p:set>
                                      <p:cBhvr>
                                        <p:cTn id="54" dur="385" fill="hold"/>
                                        <p:tgtEl>
                                          <p:spTgt spid="94370"/>
                                        </p:tgtEl>
                                        <p:attrNameLst>
                                          <p:attrName>ppt_y</p:attrName>
                                        </p:attrNameLst>
                                      </p:cBhvr>
                                      <p:to>
                                        <p:strVal val="(#ppt_y+0.4)"/>
                                      </p:to>
                                    </p:set>
                                    <p:anim from="(#ppt_y+0.4)" to="(#ppt_y)" calcmode="lin" valueType="num">
                                      <p:cBhvr>
                                        <p:cTn id="55" dur="615" accel="100000" fill="hold">
                                          <p:stCondLst>
                                            <p:cond delay="385"/>
                                          </p:stCondLst>
                                        </p:cTn>
                                        <p:tgtEl>
                                          <p:spTgt spid="94370"/>
                                        </p:tgtEl>
                                        <p:attrNameLst>
                                          <p:attrName>ppt_y</p:attrName>
                                        </p:attrNameLst>
                                      </p:cBhvr>
                                    </p:anim>
                                  </p:childTnLst>
                                </p:cTn>
                              </p:par>
                            </p:childTnLst>
                          </p:cTn>
                        </p:par>
                        <p:par>
                          <p:cTn id="56" fill="hold">
                            <p:stCondLst>
                              <p:cond delay="2000"/>
                            </p:stCondLst>
                            <p:childTnLst>
                              <p:par>
                                <p:cTn id="57" presetID="3" presetClass="entr" presetSubtype="10" fill="hold" nodeType="after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blinds(horizontal)">
                                      <p:cBhvr>
                                        <p:cTn id="59" dur="500"/>
                                        <p:tgtEl>
                                          <p:spTgt spid="25"/>
                                        </p:tgtEl>
                                      </p:cBhvr>
                                    </p:animEffect>
                                  </p:childTnLst>
                                </p:cTn>
                              </p:par>
                            </p:childTnLst>
                          </p:cTn>
                        </p:par>
                        <p:par>
                          <p:cTn id="60" fill="hold">
                            <p:stCondLst>
                              <p:cond delay="2500"/>
                            </p:stCondLst>
                            <p:childTnLst>
                              <p:par>
                                <p:cTn id="61" presetID="20" presetClass="entr" presetSubtype="0" fill="hold" grpId="0" nodeType="afterEffect">
                                  <p:stCondLst>
                                    <p:cond delay="0"/>
                                  </p:stCondLst>
                                  <p:childTnLst>
                                    <p:set>
                                      <p:cBhvr>
                                        <p:cTn id="62" dur="1" fill="hold">
                                          <p:stCondLst>
                                            <p:cond delay="0"/>
                                          </p:stCondLst>
                                        </p:cTn>
                                        <p:tgtEl>
                                          <p:spTgt spid="94392"/>
                                        </p:tgtEl>
                                        <p:attrNameLst>
                                          <p:attrName>style.visibility</p:attrName>
                                        </p:attrNameLst>
                                      </p:cBhvr>
                                      <p:to>
                                        <p:strVal val="visible"/>
                                      </p:to>
                                    </p:set>
                                    <p:animEffect transition="in" filter="wedge">
                                      <p:cBhvr>
                                        <p:cTn id="63" dur="2000"/>
                                        <p:tgtEl>
                                          <p:spTgt spid="943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73" grpId="0"/>
      <p:bldP spid="94318" grpId="0"/>
      <p:bldP spid="94345" grpId="0"/>
      <p:bldP spid="94370" grpId="0"/>
      <p:bldP spid="94392" grpId="0" bldLvl="0" animBg="1"/>
      <p:bldP spid="15" grpId="0" animBg="1"/>
      <p:bldP spid="13"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4-1 </a:t>
            </a:r>
            <a:r>
              <a:rPr lang="zh-CN" altLang="en-US">
                <a:latin typeface="微软雅黑" panose="020B0503020204020204" pitchFamily="34" charset="-122"/>
                <a:cs typeface="微软雅黑" panose="020B0503020204020204" pitchFamily="34" charset="-122"/>
                <a:sym typeface="+mn-ea"/>
              </a:rPr>
              <a:t>叠加定理</a:t>
            </a:r>
            <a:endParaRPr lang="zh-CN" altLang="en-US"/>
          </a:p>
        </p:txBody>
      </p:sp>
      <p:sp>
        <p:nvSpPr>
          <p:cNvPr id="56458" name="Text Box 138"/>
          <p:cNvSpPr txBox="1"/>
          <p:nvPr/>
        </p:nvSpPr>
        <p:spPr>
          <a:xfrm>
            <a:off x="539750" y="3269933"/>
            <a:ext cx="3313113" cy="521970"/>
          </a:xfrm>
          <a:prstGeom prst="rect">
            <a:avLst/>
          </a:prstGeom>
          <a:noFill/>
          <a:ln w="9525">
            <a:noFill/>
          </a:ln>
        </p:spPr>
        <p:txBody>
          <a:bodyPr>
            <a:spAutoFit/>
          </a:bodyPr>
          <a:p>
            <a:pPr>
              <a:spcBef>
                <a:spcPct val="50000"/>
              </a:spcBef>
            </a:pP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10V</a:t>
            </a:r>
            <a:r>
              <a:rPr kumimoji="1" lang="zh-CN" altLang="en-US" sz="2800" dirty="0" smtClean="0">
                <a:latin typeface="华文楷体" panose="02010600040101010101" pitchFamily="2" charset="-122"/>
                <a:ea typeface="华文楷体" panose="02010600040101010101" pitchFamily="2" charset="-122"/>
              </a:rPr>
              <a:t>电源作用</a:t>
            </a:r>
            <a:r>
              <a:rPr lang="zh-CN" altLang="en-US" dirty="0">
                <a:latin typeface="楷体_GB2312" pitchFamily="49" charset="-122"/>
              </a:rPr>
              <a:t>：</a:t>
            </a:r>
            <a:endParaRPr lang="zh-CN" altLang="en-US" dirty="0">
              <a:latin typeface="楷体_GB2312" pitchFamily="49" charset="-122"/>
            </a:endParaRPr>
          </a:p>
        </p:txBody>
      </p:sp>
      <p:sp>
        <p:nvSpPr>
          <p:cNvPr id="5133" name="Text Box 177"/>
          <p:cNvSpPr txBox="1"/>
          <p:nvPr/>
        </p:nvSpPr>
        <p:spPr>
          <a:xfrm>
            <a:off x="4067175" y="1757045"/>
            <a:ext cx="576263" cy="768350"/>
          </a:xfrm>
          <a:prstGeom prst="rect">
            <a:avLst/>
          </a:prstGeom>
          <a:noFill/>
          <a:ln w="9525">
            <a:noFill/>
          </a:ln>
        </p:spPr>
        <p:txBody>
          <a:bodyPr>
            <a:spAutoFit/>
          </a:bodyPr>
          <a:p>
            <a:pPr>
              <a:spcBef>
                <a:spcPct val="50000"/>
              </a:spcBef>
            </a:pPr>
            <a:r>
              <a:rPr lang="zh-CN" altLang="en-US" sz="4400" b="0" dirty="0">
                <a:solidFill>
                  <a:schemeClr val="tx1"/>
                </a:solidFill>
                <a:latin typeface="Arial" panose="020B0604020202020204" pitchFamily="34" charset="0"/>
                <a:ea typeface="仿宋_GB2312" pitchFamily="49" charset="-122"/>
              </a:rPr>
              <a:t>＋</a:t>
            </a:r>
            <a:endParaRPr lang="zh-CN" altLang="en-US" sz="4400" b="0" dirty="0">
              <a:solidFill>
                <a:schemeClr val="tx1"/>
              </a:solidFill>
              <a:latin typeface="Arial" panose="020B0604020202020204" pitchFamily="34" charset="0"/>
              <a:ea typeface="仿宋_GB2312" pitchFamily="49" charset="-122"/>
            </a:endParaRPr>
          </a:p>
        </p:txBody>
      </p:sp>
      <p:sp>
        <p:nvSpPr>
          <p:cNvPr id="56519" name="Text Box 199"/>
          <p:cNvSpPr txBox="1"/>
          <p:nvPr/>
        </p:nvSpPr>
        <p:spPr>
          <a:xfrm>
            <a:off x="539750" y="4591685"/>
            <a:ext cx="3024188" cy="521970"/>
          </a:xfrm>
          <a:prstGeom prst="rect">
            <a:avLst/>
          </a:prstGeom>
          <a:noFill/>
          <a:ln w="9525">
            <a:noFill/>
          </a:ln>
        </p:spPr>
        <p:txBody>
          <a:bodyPr>
            <a:spAutoFit/>
          </a:bodyPr>
          <a:p>
            <a:pPr>
              <a:spcBef>
                <a:spcPct val="50000"/>
              </a:spcBef>
            </a:pP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5A</a:t>
            </a:r>
            <a:r>
              <a:rPr kumimoji="1" lang="zh-CN" altLang="en-US" sz="2800" dirty="0" smtClean="0">
                <a:latin typeface="华文楷体" panose="02010600040101010101" pitchFamily="2" charset="-122"/>
                <a:ea typeface="华文楷体" panose="02010600040101010101" pitchFamily="2" charset="-122"/>
              </a:rPr>
              <a:t>电源作用：</a:t>
            </a:r>
            <a:endParaRPr kumimoji="1" lang="zh-CN" altLang="en-US" sz="2800" dirty="0" smtClean="0">
              <a:latin typeface="华文楷体" panose="02010600040101010101" pitchFamily="2" charset="-122"/>
              <a:ea typeface="华文楷体" panose="02010600040101010101" pitchFamily="2" charset="-122"/>
            </a:endParaRPr>
          </a:p>
        </p:txBody>
      </p:sp>
      <p:graphicFrame>
        <p:nvGraphicFramePr>
          <p:cNvPr id="4" name="对象 3"/>
          <p:cNvGraphicFramePr/>
          <p:nvPr/>
        </p:nvGraphicFramePr>
        <p:xfrm>
          <a:off x="2842260" y="3270250"/>
          <a:ext cx="3782695" cy="522605"/>
        </p:xfrm>
        <a:graphic>
          <a:graphicData uri="http://schemas.openxmlformats.org/presentationml/2006/ole">
            <mc:AlternateContent xmlns:mc="http://schemas.openxmlformats.org/markup-compatibility/2006">
              <mc:Choice xmlns:v="urn:schemas-microsoft-com:vml" Requires="v">
                <p:oleObj spid="_x0000_s5" name="" r:id="rId1" imgW="1447800" imgH="228600" progId="Equation.KSEE3">
                  <p:embed/>
                </p:oleObj>
              </mc:Choice>
              <mc:Fallback>
                <p:oleObj name="" r:id="rId1" imgW="1447800" imgH="228600" progId="Equation.KSEE3">
                  <p:embed/>
                  <p:pic>
                    <p:nvPicPr>
                      <p:cNvPr id="0" name="图片 4"/>
                      <p:cNvPicPr/>
                      <p:nvPr/>
                    </p:nvPicPr>
                    <p:blipFill>
                      <a:blip r:embed="rId2"/>
                      <a:stretch>
                        <a:fillRect/>
                      </a:stretch>
                    </p:blipFill>
                    <p:spPr>
                      <a:xfrm>
                        <a:off x="2842260" y="3270250"/>
                        <a:ext cx="3782695" cy="522605"/>
                      </a:xfrm>
                      <a:prstGeom prst="rect">
                        <a:avLst/>
                      </a:prstGeom>
                    </p:spPr>
                  </p:pic>
                </p:oleObj>
              </mc:Fallback>
            </mc:AlternateContent>
          </a:graphicData>
        </a:graphic>
      </p:graphicFrame>
      <p:graphicFrame>
        <p:nvGraphicFramePr>
          <p:cNvPr id="6" name="对象 5"/>
          <p:cNvGraphicFramePr/>
          <p:nvPr/>
        </p:nvGraphicFramePr>
        <p:xfrm>
          <a:off x="6629400" y="3270250"/>
          <a:ext cx="1616710" cy="522605"/>
        </p:xfrm>
        <a:graphic>
          <a:graphicData uri="http://schemas.openxmlformats.org/presentationml/2006/ole">
            <mc:AlternateContent xmlns:mc="http://schemas.openxmlformats.org/markup-compatibility/2006">
              <mc:Choice xmlns:v="urn:schemas-microsoft-com:vml" Requires="v">
                <p:oleObj spid="_x0000_s7" name="" r:id="rId3" imgW="558800" imgH="203200" progId="Equation.KSEE3">
                  <p:embed/>
                </p:oleObj>
              </mc:Choice>
              <mc:Fallback>
                <p:oleObj name="" r:id="rId3" imgW="558800" imgH="203200" progId="Equation.KSEE3">
                  <p:embed/>
                  <p:pic>
                    <p:nvPicPr>
                      <p:cNvPr id="0" name="图片 6"/>
                      <p:cNvPicPr/>
                      <p:nvPr/>
                    </p:nvPicPr>
                    <p:blipFill>
                      <a:blip r:embed="rId4"/>
                      <a:stretch>
                        <a:fillRect/>
                      </a:stretch>
                    </p:blipFill>
                    <p:spPr>
                      <a:xfrm>
                        <a:off x="6629400" y="3270250"/>
                        <a:ext cx="1616710" cy="522605"/>
                      </a:xfrm>
                      <a:prstGeom prst="rect">
                        <a:avLst/>
                      </a:prstGeom>
                    </p:spPr>
                  </p:pic>
                </p:oleObj>
              </mc:Fallback>
            </mc:AlternateContent>
          </a:graphicData>
        </a:graphic>
      </p:graphicFrame>
      <p:graphicFrame>
        <p:nvGraphicFramePr>
          <p:cNvPr id="8" name="对象 7"/>
          <p:cNvGraphicFramePr/>
          <p:nvPr/>
        </p:nvGraphicFramePr>
        <p:xfrm>
          <a:off x="665480" y="3953510"/>
          <a:ext cx="6065520" cy="472440"/>
        </p:xfrm>
        <a:graphic>
          <a:graphicData uri="http://schemas.openxmlformats.org/presentationml/2006/ole">
            <mc:AlternateContent xmlns:mc="http://schemas.openxmlformats.org/markup-compatibility/2006">
              <mc:Choice xmlns:v="urn:schemas-microsoft-com:vml" Requires="v">
                <p:oleObj spid="_x0000_s9" name="" r:id="rId5" imgW="1841500" imgH="203200" progId="Equation.KSEE3">
                  <p:embed/>
                </p:oleObj>
              </mc:Choice>
              <mc:Fallback>
                <p:oleObj name="" r:id="rId5" imgW="1841500" imgH="203200" progId="Equation.KSEE3">
                  <p:embed/>
                  <p:pic>
                    <p:nvPicPr>
                      <p:cNvPr id="0" name="图片 8"/>
                      <p:cNvPicPr/>
                      <p:nvPr/>
                    </p:nvPicPr>
                    <p:blipFill>
                      <a:blip r:embed="rId6"/>
                      <a:stretch>
                        <a:fillRect/>
                      </a:stretch>
                    </p:blipFill>
                    <p:spPr>
                      <a:xfrm>
                        <a:off x="665480" y="3953510"/>
                        <a:ext cx="6065520" cy="472440"/>
                      </a:xfrm>
                      <a:prstGeom prst="rect">
                        <a:avLst/>
                      </a:prstGeom>
                    </p:spPr>
                  </p:pic>
                </p:oleObj>
              </mc:Fallback>
            </mc:AlternateContent>
          </a:graphicData>
        </a:graphic>
      </p:graphicFrame>
      <p:graphicFrame>
        <p:nvGraphicFramePr>
          <p:cNvPr id="10" name="对象 9"/>
          <p:cNvGraphicFramePr/>
          <p:nvPr/>
        </p:nvGraphicFramePr>
        <p:xfrm>
          <a:off x="2902585" y="4582795"/>
          <a:ext cx="4046220" cy="522605"/>
        </p:xfrm>
        <a:graphic>
          <a:graphicData uri="http://schemas.openxmlformats.org/presentationml/2006/ole">
            <mc:AlternateContent xmlns:mc="http://schemas.openxmlformats.org/markup-compatibility/2006">
              <mc:Choice xmlns:v="urn:schemas-microsoft-com:vml" Requires="v">
                <p:oleObj spid="_x0000_s11" name="" r:id="rId7" imgW="1765300" imgH="228600" progId="Equation.KSEE3">
                  <p:embed/>
                </p:oleObj>
              </mc:Choice>
              <mc:Fallback>
                <p:oleObj name="" r:id="rId7" imgW="1765300" imgH="228600" progId="Equation.KSEE3">
                  <p:embed/>
                  <p:pic>
                    <p:nvPicPr>
                      <p:cNvPr id="0" name="图片 10"/>
                      <p:cNvPicPr/>
                      <p:nvPr/>
                    </p:nvPicPr>
                    <p:blipFill>
                      <a:blip r:embed="rId8"/>
                      <a:stretch>
                        <a:fillRect/>
                      </a:stretch>
                    </p:blipFill>
                    <p:spPr>
                      <a:xfrm>
                        <a:off x="2902585" y="4582795"/>
                        <a:ext cx="4046220" cy="522605"/>
                      </a:xfrm>
                      <a:prstGeom prst="rect">
                        <a:avLst/>
                      </a:prstGeom>
                    </p:spPr>
                  </p:pic>
                </p:oleObj>
              </mc:Fallback>
            </mc:AlternateContent>
          </a:graphicData>
        </a:graphic>
      </p:graphicFrame>
      <p:graphicFrame>
        <p:nvGraphicFramePr>
          <p:cNvPr id="3" name="对象 2"/>
          <p:cNvGraphicFramePr/>
          <p:nvPr/>
        </p:nvGraphicFramePr>
        <p:xfrm>
          <a:off x="2903220" y="5295265"/>
          <a:ext cx="5180330" cy="509270"/>
        </p:xfrm>
        <a:graphic>
          <a:graphicData uri="http://schemas.openxmlformats.org/presentationml/2006/ole">
            <mc:AlternateContent xmlns:mc="http://schemas.openxmlformats.org/markup-compatibility/2006">
              <mc:Choice xmlns:v="urn:schemas-microsoft-com:vml" Requires="v">
                <p:oleObj spid="_x0000_s12" name="" r:id="rId9" imgW="1993900" imgH="228600" progId="Equation.KSEE3">
                  <p:embed/>
                </p:oleObj>
              </mc:Choice>
              <mc:Fallback>
                <p:oleObj name="" r:id="rId9" imgW="1993900" imgH="228600" progId="Equation.KSEE3">
                  <p:embed/>
                  <p:pic>
                    <p:nvPicPr>
                      <p:cNvPr id="0" name="图片 11"/>
                      <p:cNvPicPr/>
                      <p:nvPr/>
                    </p:nvPicPr>
                    <p:blipFill>
                      <a:blip r:embed="rId10"/>
                      <a:stretch>
                        <a:fillRect/>
                      </a:stretch>
                    </p:blipFill>
                    <p:spPr>
                      <a:xfrm>
                        <a:off x="2903220" y="5295265"/>
                        <a:ext cx="5180330" cy="509270"/>
                      </a:xfrm>
                      <a:prstGeom prst="rect">
                        <a:avLst/>
                      </a:prstGeom>
                    </p:spPr>
                  </p:pic>
                </p:oleObj>
              </mc:Fallback>
            </mc:AlternateContent>
          </a:graphicData>
        </a:graphic>
      </p:graphicFrame>
      <p:graphicFrame>
        <p:nvGraphicFramePr>
          <p:cNvPr id="13" name="对象 12"/>
          <p:cNvGraphicFramePr/>
          <p:nvPr/>
        </p:nvGraphicFramePr>
        <p:xfrm>
          <a:off x="900430" y="5295265"/>
          <a:ext cx="1871345" cy="500380"/>
        </p:xfrm>
        <a:graphic>
          <a:graphicData uri="http://schemas.openxmlformats.org/presentationml/2006/ole">
            <mc:AlternateContent xmlns:mc="http://schemas.openxmlformats.org/markup-compatibility/2006">
              <mc:Choice xmlns:v="urn:schemas-microsoft-com:vml" Requires="v">
                <p:oleObj spid="_x0000_s14" name="" r:id="rId11" imgW="647700" imgH="203200" progId="Equation.KSEE3">
                  <p:embed/>
                </p:oleObj>
              </mc:Choice>
              <mc:Fallback>
                <p:oleObj name="" r:id="rId11" imgW="647700" imgH="203200" progId="Equation.KSEE3">
                  <p:embed/>
                  <p:pic>
                    <p:nvPicPr>
                      <p:cNvPr id="0" name="图片 13"/>
                      <p:cNvPicPr/>
                      <p:nvPr/>
                    </p:nvPicPr>
                    <p:blipFill>
                      <a:blip r:embed="rId12"/>
                      <a:stretch>
                        <a:fillRect/>
                      </a:stretch>
                    </p:blipFill>
                    <p:spPr>
                      <a:xfrm>
                        <a:off x="900430" y="5295265"/>
                        <a:ext cx="1871345" cy="500380"/>
                      </a:xfrm>
                      <a:prstGeom prst="rect">
                        <a:avLst/>
                      </a:prstGeom>
                    </p:spPr>
                  </p:pic>
                </p:oleObj>
              </mc:Fallback>
            </mc:AlternateContent>
          </a:graphicData>
        </a:graphic>
      </p:graphicFrame>
      <p:graphicFrame>
        <p:nvGraphicFramePr>
          <p:cNvPr id="15" name="对象 14"/>
          <p:cNvGraphicFramePr/>
          <p:nvPr/>
        </p:nvGraphicFramePr>
        <p:xfrm>
          <a:off x="3781425" y="6007735"/>
          <a:ext cx="3946525" cy="444500"/>
        </p:xfrm>
        <a:graphic>
          <a:graphicData uri="http://schemas.openxmlformats.org/presentationml/2006/ole">
            <mc:AlternateContent xmlns:mc="http://schemas.openxmlformats.org/markup-compatibility/2006">
              <mc:Choice xmlns:v="urn:schemas-microsoft-com:vml" Requires="v">
                <p:oleObj spid="_x0000_s16" name="" r:id="rId13" imgW="1231265" imgH="203200" progId="Equation.KSEE3">
                  <p:embed/>
                </p:oleObj>
              </mc:Choice>
              <mc:Fallback>
                <p:oleObj name="" r:id="rId13" imgW="1231265" imgH="203200" progId="Equation.KSEE3">
                  <p:embed/>
                  <p:pic>
                    <p:nvPicPr>
                      <p:cNvPr id="0" name="图片 15"/>
                      <p:cNvPicPr/>
                      <p:nvPr/>
                    </p:nvPicPr>
                    <p:blipFill>
                      <a:blip r:embed="rId14"/>
                      <a:stretch>
                        <a:fillRect/>
                      </a:stretch>
                    </p:blipFill>
                    <p:spPr>
                      <a:xfrm>
                        <a:off x="3781425" y="6007735"/>
                        <a:ext cx="3946525" cy="444500"/>
                      </a:xfrm>
                      <a:prstGeom prst="rect">
                        <a:avLst/>
                      </a:prstGeom>
                    </p:spPr>
                  </p:pic>
                </p:oleObj>
              </mc:Fallback>
            </mc:AlternateContent>
          </a:graphicData>
        </a:graphic>
      </p:graphicFrame>
      <p:graphicFrame>
        <p:nvGraphicFramePr>
          <p:cNvPr id="17" name="对象 16"/>
          <p:cNvGraphicFramePr/>
          <p:nvPr/>
        </p:nvGraphicFramePr>
        <p:xfrm>
          <a:off x="900430" y="6052185"/>
          <a:ext cx="2737485" cy="435610"/>
        </p:xfrm>
        <a:graphic>
          <a:graphicData uri="http://schemas.openxmlformats.org/presentationml/2006/ole">
            <mc:AlternateContent xmlns:mc="http://schemas.openxmlformats.org/markup-compatibility/2006">
              <mc:Choice xmlns:v="urn:schemas-microsoft-com:vml" Requires="v">
                <p:oleObj spid="_x0000_s18" name="" r:id="rId15" imgW="1117600" imgH="203200" progId="Equation.KSEE3">
                  <p:embed/>
                </p:oleObj>
              </mc:Choice>
              <mc:Fallback>
                <p:oleObj name="" r:id="rId15" imgW="1117600" imgH="203200" progId="Equation.KSEE3">
                  <p:embed/>
                  <p:pic>
                    <p:nvPicPr>
                      <p:cNvPr id="0" name="图片 17"/>
                      <p:cNvPicPr/>
                      <p:nvPr/>
                    </p:nvPicPr>
                    <p:blipFill>
                      <a:blip r:embed="rId16"/>
                      <a:stretch>
                        <a:fillRect/>
                      </a:stretch>
                    </p:blipFill>
                    <p:spPr>
                      <a:xfrm>
                        <a:off x="900430" y="6052185"/>
                        <a:ext cx="2737485" cy="435610"/>
                      </a:xfrm>
                      <a:prstGeom prst="rect">
                        <a:avLst/>
                      </a:prstGeom>
                    </p:spPr>
                  </p:pic>
                </p:oleObj>
              </mc:Fallback>
            </mc:AlternateContent>
          </a:graphicData>
        </a:graphic>
      </p:graphicFrame>
      <p:grpSp>
        <p:nvGrpSpPr>
          <p:cNvPr id="24" name="组合 23"/>
          <p:cNvGrpSpPr/>
          <p:nvPr/>
        </p:nvGrpSpPr>
        <p:grpSpPr>
          <a:xfrm>
            <a:off x="468630" y="958850"/>
            <a:ext cx="3887470" cy="1971675"/>
            <a:chOff x="738" y="1048"/>
            <a:chExt cx="6122" cy="3105"/>
          </a:xfrm>
        </p:grpSpPr>
        <p:sp>
          <p:nvSpPr>
            <p:cNvPr id="5158" name="Text Box 233"/>
            <p:cNvSpPr txBox="1"/>
            <p:nvPr/>
          </p:nvSpPr>
          <p:spPr>
            <a:xfrm>
              <a:off x="5385" y="1885"/>
              <a:ext cx="1475" cy="818"/>
            </a:xfrm>
            <a:prstGeom prst="rect">
              <a:avLst/>
            </a:prstGeom>
            <a:noFill/>
            <a:ln w="9525">
              <a:noFill/>
            </a:ln>
          </p:spPr>
          <p:txBody>
            <a:bodyPr>
              <a:spAutoFit/>
            </a:bodyPr>
            <a:p>
              <a:r>
                <a:rPr lang="en-US" altLang="zh-CN" b="0" i="1" dirty="0">
                  <a:solidFill>
                    <a:schemeClr val="tx1"/>
                  </a:solidFill>
                  <a:latin typeface="Times New Roman" panose="02020603050405020304" pitchFamily="18" charset="0"/>
                  <a:ea typeface="仿宋_GB2312" pitchFamily="49" charset="-122"/>
                </a:rPr>
                <a:t>u</a:t>
              </a:r>
              <a:r>
                <a:rPr lang="zh-CN" altLang="en-US" b="0" baseline="30000" dirty="0">
                  <a:solidFill>
                    <a:schemeClr val="tx1"/>
                  </a:solidFill>
                  <a:latin typeface="Times New Roman" panose="02020603050405020304" pitchFamily="18" charset="0"/>
                  <a:ea typeface="仿宋_GB2312" pitchFamily="49" charset="-122"/>
                </a:rPr>
                <a:t>（</a:t>
              </a:r>
              <a:r>
                <a:rPr lang="en-US" altLang="zh-CN" b="0" baseline="30000" dirty="0">
                  <a:solidFill>
                    <a:schemeClr val="tx1"/>
                  </a:solidFill>
                  <a:latin typeface="Times New Roman" panose="02020603050405020304" pitchFamily="18" charset="0"/>
                  <a:ea typeface="仿宋_GB2312" pitchFamily="49" charset="-122"/>
                </a:rPr>
                <a:t>1</a:t>
              </a:r>
              <a:r>
                <a:rPr lang="zh-CN" altLang="en-US" b="0" baseline="30000" dirty="0">
                  <a:solidFill>
                    <a:schemeClr val="tx1"/>
                  </a:solidFill>
                  <a:latin typeface="Times New Roman" panose="02020603050405020304" pitchFamily="18" charset="0"/>
                  <a:ea typeface="仿宋_GB2312" pitchFamily="49" charset="-122"/>
                </a:rPr>
                <a:t>）</a:t>
              </a:r>
              <a:endParaRPr lang="zh-CN" altLang="en-US" b="0" baseline="30000" dirty="0">
                <a:solidFill>
                  <a:schemeClr val="tx1"/>
                </a:solidFill>
                <a:latin typeface="Times New Roman" panose="02020603050405020304" pitchFamily="18" charset="0"/>
                <a:ea typeface="仿宋_GB2312" pitchFamily="49" charset="-122"/>
              </a:endParaRPr>
            </a:p>
          </p:txBody>
        </p:sp>
        <p:grpSp>
          <p:nvGrpSpPr>
            <p:cNvPr id="23" name="组合 22"/>
            <p:cNvGrpSpPr/>
            <p:nvPr/>
          </p:nvGrpSpPr>
          <p:grpSpPr>
            <a:xfrm>
              <a:off x="738" y="1048"/>
              <a:ext cx="5697" cy="3105"/>
              <a:chOff x="738" y="1048"/>
              <a:chExt cx="5697" cy="3105"/>
            </a:xfrm>
          </p:grpSpPr>
          <p:sp>
            <p:nvSpPr>
              <p:cNvPr id="5160" name="Line 235"/>
              <p:cNvSpPr/>
              <p:nvPr/>
            </p:nvSpPr>
            <p:spPr bwMode="auto">
              <a:xfrm>
                <a:off x="4025" y="1205"/>
                <a:ext cx="0" cy="2833"/>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5163" name="Text Box 238"/>
              <p:cNvSpPr txBox="1"/>
              <p:nvPr/>
            </p:nvSpPr>
            <p:spPr>
              <a:xfrm>
                <a:off x="1418" y="1545"/>
                <a:ext cx="795" cy="818"/>
              </a:xfrm>
              <a:prstGeom prst="rect">
                <a:avLst/>
              </a:prstGeom>
              <a:noFill/>
              <a:ln w="9525">
                <a:noFill/>
              </a:ln>
            </p:spPr>
            <p:txBody>
              <a:bodyPr>
                <a:spAutoFit/>
              </a:bodyPr>
              <a:p>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5164" name="Text Box 239"/>
              <p:cNvSpPr txBox="1"/>
              <p:nvPr/>
            </p:nvSpPr>
            <p:spPr>
              <a:xfrm>
                <a:off x="1418" y="3220"/>
                <a:ext cx="937" cy="818"/>
              </a:xfrm>
              <a:prstGeom prst="rect">
                <a:avLst/>
              </a:prstGeom>
              <a:noFill/>
              <a:ln w="9525">
                <a:noFill/>
              </a:ln>
            </p:spPr>
            <p:txBody>
              <a:bodyPr>
                <a:spAutoFit/>
              </a:bodyPr>
              <a:p>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5165" name="Text Box 240"/>
              <p:cNvSpPr txBox="1"/>
              <p:nvPr/>
            </p:nvSpPr>
            <p:spPr>
              <a:xfrm>
                <a:off x="738" y="2450"/>
                <a:ext cx="1360"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仿宋_GB2312" pitchFamily="49" charset="-122"/>
                  </a:rPr>
                  <a:t>10V</a:t>
                </a:r>
                <a:endParaRPr lang="en-US" altLang="zh-CN" b="0" dirty="0">
                  <a:solidFill>
                    <a:schemeClr val="tx1"/>
                  </a:solidFill>
                  <a:latin typeface="Times New Roman" panose="02020603050405020304" pitchFamily="18" charset="0"/>
                  <a:ea typeface="仿宋_GB2312" pitchFamily="49" charset="-122"/>
                </a:endParaRPr>
              </a:p>
            </p:txBody>
          </p:sp>
          <p:sp>
            <p:nvSpPr>
              <p:cNvPr id="5166" name="Text Box 241"/>
              <p:cNvSpPr txBox="1"/>
              <p:nvPr/>
            </p:nvSpPr>
            <p:spPr>
              <a:xfrm>
                <a:off x="4365" y="2790"/>
                <a:ext cx="1927"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仿宋_GB2312" pitchFamily="49" charset="-122"/>
                  </a:rPr>
                  <a:t>2</a:t>
                </a:r>
                <a:r>
                  <a:rPr lang="en-US" altLang="zh-CN" b="0" i="1" dirty="0">
                    <a:solidFill>
                      <a:schemeClr val="tx1"/>
                    </a:solidFill>
                    <a:latin typeface="Times New Roman" panose="02020603050405020304" pitchFamily="18" charset="0"/>
                    <a:ea typeface="仿宋_GB2312" pitchFamily="49" charset="-122"/>
                  </a:rPr>
                  <a:t>i</a:t>
                </a:r>
                <a:r>
                  <a:rPr lang="en-US" altLang="zh-CN" b="0" baseline="30000" dirty="0">
                    <a:solidFill>
                      <a:schemeClr val="tx1"/>
                    </a:solidFill>
                    <a:latin typeface="Times New Roman" panose="02020603050405020304" pitchFamily="18" charset="0"/>
                    <a:ea typeface="仿宋_GB2312" pitchFamily="49" charset="-122"/>
                  </a:rPr>
                  <a:t>(1)</a:t>
                </a:r>
                <a:endParaRPr lang="en-US" altLang="zh-CN" b="0" baseline="30000" dirty="0">
                  <a:solidFill>
                    <a:schemeClr val="tx1"/>
                  </a:solidFill>
                  <a:latin typeface="Times New Roman" panose="02020603050405020304" pitchFamily="18" charset="0"/>
                  <a:ea typeface="仿宋_GB2312" pitchFamily="49" charset="-122"/>
                </a:endParaRPr>
              </a:p>
            </p:txBody>
          </p:sp>
          <p:sp>
            <p:nvSpPr>
              <p:cNvPr id="5167" name="Text Box 242"/>
              <p:cNvSpPr txBox="1"/>
              <p:nvPr/>
            </p:nvSpPr>
            <p:spPr>
              <a:xfrm>
                <a:off x="4025" y="2225"/>
                <a:ext cx="795" cy="818"/>
              </a:xfrm>
              <a:prstGeom prst="rect">
                <a:avLst/>
              </a:prstGeom>
              <a:noFill/>
              <a:ln w="9525">
                <a:noFill/>
              </a:ln>
            </p:spPr>
            <p:txBody>
              <a:bodyPr>
                <a:spAutoFit/>
              </a:bodyPr>
              <a:p>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5168" name="Text Box 243"/>
              <p:cNvSpPr txBox="1"/>
              <p:nvPr/>
            </p:nvSpPr>
            <p:spPr>
              <a:xfrm>
                <a:off x="4103" y="3258"/>
                <a:ext cx="937" cy="818"/>
              </a:xfrm>
              <a:prstGeom prst="rect">
                <a:avLst/>
              </a:prstGeom>
              <a:noFill/>
              <a:ln w="9525">
                <a:noFill/>
              </a:ln>
            </p:spPr>
            <p:txBody>
              <a:bodyPr>
                <a:spAutoFit/>
              </a:bodyPr>
              <a:p>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5169" name="Text Box 244"/>
              <p:cNvSpPr txBox="1"/>
              <p:nvPr/>
            </p:nvSpPr>
            <p:spPr>
              <a:xfrm>
                <a:off x="4138" y="1430"/>
                <a:ext cx="1360"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仿宋_GB2312" pitchFamily="49" charset="-122"/>
                  </a:rPr>
                  <a:t>1</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5170" name="Text Box 245"/>
              <p:cNvSpPr txBox="1"/>
              <p:nvPr/>
            </p:nvSpPr>
            <p:spPr>
              <a:xfrm>
                <a:off x="2665" y="1318"/>
                <a:ext cx="1245"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仿宋_GB2312" pitchFamily="49" charset="-122"/>
                  </a:rPr>
                  <a:t>2</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5171" name="Line 246"/>
              <p:cNvSpPr/>
              <p:nvPr/>
            </p:nvSpPr>
            <p:spPr bwMode="auto">
              <a:xfrm>
                <a:off x="2325" y="1203"/>
                <a:ext cx="3627" cy="3"/>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5172" name="Line 247"/>
              <p:cNvSpPr/>
              <p:nvPr/>
            </p:nvSpPr>
            <p:spPr bwMode="auto">
              <a:xfrm>
                <a:off x="2325" y="4038"/>
                <a:ext cx="3572"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5173" name="Line 248"/>
              <p:cNvSpPr/>
              <p:nvPr/>
            </p:nvSpPr>
            <p:spPr bwMode="auto">
              <a:xfrm>
                <a:off x="2325" y="1205"/>
                <a:ext cx="0" cy="2833"/>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5174" name="Line 249"/>
              <p:cNvSpPr/>
              <p:nvPr/>
            </p:nvSpPr>
            <p:spPr>
              <a:xfrm>
                <a:off x="2325" y="1318"/>
                <a:ext cx="0" cy="568"/>
              </a:xfrm>
              <a:prstGeom prst="line">
                <a:avLst/>
              </a:prstGeom>
              <a:ln w="28575">
                <a:solidFill>
                  <a:srgbClr val="FF0000"/>
                </a:solidFill>
                <a:headEnd type="triangle" w="med" len="med"/>
                <a:tailEnd type="none"/>
              </a:ln>
            </p:spPr>
            <p:style>
              <a:lnRef idx="1">
                <a:schemeClr val="accent1"/>
              </a:lnRef>
              <a:fillRef idx="0">
                <a:schemeClr val="accent1"/>
              </a:fillRef>
              <a:effectRef idx="0">
                <a:schemeClr val="accent1"/>
              </a:effectRef>
              <a:fontRef idx="minor">
                <a:schemeClr val="tx1"/>
              </a:fontRef>
            </p:style>
          </p:sp>
          <p:sp>
            <p:nvSpPr>
              <p:cNvPr id="5175" name="Text Box 250"/>
              <p:cNvSpPr txBox="1"/>
              <p:nvPr/>
            </p:nvSpPr>
            <p:spPr>
              <a:xfrm>
                <a:off x="5498" y="1205"/>
                <a:ext cx="795" cy="818"/>
              </a:xfrm>
              <a:prstGeom prst="rect">
                <a:avLst/>
              </a:prstGeom>
              <a:noFill/>
              <a:ln w="9525">
                <a:noFill/>
              </a:ln>
            </p:spPr>
            <p:txBody>
              <a:bodyPr>
                <a:spAutoFit/>
              </a:bodyPr>
              <a:p>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5176" name="Text Box 251"/>
              <p:cNvSpPr txBox="1"/>
              <p:nvPr/>
            </p:nvSpPr>
            <p:spPr>
              <a:xfrm>
                <a:off x="5498" y="2793"/>
                <a:ext cx="937" cy="818"/>
              </a:xfrm>
              <a:prstGeom prst="rect">
                <a:avLst/>
              </a:prstGeom>
              <a:noFill/>
              <a:ln w="9525">
                <a:noFill/>
              </a:ln>
            </p:spPr>
            <p:txBody>
              <a:bodyPr>
                <a:spAutoFit/>
              </a:bodyPr>
              <a:p>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5177" name="Text Box 252"/>
              <p:cNvSpPr txBox="1"/>
              <p:nvPr/>
            </p:nvSpPr>
            <p:spPr>
              <a:xfrm>
                <a:off x="1102" y="1180"/>
                <a:ext cx="1041" cy="725"/>
              </a:xfrm>
              <a:prstGeom prst="rect">
                <a:avLst/>
              </a:prstGeom>
              <a:noFill/>
              <a:ln w="9525">
                <a:noFill/>
              </a:ln>
            </p:spPr>
            <p:txBody>
              <a:bodyPr wrap="square">
                <a:spAutoFit/>
              </a:bodyPr>
              <a:p>
                <a:r>
                  <a:rPr lang="en-US" altLang="zh-CN" b="0" i="1" dirty="0">
                    <a:solidFill>
                      <a:schemeClr val="tx1"/>
                    </a:solidFill>
                    <a:latin typeface="Times New Roman" panose="02020603050405020304" pitchFamily="18" charset="0"/>
                    <a:ea typeface="仿宋_GB2312" pitchFamily="49" charset="-122"/>
                  </a:rPr>
                  <a:t>i</a:t>
                </a:r>
                <a:r>
                  <a:rPr lang="zh-CN" altLang="en-US" b="0" baseline="30000" dirty="0">
                    <a:solidFill>
                      <a:schemeClr val="tx1"/>
                    </a:solidFill>
                    <a:latin typeface="Times New Roman" panose="02020603050405020304" pitchFamily="18" charset="0"/>
                    <a:ea typeface="仿宋_GB2312" pitchFamily="49" charset="-122"/>
                  </a:rPr>
                  <a:t>（</a:t>
                </a:r>
                <a:r>
                  <a:rPr lang="en-US" altLang="zh-CN" b="0" baseline="30000" dirty="0">
                    <a:solidFill>
                      <a:schemeClr val="tx1"/>
                    </a:solidFill>
                    <a:latin typeface="Times New Roman" panose="02020603050405020304" pitchFamily="18" charset="0"/>
                    <a:ea typeface="仿宋_GB2312" pitchFamily="49" charset="-122"/>
                  </a:rPr>
                  <a:t>1</a:t>
                </a:r>
                <a:r>
                  <a:rPr lang="zh-CN" altLang="en-US" b="0" baseline="30000" dirty="0">
                    <a:solidFill>
                      <a:schemeClr val="tx1"/>
                    </a:solidFill>
                    <a:latin typeface="Times New Roman" panose="02020603050405020304" pitchFamily="18" charset="0"/>
                    <a:ea typeface="仿宋_GB2312" pitchFamily="49" charset="-122"/>
                  </a:rPr>
                  <a:t>）</a:t>
                </a:r>
                <a:endParaRPr lang="zh-CN" altLang="en-US" b="0" baseline="30000" dirty="0">
                  <a:solidFill>
                    <a:schemeClr val="tx1"/>
                  </a:solidFill>
                  <a:latin typeface="Times New Roman" panose="02020603050405020304" pitchFamily="18" charset="0"/>
                  <a:ea typeface="仿宋_GB2312" pitchFamily="49" charset="-122"/>
                </a:endParaRPr>
              </a:p>
            </p:txBody>
          </p:sp>
          <p:sp>
            <p:nvSpPr>
              <p:cNvPr id="5179" name="Oval 254"/>
              <p:cNvSpPr/>
              <p:nvPr/>
            </p:nvSpPr>
            <p:spPr bwMode="auto">
              <a:xfrm>
                <a:off x="5955" y="1090"/>
                <a:ext cx="225" cy="228"/>
              </a:xfrm>
              <a:prstGeom prst="ellips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anchor="ctr" anchorCtr="0"/>
              <a:p>
                <a:endParaRPr lang="zh-CN" altLang="en-US" dirty="0">
                  <a:latin typeface="Arial" panose="020B0604020202020204" pitchFamily="34" charset="0"/>
                </a:endParaRPr>
              </a:p>
            </p:txBody>
          </p:sp>
          <p:sp>
            <p:nvSpPr>
              <p:cNvPr id="5180" name="Rectangle 255"/>
              <p:cNvSpPr/>
              <p:nvPr/>
            </p:nvSpPr>
            <p:spPr bwMode="auto">
              <a:xfrm>
                <a:off x="2778" y="1048"/>
                <a:ext cx="792"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9" name="Rectangle 272"/>
              <p:cNvSpPr/>
              <p:nvPr/>
            </p:nvSpPr>
            <p:spPr bwMode="auto">
              <a:xfrm rot="16200000">
                <a:off x="3617" y="1797"/>
                <a:ext cx="792"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grpSp>
            <p:nvGrpSpPr>
              <p:cNvPr id="20" name="组合 19"/>
              <p:cNvGrpSpPr/>
              <p:nvPr/>
            </p:nvGrpSpPr>
            <p:grpSpPr>
              <a:xfrm>
                <a:off x="3569" y="2635"/>
                <a:ext cx="907" cy="907"/>
                <a:chOff x="2791723" y="3758473"/>
                <a:chExt cx="432000" cy="432000"/>
              </a:xfrm>
              <a:solidFill>
                <a:schemeClr val="accent6">
                  <a:lumMod val="40000"/>
                  <a:lumOff val="60000"/>
                </a:schemeClr>
              </a:solidFill>
            </p:grpSpPr>
            <p:sp>
              <p:nvSpPr>
                <p:cNvPr id="21" name="AutoShape 17"/>
                <p:cNvSpPr>
                  <a:spLocks noChangeArrowheads="1"/>
                </p:cNvSpPr>
                <p:nvPr/>
              </p:nvSpPr>
              <p:spPr bwMode="auto">
                <a:xfrm>
                  <a:off x="2791723" y="3758473"/>
                  <a:ext cx="432000" cy="432000"/>
                </a:xfrm>
                <a:prstGeom prst="diamond">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en-US" sz="1800"/>
                </a:p>
              </p:txBody>
            </p:sp>
            <p:cxnSp>
              <p:nvCxnSpPr>
                <p:cNvPr id="22" name="直接连接符 21"/>
                <p:cNvCxnSpPr>
                  <a:stCxn id="21" idx="0"/>
                  <a:endCxn id="21" idx="2"/>
                </p:cNvCxnSpPr>
                <p:nvPr/>
              </p:nvCxnSpPr>
              <p:spPr>
                <a:xfrm>
                  <a:off x="3007723" y="3758473"/>
                  <a:ext cx="0" cy="43200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9" name="组合 78"/>
              <p:cNvGrpSpPr/>
              <p:nvPr/>
            </p:nvGrpSpPr>
            <p:grpSpPr>
              <a:xfrm>
                <a:off x="1870" y="2520"/>
                <a:ext cx="908" cy="908"/>
                <a:chOff x="505193" y="3720552"/>
                <a:chExt cx="432197" cy="432197"/>
              </a:xfrm>
              <a:solidFill>
                <a:schemeClr val="accent6">
                  <a:lumMod val="40000"/>
                  <a:lumOff val="60000"/>
                </a:schemeClr>
              </a:solidFill>
            </p:grpSpPr>
            <p:sp>
              <p:nvSpPr>
                <p:cNvPr id="80"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81" name="直接连接符 80"/>
                <p:cNvCxnSpPr>
                  <a:stCxn id="80" idx="0"/>
                  <a:endCxn id="80"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178" name="Oval 253"/>
              <p:cNvSpPr/>
              <p:nvPr/>
            </p:nvSpPr>
            <p:spPr bwMode="auto">
              <a:xfrm>
                <a:off x="5896" y="3925"/>
                <a:ext cx="225" cy="228"/>
              </a:xfrm>
              <a:prstGeom prst="ellips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grpSp>
      </p:grpSp>
      <p:grpSp>
        <p:nvGrpSpPr>
          <p:cNvPr id="25" name="组合 24"/>
          <p:cNvGrpSpPr/>
          <p:nvPr/>
        </p:nvGrpSpPr>
        <p:grpSpPr>
          <a:xfrm>
            <a:off x="4921250" y="914400"/>
            <a:ext cx="3601720" cy="1915160"/>
            <a:chOff x="7768" y="978"/>
            <a:chExt cx="5672" cy="3016"/>
          </a:xfrm>
        </p:grpSpPr>
        <p:sp>
          <p:nvSpPr>
            <p:cNvPr id="5138" name="Rectangle 258"/>
            <p:cNvSpPr/>
            <p:nvPr/>
          </p:nvSpPr>
          <p:spPr bwMode="auto">
            <a:xfrm>
              <a:off x="7768" y="1135"/>
              <a:ext cx="4650" cy="2835"/>
            </a:xfrm>
            <a:prstGeom prst="rect">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5139" name="Text Box 259"/>
            <p:cNvSpPr txBox="1"/>
            <p:nvPr/>
          </p:nvSpPr>
          <p:spPr>
            <a:xfrm>
              <a:off x="10943" y="2043"/>
              <a:ext cx="1245" cy="817"/>
            </a:xfrm>
            <a:prstGeom prst="rect">
              <a:avLst/>
            </a:prstGeom>
            <a:noFill/>
            <a:ln w="9525">
              <a:noFill/>
            </a:ln>
          </p:spPr>
          <p:txBody>
            <a:bodyPr>
              <a:spAutoFit/>
            </a:bodyPr>
            <a:p>
              <a:r>
                <a:rPr lang="en-US" altLang="zh-CN" b="0" i="1" dirty="0">
                  <a:solidFill>
                    <a:schemeClr val="tx1"/>
                  </a:solidFill>
                  <a:latin typeface="Times New Roman" panose="02020603050405020304" pitchFamily="18" charset="0"/>
                  <a:ea typeface="仿宋_GB2312" pitchFamily="49" charset="-122"/>
                </a:rPr>
                <a:t>u</a:t>
              </a:r>
              <a:r>
                <a:rPr lang="en-US" altLang="zh-CN" b="0" baseline="30000" dirty="0">
                  <a:solidFill>
                    <a:schemeClr val="tx1"/>
                  </a:solidFill>
                  <a:latin typeface="Times New Roman" panose="02020603050405020304" pitchFamily="18" charset="0"/>
                  <a:ea typeface="仿宋_GB2312" pitchFamily="49" charset="-122"/>
                </a:rPr>
                <a:t>(2)</a:t>
              </a:r>
              <a:endParaRPr lang="en-US" altLang="zh-CN" b="0" baseline="30000" dirty="0">
                <a:solidFill>
                  <a:schemeClr val="tx1"/>
                </a:solidFill>
                <a:latin typeface="Times New Roman" panose="02020603050405020304" pitchFamily="18" charset="0"/>
                <a:ea typeface="仿宋_GB2312" pitchFamily="49" charset="-122"/>
              </a:endParaRPr>
            </a:p>
          </p:txBody>
        </p:sp>
        <p:sp>
          <p:nvSpPr>
            <p:cNvPr id="5140" name="Text Box 260"/>
            <p:cNvSpPr txBox="1"/>
            <p:nvPr/>
          </p:nvSpPr>
          <p:spPr>
            <a:xfrm>
              <a:off x="10033" y="2610"/>
              <a:ext cx="1247" cy="81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仿宋_GB2312" pitchFamily="49" charset="-122"/>
                </a:rPr>
                <a:t>2</a:t>
              </a:r>
              <a:r>
                <a:rPr lang="en-US" altLang="zh-CN" b="0" i="1" dirty="0">
                  <a:solidFill>
                    <a:schemeClr val="tx1"/>
                  </a:solidFill>
                  <a:latin typeface="Times New Roman" panose="02020603050405020304" pitchFamily="18" charset="0"/>
                  <a:ea typeface="仿宋_GB2312" pitchFamily="49" charset="-122"/>
                </a:rPr>
                <a:t>i</a:t>
              </a:r>
              <a:r>
                <a:rPr lang="en-US" altLang="zh-CN" b="0" baseline="30000" dirty="0">
                  <a:solidFill>
                    <a:schemeClr val="tx1"/>
                  </a:solidFill>
                  <a:latin typeface="Times New Roman" panose="02020603050405020304" pitchFamily="18" charset="0"/>
                  <a:ea typeface="仿宋_GB2312" pitchFamily="49" charset="-122"/>
                </a:rPr>
                <a:t> (2)</a:t>
              </a:r>
              <a:endParaRPr lang="en-US" altLang="zh-CN" b="0" baseline="30000" dirty="0">
                <a:solidFill>
                  <a:schemeClr val="tx1"/>
                </a:solidFill>
                <a:latin typeface="Times New Roman" panose="02020603050405020304" pitchFamily="18" charset="0"/>
                <a:ea typeface="仿宋_GB2312" pitchFamily="49" charset="-122"/>
              </a:endParaRPr>
            </a:p>
          </p:txBody>
        </p:sp>
        <p:sp>
          <p:nvSpPr>
            <p:cNvPr id="5141" name="Text Box 261"/>
            <p:cNvSpPr txBox="1"/>
            <p:nvPr/>
          </p:nvSpPr>
          <p:spPr>
            <a:xfrm>
              <a:off x="7768" y="1953"/>
              <a:ext cx="1020" cy="817"/>
            </a:xfrm>
            <a:prstGeom prst="rect">
              <a:avLst/>
            </a:prstGeom>
            <a:noFill/>
            <a:ln w="9525">
              <a:noFill/>
            </a:ln>
          </p:spPr>
          <p:txBody>
            <a:bodyPr>
              <a:spAutoFit/>
            </a:bodyPr>
            <a:p>
              <a:r>
                <a:rPr lang="en-US" altLang="zh-CN" b="0" i="1" dirty="0">
                  <a:solidFill>
                    <a:schemeClr val="tx1"/>
                  </a:solidFill>
                  <a:latin typeface="Times New Roman" panose="02020603050405020304" pitchFamily="18" charset="0"/>
                  <a:ea typeface="仿宋_GB2312" pitchFamily="49" charset="-122"/>
                </a:rPr>
                <a:t>i</a:t>
              </a:r>
              <a:r>
                <a:rPr lang="en-US" altLang="zh-CN" b="0" baseline="30000" dirty="0">
                  <a:solidFill>
                    <a:schemeClr val="tx1"/>
                  </a:solidFill>
                  <a:latin typeface="Times New Roman" panose="02020603050405020304" pitchFamily="18" charset="0"/>
                  <a:ea typeface="仿宋_GB2312" pitchFamily="49" charset="-122"/>
                </a:rPr>
                <a:t> (2)</a:t>
              </a:r>
              <a:endParaRPr lang="en-US" altLang="zh-CN" b="0" baseline="30000" dirty="0">
                <a:solidFill>
                  <a:schemeClr val="tx1"/>
                </a:solidFill>
                <a:latin typeface="Times New Roman" panose="02020603050405020304" pitchFamily="18" charset="0"/>
                <a:ea typeface="仿宋_GB2312" pitchFamily="49" charset="-122"/>
              </a:endParaRPr>
            </a:p>
          </p:txBody>
        </p:sp>
        <p:sp>
          <p:nvSpPr>
            <p:cNvPr id="5142" name="Text Box 262"/>
            <p:cNvSpPr txBox="1"/>
            <p:nvPr/>
          </p:nvSpPr>
          <p:spPr>
            <a:xfrm>
              <a:off x="9805" y="1930"/>
              <a:ext cx="795" cy="817"/>
            </a:xfrm>
            <a:prstGeom prst="rect">
              <a:avLst/>
            </a:prstGeom>
            <a:noFill/>
            <a:ln w="9525">
              <a:noFill/>
            </a:ln>
          </p:spPr>
          <p:txBody>
            <a:bodyPr>
              <a:spAutoFit/>
            </a:bodyPr>
            <a:p>
              <a:pPr>
                <a:spcBef>
                  <a:spcPct val="50000"/>
                </a:spcBef>
              </a:pPr>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5143" name="Text Box 263"/>
            <p:cNvSpPr txBox="1"/>
            <p:nvPr/>
          </p:nvSpPr>
          <p:spPr>
            <a:xfrm>
              <a:off x="9805" y="3178"/>
              <a:ext cx="937" cy="817"/>
            </a:xfrm>
            <a:prstGeom prst="rect">
              <a:avLst/>
            </a:prstGeom>
            <a:noFill/>
            <a:ln w="9525">
              <a:noFill/>
            </a:ln>
          </p:spPr>
          <p:txBody>
            <a:bodyPr>
              <a:spAutoFit/>
            </a:bodyPr>
            <a:p>
              <a:pPr>
                <a:spcBef>
                  <a:spcPct val="50000"/>
                </a:spcBef>
              </a:pPr>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5144" name="Text Box 264"/>
            <p:cNvSpPr txBox="1"/>
            <p:nvPr/>
          </p:nvSpPr>
          <p:spPr>
            <a:xfrm>
              <a:off x="9808" y="1363"/>
              <a:ext cx="1585" cy="81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仿宋_GB2312" pitchFamily="49" charset="-122"/>
                </a:rPr>
                <a:t>1</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5145" name="Text Box 265"/>
            <p:cNvSpPr txBox="1"/>
            <p:nvPr/>
          </p:nvSpPr>
          <p:spPr>
            <a:xfrm>
              <a:off x="8335" y="1225"/>
              <a:ext cx="1245" cy="81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仿宋_GB2312" pitchFamily="49" charset="-122"/>
                </a:rPr>
                <a:t>2</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5146" name="Line 266"/>
            <p:cNvSpPr/>
            <p:nvPr/>
          </p:nvSpPr>
          <p:spPr bwMode="auto">
            <a:xfrm>
              <a:off x="9693" y="1135"/>
              <a:ext cx="0" cy="2835"/>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5147" name="Line 267"/>
            <p:cNvSpPr/>
            <p:nvPr/>
          </p:nvSpPr>
          <p:spPr>
            <a:xfrm>
              <a:off x="7768" y="2068"/>
              <a:ext cx="0" cy="567"/>
            </a:xfrm>
            <a:prstGeom prst="line">
              <a:avLst/>
            </a:prstGeom>
            <a:ln w="28575">
              <a:solidFill>
                <a:srgbClr val="FF0000"/>
              </a:solidFill>
              <a:headEnd type="triangle" w="med" len="med"/>
              <a:tailEnd type="none"/>
            </a:ln>
          </p:spPr>
          <p:style>
            <a:lnRef idx="1">
              <a:schemeClr val="accent1"/>
            </a:lnRef>
            <a:fillRef idx="0">
              <a:schemeClr val="accent1"/>
            </a:fillRef>
            <a:effectRef idx="0">
              <a:schemeClr val="accent1"/>
            </a:effectRef>
            <a:fontRef idx="minor">
              <a:schemeClr val="tx1"/>
            </a:fontRef>
          </p:style>
        </p:sp>
        <p:sp>
          <p:nvSpPr>
            <p:cNvPr id="5148" name="Text Box 268"/>
            <p:cNvSpPr txBox="1"/>
            <p:nvPr/>
          </p:nvSpPr>
          <p:spPr>
            <a:xfrm>
              <a:off x="11510" y="1363"/>
              <a:ext cx="795" cy="817"/>
            </a:xfrm>
            <a:prstGeom prst="rect">
              <a:avLst/>
            </a:prstGeom>
            <a:noFill/>
            <a:ln w="9525">
              <a:noFill/>
            </a:ln>
          </p:spPr>
          <p:txBody>
            <a:bodyPr>
              <a:spAutoFit/>
            </a:bodyPr>
            <a:p>
              <a:pPr>
                <a:spcBef>
                  <a:spcPct val="50000"/>
                </a:spcBef>
              </a:pPr>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5149" name="Text Box 269"/>
            <p:cNvSpPr txBox="1"/>
            <p:nvPr/>
          </p:nvSpPr>
          <p:spPr>
            <a:xfrm>
              <a:off x="11510" y="2838"/>
              <a:ext cx="937" cy="817"/>
            </a:xfrm>
            <a:prstGeom prst="rect">
              <a:avLst/>
            </a:prstGeom>
            <a:noFill/>
            <a:ln w="9525">
              <a:noFill/>
            </a:ln>
          </p:spPr>
          <p:txBody>
            <a:bodyPr>
              <a:spAutoFit/>
            </a:bodyPr>
            <a:p>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5150" name="Text Box 270"/>
            <p:cNvSpPr txBox="1"/>
            <p:nvPr/>
          </p:nvSpPr>
          <p:spPr>
            <a:xfrm>
              <a:off x="12418" y="1363"/>
              <a:ext cx="1022"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5A</a:t>
              </a:r>
              <a:endParaRPr lang="en-US" altLang="zh-CN" b="0" dirty="0">
                <a:solidFill>
                  <a:schemeClr val="tx1"/>
                </a:solidFill>
                <a:latin typeface="Times New Roman" panose="02020603050405020304" pitchFamily="18" charset="0"/>
                <a:ea typeface="仿宋_GB2312" pitchFamily="49" charset="-122"/>
              </a:endParaRPr>
            </a:p>
          </p:txBody>
        </p:sp>
        <p:sp>
          <p:nvSpPr>
            <p:cNvPr id="5151" name="Rectangle 271"/>
            <p:cNvSpPr/>
            <p:nvPr/>
          </p:nvSpPr>
          <p:spPr bwMode="auto">
            <a:xfrm>
              <a:off x="9535" y="1363"/>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5152" name="Rectangle 272"/>
            <p:cNvSpPr/>
            <p:nvPr/>
          </p:nvSpPr>
          <p:spPr bwMode="auto">
            <a:xfrm>
              <a:off x="8448" y="978"/>
              <a:ext cx="792"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5154" name="Line 274"/>
            <p:cNvSpPr/>
            <p:nvPr/>
          </p:nvSpPr>
          <p:spPr>
            <a:xfrm flipV="1">
              <a:off x="12418" y="1388"/>
              <a:ext cx="0" cy="792"/>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pSp>
          <p:nvGrpSpPr>
            <p:cNvPr id="82" name="组合 81"/>
            <p:cNvGrpSpPr/>
            <p:nvPr/>
          </p:nvGrpSpPr>
          <p:grpSpPr>
            <a:xfrm>
              <a:off x="9240" y="2608"/>
              <a:ext cx="907" cy="907"/>
              <a:chOff x="2791723" y="3758473"/>
              <a:chExt cx="432000" cy="432000"/>
            </a:xfrm>
            <a:solidFill>
              <a:schemeClr val="accent6">
                <a:lumMod val="40000"/>
                <a:lumOff val="60000"/>
              </a:schemeClr>
            </a:solidFill>
          </p:grpSpPr>
          <p:sp>
            <p:nvSpPr>
              <p:cNvPr id="83" name="AutoShape 17"/>
              <p:cNvSpPr>
                <a:spLocks noChangeArrowheads="1"/>
              </p:cNvSpPr>
              <p:nvPr/>
            </p:nvSpPr>
            <p:spPr bwMode="auto">
              <a:xfrm>
                <a:off x="2791723" y="3758473"/>
                <a:ext cx="432000" cy="432000"/>
              </a:xfrm>
              <a:prstGeom prst="diamond">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en-US" sz="1800"/>
              </a:p>
            </p:txBody>
          </p:sp>
          <p:cxnSp>
            <p:nvCxnSpPr>
              <p:cNvPr id="84" name="直接连接符 83"/>
              <p:cNvCxnSpPr>
                <a:stCxn id="83" idx="0"/>
                <a:endCxn id="83" idx="2"/>
              </p:cNvCxnSpPr>
              <p:nvPr/>
            </p:nvCxnSpPr>
            <p:spPr>
              <a:xfrm>
                <a:off x="3007723" y="3758473"/>
                <a:ext cx="0" cy="43200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3" name="组合 72"/>
            <p:cNvGrpSpPr/>
            <p:nvPr/>
          </p:nvGrpSpPr>
          <p:grpSpPr>
            <a:xfrm>
              <a:off x="11962" y="2182"/>
              <a:ext cx="908" cy="908"/>
              <a:chOff x="5907581" y="4495572"/>
              <a:chExt cx="576263" cy="576263"/>
            </a:xfrm>
          </p:grpSpPr>
          <p:sp>
            <p:nvSpPr>
              <p:cNvPr id="74"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75" name="直接连接符 74"/>
              <p:cNvCxnSpPr>
                <a:stCxn id="74" idx="4"/>
                <a:endCxn id="74"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56458"/>
                                        </p:tgtEl>
                                        <p:attrNameLst>
                                          <p:attrName>style.visibility</p:attrName>
                                        </p:attrNameLst>
                                      </p:cBhvr>
                                      <p:to>
                                        <p:strVal val="visible"/>
                                      </p:to>
                                    </p:set>
                                    <p:anim calcmode="lin" valueType="num">
                                      <p:cBhvr additive="base">
                                        <p:cTn id="7" dur="500" fill="hold"/>
                                        <p:tgtEl>
                                          <p:spTgt spid="56458"/>
                                        </p:tgtEl>
                                        <p:attrNameLst>
                                          <p:attrName>ppt_x</p:attrName>
                                        </p:attrNameLst>
                                      </p:cBhvr>
                                      <p:tavLst>
                                        <p:tav tm="0">
                                          <p:val>
                                            <p:strVal val="0-#ppt_w/2"/>
                                          </p:val>
                                        </p:tav>
                                        <p:tav tm="100000">
                                          <p:val>
                                            <p:strVal val="#ppt_x"/>
                                          </p:val>
                                        </p:tav>
                                      </p:tavLst>
                                    </p:anim>
                                    <p:anim calcmode="lin" valueType="num">
                                      <p:cBhvr additive="base">
                                        <p:cTn id="8" dur="500" fill="hold"/>
                                        <p:tgtEl>
                                          <p:spTgt spid="5645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8" presetClass="entr" presetSubtype="6"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strips(downRight)">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18" presetClass="entr" presetSubtype="6"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strips(downRight)">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8" presetClass="entr" presetSubtype="6"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strips(downRight)">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56519"/>
                                        </p:tgtEl>
                                        <p:attrNameLst>
                                          <p:attrName>style.visibility</p:attrName>
                                        </p:attrNameLst>
                                      </p:cBhvr>
                                      <p:to>
                                        <p:strVal val="visible"/>
                                      </p:to>
                                    </p:set>
                                    <p:anim calcmode="lin" valueType="num">
                                      <p:cBhvr additive="base">
                                        <p:cTn id="28" dur="500" fill="hold"/>
                                        <p:tgtEl>
                                          <p:spTgt spid="56519"/>
                                        </p:tgtEl>
                                        <p:attrNameLst>
                                          <p:attrName>ppt_x</p:attrName>
                                        </p:attrNameLst>
                                      </p:cBhvr>
                                      <p:tavLst>
                                        <p:tav tm="0">
                                          <p:val>
                                            <p:strVal val="0-#ppt_w/2"/>
                                          </p:val>
                                        </p:tav>
                                        <p:tav tm="100000">
                                          <p:val>
                                            <p:strVal val="#ppt_x"/>
                                          </p:val>
                                        </p:tav>
                                      </p:tavLst>
                                    </p:anim>
                                    <p:anim calcmode="lin" valueType="num">
                                      <p:cBhvr additive="base">
                                        <p:cTn id="29" dur="500" fill="hold"/>
                                        <p:tgtEl>
                                          <p:spTgt spid="56519"/>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8" presetClass="entr" presetSubtype="6" fill="hold"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strips(downRight)">
                                      <p:cBhvr>
                                        <p:cTn id="34" dur="500"/>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18" presetClass="entr" presetSubtype="6" fill="hold"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strips(downRight)">
                                      <p:cBhvr>
                                        <p:cTn id="39" dur="5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18" presetClass="entr" presetSubtype="6" fill="hold" nodeType="clickEffect">
                                  <p:stCondLst>
                                    <p:cond delay="0"/>
                                  </p:stCondLst>
                                  <p:childTnLst>
                                    <p:set>
                                      <p:cBhvr>
                                        <p:cTn id="43" dur="1" fill="hold">
                                          <p:stCondLst>
                                            <p:cond delay="0"/>
                                          </p:stCondLst>
                                        </p:cTn>
                                        <p:tgtEl>
                                          <p:spTgt spid="3"/>
                                        </p:tgtEl>
                                        <p:attrNameLst>
                                          <p:attrName>style.visibility</p:attrName>
                                        </p:attrNameLst>
                                      </p:cBhvr>
                                      <p:to>
                                        <p:strVal val="visible"/>
                                      </p:to>
                                    </p:set>
                                    <p:animEffect transition="in" filter="strips(downRight)">
                                      <p:cBhvr>
                                        <p:cTn id="44" dur="500"/>
                                        <p:tgtEl>
                                          <p:spTgt spid="3"/>
                                        </p:tgtEl>
                                      </p:cBhvr>
                                    </p:animEffect>
                                  </p:childTnLst>
                                </p:cTn>
                              </p:par>
                            </p:childTnLst>
                          </p:cTn>
                        </p:par>
                      </p:childTnLst>
                    </p:cTn>
                  </p:par>
                  <p:par>
                    <p:cTn id="45" fill="hold">
                      <p:stCondLst>
                        <p:cond delay="indefinite"/>
                      </p:stCondLst>
                      <p:childTnLst>
                        <p:par>
                          <p:cTn id="46" fill="hold">
                            <p:stCondLst>
                              <p:cond delay="0"/>
                            </p:stCondLst>
                            <p:childTnLst>
                              <p:par>
                                <p:cTn id="47" presetID="18" presetClass="entr" presetSubtype="6" fill="hold"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strips(downRight)">
                                      <p:cBhvr>
                                        <p:cTn id="49" dur="500"/>
                                        <p:tgtEl>
                                          <p:spTgt spid="17"/>
                                        </p:tgtEl>
                                      </p:cBhvr>
                                    </p:animEffect>
                                  </p:childTnLst>
                                </p:cTn>
                              </p:par>
                            </p:childTnLst>
                          </p:cTn>
                        </p:par>
                        <p:par>
                          <p:cTn id="50" fill="hold">
                            <p:stCondLst>
                              <p:cond delay="500"/>
                            </p:stCondLst>
                            <p:childTnLst>
                              <p:par>
                                <p:cTn id="51" presetID="18" presetClass="entr" presetSubtype="6" fill="hold" nodeType="after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strips(downRight)">
                                      <p:cBhvr>
                                        <p:cTn id="5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458" grpId="0"/>
      <p:bldP spid="5651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4-1 </a:t>
            </a:r>
            <a:r>
              <a:rPr lang="zh-CN" altLang="en-US">
                <a:latin typeface="微软雅黑" panose="020B0503020204020204" pitchFamily="34" charset="-122"/>
                <a:cs typeface="微软雅黑" panose="020B0503020204020204" pitchFamily="34" charset="-122"/>
                <a:sym typeface="+mn-ea"/>
              </a:rPr>
              <a:t>叠加定理</a:t>
            </a:r>
            <a:endParaRPr lang="zh-CN" altLang="en-US"/>
          </a:p>
        </p:txBody>
      </p:sp>
      <p:sp>
        <p:nvSpPr>
          <p:cNvPr id="55337" name="Text Box 41"/>
          <p:cNvSpPr txBox="1"/>
          <p:nvPr/>
        </p:nvSpPr>
        <p:spPr>
          <a:xfrm>
            <a:off x="1574800" y="748665"/>
            <a:ext cx="7237413" cy="521970"/>
          </a:xfrm>
          <a:prstGeom prst="rect">
            <a:avLst/>
          </a:prstGeom>
          <a:no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封装好的电路如图，已知下列实验数据：</a:t>
            </a:r>
            <a:endParaRPr kumimoji="1" lang="zh-CN" altLang="en-US" sz="2800" dirty="0" smtClean="0">
              <a:latin typeface="华文楷体" panose="02010600040101010101" pitchFamily="2" charset="-122"/>
              <a:ea typeface="华文楷体" panose="02010600040101010101" pitchFamily="2" charset="-122"/>
            </a:endParaRPr>
          </a:p>
        </p:txBody>
      </p:sp>
      <p:sp>
        <p:nvSpPr>
          <p:cNvPr id="55352" name="AutoShape 56" descr="羊皮纸"/>
          <p:cNvSpPr/>
          <p:nvPr/>
        </p:nvSpPr>
        <p:spPr>
          <a:xfrm>
            <a:off x="7082790" y="1458595"/>
            <a:ext cx="1810385" cy="1827530"/>
          </a:xfrm>
          <a:prstGeom prst="wedgeRoundRectCallout">
            <a:avLst>
              <a:gd name="adj1" fmla="val -33759"/>
              <a:gd name="adj2" fmla="val 89449"/>
              <a:gd name="adj3" fmla="val 16667"/>
            </a:avLst>
          </a:prstGeom>
          <a:blipFill rotWithShape="1">
            <a:blip r:embed="rId1"/>
          </a:blipFill>
          <a:ln w="9525">
            <a:noFill/>
          </a:ln>
        </p:spPr>
        <p:txBody>
          <a:bodyPr/>
          <a:p>
            <a:pPr algn="ctr"/>
            <a:r>
              <a:rPr kumimoji="1" lang="zh-CN" altLang="en-US" sz="2800" dirty="0" smtClean="0">
                <a:solidFill>
                  <a:schemeClr val="tx1"/>
                </a:solidFill>
                <a:latin typeface="华文楷体" panose="02010600040101010101" pitchFamily="2" charset="-122"/>
                <a:ea typeface="华文楷体" panose="02010600040101010101" pitchFamily="2" charset="-122"/>
              </a:rPr>
              <a:t>研究激励和响应关系的实验方法</a:t>
            </a:r>
            <a:endParaRPr kumimoji="1" lang="zh-CN" altLang="en-US" sz="2800" dirty="0" smtClean="0">
              <a:solidFill>
                <a:schemeClr val="tx1"/>
              </a:solidFill>
              <a:latin typeface="华文楷体" panose="02010600040101010101" pitchFamily="2" charset="-122"/>
              <a:ea typeface="华文楷体" panose="02010600040101010101" pitchFamily="2" charset="-122"/>
            </a:endParaRPr>
          </a:p>
        </p:txBody>
      </p:sp>
      <p:sp>
        <p:nvSpPr>
          <p:cNvPr id="55383" name="Text Box 87"/>
          <p:cNvSpPr txBox="1"/>
          <p:nvPr/>
        </p:nvSpPr>
        <p:spPr>
          <a:xfrm>
            <a:off x="1403350" y="3163888"/>
            <a:ext cx="2663825" cy="521970"/>
          </a:xfrm>
          <a:prstGeom prst="rect">
            <a:avLst/>
          </a:prstGeom>
          <a:noFill/>
          <a:ln w="9525">
            <a:noFill/>
          </a:ln>
        </p:spPr>
        <p:txBody>
          <a:bodyPr>
            <a:spAutoFit/>
          </a:bodyPr>
          <a:p>
            <a:r>
              <a:rPr kumimoji="1" lang="zh-CN" altLang="en-US" sz="2800" dirty="0" smtClean="0">
                <a:latin typeface="华文楷体" panose="02010600040101010101" pitchFamily="2" charset="-122"/>
                <a:ea typeface="华文楷体" panose="02010600040101010101" pitchFamily="2" charset="-122"/>
              </a:rPr>
              <a:t>根据叠加定理</a:t>
            </a:r>
            <a:endParaRPr kumimoji="1" lang="zh-CN" altLang="en-US" sz="2800" dirty="0" smtClean="0">
              <a:latin typeface="华文楷体" panose="02010600040101010101" pitchFamily="2" charset="-122"/>
              <a:ea typeface="华文楷体" panose="02010600040101010101" pitchFamily="2" charset="-122"/>
            </a:endParaRPr>
          </a:p>
        </p:txBody>
      </p:sp>
      <p:sp>
        <p:nvSpPr>
          <p:cNvPr id="55385" name="Text Box 89"/>
          <p:cNvSpPr txBox="1"/>
          <p:nvPr/>
        </p:nvSpPr>
        <p:spPr>
          <a:xfrm>
            <a:off x="1403350" y="3740150"/>
            <a:ext cx="3240088" cy="521970"/>
          </a:xfrm>
          <a:prstGeom prst="rect">
            <a:avLst/>
          </a:prstGeom>
          <a:noFill/>
          <a:ln w="9525">
            <a:noFill/>
          </a:ln>
        </p:spPr>
        <p:txBody>
          <a:bodyPr>
            <a:spAutoFit/>
          </a:bodyPr>
          <a:p>
            <a:r>
              <a:rPr kumimoji="1" lang="zh-CN" altLang="en-US" sz="2800" dirty="0" smtClean="0">
                <a:latin typeface="华文楷体" panose="02010600040101010101" pitchFamily="2" charset="-122"/>
                <a:ea typeface="华文楷体" panose="02010600040101010101" pitchFamily="2" charset="-122"/>
              </a:rPr>
              <a:t>代入实验数据：</a:t>
            </a:r>
            <a:endParaRPr kumimoji="1" lang="zh-CN" altLang="en-US" sz="2800" dirty="0" smtClean="0">
              <a:latin typeface="华文楷体" panose="02010600040101010101" pitchFamily="2" charset="-122"/>
              <a:ea typeface="华文楷体" panose="02010600040101010101" pitchFamily="2" charset="-122"/>
            </a:endParaRPr>
          </a:p>
        </p:txBody>
      </p:sp>
      <p:sp>
        <p:nvSpPr>
          <p:cNvPr id="55388" name="AutoShape 92"/>
          <p:cNvSpPr/>
          <p:nvPr/>
        </p:nvSpPr>
        <p:spPr>
          <a:xfrm>
            <a:off x="1042988" y="4476750"/>
            <a:ext cx="144462" cy="936625"/>
          </a:xfrm>
          <a:prstGeom prst="leftBrace">
            <a:avLst>
              <a:gd name="adj1" fmla="val 54029"/>
              <a:gd name="adj2" fmla="val 50000"/>
            </a:avLst>
          </a:prstGeom>
          <a:noFill/>
          <a:ln w="28575" cap="flat" cmpd="sng">
            <a:solidFill>
              <a:schemeClr val="tx1"/>
            </a:solidFill>
            <a:prstDash val="solid"/>
            <a:headEnd type="none" w="med" len="med"/>
            <a:tailEnd type="none" w="med" len="med"/>
          </a:ln>
        </p:spPr>
        <p:txBody>
          <a:bodyPr wrap="none" anchor="ctr" anchorCtr="0"/>
          <a:p>
            <a:pPr algn="ctr">
              <a:spcBef>
                <a:spcPct val="50000"/>
              </a:spcBef>
              <a:buClr>
                <a:schemeClr val="accent2"/>
              </a:buClr>
              <a:buSzPct val="75000"/>
              <a:buFont typeface="Monotype Sorts" pitchFamily="2" charset="2"/>
            </a:pPr>
            <a:endParaRPr lang="zh-CN" altLang="zh-CN" sz="2400" dirty="0">
              <a:solidFill>
                <a:srgbClr val="0000FF"/>
              </a:solidFill>
              <a:latin typeface="Times New Roman" panose="02020603050405020304" pitchFamily="18" charset="0"/>
            </a:endParaRPr>
          </a:p>
        </p:txBody>
      </p:sp>
      <p:sp>
        <p:nvSpPr>
          <p:cNvPr id="9" name="Text Box 22"/>
          <p:cNvSpPr txBox="1">
            <a:spLocks noChangeArrowheads="1"/>
          </p:cNvSpPr>
          <p:nvPr/>
        </p:nvSpPr>
        <p:spPr bwMode="auto">
          <a:xfrm>
            <a:off x="155575" y="734060"/>
            <a:ext cx="1219200" cy="575945"/>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例</a:t>
            </a:r>
            <a:r>
              <a:rPr kumimoji="1" lang="en-US" altLang="zh-CN" sz="3200" dirty="0">
                <a:solidFill>
                  <a:schemeClr val="bg1"/>
                </a:solidFill>
                <a:latin typeface="华文新魏" panose="02010800040101010101" pitchFamily="2" charset="-122"/>
                <a:ea typeface="华文新魏" panose="02010800040101010101" pitchFamily="2" charset="-122"/>
              </a:rPr>
              <a:t>1-4</a:t>
            </a:r>
            <a:endParaRPr kumimoji="1" lang="en-US" altLang="zh-CN" sz="3200" dirty="0">
              <a:solidFill>
                <a:schemeClr val="bg1"/>
              </a:solidFill>
              <a:latin typeface="华文新魏" panose="02010800040101010101" pitchFamily="2" charset="-122"/>
              <a:ea typeface="华文新魏" panose="02010800040101010101" pitchFamily="2" charset="-122"/>
            </a:endParaRPr>
          </a:p>
        </p:txBody>
      </p:sp>
      <p:sp>
        <p:nvSpPr>
          <p:cNvPr id="10" name="Text Box 22"/>
          <p:cNvSpPr txBox="1">
            <a:spLocks noChangeArrowheads="1"/>
          </p:cNvSpPr>
          <p:nvPr/>
        </p:nvSpPr>
        <p:spPr bwMode="auto">
          <a:xfrm>
            <a:off x="243754" y="3164358"/>
            <a:ext cx="648000" cy="576000"/>
          </a:xfrm>
          <a:prstGeom prst="rect">
            <a:avLst/>
          </a:pr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解</a:t>
            </a:r>
            <a:endParaRPr kumimoji="1" lang="zh-CN" altLang="en-US" sz="3200" dirty="0">
              <a:solidFill>
                <a:schemeClr val="bg1"/>
              </a:solidFill>
              <a:latin typeface="华文新魏" panose="02010800040101010101" pitchFamily="2" charset="-122"/>
              <a:ea typeface="华文新魏" panose="02010800040101010101" pitchFamily="2" charset="-122"/>
            </a:endParaRPr>
          </a:p>
        </p:txBody>
      </p:sp>
      <p:graphicFrame>
        <p:nvGraphicFramePr>
          <p:cNvPr id="3" name="对象 2"/>
          <p:cNvGraphicFramePr/>
          <p:nvPr/>
        </p:nvGraphicFramePr>
        <p:xfrm>
          <a:off x="1002030" y="2567305"/>
          <a:ext cx="5659120" cy="480695"/>
        </p:xfrm>
        <a:graphic>
          <a:graphicData uri="http://schemas.openxmlformats.org/presentationml/2006/ole">
            <mc:AlternateContent xmlns:mc="http://schemas.openxmlformats.org/markup-compatibility/2006">
              <mc:Choice xmlns:v="urn:schemas-microsoft-com:vml" Requires="v">
                <p:oleObj spid="_x0000_s6" name="" r:id="rId2" imgW="2425700" imgH="228600" progId="Equation.KSEE3">
                  <p:embed/>
                </p:oleObj>
              </mc:Choice>
              <mc:Fallback>
                <p:oleObj name="" r:id="rId2" imgW="2425700" imgH="228600" progId="Equation.KSEE3">
                  <p:embed/>
                  <p:pic>
                    <p:nvPicPr>
                      <p:cNvPr id="0" name="图片 5"/>
                      <p:cNvPicPr/>
                      <p:nvPr/>
                    </p:nvPicPr>
                    <p:blipFill>
                      <a:blip r:embed="rId3"/>
                      <a:stretch>
                        <a:fillRect/>
                      </a:stretch>
                    </p:blipFill>
                    <p:spPr>
                      <a:xfrm>
                        <a:off x="1002030" y="2567305"/>
                        <a:ext cx="5659120" cy="480695"/>
                      </a:xfrm>
                      <a:prstGeom prst="rect">
                        <a:avLst/>
                      </a:prstGeom>
                    </p:spPr>
                  </p:pic>
                </p:oleObj>
              </mc:Fallback>
            </mc:AlternateContent>
          </a:graphicData>
        </a:graphic>
      </p:graphicFrame>
      <p:graphicFrame>
        <p:nvGraphicFramePr>
          <p:cNvPr id="7" name="对象 6"/>
          <p:cNvGraphicFramePr/>
          <p:nvPr/>
        </p:nvGraphicFramePr>
        <p:xfrm>
          <a:off x="1043305" y="2023745"/>
          <a:ext cx="5463540" cy="473710"/>
        </p:xfrm>
        <a:graphic>
          <a:graphicData uri="http://schemas.openxmlformats.org/presentationml/2006/ole">
            <mc:AlternateContent xmlns:mc="http://schemas.openxmlformats.org/markup-compatibility/2006">
              <mc:Choice xmlns:v="urn:schemas-microsoft-com:vml" Requires="v">
                <p:oleObj spid="_x0000_s8" name="" r:id="rId4" imgW="2438400" imgH="228600" progId="Equation.KSEE3">
                  <p:embed/>
                </p:oleObj>
              </mc:Choice>
              <mc:Fallback>
                <p:oleObj name="" r:id="rId4" imgW="2438400" imgH="228600" progId="Equation.KSEE3">
                  <p:embed/>
                  <p:pic>
                    <p:nvPicPr>
                      <p:cNvPr id="0" name="图片 7"/>
                      <p:cNvPicPr/>
                      <p:nvPr/>
                    </p:nvPicPr>
                    <p:blipFill>
                      <a:blip r:embed="rId5"/>
                      <a:stretch>
                        <a:fillRect/>
                      </a:stretch>
                    </p:blipFill>
                    <p:spPr>
                      <a:xfrm>
                        <a:off x="1043305" y="2023745"/>
                        <a:ext cx="5463540" cy="473710"/>
                      </a:xfrm>
                      <a:prstGeom prst="rect">
                        <a:avLst/>
                      </a:prstGeom>
                    </p:spPr>
                  </p:pic>
                </p:oleObj>
              </mc:Fallback>
            </mc:AlternateContent>
          </a:graphicData>
        </a:graphic>
      </p:graphicFrame>
      <p:graphicFrame>
        <p:nvGraphicFramePr>
          <p:cNvPr id="11" name="对象 10"/>
          <p:cNvGraphicFramePr/>
          <p:nvPr/>
        </p:nvGraphicFramePr>
        <p:xfrm>
          <a:off x="1043305" y="1464945"/>
          <a:ext cx="5544820" cy="486410"/>
        </p:xfrm>
        <a:graphic>
          <a:graphicData uri="http://schemas.openxmlformats.org/presentationml/2006/ole">
            <mc:AlternateContent xmlns:mc="http://schemas.openxmlformats.org/markup-compatibility/2006">
              <mc:Choice xmlns:v="urn:schemas-microsoft-com:vml" Requires="v">
                <p:oleObj spid="_x0000_s12" name="" r:id="rId6" imgW="2413000" imgH="228600" progId="Equation.KSEE3">
                  <p:embed/>
                </p:oleObj>
              </mc:Choice>
              <mc:Fallback>
                <p:oleObj name="" r:id="rId6" imgW="2413000" imgH="228600" progId="Equation.KSEE3">
                  <p:embed/>
                  <p:pic>
                    <p:nvPicPr>
                      <p:cNvPr id="0" name="图片 11"/>
                      <p:cNvPicPr/>
                      <p:nvPr/>
                    </p:nvPicPr>
                    <p:blipFill>
                      <a:blip r:embed="rId7"/>
                      <a:stretch>
                        <a:fillRect/>
                      </a:stretch>
                    </p:blipFill>
                    <p:spPr>
                      <a:xfrm>
                        <a:off x="1043305" y="1464945"/>
                        <a:ext cx="5544820" cy="486410"/>
                      </a:xfrm>
                      <a:prstGeom prst="rect">
                        <a:avLst/>
                      </a:prstGeom>
                    </p:spPr>
                  </p:pic>
                </p:oleObj>
              </mc:Fallback>
            </mc:AlternateContent>
          </a:graphicData>
        </a:graphic>
      </p:graphicFrame>
      <p:graphicFrame>
        <p:nvGraphicFramePr>
          <p:cNvPr id="13" name="对象 12"/>
          <p:cNvGraphicFramePr/>
          <p:nvPr/>
        </p:nvGraphicFramePr>
        <p:xfrm>
          <a:off x="3803015" y="3141345"/>
          <a:ext cx="2785745" cy="626110"/>
        </p:xfrm>
        <a:graphic>
          <a:graphicData uri="http://schemas.openxmlformats.org/presentationml/2006/ole">
            <mc:AlternateContent xmlns:mc="http://schemas.openxmlformats.org/markup-compatibility/2006">
              <mc:Choice xmlns:v="urn:schemas-microsoft-com:vml" Requires="v">
                <p:oleObj spid="_x0000_s14" name="" r:id="rId8" imgW="825500" imgH="228600" progId="Equation.KSEE3">
                  <p:embed/>
                </p:oleObj>
              </mc:Choice>
              <mc:Fallback>
                <p:oleObj name="" r:id="rId8" imgW="825500" imgH="228600" progId="Equation.KSEE3">
                  <p:embed/>
                  <p:pic>
                    <p:nvPicPr>
                      <p:cNvPr id="0" name="图片 13"/>
                      <p:cNvPicPr/>
                      <p:nvPr/>
                    </p:nvPicPr>
                    <p:blipFill>
                      <a:blip r:embed="rId9"/>
                      <a:stretch>
                        <a:fillRect/>
                      </a:stretch>
                    </p:blipFill>
                    <p:spPr>
                      <a:xfrm>
                        <a:off x="3803015" y="3141345"/>
                        <a:ext cx="2785745" cy="626110"/>
                      </a:xfrm>
                      <a:prstGeom prst="rect">
                        <a:avLst/>
                      </a:prstGeom>
                    </p:spPr>
                  </p:pic>
                </p:oleObj>
              </mc:Fallback>
            </mc:AlternateContent>
          </a:graphicData>
        </a:graphic>
      </p:graphicFrame>
      <p:graphicFrame>
        <p:nvGraphicFramePr>
          <p:cNvPr id="15" name="对象 14"/>
          <p:cNvGraphicFramePr/>
          <p:nvPr/>
        </p:nvGraphicFramePr>
        <p:xfrm>
          <a:off x="4130040" y="4330065"/>
          <a:ext cx="1090930" cy="1198880"/>
        </p:xfrm>
        <a:graphic>
          <a:graphicData uri="http://schemas.openxmlformats.org/presentationml/2006/ole">
            <mc:AlternateContent xmlns:mc="http://schemas.openxmlformats.org/markup-compatibility/2006">
              <mc:Choice xmlns:v="urn:schemas-microsoft-com:vml" Requires="v">
                <p:oleObj spid="_x0000_s16" name="" r:id="rId10" imgW="381000" imgH="457200" progId="Equation.KSEE3">
                  <p:embed/>
                </p:oleObj>
              </mc:Choice>
              <mc:Fallback>
                <p:oleObj name="" r:id="rId10" imgW="381000" imgH="457200" progId="Equation.KSEE3">
                  <p:embed/>
                  <p:pic>
                    <p:nvPicPr>
                      <p:cNvPr id="0" name="图片 15"/>
                      <p:cNvPicPr/>
                      <p:nvPr/>
                    </p:nvPicPr>
                    <p:blipFill>
                      <a:blip r:embed="rId11"/>
                      <a:stretch>
                        <a:fillRect/>
                      </a:stretch>
                    </p:blipFill>
                    <p:spPr>
                      <a:xfrm>
                        <a:off x="4130040" y="4330065"/>
                        <a:ext cx="1090930" cy="1198880"/>
                      </a:xfrm>
                      <a:prstGeom prst="rect">
                        <a:avLst/>
                      </a:prstGeom>
                    </p:spPr>
                  </p:pic>
                </p:oleObj>
              </mc:Fallback>
            </mc:AlternateContent>
          </a:graphicData>
        </a:graphic>
      </p:graphicFrame>
      <p:graphicFrame>
        <p:nvGraphicFramePr>
          <p:cNvPr id="17" name="对象 16"/>
          <p:cNvGraphicFramePr/>
          <p:nvPr/>
        </p:nvGraphicFramePr>
        <p:xfrm>
          <a:off x="1259205" y="4329430"/>
          <a:ext cx="2247265" cy="571500"/>
        </p:xfrm>
        <a:graphic>
          <a:graphicData uri="http://schemas.openxmlformats.org/presentationml/2006/ole">
            <mc:AlternateContent xmlns:mc="http://schemas.openxmlformats.org/markup-compatibility/2006">
              <mc:Choice xmlns:v="urn:schemas-microsoft-com:vml" Requires="v">
                <p:oleObj spid="_x0000_s18" name="" r:id="rId12" imgW="660400" imgH="215900" progId="Equation.KSEE3">
                  <p:embed/>
                </p:oleObj>
              </mc:Choice>
              <mc:Fallback>
                <p:oleObj name="" r:id="rId12" imgW="660400" imgH="215900" progId="Equation.KSEE3">
                  <p:embed/>
                  <p:pic>
                    <p:nvPicPr>
                      <p:cNvPr id="0" name="图片 17"/>
                      <p:cNvPicPr/>
                      <p:nvPr/>
                    </p:nvPicPr>
                    <p:blipFill>
                      <a:blip r:embed="rId13"/>
                      <a:stretch>
                        <a:fillRect/>
                      </a:stretch>
                    </p:blipFill>
                    <p:spPr>
                      <a:xfrm>
                        <a:off x="1259205" y="4329430"/>
                        <a:ext cx="2247265" cy="571500"/>
                      </a:xfrm>
                      <a:prstGeom prst="rect">
                        <a:avLst/>
                      </a:prstGeom>
                    </p:spPr>
                  </p:pic>
                </p:oleObj>
              </mc:Fallback>
            </mc:AlternateContent>
          </a:graphicData>
        </a:graphic>
      </p:graphicFrame>
      <p:graphicFrame>
        <p:nvGraphicFramePr>
          <p:cNvPr id="19" name="对象 18"/>
          <p:cNvGraphicFramePr/>
          <p:nvPr/>
        </p:nvGraphicFramePr>
        <p:xfrm>
          <a:off x="1259205" y="4968240"/>
          <a:ext cx="2233295" cy="494030"/>
        </p:xfrm>
        <a:graphic>
          <a:graphicData uri="http://schemas.openxmlformats.org/presentationml/2006/ole">
            <mc:AlternateContent xmlns:mc="http://schemas.openxmlformats.org/markup-compatibility/2006">
              <mc:Choice xmlns:v="urn:schemas-microsoft-com:vml" Requires="v">
                <p:oleObj spid="_x0000_s20" name="" r:id="rId14" imgW="711200" imgH="215900" progId="Equation.KSEE3">
                  <p:embed/>
                </p:oleObj>
              </mc:Choice>
              <mc:Fallback>
                <p:oleObj name="" r:id="rId14" imgW="711200" imgH="215900" progId="Equation.KSEE3">
                  <p:embed/>
                  <p:pic>
                    <p:nvPicPr>
                      <p:cNvPr id="0" name="图片 19"/>
                      <p:cNvPicPr/>
                      <p:nvPr/>
                    </p:nvPicPr>
                    <p:blipFill>
                      <a:blip r:embed="rId15"/>
                      <a:stretch>
                        <a:fillRect/>
                      </a:stretch>
                    </p:blipFill>
                    <p:spPr>
                      <a:xfrm>
                        <a:off x="1259205" y="4968240"/>
                        <a:ext cx="2233295" cy="494030"/>
                      </a:xfrm>
                      <a:prstGeom prst="rect">
                        <a:avLst/>
                      </a:prstGeom>
                    </p:spPr>
                  </p:pic>
                </p:oleObj>
              </mc:Fallback>
            </mc:AlternateContent>
          </a:graphicData>
        </a:graphic>
      </p:graphicFrame>
      <p:graphicFrame>
        <p:nvGraphicFramePr>
          <p:cNvPr id="21" name="对象 20"/>
          <p:cNvGraphicFramePr/>
          <p:nvPr/>
        </p:nvGraphicFramePr>
        <p:xfrm>
          <a:off x="1259205" y="5700395"/>
          <a:ext cx="3961130" cy="561340"/>
        </p:xfrm>
        <a:graphic>
          <a:graphicData uri="http://schemas.openxmlformats.org/presentationml/2006/ole">
            <mc:AlternateContent xmlns:mc="http://schemas.openxmlformats.org/markup-compatibility/2006">
              <mc:Choice xmlns:v="urn:schemas-microsoft-com:vml" Requires="v">
                <p:oleObj spid="_x0000_s22" name="" r:id="rId16" imgW="1688465" imgH="228600" progId="Equation.KSEE3">
                  <p:embed/>
                </p:oleObj>
              </mc:Choice>
              <mc:Fallback>
                <p:oleObj name="" r:id="rId16" imgW="1688465" imgH="228600" progId="Equation.KSEE3">
                  <p:embed/>
                  <p:pic>
                    <p:nvPicPr>
                      <p:cNvPr id="0" name="图片 21"/>
                      <p:cNvPicPr/>
                      <p:nvPr/>
                    </p:nvPicPr>
                    <p:blipFill>
                      <a:blip r:embed="rId17"/>
                      <a:stretch>
                        <a:fillRect/>
                      </a:stretch>
                    </p:blipFill>
                    <p:spPr>
                      <a:xfrm>
                        <a:off x="1259205" y="5700395"/>
                        <a:ext cx="3961130" cy="561340"/>
                      </a:xfrm>
                      <a:prstGeom prst="rect">
                        <a:avLst/>
                      </a:prstGeom>
                    </p:spPr>
                  </p:pic>
                </p:oleObj>
              </mc:Fallback>
            </mc:AlternateContent>
          </a:graphicData>
        </a:graphic>
      </p:graphicFrame>
      <p:grpSp>
        <p:nvGrpSpPr>
          <p:cNvPr id="26" name="组合 25"/>
          <p:cNvGrpSpPr/>
          <p:nvPr/>
        </p:nvGrpSpPr>
        <p:grpSpPr>
          <a:xfrm>
            <a:off x="5629275" y="3738245"/>
            <a:ext cx="3329940" cy="2738755"/>
            <a:chOff x="8865" y="5887"/>
            <a:chExt cx="5244" cy="4313"/>
          </a:xfrm>
        </p:grpSpPr>
        <p:sp>
          <p:nvSpPr>
            <p:cNvPr id="6174" name="Text Box 76"/>
            <p:cNvSpPr txBox="1"/>
            <p:nvPr/>
          </p:nvSpPr>
          <p:spPr>
            <a:xfrm>
              <a:off x="11304" y="5887"/>
              <a:ext cx="1465" cy="815"/>
            </a:xfrm>
            <a:prstGeom prst="rect">
              <a:avLst/>
            </a:prstGeom>
            <a:noFill/>
            <a:ln w="9525">
              <a:noFill/>
            </a:ln>
          </p:spPr>
          <p:txBody>
            <a:bodyPr>
              <a:spAutoFit/>
            </a:bodyPr>
            <a:p>
              <a:r>
                <a:rPr lang="en-US" altLang="zh-CN" b="0" i="1" dirty="0">
                  <a:solidFill>
                    <a:schemeClr val="tx1"/>
                  </a:solidFill>
                  <a:latin typeface="Times New Roman" panose="02020603050405020304" pitchFamily="18" charset="0"/>
                  <a:ea typeface="仿宋_GB2312" pitchFamily="49" charset="-122"/>
                </a:rPr>
                <a:t>u</a:t>
              </a:r>
              <a:r>
                <a:rPr lang="en-US" altLang="zh-CN" b="0" baseline="-25000" dirty="0">
                  <a:solidFill>
                    <a:schemeClr val="tx1"/>
                  </a:solidFill>
                  <a:latin typeface="Times New Roman" panose="02020603050405020304" pitchFamily="18" charset="0"/>
                  <a:ea typeface="仿宋_GB2312" pitchFamily="49" charset="-122"/>
                </a:rPr>
                <a:t>S</a:t>
              </a:r>
              <a:endParaRPr lang="en-US" altLang="zh-CN" b="0" baseline="-25000" dirty="0">
                <a:solidFill>
                  <a:schemeClr val="tx1"/>
                </a:solidFill>
                <a:latin typeface="Times New Roman" panose="02020603050405020304" pitchFamily="18" charset="0"/>
                <a:ea typeface="仿宋_GB2312" pitchFamily="49" charset="-122"/>
              </a:endParaRPr>
            </a:p>
          </p:txBody>
        </p:sp>
        <p:sp>
          <p:nvSpPr>
            <p:cNvPr id="6176" name="Text Box 78"/>
            <p:cNvSpPr txBox="1"/>
            <p:nvPr/>
          </p:nvSpPr>
          <p:spPr>
            <a:xfrm>
              <a:off x="12105" y="6345"/>
              <a:ext cx="1100" cy="817"/>
            </a:xfrm>
            <a:prstGeom prst="rect">
              <a:avLst/>
            </a:prstGeom>
            <a:noFill/>
            <a:ln w="9525">
              <a:noFill/>
            </a:ln>
          </p:spPr>
          <p:txBody>
            <a:bodyPr>
              <a:spAutoFit/>
            </a:bodyPr>
            <a:p>
              <a:r>
                <a:rPr lang="zh-CN" altLang="en-US" b="0" dirty="0">
                  <a:solidFill>
                    <a:schemeClr val="tx1"/>
                  </a:solidFill>
                  <a:latin typeface="Arial" panose="020B0604020202020204" pitchFamily="34" charset="0"/>
                  <a:ea typeface="仿宋_GB2312" pitchFamily="49" charset="-122"/>
                </a:rPr>
                <a:t>－</a:t>
              </a:r>
              <a:endParaRPr lang="zh-CN" altLang="en-US" b="0" dirty="0">
                <a:solidFill>
                  <a:schemeClr val="tx1"/>
                </a:solidFill>
                <a:latin typeface="Arial" panose="020B0604020202020204" pitchFamily="34" charset="0"/>
                <a:ea typeface="仿宋_GB2312" pitchFamily="49" charset="-122"/>
              </a:endParaRPr>
            </a:p>
          </p:txBody>
        </p:sp>
        <p:sp>
          <p:nvSpPr>
            <p:cNvPr id="6177" name="Text Box 79"/>
            <p:cNvSpPr txBox="1"/>
            <p:nvPr/>
          </p:nvSpPr>
          <p:spPr>
            <a:xfrm>
              <a:off x="10090" y="6345"/>
              <a:ext cx="933" cy="817"/>
            </a:xfrm>
            <a:prstGeom prst="rect">
              <a:avLst/>
            </a:prstGeom>
            <a:noFill/>
            <a:ln w="9525">
              <a:noFill/>
            </a:ln>
          </p:spPr>
          <p:txBody>
            <a:bodyPr>
              <a:spAutoFit/>
            </a:bodyPr>
            <a:p>
              <a:r>
                <a:rPr lang="zh-CN" altLang="en-US" b="0" dirty="0">
                  <a:solidFill>
                    <a:schemeClr val="tx1"/>
                  </a:solidFill>
                  <a:latin typeface="Arial" panose="020B0604020202020204" pitchFamily="34" charset="0"/>
                  <a:ea typeface="仿宋_GB2312" pitchFamily="49" charset="-122"/>
                </a:rPr>
                <a:t>＋</a:t>
              </a:r>
              <a:endParaRPr lang="zh-CN" altLang="en-US" b="0" dirty="0">
                <a:solidFill>
                  <a:schemeClr val="tx1"/>
                </a:solidFill>
                <a:latin typeface="Arial" panose="020B0604020202020204" pitchFamily="34" charset="0"/>
                <a:ea typeface="仿宋_GB2312" pitchFamily="49" charset="-122"/>
              </a:endParaRPr>
            </a:p>
          </p:txBody>
        </p:sp>
        <p:grpSp>
          <p:nvGrpSpPr>
            <p:cNvPr id="5" name="组合 4"/>
            <p:cNvGrpSpPr/>
            <p:nvPr/>
          </p:nvGrpSpPr>
          <p:grpSpPr>
            <a:xfrm>
              <a:off x="8865" y="6610"/>
              <a:ext cx="5244" cy="3590"/>
              <a:chOff x="8901" y="6120"/>
              <a:chExt cx="5244" cy="3590"/>
            </a:xfrm>
          </p:grpSpPr>
          <p:sp>
            <p:nvSpPr>
              <p:cNvPr id="6169" name="Rectangle 71"/>
              <p:cNvSpPr/>
              <p:nvPr/>
            </p:nvSpPr>
            <p:spPr bwMode="auto">
              <a:xfrm>
                <a:off x="9345" y="7555"/>
                <a:ext cx="1598" cy="1927"/>
              </a:xfrm>
              <a:prstGeom prst="rect">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6170" name="Rectangle 72"/>
              <p:cNvSpPr/>
              <p:nvPr/>
            </p:nvSpPr>
            <p:spPr bwMode="auto">
              <a:xfrm>
                <a:off x="10915" y="6578"/>
                <a:ext cx="1470" cy="917"/>
              </a:xfrm>
              <a:prstGeom prst="rect">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6171" name="Rectangle 73"/>
              <p:cNvSpPr/>
              <p:nvPr/>
            </p:nvSpPr>
            <p:spPr bwMode="auto">
              <a:xfrm>
                <a:off x="12385" y="7755"/>
                <a:ext cx="1278" cy="1387"/>
              </a:xfrm>
              <a:prstGeom prst="rect">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55370" name="Rectangle 74"/>
              <p:cNvSpPr>
                <a:spLocks noChangeArrowheads="1"/>
              </p:cNvSpPr>
              <p:nvPr/>
            </p:nvSpPr>
            <p:spPr bwMode="auto">
              <a:xfrm>
                <a:off x="10488" y="7363"/>
                <a:ext cx="2270" cy="2347"/>
              </a:xfrm>
              <a:prstGeom prst="rect">
                <a:avLst/>
              </a:prstGeom>
              <a:solidFill>
                <a:schemeClr val="tx2">
                  <a:lumMod val="20000"/>
                  <a:lumOff val="80000"/>
                </a:schemeClr>
              </a:soli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a:ln>
                      <a:noFill/>
                    </a:ln>
                    <a:solidFill>
                      <a:schemeClr val="bg1"/>
                    </a:solidFill>
                    <a:effectLst/>
                    <a:uLnTx/>
                    <a:uFillTx/>
                    <a:latin typeface="Arial" panose="020B0604020202020204" pitchFamily="34" charset="0"/>
                    <a:ea typeface="楷体_GB2312" pitchFamily="49" charset="-122"/>
                    <a:cs typeface="+mn-cs"/>
                  </a:rPr>
                  <a:t>   </a:t>
                </a:r>
                <a:r>
                  <a:rPr kumimoji="1" lang="zh-CN" altLang="en-US" sz="2800" i="0" u="none" strike="noStrike" kern="1200" cap="none" spc="0" normalizeH="0" baseline="0" dirty="0" smtClean="0">
                    <a:solidFill>
                      <a:schemeClr val="tx1"/>
                    </a:solidFill>
                    <a:latin typeface="华文楷体" panose="02010600040101010101" pitchFamily="2" charset="-122"/>
                    <a:ea typeface="华文楷体" panose="02010600040101010101" pitchFamily="2" charset="-122"/>
                    <a:cs typeface="+mn-cs"/>
                  </a:rPr>
                  <a:t>无源</a:t>
                </a:r>
                <a:endParaRPr kumimoji="1" lang="zh-CN" altLang="en-US" sz="2800" i="0" u="none" strike="noStrike" kern="1200" cap="none" spc="0" normalizeH="0" baseline="0" dirty="0" smtClean="0">
                  <a:solidFill>
                    <a:schemeClr val="tx1"/>
                  </a:solidFill>
                  <a:latin typeface="华文楷体" panose="02010600040101010101" pitchFamily="2" charset="-122"/>
                  <a:ea typeface="华文楷体" panose="0201060004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i="0" u="none" strike="noStrike" kern="1200" cap="none" spc="0" normalizeH="0" baseline="0" dirty="0" smtClean="0">
                    <a:solidFill>
                      <a:schemeClr val="tx1"/>
                    </a:solidFill>
                    <a:latin typeface="华文楷体" panose="02010600040101010101" pitchFamily="2" charset="-122"/>
                    <a:ea typeface="华文楷体" panose="02010600040101010101" pitchFamily="2" charset="-122"/>
                    <a:cs typeface="+mn-cs"/>
                  </a:rPr>
                  <a:t>   线性</a:t>
                </a:r>
                <a:endParaRPr kumimoji="1" lang="zh-CN" altLang="en-US" sz="2800" i="0" u="none" strike="noStrike" kern="1200" cap="none" spc="0" normalizeH="0" baseline="0" dirty="0" smtClean="0">
                  <a:solidFill>
                    <a:schemeClr val="tx1"/>
                  </a:solidFill>
                  <a:latin typeface="华文楷体" panose="02010600040101010101" pitchFamily="2" charset="-122"/>
                  <a:ea typeface="华文楷体" panose="0201060004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i="0" u="none" strike="noStrike" kern="1200" cap="none" spc="0" normalizeH="0" baseline="0" dirty="0" smtClean="0">
                    <a:solidFill>
                      <a:schemeClr val="tx1"/>
                    </a:solidFill>
                    <a:latin typeface="华文楷体" panose="02010600040101010101" pitchFamily="2" charset="-122"/>
                    <a:ea typeface="华文楷体" panose="02010600040101010101" pitchFamily="2" charset="-122"/>
                    <a:cs typeface="+mn-cs"/>
                  </a:rPr>
                  <a:t>   网络</a:t>
                </a:r>
                <a:endParaRPr kumimoji="1" lang="zh-CN" altLang="en-US" sz="2800" i="0" u="none" strike="noStrike" kern="1200" cap="none" spc="0" normalizeH="0" baseline="0" dirty="0" smtClean="0">
                  <a:solidFill>
                    <a:schemeClr val="tx1"/>
                  </a:solidFill>
                  <a:latin typeface="华文楷体" panose="02010600040101010101" pitchFamily="2" charset="-122"/>
                  <a:ea typeface="华文楷体" panose="02010600040101010101" pitchFamily="2" charset="-122"/>
                  <a:cs typeface="+mn-cs"/>
                </a:endParaRPr>
              </a:p>
            </p:txBody>
          </p:sp>
          <p:sp>
            <p:nvSpPr>
              <p:cNvPr id="6173" name="Line 75"/>
              <p:cNvSpPr/>
              <p:nvPr/>
            </p:nvSpPr>
            <p:spPr>
              <a:xfrm>
                <a:off x="13663" y="8008"/>
                <a:ext cx="0" cy="782"/>
              </a:xfrm>
              <a:prstGeom prst="line">
                <a:avLst/>
              </a:prstGeom>
              <a:ln w="28575" cap="flat" cmpd="sng">
                <a:solidFill>
                  <a:srgbClr val="66FFFF"/>
                </a:solidFill>
                <a:prstDash val="solid"/>
                <a:headEnd type="none" w="med" len="med"/>
                <a:tailEnd type="triangle" w="med" len="med"/>
              </a:ln>
            </p:spPr>
          </p:sp>
          <p:sp>
            <p:nvSpPr>
              <p:cNvPr id="6175" name="Text Box 77"/>
              <p:cNvSpPr txBox="1"/>
              <p:nvPr/>
            </p:nvSpPr>
            <p:spPr>
              <a:xfrm>
                <a:off x="13210" y="8008"/>
                <a:ext cx="935" cy="820"/>
              </a:xfrm>
              <a:prstGeom prst="rect">
                <a:avLst/>
              </a:prstGeom>
              <a:noFill/>
              <a:ln w="9525">
                <a:noFill/>
              </a:ln>
            </p:spPr>
            <p:txBody>
              <a:bodyPr>
                <a:spAutoFit/>
              </a:bodyPr>
              <a:p>
                <a:r>
                  <a:rPr lang="en-US" altLang="zh-CN" b="0" i="1" dirty="0">
                    <a:solidFill>
                      <a:schemeClr val="tx1"/>
                    </a:solidFill>
                    <a:latin typeface="Times New Roman" panose="02020603050405020304" pitchFamily="18" charset="0"/>
                    <a:ea typeface="仿宋_GB2312" pitchFamily="49" charset="-122"/>
                  </a:rPr>
                  <a:t>i</a:t>
                </a:r>
                <a:endParaRPr lang="en-US" altLang="zh-CN" b="0" i="1" dirty="0">
                  <a:solidFill>
                    <a:schemeClr val="tx1"/>
                  </a:solidFill>
                  <a:latin typeface="Times New Roman" panose="02020603050405020304" pitchFamily="18" charset="0"/>
                  <a:ea typeface="仿宋_GB2312" pitchFamily="49" charset="-122"/>
                </a:endParaRPr>
              </a:p>
            </p:txBody>
          </p:sp>
          <p:sp>
            <p:nvSpPr>
              <p:cNvPr id="6178" name="Text Box 80"/>
              <p:cNvSpPr txBox="1"/>
              <p:nvPr/>
            </p:nvSpPr>
            <p:spPr>
              <a:xfrm>
                <a:off x="9808" y="8008"/>
                <a:ext cx="760" cy="820"/>
              </a:xfrm>
              <a:prstGeom prst="rect">
                <a:avLst/>
              </a:prstGeom>
              <a:noFill/>
              <a:ln w="9525">
                <a:noFill/>
              </a:ln>
            </p:spPr>
            <p:txBody>
              <a:bodyPr>
                <a:spAutoFit/>
              </a:bodyPr>
              <a:p>
                <a:r>
                  <a:rPr lang="en-US" altLang="zh-CN" b="0" i="1" dirty="0">
                    <a:solidFill>
                      <a:schemeClr val="tx1"/>
                    </a:solidFill>
                    <a:latin typeface="Times New Roman" panose="02020603050405020304" pitchFamily="18" charset="0"/>
                    <a:ea typeface="仿宋_GB2312" pitchFamily="49" charset="-122"/>
                  </a:rPr>
                  <a:t>i</a:t>
                </a:r>
                <a:r>
                  <a:rPr lang="en-US" altLang="zh-CN" b="0" baseline="-25000" dirty="0">
                    <a:solidFill>
                      <a:schemeClr val="tx1"/>
                    </a:solidFill>
                    <a:latin typeface="Times New Roman" panose="02020603050405020304" pitchFamily="18" charset="0"/>
                    <a:ea typeface="仿宋_GB2312" pitchFamily="49" charset="-122"/>
                  </a:rPr>
                  <a:t>S</a:t>
                </a:r>
                <a:endParaRPr lang="en-US" altLang="zh-CN" b="0" baseline="-25000" dirty="0">
                  <a:solidFill>
                    <a:schemeClr val="tx1"/>
                  </a:solidFill>
                  <a:latin typeface="Times New Roman" panose="02020603050405020304" pitchFamily="18" charset="0"/>
                  <a:ea typeface="仿宋_GB2312" pitchFamily="49" charset="-122"/>
                </a:endParaRPr>
              </a:p>
            </p:txBody>
          </p:sp>
          <p:sp>
            <p:nvSpPr>
              <p:cNvPr id="6179" name="Line 100"/>
              <p:cNvSpPr/>
              <p:nvPr/>
            </p:nvSpPr>
            <p:spPr>
              <a:xfrm flipV="1">
                <a:off x="9355" y="7555"/>
                <a:ext cx="0" cy="452"/>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cxnSp>
            <p:nvCxnSpPr>
              <p:cNvPr id="35" name="直接箭头连接符 34"/>
              <p:cNvCxnSpPr/>
              <p:nvPr/>
            </p:nvCxnSpPr>
            <p:spPr>
              <a:xfrm>
                <a:off x="13671" y="7859"/>
                <a:ext cx="3" cy="93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73" name="组合 72"/>
              <p:cNvGrpSpPr/>
              <p:nvPr/>
            </p:nvGrpSpPr>
            <p:grpSpPr>
              <a:xfrm>
                <a:off x="8901" y="8032"/>
                <a:ext cx="908" cy="908"/>
                <a:chOff x="5907581" y="4495572"/>
                <a:chExt cx="576263" cy="576263"/>
              </a:xfrm>
            </p:grpSpPr>
            <p:sp>
              <p:nvSpPr>
                <p:cNvPr id="74"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75" name="直接连接符 74"/>
                <p:cNvCxnSpPr>
                  <a:stCxn id="74" idx="4"/>
                  <a:endCxn id="74"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 name="组合 3"/>
              <p:cNvGrpSpPr/>
              <p:nvPr/>
            </p:nvGrpSpPr>
            <p:grpSpPr>
              <a:xfrm>
                <a:off x="11197" y="6120"/>
                <a:ext cx="908" cy="908"/>
                <a:chOff x="5907581" y="4495572"/>
                <a:chExt cx="576263" cy="576263"/>
              </a:xfrm>
            </p:grpSpPr>
            <p:sp>
              <p:nvSpPr>
                <p:cNvPr id="23"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24" name="直接连接符 23"/>
                <p:cNvCxnSpPr>
                  <a:stCxn id="23" idx="4"/>
                  <a:endCxn id="23"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sp>
        <p:nvSpPr>
          <p:cNvPr id="25" name="AutoShape 92"/>
          <p:cNvSpPr/>
          <p:nvPr>
            <p:custDataLst>
              <p:tags r:id="rId18"/>
            </p:custDataLst>
          </p:nvPr>
        </p:nvSpPr>
        <p:spPr>
          <a:xfrm>
            <a:off x="3872548" y="4479290"/>
            <a:ext cx="144462" cy="936625"/>
          </a:xfrm>
          <a:prstGeom prst="leftBrace">
            <a:avLst>
              <a:gd name="adj1" fmla="val 54029"/>
              <a:gd name="adj2" fmla="val 50000"/>
            </a:avLst>
          </a:prstGeom>
          <a:noFill/>
          <a:ln w="28575" cap="flat" cmpd="sng">
            <a:solidFill>
              <a:schemeClr val="tx1"/>
            </a:solidFill>
            <a:prstDash val="solid"/>
            <a:headEnd type="none" w="med" len="med"/>
            <a:tailEnd type="none" w="med" len="med"/>
          </a:ln>
        </p:spPr>
        <p:txBody>
          <a:bodyPr wrap="none" anchor="ctr" anchorCtr="0"/>
          <a:p>
            <a:pPr algn="ctr">
              <a:spcBef>
                <a:spcPct val="50000"/>
              </a:spcBef>
              <a:buClr>
                <a:schemeClr val="accent2"/>
              </a:buClr>
              <a:buSzPct val="75000"/>
              <a:buFont typeface="Monotype Sorts" pitchFamily="2" charset="2"/>
            </a:pPr>
            <a:endParaRPr lang="zh-CN" altLang="zh-CN" sz="2400" dirty="0">
              <a:solidFill>
                <a:srgbClr val="0000FF"/>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fltVal val="0"/>
                                          </p:val>
                                        </p:tav>
                                        <p:tav tm="100000">
                                          <p:val>
                                            <p:strVal val="#ppt_w"/>
                                          </p:val>
                                        </p:tav>
                                      </p:tavLst>
                                    </p:anim>
                                    <p:anim calcmode="lin" valueType="num">
                                      <p:cBhvr>
                                        <p:cTn id="8" dur="1000" fill="hold"/>
                                        <p:tgtEl>
                                          <p:spTgt spid="9"/>
                                        </p:tgtEl>
                                        <p:attrNameLst>
                                          <p:attrName>ppt_h</p:attrName>
                                        </p:attrNameLst>
                                      </p:cBhvr>
                                      <p:tavLst>
                                        <p:tav tm="0">
                                          <p:val>
                                            <p:fltVal val="0"/>
                                          </p:val>
                                        </p:tav>
                                        <p:tav tm="100000">
                                          <p:val>
                                            <p:strVal val="#ppt_h"/>
                                          </p:val>
                                        </p:tav>
                                      </p:tavLst>
                                    </p:anim>
                                    <p:anim calcmode="lin" valueType="num">
                                      <p:cBhvr>
                                        <p:cTn id="9" dur="1000" fill="hold"/>
                                        <p:tgtEl>
                                          <p:spTgt spid="9"/>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9"/>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blinds(horizontal)">
                                      <p:cBhvr>
                                        <p:cTn id="14" dur="500"/>
                                        <p:tgtEl>
                                          <p:spTgt spid="26"/>
                                        </p:tgtEl>
                                      </p:cBhvr>
                                    </p:animEffect>
                                  </p:childTnLst>
                                </p:cTn>
                              </p:par>
                            </p:childTnLst>
                          </p:cTn>
                        </p:par>
                        <p:par>
                          <p:cTn id="15" fill="hold">
                            <p:stCondLst>
                              <p:cond delay="1500"/>
                            </p:stCondLst>
                            <p:childTnLst>
                              <p:par>
                                <p:cTn id="16" presetID="22" presetClass="entr" presetSubtype="8" fill="hold" grpId="0" nodeType="afterEffect">
                                  <p:stCondLst>
                                    <p:cond delay="0"/>
                                  </p:stCondLst>
                                  <p:iterate type="lt">
                                    <p:tmPct val="100000"/>
                                  </p:iterate>
                                  <p:childTnLst>
                                    <p:set>
                                      <p:cBhvr>
                                        <p:cTn id="17" dur="1" fill="hold">
                                          <p:stCondLst>
                                            <p:cond delay="0"/>
                                          </p:stCondLst>
                                        </p:cTn>
                                        <p:tgtEl>
                                          <p:spTgt spid="55337"/>
                                        </p:tgtEl>
                                        <p:attrNameLst>
                                          <p:attrName>style.visibility</p:attrName>
                                        </p:attrNameLst>
                                      </p:cBhvr>
                                      <p:to>
                                        <p:strVal val="visible"/>
                                      </p:to>
                                    </p:set>
                                    <p:animEffect transition="in" filter="wipe(left)">
                                      <p:cBhvr>
                                        <p:cTn id="18" dur="100"/>
                                        <p:tgtEl>
                                          <p:spTgt spid="55337"/>
                                        </p:tgtEl>
                                      </p:cBhvr>
                                    </p:animEffect>
                                  </p:childTnLst>
                                </p:cTn>
                              </p:par>
                            </p:childTnLst>
                          </p:cTn>
                        </p:par>
                        <p:par>
                          <p:cTn id="19" fill="hold">
                            <p:stCondLst>
                              <p:cond delay="2300"/>
                            </p:stCondLst>
                            <p:childTnLst>
                              <p:par>
                                <p:cTn id="20" presetID="20" presetClass="entr" presetSubtype="0" fill="hold" grpId="0" nodeType="afterEffect">
                                  <p:stCondLst>
                                    <p:cond delay="0"/>
                                  </p:stCondLst>
                                  <p:childTnLst>
                                    <p:set>
                                      <p:cBhvr>
                                        <p:cTn id="21" dur="1" fill="hold">
                                          <p:stCondLst>
                                            <p:cond delay="0"/>
                                          </p:stCondLst>
                                        </p:cTn>
                                        <p:tgtEl>
                                          <p:spTgt spid="55352"/>
                                        </p:tgtEl>
                                        <p:attrNameLst>
                                          <p:attrName>style.visibility</p:attrName>
                                        </p:attrNameLst>
                                      </p:cBhvr>
                                      <p:to>
                                        <p:strVal val="visible"/>
                                      </p:to>
                                    </p:set>
                                    <p:animEffect transition="in" filter="wedge">
                                      <p:cBhvr>
                                        <p:cTn id="22" dur="1000"/>
                                        <p:tgtEl>
                                          <p:spTgt spid="55352"/>
                                        </p:tgtEl>
                                      </p:cBhvr>
                                    </p:animEffect>
                                  </p:childTnLst>
                                </p:cTn>
                              </p:par>
                            </p:childTnLst>
                          </p:cTn>
                        </p:par>
                        <p:par>
                          <p:cTn id="23" fill="hold">
                            <p:stCondLst>
                              <p:cond delay="3300"/>
                            </p:stCondLst>
                            <p:childTnLst>
                              <p:par>
                                <p:cTn id="24" presetID="2" presetClass="entr" presetSubtype="8" fill="hold" nodeType="afterEffect">
                                  <p:stCondLst>
                                    <p:cond delay="0"/>
                                  </p:stCondLst>
                                  <p:childTnLst>
                                    <p:set>
                                      <p:cBhvr>
                                        <p:cTn id="25" dur="1" fill="hold">
                                          <p:stCondLst>
                                            <p:cond delay="0"/>
                                          </p:stCondLst>
                                        </p:cTn>
                                        <p:tgtEl>
                                          <p:spTgt spid="11"/>
                                        </p:tgtEl>
                                        <p:attrNameLst>
                                          <p:attrName>style.visibility</p:attrName>
                                        </p:attrNameLst>
                                      </p:cBhvr>
                                      <p:to>
                                        <p:strVal val="visible"/>
                                      </p:to>
                                    </p:set>
                                    <p:anim calcmode="lin" valueType="num">
                                      <p:cBhvr additive="base">
                                        <p:cTn id="26" dur="500" fill="hold"/>
                                        <p:tgtEl>
                                          <p:spTgt spid="11"/>
                                        </p:tgtEl>
                                        <p:attrNameLst>
                                          <p:attrName>ppt_x</p:attrName>
                                        </p:attrNameLst>
                                      </p:cBhvr>
                                      <p:tavLst>
                                        <p:tav tm="0">
                                          <p:val>
                                            <p:strVal val="0-#ppt_w/2"/>
                                          </p:val>
                                        </p:tav>
                                        <p:tav tm="100000">
                                          <p:val>
                                            <p:strVal val="#ppt_x"/>
                                          </p:val>
                                        </p:tav>
                                      </p:tavLst>
                                    </p:anim>
                                    <p:anim calcmode="lin" valueType="num">
                                      <p:cBhvr additive="base">
                                        <p:cTn id="27" dur="500" fill="hold"/>
                                        <p:tgtEl>
                                          <p:spTgt spid="11"/>
                                        </p:tgtEl>
                                        <p:attrNameLst>
                                          <p:attrName>ppt_y</p:attrName>
                                        </p:attrNameLst>
                                      </p:cBhvr>
                                      <p:tavLst>
                                        <p:tav tm="0">
                                          <p:val>
                                            <p:strVal val="#ppt_y"/>
                                          </p:val>
                                        </p:tav>
                                        <p:tav tm="100000">
                                          <p:val>
                                            <p:strVal val="#ppt_y"/>
                                          </p:val>
                                        </p:tav>
                                      </p:tavLst>
                                    </p:anim>
                                  </p:childTnLst>
                                </p:cTn>
                              </p:par>
                            </p:childTnLst>
                          </p:cTn>
                        </p:par>
                        <p:par>
                          <p:cTn id="28" fill="hold">
                            <p:stCondLst>
                              <p:cond delay="3800"/>
                            </p:stCondLst>
                            <p:childTnLst>
                              <p:par>
                                <p:cTn id="29" presetID="2" presetClass="entr" presetSubtype="8" fill="hold"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0-#ppt_w/2"/>
                                          </p:val>
                                        </p:tav>
                                        <p:tav tm="100000">
                                          <p:val>
                                            <p:strVal val="#ppt_x"/>
                                          </p:val>
                                        </p:tav>
                                      </p:tavLst>
                                    </p:anim>
                                    <p:anim calcmode="lin" valueType="num">
                                      <p:cBhvr additive="base">
                                        <p:cTn id="32" dur="500" fill="hold"/>
                                        <p:tgtEl>
                                          <p:spTgt spid="7"/>
                                        </p:tgtEl>
                                        <p:attrNameLst>
                                          <p:attrName>ppt_y</p:attrName>
                                        </p:attrNameLst>
                                      </p:cBhvr>
                                      <p:tavLst>
                                        <p:tav tm="0">
                                          <p:val>
                                            <p:strVal val="#ppt_y"/>
                                          </p:val>
                                        </p:tav>
                                        <p:tav tm="100000">
                                          <p:val>
                                            <p:strVal val="#ppt_y"/>
                                          </p:val>
                                        </p:tav>
                                      </p:tavLst>
                                    </p:anim>
                                  </p:childTnLst>
                                </p:cTn>
                              </p:par>
                            </p:childTnLst>
                          </p:cTn>
                        </p:par>
                        <p:par>
                          <p:cTn id="33" fill="hold">
                            <p:stCondLst>
                              <p:cond delay="4300"/>
                            </p:stCondLst>
                            <p:childTnLst>
                              <p:par>
                                <p:cTn id="34" presetID="2" presetClass="entr" presetSubtype="8" fill="hold" nodeType="afterEffect">
                                  <p:stCondLst>
                                    <p:cond delay="0"/>
                                  </p:stCondLst>
                                  <p:childTnLst>
                                    <p:set>
                                      <p:cBhvr>
                                        <p:cTn id="35" dur="1" fill="hold">
                                          <p:stCondLst>
                                            <p:cond delay="0"/>
                                          </p:stCondLst>
                                        </p:cTn>
                                        <p:tgtEl>
                                          <p:spTgt spid="3"/>
                                        </p:tgtEl>
                                        <p:attrNameLst>
                                          <p:attrName>style.visibility</p:attrName>
                                        </p:attrNameLst>
                                      </p:cBhvr>
                                      <p:to>
                                        <p:strVal val="visible"/>
                                      </p:to>
                                    </p:set>
                                    <p:anim calcmode="lin" valueType="num">
                                      <p:cBhvr additive="base">
                                        <p:cTn id="36" dur="500" fill="hold"/>
                                        <p:tgtEl>
                                          <p:spTgt spid="3"/>
                                        </p:tgtEl>
                                        <p:attrNameLst>
                                          <p:attrName>ppt_x</p:attrName>
                                        </p:attrNameLst>
                                      </p:cBhvr>
                                      <p:tavLst>
                                        <p:tav tm="0">
                                          <p:val>
                                            <p:strVal val="0-#ppt_w/2"/>
                                          </p:val>
                                        </p:tav>
                                        <p:tav tm="100000">
                                          <p:val>
                                            <p:strVal val="#ppt_x"/>
                                          </p:val>
                                        </p:tav>
                                      </p:tavLst>
                                    </p:anim>
                                    <p:anim calcmode="lin" valueType="num">
                                      <p:cBhvr additive="base">
                                        <p:cTn id="37"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5"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 calcmode="lin" valueType="num">
                                      <p:cBhvr>
                                        <p:cTn id="42" dur="1000" fill="hold"/>
                                        <p:tgtEl>
                                          <p:spTgt spid="10"/>
                                        </p:tgtEl>
                                        <p:attrNameLst>
                                          <p:attrName>ppt_w</p:attrName>
                                        </p:attrNameLst>
                                      </p:cBhvr>
                                      <p:tavLst>
                                        <p:tav tm="0">
                                          <p:val>
                                            <p:fltVal val="0"/>
                                          </p:val>
                                        </p:tav>
                                        <p:tav tm="100000">
                                          <p:val>
                                            <p:strVal val="#ppt_w"/>
                                          </p:val>
                                        </p:tav>
                                      </p:tavLst>
                                    </p:anim>
                                    <p:anim calcmode="lin" valueType="num">
                                      <p:cBhvr>
                                        <p:cTn id="43" dur="1000" fill="hold"/>
                                        <p:tgtEl>
                                          <p:spTgt spid="10"/>
                                        </p:tgtEl>
                                        <p:attrNameLst>
                                          <p:attrName>ppt_h</p:attrName>
                                        </p:attrNameLst>
                                      </p:cBhvr>
                                      <p:tavLst>
                                        <p:tav tm="0">
                                          <p:val>
                                            <p:fltVal val="0"/>
                                          </p:val>
                                        </p:tav>
                                        <p:tav tm="100000">
                                          <p:val>
                                            <p:strVal val="#ppt_h"/>
                                          </p:val>
                                        </p:tav>
                                      </p:tavLst>
                                    </p:anim>
                                    <p:anim calcmode="lin" valueType="num">
                                      <p:cBhvr>
                                        <p:cTn id="44" dur="1000" fill="hold"/>
                                        <p:tgtEl>
                                          <p:spTgt spid="10"/>
                                        </p:tgtEl>
                                        <p:attrNameLst>
                                          <p:attrName>ppt_x</p:attrName>
                                        </p:attrNameLst>
                                      </p:cBhvr>
                                      <p:tavLst>
                                        <p:tav tm="0" fmla="#ppt_x+(cos(-2*pi*(1-$))*-#ppt_x-sin(-2*pi*(1-$))*(1-#ppt_y))*(1-$)">
                                          <p:val>
                                            <p:fltVal val="0"/>
                                          </p:val>
                                        </p:tav>
                                        <p:tav tm="100000">
                                          <p:val>
                                            <p:fltVal val="1"/>
                                          </p:val>
                                        </p:tav>
                                      </p:tavLst>
                                    </p:anim>
                                    <p:anim calcmode="lin" valueType="num">
                                      <p:cBhvr>
                                        <p:cTn id="45" dur="1000" fill="hold"/>
                                        <p:tgtEl>
                                          <p:spTgt spid="1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55383"/>
                                        </p:tgtEl>
                                        <p:attrNameLst>
                                          <p:attrName>style.visibility</p:attrName>
                                        </p:attrNameLst>
                                      </p:cBhvr>
                                      <p:to>
                                        <p:strVal val="visible"/>
                                      </p:to>
                                    </p:set>
                                    <p:animEffect transition="in" filter="wipe(left)">
                                      <p:cBhvr>
                                        <p:cTn id="50" dur="2000"/>
                                        <p:tgtEl>
                                          <p:spTgt spid="55383"/>
                                        </p:tgtEl>
                                      </p:cBhvr>
                                    </p:animEffect>
                                  </p:childTnLst>
                                </p:cTn>
                              </p:par>
                            </p:childTnLst>
                          </p:cTn>
                        </p:par>
                      </p:childTnLst>
                    </p:cTn>
                  </p:par>
                  <p:par>
                    <p:cTn id="51" fill="hold">
                      <p:stCondLst>
                        <p:cond delay="indefinite"/>
                      </p:stCondLst>
                      <p:childTnLst>
                        <p:par>
                          <p:cTn id="52" fill="hold">
                            <p:stCondLst>
                              <p:cond delay="0"/>
                            </p:stCondLst>
                            <p:childTnLst>
                              <p:par>
                                <p:cTn id="53" presetID="18" presetClass="entr" presetSubtype="6" fill="hold" nodeType="clickEffect">
                                  <p:stCondLst>
                                    <p:cond delay="0"/>
                                  </p:stCondLst>
                                  <p:childTnLst>
                                    <p:set>
                                      <p:cBhvr>
                                        <p:cTn id="54" dur="3000" fill="hold">
                                          <p:stCondLst>
                                            <p:cond delay="0"/>
                                          </p:stCondLst>
                                        </p:cTn>
                                        <p:tgtEl>
                                          <p:spTgt spid="13"/>
                                        </p:tgtEl>
                                        <p:attrNameLst>
                                          <p:attrName>style.visibility</p:attrName>
                                        </p:attrNameLst>
                                      </p:cBhvr>
                                      <p:to>
                                        <p:strVal val="visible"/>
                                      </p:to>
                                    </p:set>
                                    <p:animEffect transition="in" filter="strips(downRight)">
                                      <p:cBhvr>
                                        <p:cTn id="55" dur="3000"/>
                                        <p:tgtEl>
                                          <p:spTgt spid="13"/>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55385"/>
                                        </p:tgtEl>
                                        <p:attrNameLst>
                                          <p:attrName>style.visibility</p:attrName>
                                        </p:attrNameLst>
                                      </p:cBhvr>
                                      <p:to>
                                        <p:strVal val="visible"/>
                                      </p:to>
                                    </p:set>
                                    <p:animEffect transition="in" filter="wipe(left)">
                                      <p:cBhvr>
                                        <p:cTn id="60" dur="2000"/>
                                        <p:tgtEl>
                                          <p:spTgt spid="55385"/>
                                        </p:tgtEl>
                                      </p:cBhvr>
                                    </p:animEffect>
                                  </p:childTnLst>
                                </p:cTn>
                              </p:par>
                            </p:childTnLst>
                          </p:cTn>
                        </p:par>
                      </p:childTnLst>
                    </p:cTn>
                  </p:par>
                  <p:par>
                    <p:cTn id="61" fill="hold">
                      <p:stCondLst>
                        <p:cond delay="indefinite"/>
                      </p:stCondLst>
                      <p:childTnLst>
                        <p:par>
                          <p:cTn id="62" fill="hold">
                            <p:stCondLst>
                              <p:cond delay="0"/>
                            </p:stCondLst>
                            <p:childTnLst>
                              <p:par>
                                <p:cTn id="63" presetID="18" presetClass="entr" presetSubtype="12" fill="hold" grpId="0" nodeType="clickEffect">
                                  <p:stCondLst>
                                    <p:cond delay="0"/>
                                  </p:stCondLst>
                                  <p:childTnLst>
                                    <p:set>
                                      <p:cBhvr>
                                        <p:cTn id="64" dur="1" fill="hold">
                                          <p:stCondLst>
                                            <p:cond delay="0"/>
                                          </p:stCondLst>
                                        </p:cTn>
                                        <p:tgtEl>
                                          <p:spTgt spid="55388"/>
                                        </p:tgtEl>
                                        <p:attrNameLst>
                                          <p:attrName>style.visibility</p:attrName>
                                        </p:attrNameLst>
                                      </p:cBhvr>
                                      <p:to>
                                        <p:strVal val="visible"/>
                                      </p:to>
                                    </p:set>
                                    <p:animEffect transition="in" filter="strips(downLeft)">
                                      <p:cBhvr>
                                        <p:cTn id="65" dur="500"/>
                                        <p:tgtEl>
                                          <p:spTgt spid="55388"/>
                                        </p:tgtEl>
                                      </p:cBhvr>
                                    </p:animEffect>
                                  </p:childTnLst>
                                </p:cTn>
                              </p:par>
                            </p:childTnLst>
                          </p:cTn>
                        </p:par>
                      </p:childTnLst>
                    </p:cTn>
                  </p:par>
                  <p:par>
                    <p:cTn id="66" fill="hold">
                      <p:stCondLst>
                        <p:cond delay="indefinite"/>
                      </p:stCondLst>
                      <p:childTnLst>
                        <p:par>
                          <p:cTn id="67" fill="hold">
                            <p:stCondLst>
                              <p:cond delay="0"/>
                            </p:stCondLst>
                            <p:childTnLst>
                              <p:par>
                                <p:cTn id="68" presetID="18" presetClass="entr" presetSubtype="6" fill="hold" nodeType="clickEffect">
                                  <p:stCondLst>
                                    <p:cond delay="0"/>
                                  </p:stCondLst>
                                  <p:childTnLst>
                                    <p:set>
                                      <p:cBhvr>
                                        <p:cTn id="69" dur="1" fill="hold">
                                          <p:stCondLst>
                                            <p:cond delay="0"/>
                                          </p:stCondLst>
                                        </p:cTn>
                                        <p:tgtEl>
                                          <p:spTgt spid="17"/>
                                        </p:tgtEl>
                                        <p:attrNameLst>
                                          <p:attrName>style.visibility</p:attrName>
                                        </p:attrNameLst>
                                      </p:cBhvr>
                                      <p:to>
                                        <p:strVal val="visible"/>
                                      </p:to>
                                    </p:set>
                                    <p:animEffect transition="in" filter="strips(downRight)">
                                      <p:cBhvr>
                                        <p:cTn id="70" dur="500"/>
                                        <p:tgtEl>
                                          <p:spTgt spid="17"/>
                                        </p:tgtEl>
                                      </p:cBhvr>
                                    </p:animEffect>
                                  </p:childTnLst>
                                </p:cTn>
                              </p:par>
                            </p:childTnLst>
                          </p:cTn>
                        </p:par>
                        <p:par>
                          <p:cTn id="71" fill="hold">
                            <p:stCondLst>
                              <p:cond delay="500"/>
                            </p:stCondLst>
                            <p:childTnLst>
                              <p:par>
                                <p:cTn id="72" presetID="18" presetClass="entr" presetSubtype="6" fill="hold" nodeType="after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strips(downRight)">
                                      <p:cBhvr>
                                        <p:cTn id="74" dur="500"/>
                                        <p:tgtEl>
                                          <p:spTgt spid="19"/>
                                        </p:tgtEl>
                                      </p:cBhvr>
                                    </p:animEffect>
                                  </p:childTnLst>
                                </p:cTn>
                              </p:par>
                            </p:childTnLst>
                          </p:cTn>
                        </p:par>
                      </p:childTnLst>
                    </p:cTn>
                  </p:par>
                  <p:par>
                    <p:cTn id="75" fill="hold">
                      <p:stCondLst>
                        <p:cond delay="indefinite"/>
                      </p:stCondLst>
                      <p:childTnLst>
                        <p:par>
                          <p:cTn id="76" fill="hold">
                            <p:stCondLst>
                              <p:cond delay="0"/>
                            </p:stCondLst>
                            <p:childTnLst>
                              <p:par>
                                <p:cTn id="77" presetID="18" presetClass="entr" presetSubtype="6" fill="hold" grpId="0" nodeType="clickEffect">
                                  <p:stCondLst>
                                    <p:cond delay="0"/>
                                  </p:stCondLst>
                                  <p:childTnLst>
                                    <p:set>
                                      <p:cBhvr>
                                        <p:cTn id="78" dur="1" fill="hold">
                                          <p:stCondLst>
                                            <p:cond delay="0"/>
                                          </p:stCondLst>
                                        </p:cTn>
                                        <p:tgtEl>
                                          <p:spTgt spid="25"/>
                                        </p:tgtEl>
                                        <p:attrNameLst>
                                          <p:attrName>style.visibility</p:attrName>
                                        </p:attrNameLst>
                                      </p:cBhvr>
                                      <p:to>
                                        <p:strVal val="visible"/>
                                      </p:to>
                                    </p:set>
                                    <p:animEffect transition="in" filter="strips(downRight)">
                                      <p:cBhvr>
                                        <p:cTn id="79" dur="500"/>
                                        <p:tgtEl>
                                          <p:spTgt spid="25"/>
                                        </p:tgtEl>
                                      </p:cBhvr>
                                    </p:animEffect>
                                  </p:childTnLst>
                                </p:cTn>
                              </p:par>
                            </p:childTnLst>
                          </p:cTn>
                        </p:par>
                        <p:par>
                          <p:cTn id="80" fill="hold">
                            <p:stCondLst>
                              <p:cond delay="500"/>
                            </p:stCondLst>
                            <p:childTnLst>
                              <p:par>
                                <p:cTn id="81" presetID="18" presetClass="entr" presetSubtype="12" fill="hold" nodeType="afterEffect">
                                  <p:stCondLst>
                                    <p:cond delay="0"/>
                                  </p:stCondLst>
                                  <p:childTnLst>
                                    <p:set>
                                      <p:cBhvr>
                                        <p:cTn id="82" dur="1" fill="hold">
                                          <p:stCondLst>
                                            <p:cond delay="0"/>
                                          </p:stCondLst>
                                        </p:cTn>
                                        <p:tgtEl>
                                          <p:spTgt spid="15"/>
                                        </p:tgtEl>
                                        <p:attrNameLst>
                                          <p:attrName>style.visibility</p:attrName>
                                        </p:attrNameLst>
                                      </p:cBhvr>
                                      <p:to>
                                        <p:strVal val="visible"/>
                                      </p:to>
                                    </p:set>
                                    <p:animEffect transition="in" filter="strips(downLeft)">
                                      <p:cBhvr>
                                        <p:cTn id="83" dur="500"/>
                                        <p:tgtEl>
                                          <p:spTgt spid="15"/>
                                        </p:tgtEl>
                                      </p:cBhvr>
                                    </p:animEffect>
                                  </p:childTnLst>
                                </p:cTn>
                              </p:par>
                            </p:childTnLst>
                          </p:cTn>
                        </p:par>
                      </p:childTnLst>
                    </p:cTn>
                  </p:par>
                  <p:par>
                    <p:cTn id="84" fill="hold">
                      <p:stCondLst>
                        <p:cond delay="indefinite"/>
                      </p:stCondLst>
                      <p:childTnLst>
                        <p:par>
                          <p:cTn id="85" fill="hold">
                            <p:stCondLst>
                              <p:cond delay="0"/>
                            </p:stCondLst>
                            <p:childTnLst>
                              <p:par>
                                <p:cTn id="86" presetID="2" presetClass="entr" presetSubtype="4" fill="hold" nodeType="clickEffect">
                                  <p:stCondLst>
                                    <p:cond delay="0"/>
                                  </p:stCondLst>
                                  <p:childTnLst>
                                    <p:set>
                                      <p:cBhvr>
                                        <p:cTn id="87" dur="1" fill="hold">
                                          <p:stCondLst>
                                            <p:cond delay="0"/>
                                          </p:stCondLst>
                                        </p:cTn>
                                        <p:tgtEl>
                                          <p:spTgt spid="21"/>
                                        </p:tgtEl>
                                        <p:attrNameLst>
                                          <p:attrName>style.visibility</p:attrName>
                                        </p:attrNameLst>
                                      </p:cBhvr>
                                      <p:to>
                                        <p:strVal val="visible"/>
                                      </p:to>
                                    </p:set>
                                    <p:anim calcmode="lin" valueType="num">
                                      <p:cBhvr additive="base">
                                        <p:cTn id="88" dur="500" fill="hold"/>
                                        <p:tgtEl>
                                          <p:spTgt spid="21"/>
                                        </p:tgtEl>
                                        <p:attrNameLst>
                                          <p:attrName>ppt_x</p:attrName>
                                        </p:attrNameLst>
                                      </p:cBhvr>
                                      <p:tavLst>
                                        <p:tav tm="0">
                                          <p:val>
                                            <p:strVal val="#ppt_x"/>
                                          </p:val>
                                        </p:tav>
                                        <p:tav tm="100000">
                                          <p:val>
                                            <p:strVal val="#ppt_x"/>
                                          </p:val>
                                        </p:tav>
                                      </p:tavLst>
                                    </p:anim>
                                    <p:anim calcmode="lin" valueType="num">
                                      <p:cBhvr additive="base">
                                        <p:cTn id="89"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37" grpId="0"/>
      <p:bldP spid="55352" grpId="0" bldLvl="0" animBg="1"/>
      <p:bldP spid="55383" grpId="0"/>
      <p:bldP spid="55385" grpId="0"/>
      <p:bldP spid="55388" grpId="0" bldLvl="0" animBg="1"/>
      <p:bldP spid="9" grpId="0" bldLvl="0" animBg="1"/>
      <p:bldP spid="10" grpId="0" animBg="1"/>
      <p:bldP spid="25"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4-1 </a:t>
            </a:r>
            <a:r>
              <a:rPr lang="zh-CN" altLang="en-US">
                <a:latin typeface="微软雅黑" panose="020B0503020204020204" pitchFamily="34" charset="-122"/>
                <a:cs typeface="微软雅黑" panose="020B0503020204020204" pitchFamily="34" charset="-122"/>
                <a:sym typeface="+mn-ea"/>
              </a:rPr>
              <a:t>叠加定理</a:t>
            </a:r>
            <a:endParaRPr lang="zh-CN" altLang="en-US"/>
          </a:p>
        </p:txBody>
      </p:sp>
      <p:sp>
        <p:nvSpPr>
          <p:cNvPr id="54359" name="Text Box 87"/>
          <p:cNvSpPr txBox="1"/>
          <p:nvPr/>
        </p:nvSpPr>
        <p:spPr>
          <a:xfrm>
            <a:off x="539750" y="671671"/>
            <a:ext cx="3455988" cy="583565"/>
          </a:xfrm>
          <a:prstGeom prst="rect">
            <a:avLst/>
          </a:prstGeom>
          <a:noFill/>
          <a:ln w="9525">
            <a:noFill/>
          </a:ln>
        </p:spPr>
        <p:txBody>
          <a:bodyPr lIns="91440" tIns="45720" rIns="91440" bIns="45720" anchor="t" anchorCtr="0">
            <a:spAutoFit/>
          </a:bodyPr>
          <a:p>
            <a:pPr lvl="0" algn="l">
              <a:spcBef>
                <a:spcPct val="50000"/>
              </a:spcBef>
              <a:buClrTx/>
              <a:buSzTx/>
              <a:buFontTx/>
            </a:pPr>
            <a:r>
              <a:rPr kumimoji="1" lang="zh-CN" altLang="en-US" sz="3200" b="1" dirty="0" smtClean="0">
                <a:solidFill>
                  <a:schemeClr val="accent2">
                    <a:lumMod val="75000"/>
                  </a:schemeClr>
                </a:solidFill>
                <a:latin typeface="Times New Roman" panose="02020603050405020304" pitchFamily="18" charset="0"/>
                <a:ea typeface="华文中宋" panose="02010600040101010101" pitchFamily="2" charset="-122"/>
                <a:sym typeface="+mn-ea"/>
              </a:rPr>
              <a:t>5.</a:t>
            </a:r>
            <a:r>
              <a:rPr kumimoji="1" lang="zh-CN" altLang="en-US" sz="3200" b="1" dirty="0" smtClean="0">
                <a:solidFill>
                  <a:schemeClr val="accent2">
                    <a:lumMod val="75000"/>
                  </a:schemeClr>
                </a:solidFill>
                <a:latin typeface="Times New Roman" panose="02020603050405020304" pitchFamily="18" charset="0"/>
                <a:ea typeface="华文中宋" panose="02010600040101010101" pitchFamily="2" charset="-122"/>
                <a:sym typeface="+mn-ea"/>
              </a:rPr>
              <a:t>齐性原理</a:t>
            </a:r>
            <a:endParaRPr kumimoji="1" lang="zh-CN" altLang="en-US" sz="3200" b="1" dirty="0" smtClean="0">
              <a:solidFill>
                <a:schemeClr val="accent2">
                  <a:lumMod val="75000"/>
                </a:schemeClr>
              </a:solidFill>
              <a:latin typeface="Times New Roman" panose="02020603050405020304" pitchFamily="18" charset="0"/>
              <a:ea typeface="华文中宋" panose="02010600040101010101" pitchFamily="2" charset="-122"/>
              <a:sym typeface="+mn-ea"/>
            </a:endParaRPr>
          </a:p>
        </p:txBody>
      </p:sp>
      <p:sp>
        <p:nvSpPr>
          <p:cNvPr id="54399" name="Text Box 127"/>
          <p:cNvSpPr txBox="1"/>
          <p:nvPr/>
        </p:nvSpPr>
        <p:spPr>
          <a:xfrm>
            <a:off x="611188" y="1335881"/>
            <a:ext cx="7931150" cy="1641475"/>
          </a:xfrm>
          <a:prstGeom prst="rect">
            <a:avLst/>
          </a:prstGeom>
          <a:noFill/>
          <a:ln w="12700">
            <a:noFill/>
          </a:ln>
        </p:spPr>
        <p:txBody>
          <a:bodyPr lIns="92075" tIns="46038" rIns="92075" bIns="46038" anchor="ctr" anchorCtr="0">
            <a:spAutoFit/>
          </a:bodyPr>
          <a:p>
            <a:pPr algn="l" eaLnBrk="0" hangingPunct="0">
              <a:lnSpc>
                <a:spcPct val="120000"/>
              </a:lnSpc>
              <a:spcBef>
                <a:spcPct val="50000"/>
              </a:spcBef>
              <a:buClrTx/>
              <a:buSzTx/>
              <a:buFontTx/>
            </a:pPr>
            <a:r>
              <a:rPr kumimoji="1" lang="en-US" altLang="zh-CN" sz="2800" dirty="0" smtClean="0">
                <a:latin typeface="华文中宋" panose="02010600040101010101" pitchFamily="2" charset="-122"/>
                <a:ea typeface="华文中宋" panose="02010600040101010101" pitchFamily="2" charset="-122"/>
                <a:cs typeface="华文中宋" panose="02010600040101010101" pitchFamily="2" charset="-122"/>
              </a:rPr>
              <a:t>       </a:t>
            </a:r>
            <a:r>
              <a:rPr kumimoji="1" lang="zh-CN" altLang="en-US" sz="2800" dirty="0" smtClean="0">
                <a:solidFill>
                  <a:schemeClr val="tx2"/>
                </a:solidFill>
                <a:latin typeface="华文中宋" panose="02010600040101010101" pitchFamily="2" charset="-122"/>
                <a:ea typeface="华文中宋" panose="02010600040101010101" pitchFamily="2" charset="-122"/>
              </a:rPr>
              <a:t>线性电路中，所有激励(独立电源)都增大(或减小)同样的倍数，则电路中响应(电压或电流)也增大(或减小)同样的倍数。</a:t>
            </a:r>
            <a:endParaRPr kumimoji="1" lang="zh-CN" altLang="en-US" sz="2800" dirty="0" smtClean="0">
              <a:latin typeface="华文中宋" panose="02010600040101010101" pitchFamily="2" charset="-122"/>
              <a:ea typeface="华文中宋" panose="02010600040101010101" pitchFamily="2" charset="-122"/>
              <a:cs typeface="华文中宋" panose="02010600040101010101" pitchFamily="2" charset="-122"/>
            </a:endParaRPr>
          </a:p>
        </p:txBody>
      </p:sp>
      <p:sp>
        <p:nvSpPr>
          <p:cNvPr id="54400" name="Text Box 128"/>
          <p:cNvSpPr txBox="1"/>
          <p:nvPr/>
        </p:nvSpPr>
        <p:spPr>
          <a:xfrm>
            <a:off x="1285875" y="3672046"/>
            <a:ext cx="7204075" cy="607695"/>
          </a:xfrm>
          <a:prstGeom prst="rect">
            <a:avLst/>
          </a:prstGeom>
          <a:noFill/>
          <a:ln w="12700">
            <a:noFill/>
          </a:ln>
        </p:spPr>
        <p:txBody>
          <a:bodyPr wrap="none" lIns="0" tIns="46038" rIns="92075" bIns="46038" anchor="ctr" anchorCtr="0">
            <a:spAutoFit/>
          </a:bodyPr>
          <a:p>
            <a:pPr marL="0" lvl="1" algn="l" eaLnBrk="0" hangingPunct="0">
              <a:lnSpc>
                <a:spcPct val="120000"/>
              </a:lnSpc>
              <a:spcBef>
                <a:spcPct val="50000"/>
              </a:spcBef>
              <a:buClrTx/>
              <a:buSzTx/>
              <a:buFontTx/>
            </a:pPr>
            <a:r>
              <a:rPr kumimoji="1" lang="zh-CN" altLang="en-US" sz="2800" dirty="0" smtClean="0">
                <a:latin typeface="Times New Roman" panose="02020603050405020304" pitchFamily="18" charset="0"/>
                <a:ea typeface="华文楷体" panose="02010600040101010101" pitchFamily="2" charset="-122"/>
              </a:rPr>
              <a:t>①</a:t>
            </a:r>
            <a:r>
              <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rPr>
              <a:t>当激励只有一个时，则响应与激励成正比。</a:t>
            </a:r>
            <a:endPar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401" name="Text Box 129"/>
          <p:cNvSpPr txBox="1"/>
          <p:nvPr/>
        </p:nvSpPr>
        <p:spPr>
          <a:xfrm>
            <a:off x="1186815" y="4248309"/>
            <a:ext cx="5834063" cy="607695"/>
          </a:xfrm>
          <a:prstGeom prst="rect">
            <a:avLst/>
          </a:prstGeom>
          <a:noFill/>
          <a:ln w="12700">
            <a:noFill/>
          </a:ln>
        </p:spPr>
        <p:txBody>
          <a:bodyPr lIns="92075" tIns="46038" rIns="92075" bIns="46038" anchor="ctr" anchorCtr="0">
            <a:spAutoFit/>
          </a:bodyPr>
          <a:p>
            <a:pPr algn="l" eaLnBrk="0" hangingPunct="0">
              <a:lnSpc>
                <a:spcPct val="120000"/>
              </a:lnSpc>
              <a:spcBef>
                <a:spcPct val="50000"/>
              </a:spcBef>
              <a:buClrTx/>
              <a:buSzTx/>
              <a:buFontTx/>
            </a:pPr>
            <a:r>
              <a:rPr kumimoji="1" lang="zh-CN" altLang="en-US" sz="2800" dirty="0" smtClean="0">
                <a:latin typeface="Times New Roman" panose="02020603050405020304" pitchFamily="18" charset="0"/>
                <a:ea typeface="华文楷体" panose="02010600040101010101" pitchFamily="2" charset="-122"/>
              </a:rPr>
              <a:t>②</a:t>
            </a:r>
            <a:r>
              <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rPr>
              <a:t>具有可加性</a:t>
            </a:r>
            <a:r>
              <a:rPr kumimoji="1" lang="zh-CN" altLang="en-US" sz="2800" b="0" dirty="0" smtClean="0">
                <a:latin typeface="Times New Roman" panose="02020603050405020304" pitchFamily="18" charset="0"/>
                <a:ea typeface="华文中宋" panose="02010600040101010101" pitchFamily="2" charset="-122"/>
                <a:cs typeface="Times New Roman" panose="02020603050405020304" pitchFamily="18" charset="0"/>
              </a:rPr>
              <a:t>。</a:t>
            </a:r>
            <a:endParaRPr kumimoji="1" lang="zh-CN" altLang="en-US" sz="2800" b="0" dirty="0" smtClean="0">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3" name="组合 2"/>
          <p:cNvGrpSpPr/>
          <p:nvPr/>
        </p:nvGrpSpPr>
        <p:grpSpPr>
          <a:xfrm>
            <a:off x="350510" y="3182933"/>
            <a:ext cx="1469301" cy="596753"/>
            <a:chOff x="333345" y="3065118"/>
            <a:chExt cx="1469299" cy="596752"/>
          </a:xfrm>
        </p:grpSpPr>
        <p:sp>
          <p:nvSpPr>
            <p:cNvPr id="5" name="Text Box 47"/>
            <p:cNvSpPr txBox="1">
              <a:spLocks noChangeArrowheads="1"/>
            </p:cNvSpPr>
            <p:nvPr/>
          </p:nvSpPr>
          <p:spPr bwMode="auto">
            <a:xfrm>
              <a:off x="797242" y="3065118"/>
              <a:ext cx="1005402" cy="584774"/>
            </a:xfrm>
            <a:prstGeom prst="rect">
              <a:avLst/>
            </a:prstGeom>
            <a:noFill/>
            <a:ln w="9525">
              <a:noFill/>
              <a:miter lim="800000"/>
            </a:ln>
            <a:effectLst/>
          </p:spPr>
          <p:txBody>
            <a:bodyPr wrap="none">
              <a:spAutoFit/>
            </a:bodyPr>
            <a:p>
              <a:r>
                <a:rPr kumimoji="1" lang="zh-CN" altLang="en-US" sz="3200"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注意</a:t>
              </a:r>
              <a:endParaRPr kumimoji="1" lang="zh-CN" altLang="en-US" sz="3200"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p:txBody>
        </p:sp>
        <p:grpSp>
          <p:nvGrpSpPr>
            <p:cNvPr id="6" name="组合 15"/>
            <p:cNvGrpSpPr/>
            <p:nvPr/>
          </p:nvGrpSpPr>
          <p:grpSpPr>
            <a:xfrm>
              <a:off x="333345" y="3109916"/>
              <a:ext cx="655770" cy="551954"/>
              <a:chOff x="6691327" y="3681420"/>
              <a:chExt cx="655770" cy="551954"/>
            </a:xfrm>
          </p:grpSpPr>
          <p:sp>
            <p:nvSpPr>
              <p:cNvPr id="7" name="等腰三角形 6"/>
              <p:cNvSpPr/>
              <p:nvPr/>
            </p:nvSpPr>
            <p:spPr>
              <a:xfrm>
                <a:off x="6691327" y="3681420"/>
                <a:ext cx="576000" cy="504000"/>
              </a:xfrm>
              <a:prstGeom prst="triangle">
                <a:avLst/>
              </a:prstGeom>
              <a:solidFill>
                <a:schemeClr val="accent6">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3200"/>
              </a:p>
            </p:txBody>
          </p:sp>
          <p:sp>
            <p:nvSpPr>
              <p:cNvPr id="8" name="TextBox 91"/>
              <p:cNvSpPr txBox="1"/>
              <p:nvPr/>
            </p:nvSpPr>
            <p:spPr>
              <a:xfrm>
                <a:off x="6803359" y="3710155"/>
                <a:ext cx="543738" cy="523219"/>
              </a:xfrm>
              <a:prstGeom prst="rect">
                <a:avLst/>
              </a:prstGeom>
              <a:noFill/>
            </p:spPr>
            <p:txBody>
              <a:bodyPr wrap="none" rtlCol="0">
                <a:spAutoFit/>
              </a:bodyPr>
              <a:p>
                <a:pPr algn="ctr"/>
                <a:r>
                  <a:rPr lang="zh-CN" altLang="en-US" sz="2800" dirty="0">
                    <a:solidFill>
                      <a:schemeClr val="accent2">
                        <a:lumMod val="75000"/>
                      </a:schemeClr>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rPr>
                  <a:t>！</a:t>
                </a:r>
                <a:endParaRPr lang="zh-CN" altLang="en-US" sz="2800" dirty="0">
                  <a:solidFill>
                    <a:schemeClr val="accent2">
                      <a:lumMod val="75000"/>
                    </a:schemeClr>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stCondLst>
                                    <p:cond delay="0"/>
                                  </p:stCondLst>
                                  <p:childTnLst>
                                    <p:set>
                                      <p:cBhvr>
                                        <p:cTn id="6" dur="1" fill="hold">
                                          <p:stCondLst>
                                            <p:cond delay="0"/>
                                          </p:stCondLst>
                                        </p:cTn>
                                        <p:tgtEl>
                                          <p:spTgt spid="54359"/>
                                        </p:tgtEl>
                                        <p:attrNameLst>
                                          <p:attrName>style.visibility</p:attrName>
                                        </p:attrNameLst>
                                      </p:cBhvr>
                                      <p:to>
                                        <p:strVal val="visible"/>
                                      </p:to>
                                    </p:set>
                                    <p:anim calcmode="lin" valueType="num">
                                      <p:cBhvr additive="base">
                                        <p:cTn id="7" dur="500" fill="hold"/>
                                        <p:tgtEl>
                                          <p:spTgt spid="54359"/>
                                        </p:tgtEl>
                                        <p:attrNameLst>
                                          <p:attrName>ppt_x</p:attrName>
                                        </p:attrNameLst>
                                      </p:cBhvr>
                                      <p:tavLst>
                                        <p:tav tm="0">
                                          <p:val>
                                            <p:strVal val="0-#ppt_w/2"/>
                                          </p:val>
                                        </p:tav>
                                        <p:tav tm="100000">
                                          <p:val>
                                            <p:strVal val="#ppt_x"/>
                                          </p:val>
                                        </p:tav>
                                      </p:tavLst>
                                    </p:anim>
                                    <p:anim calcmode="lin" valueType="num">
                                      <p:cBhvr additive="base">
                                        <p:cTn id="8" dur="500" fill="hold"/>
                                        <p:tgtEl>
                                          <p:spTgt spid="54359"/>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iterate type="lt">
                                    <p:tmPct val="100000"/>
                                  </p:iterate>
                                  <p:childTnLst>
                                    <p:set>
                                      <p:cBhvr>
                                        <p:cTn id="12" dur="1" fill="hold">
                                          <p:stCondLst>
                                            <p:cond delay="0"/>
                                          </p:stCondLst>
                                        </p:cTn>
                                        <p:tgtEl>
                                          <p:spTgt spid="54399"/>
                                        </p:tgtEl>
                                        <p:attrNameLst>
                                          <p:attrName>style.visibility</p:attrName>
                                        </p:attrNameLst>
                                      </p:cBhvr>
                                      <p:to>
                                        <p:strVal val="visible"/>
                                      </p:to>
                                    </p:set>
                                    <p:animEffect transition="in" filter="wipe(left)">
                                      <p:cBhvr>
                                        <p:cTn id="13" dur="100"/>
                                        <p:tgtEl>
                                          <p:spTgt spid="54399"/>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blinds(horizontal)">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54400"/>
                                        </p:tgtEl>
                                        <p:attrNameLst>
                                          <p:attrName>style.visibility</p:attrName>
                                        </p:attrNameLst>
                                      </p:cBhvr>
                                      <p:to>
                                        <p:strVal val="visible"/>
                                      </p:to>
                                    </p:set>
                                    <p:anim calcmode="lin" valueType="num">
                                      <p:cBhvr additive="base">
                                        <p:cTn id="23" dur="500" fill="hold"/>
                                        <p:tgtEl>
                                          <p:spTgt spid="54400"/>
                                        </p:tgtEl>
                                        <p:attrNameLst>
                                          <p:attrName>ppt_x</p:attrName>
                                        </p:attrNameLst>
                                      </p:cBhvr>
                                      <p:tavLst>
                                        <p:tav tm="0">
                                          <p:val>
                                            <p:strVal val="1+#ppt_w/2"/>
                                          </p:val>
                                        </p:tav>
                                        <p:tav tm="100000">
                                          <p:val>
                                            <p:strVal val="#ppt_x"/>
                                          </p:val>
                                        </p:tav>
                                      </p:tavLst>
                                    </p:anim>
                                    <p:anim calcmode="lin" valueType="num">
                                      <p:cBhvr additive="base">
                                        <p:cTn id="24" dur="500" fill="hold"/>
                                        <p:tgtEl>
                                          <p:spTgt spid="54400"/>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54401"/>
                                        </p:tgtEl>
                                        <p:attrNameLst>
                                          <p:attrName>style.visibility</p:attrName>
                                        </p:attrNameLst>
                                      </p:cBhvr>
                                      <p:to>
                                        <p:strVal val="visible"/>
                                      </p:to>
                                    </p:set>
                                    <p:anim calcmode="lin" valueType="num">
                                      <p:cBhvr additive="base">
                                        <p:cTn id="29" dur="500" fill="hold"/>
                                        <p:tgtEl>
                                          <p:spTgt spid="54401"/>
                                        </p:tgtEl>
                                        <p:attrNameLst>
                                          <p:attrName>ppt_x</p:attrName>
                                        </p:attrNameLst>
                                      </p:cBhvr>
                                      <p:tavLst>
                                        <p:tav tm="0">
                                          <p:val>
                                            <p:strVal val="#ppt_x"/>
                                          </p:val>
                                        </p:tav>
                                        <p:tav tm="100000">
                                          <p:val>
                                            <p:strVal val="#ppt_x"/>
                                          </p:val>
                                        </p:tav>
                                      </p:tavLst>
                                    </p:anim>
                                    <p:anim calcmode="lin" valueType="num">
                                      <p:cBhvr additive="base">
                                        <p:cTn id="30" dur="500" fill="hold"/>
                                        <p:tgtEl>
                                          <p:spTgt spid="544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359" grpId="0"/>
      <p:bldP spid="54399" grpId="0"/>
      <p:bldP spid="54400" grpId="0"/>
      <p:bldP spid="5440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0" name="组合 19"/>
          <p:cNvGrpSpPr/>
          <p:nvPr/>
        </p:nvGrpSpPr>
        <p:grpSpPr>
          <a:xfrm>
            <a:off x="611505" y="1557655"/>
            <a:ext cx="7297420" cy="2663825"/>
            <a:chOff x="963" y="2453"/>
            <a:chExt cx="11492" cy="4195"/>
          </a:xfrm>
        </p:grpSpPr>
        <p:sp>
          <p:nvSpPr>
            <p:cNvPr id="7233" name="Line 6"/>
            <p:cNvSpPr/>
            <p:nvPr/>
          </p:nvSpPr>
          <p:spPr bwMode="auto">
            <a:xfrm>
              <a:off x="4590" y="3360"/>
              <a:ext cx="0" cy="3288"/>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7245" name="Line 18"/>
            <p:cNvSpPr/>
            <p:nvPr/>
          </p:nvSpPr>
          <p:spPr bwMode="auto">
            <a:xfrm>
              <a:off x="10033" y="3360"/>
              <a:ext cx="0" cy="3288"/>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7246" name="Line 19"/>
            <p:cNvSpPr/>
            <p:nvPr/>
          </p:nvSpPr>
          <p:spPr bwMode="auto">
            <a:xfrm>
              <a:off x="7313" y="3360"/>
              <a:ext cx="0" cy="3288"/>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grpSp>
          <p:nvGrpSpPr>
            <p:cNvPr id="9" name="组合 8"/>
            <p:cNvGrpSpPr/>
            <p:nvPr/>
          </p:nvGrpSpPr>
          <p:grpSpPr>
            <a:xfrm>
              <a:off x="963" y="2453"/>
              <a:ext cx="11493" cy="4195"/>
              <a:chOff x="963" y="2453"/>
              <a:chExt cx="11493" cy="4195"/>
            </a:xfrm>
          </p:grpSpPr>
          <p:sp>
            <p:nvSpPr>
              <p:cNvPr id="7231" name="Text Box 4"/>
              <p:cNvSpPr txBox="1"/>
              <p:nvPr/>
            </p:nvSpPr>
            <p:spPr>
              <a:xfrm>
                <a:off x="10940" y="2543"/>
                <a:ext cx="445" cy="818"/>
              </a:xfrm>
              <a:prstGeom prst="rect">
                <a:avLst/>
              </a:prstGeom>
              <a:noFill/>
              <a:ln w="12700">
                <a:noFill/>
              </a:ln>
            </p:spPr>
            <p:txBody>
              <a:bodyPr wrap="none" lIns="92075" tIns="46038" rIns="92075" bIns="46038" anchor="ctr" anchorCtr="0">
                <a:spAutoFit/>
              </a:bodyPr>
              <a:p>
                <a:pPr algn="ctr">
                  <a:spcBef>
                    <a:spcPct val="50000"/>
                  </a:spcBef>
                  <a:buClr>
                    <a:schemeClr val="accent2"/>
                  </a:buClr>
                  <a:buSzPct val="75000"/>
                  <a:buFont typeface="Monotype Sorts" pitchFamily="2" charset="2"/>
                </a:pPr>
                <a:r>
                  <a:rPr lang="en-US" altLang="zh-CN" b="0" i="1" dirty="0">
                    <a:solidFill>
                      <a:schemeClr val="tx1"/>
                    </a:solidFill>
                    <a:latin typeface="Times New Roman" panose="02020603050405020304" pitchFamily="18" charset="0"/>
                    <a:ea typeface="宋体" panose="02010600030101010101" pitchFamily="2" charset="-122"/>
                  </a:rPr>
                  <a:t>i</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7232" name="Rectangle 5"/>
              <p:cNvSpPr/>
              <p:nvPr/>
            </p:nvSpPr>
            <p:spPr bwMode="auto">
              <a:xfrm>
                <a:off x="2095" y="3360"/>
                <a:ext cx="10205" cy="3288"/>
              </a:xfrm>
              <a:prstGeom prst="rect">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lIns="91440" tIns="45720" rIns="91440" bIns="45720" anchor="ctr" anchorCtr="0">
                <a:noAutofit/>
              </a:bodyPr>
              <a:lstStyle/>
              <a:p>
                <a:pPr lvl="0" algn="l">
                  <a:buClrTx/>
                  <a:buSzTx/>
                  <a:buFontTx/>
                </a:pPr>
                <a:endParaRPr lang="zh-CN" altLang="en-US" sz="1800">
                  <a:sym typeface="+mn-ea"/>
                </a:endParaRPr>
              </a:p>
            </p:txBody>
          </p:sp>
          <p:sp>
            <p:nvSpPr>
              <p:cNvPr id="7234" name="Text Box 7"/>
              <p:cNvSpPr txBox="1"/>
              <p:nvPr/>
            </p:nvSpPr>
            <p:spPr>
              <a:xfrm>
                <a:off x="3003" y="2453"/>
                <a:ext cx="885" cy="818"/>
              </a:xfrm>
              <a:prstGeom prst="rect">
                <a:avLst/>
              </a:prstGeom>
              <a:noFill/>
              <a:ln w="28575">
                <a:noFill/>
              </a:ln>
            </p:spPr>
            <p:txBody>
              <a:bodyPr lIns="92075" tIns="46038" rIns="92075" bIns="46038" anchor="ctr" anchorCtr="0">
                <a:spAutoFit/>
              </a:bodyPr>
              <a:p>
                <a:pPr algn="ctr">
                  <a:spcBef>
                    <a:spcPct val="50000"/>
                  </a:spcBef>
                  <a:buClr>
                    <a:schemeClr val="accent2"/>
                  </a:buClr>
                  <a:buSzPct val="75000"/>
                  <a:buFont typeface="Monotype Sorts" pitchFamily="2" charset="2"/>
                </a:pPr>
                <a:r>
                  <a:rPr lang="en-US" altLang="zh-CN" b="0" i="1" dirty="0">
                    <a:solidFill>
                      <a:schemeClr val="tx1"/>
                    </a:solidFill>
                    <a:latin typeface="Times New Roman" panose="02020603050405020304" pitchFamily="18" charset="0"/>
                    <a:ea typeface="宋体" panose="02010600030101010101" pitchFamily="2" charset="-122"/>
                  </a:rPr>
                  <a:t>R</a:t>
                </a:r>
                <a:r>
                  <a:rPr lang="en-US" altLang="zh-CN" b="0" baseline="-25000" dirty="0">
                    <a:solidFill>
                      <a:schemeClr val="tx1"/>
                    </a:solidFill>
                    <a:latin typeface="Times New Roman" panose="02020603050405020304" pitchFamily="18" charset="0"/>
                    <a:ea typeface="宋体" panose="02010600030101010101" pitchFamily="2" charset="-122"/>
                  </a:rPr>
                  <a:t>1</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7235" name="Text Box 8"/>
              <p:cNvSpPr txBox="1"/>
              <p:nvPr/>
            </p:nvSpPr>
            <p:spPr>
              <a:xfrm>
                <a:off x="5498" y="2453"/>
                <a:ext cx="960" cy="818"/>
              </a:xfrm>
              <a:prstGeom prst="rect">
                <a:avLst/>
              </a:prstGeom>
              <a:noFill/>
              <a:ln w="28575">
                <a:noFill/>
              </a:ln>
            </p:spPr>
            <p:txBody>
              <a:bodyPr lIns="92075" tIns="46038" rIns="92075" bIns="46038" anchor="ctr" anchorCtr="0">
                <a:spAutoFit/>
              </a:bodyPr>
              <a:p>
                <a:pPr algn="ctr">
                  <a:spcBef>
                    <a:spcPct val="50000"/>
                  </a:spcBef>
                  <a:buClr>
                    <a:schemeClr val="accent2"/>
                  </a:buClr>
                  <a:buSzPct val="75000"/>
                  <a:buFont typeface="Monotype Sorts" pitchFamily="2" charset="2"/>
                </a:pPr>
                <a:r>
                  <a:rPr lang="en-US" altLang="zh-CN" b="0" i="1" dirty="0">
                    <a:solidFill>
                      <a:schemeClr val="tx1"/>
                    </a:solidFill>
                    <a:latin typeface="Times New Roman" panose="02020603050405020304" pitchFamily="18" charset="0"/>
                    <a:ea typeface="宋体" panose="02010600030101010101" pitchFamily="2" charset="-122"/>
                  </a:rPr>
                  <a:t>R</a:t>
                </a:r>
                <a:r>
                  <a:rPr lang="en-US" altLang="zh-CN" b="0" baseline="-25000" dirty="0">
                    <a:solidFill>
                      <a:schemeClr val="tx1"/>
                    </a:solidFill>
                    <a:latin typeface="Times New Roman" panose="02020603050405020304" pitchFamily="18" charset="0"/>
                    <a:ea typeface="宋体" panose="02010600030101010101" pitchFamily="2" charset="-122"/>
                  </a:rPr>
                  <a:t>1</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7236" name="Text Box 9"/>
              <p:cNvSpPr txBox="1"/>
              <p:nvPr/>
            </p:nvSpPr>
            <p:spPr>
              <a:xfrm>
                <a:off x="8333" y="2453"/>
                <a:ext cx="840" cy="818"/>
              </a:xfrm>
              <a:prstGeom prst="rect">
                <a:avLst/>
              </a:prstGeom>
              <a:noFill/>
              <a:ln w="28575">
                <a:noFill/>
              </a:ln>
            </p:spPr>
            <p:txBody>
              <a:bodyPr lIns="92075" tIns="46038" rIns="92075" bIns="46038" anchor="ctr" anchorCtr="0">
                <a:spAutoFit/>
              </a:bodyPr>
              <a:p>
                <a:pPr algn="ctr">
                  <a:spcBef>
                    <a:spcPct val="50000"/>
                  </a:spcBef>
                  <a:buClr>
                    <a:schemeClr val="accent2"/>
                  </a:buClr>
                  <a:buSzPct val="75000"/>
                  <a:buFont typeface="Monotype Sorts" pitchFamily="2" charset="2"/>
                </a:pPr>
                <a:r>
                  <a:rPr lang="en-US" altLang="zh-CN" b="0" i="1" dirty="0">
                    <a:solidFill>
                      <a:schemeClr val="tx1"/>
                    </a:solidFill>
                    <a:latin typeface="Times New Roman" panose="02020603050405020304" pitchFamily="18" charset="0"/>
                    <a:ea typeface="宋体" panose="02010600030101010101" pitchFamily="2" charset="-122"/>
                  </a:rPr>
                  <a:t>R</a:t>
                </a:r>
                <a:r>
                  <a:rPr lang="en-US" altLang="zh-CN" b="0" baseline="-25000" dirty="0">
                    <a:solidFill>
                      <a:schemeClr val="tx1"/>
                    </a:solidFill>
                    <a:latin typeface="Times New Roman" panose="02020603050405020304" pitchFamily="18" charset="0"/>
                    <a:ea typeface="宋体" panose="02010600030101010101" pitchFamily="2" charset="-122"/>
                  </a:rPr>
                  <a:t>1</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7237" name="Text Box 10"/>
              <p:cNvSpPr txBox="1"/>
              <p:nvPr/>
            </p:nvSpPr>
            <p:spPr>
              <a:xfrm>
                <a:off x="3570" y="4380"/>
                <a:ext cx="875" cy="818"/>
              </a:xfrm>
              <a:prstGeom prst="rect">
                <a:avLst/>
              </a:prstGeom>
              <a:noFill/>
              <a:ln w="28575">
                <a:noFill/>
              </a:ln>
            </p:spPr>
            <p:txBody>
              <a:bodyPr lIns="92075" tIns="46038" rIns="92075" bIns="46038" anchor="ctr" anchorCtr="0">
                <a:spAutoFit/>
              </a:bodyPr>
              <a:p>
                <a:pPr algn="ctr">
                  <a:spcBef>
                    <a:spcPct val="50000"/>
                  </a:spcBef>
                  <a:buClr>
                    <a:schemeClr val="accent2"/>
                  </a:buClr>
                  <a:buSzPct val="75000"/>
                  <a:buFont typeface="Monotype Sorts" pitchFamily="2" charset="2"/>
                </a:pPr>
                <a:r>
                  <a:rPr lang="en-US" altLang="zh-CN" b="0" i="1" dirty="0">
                    <a:solidFill>
                      <a:schemeClr val="tx1"/>
                    </a:solidFill>
                    <a:latin typeface="Times New Roman" panose="02020603050405020304" pitchFamily="18" charset="0"/>
                    <a:ea typeface="宋体" panose="02010600030101010101" pitchFamily="2" charset="-122"/>
                  </a:rPr>
                  <a:t>R</a:t>
                </a:r>
                <a:r>
                  <a:rPr lang="en-US" altLang="zh-CN" b="0" baseline="-25000" dirty="0">
                    <a:solidFill>
                      <a:schemeClr val="tx1"/>
                    </a:solidFill>
                    <a:latin typeface="Times New Roman" panose="02020603050405020304" pitchFamily="18" charset="0"/>
                    <a:ea typeface="宋体" panose="02010600030101010101" pitchFamily="2" charset="-122"/>
                  </a:rPr>
                  <a:t>2</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7238" name="Text Box 11"/>
              <p:cNvSpPr txBox="1"/>
              <p:nvPr/>
            </p:nvSpPr>
            <p:spPr>
              <a:xfrm>
                <a:off x="11280" y="4380"/>
                <a:ext cx="950" cy="818"/>
              </a:xfrm>
              <a:prstGeom prst="rect">
                <a:avLst/>
              </a:prstGeom>
              <a:noFill/>
              <a:ln w="28575">
                <a:noFill/>
              </a:ln>
            </p:spPr>
            <p:txBody>
              <a:bodyPr lIns="92075" tIns="46038" rIns="92075" bIns="46038" anchor="ctr" anchorCtr="0">
                <a:spAutoFit/>
              </a:bodyPr>
              <a:p>
                <a:pPr algn="ctr">
                  <a:spcBef>
                    <a:spcPct val="50000"/>
                  </a:spcBef>
                  <a:buClr>
                    <a:schemeClr val="accent2"/>
                  </a:buClr>
                  <a:buSzPct val="75000"/>
                  <a:buFont typeface="Monotype Sorts" pitchFamily="2" charset="2"/>
                </a:pPr>
                <a:r>
                  <a:rPr lang="en-US" altLang="zh-CN" b="0" i="1" dirty="0">
                    <a:solidFill>
                      <a:schemeClr val="tx1"/>
                    </a:solidFill>
                    <a:latin typeface="Times New Roman" panose="02020603050405020304" pitchFamily="18" charset="0"/>
                    <a:ea typeface="宋体" panose="02010600030101010101" pitchFamily="2" charset="-122"/>
                  </a:rPr>
                  <a:t>R</a:t>
                </a:r>
                <a:r>
                  <a:rPr lang="en-US" altLang="zh-CN" b="0" baseline="-25000" dirty="0">
                    <a:solidFill>
                      <a:schemeClr val="tx1"/>
                    </a:solidFill>
                    <a:latin typeface="Times New Roman" panose="02020603050405020304" pitchFamily="18" charset="0"/>
                    <a:ea typeface="宋体" panose="02010600030101010101" pitchFamily="2" charset="-122"/>
                  </a:rPr>
                  <a:t>L</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7239" name="Text Box 12"/>
              <p:cNvSpPr txBox="1"/>
              <p:nvPr/>
            </p:nvSpPr>
            <p:spPr>
              <a:xfrm>
                <a:off x="1415" y="3585"/>
                <a:ext cx="605" cy="818"/>
              </a:xfrm>
              <a:prstGeom prst="rect">
                <a:avLst/>
              </a:prstGeom>
              <a:noFill/>
              <a:ln w="28575">
                <a:noFill/>
              </a:ln>
            </p:spPr>
            <p:txBody>
              <a:bodyPr wrap="none" lIns="92075" tIns="46038" rIns="92075" bIns="46038" anchor="ctr" anchorCtr="0">
                <a:spAutoFit/>
              </a:bodyPr>
              <a:p>
                <a:pPr algn="ctr">
                  <a:spcBef>
                    <a:spcPct val="50000"/>
                  </a:spcBef>
                  <a:buClr>
                    <a:schemeClr val="accent2"/>
                  </a:buClr>
                  <a:buSzPct val="75000"/>
                  <a:buFont typeface="Monotype Sorts" pitchFamily="2" charset="2"/>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240" name="Text Box 13"/>
              <p:cNvSpPr txBox="1"/>
              <p:nvPr/>
            </p:nvSpPr>
            <p:spPr>
              <a:xfrm>
                <a:off x="1415" y="5288"/>
                <a:ext cx="570" cy="818"/>
              </a:xfrm>
              <a:prstGeom prst="rect">
                <a:avLst/>
              </a:prstGeom>
              <a:noFill/>
              <a:ln w="28575">
                <a:noFill/>
              </a:ln>
            </p:spPr>
            <p:txBody>
              <a:bodyPr wrap="none" lIns="92075" tIns="46038" rIns="92075" bIns="46038" anchor="ctr" anchorCtr="0">
                <a:spAutoFit/>
              </a:bodyPr>
              <a:p>
                <a:pPr algn="ctr">
                  <a:spcBef>
                    <a:spcPct val="50000"/>
                  </a:spcBef>
                  <a:buClr>
                    <a:schemeClr val="accent2"/>
                  </a:buClr>
                  <a:buSzPct val="75000"/>
                  <a:buFont typeface="Monotype Sorts" pitchFamily="2" charset="2"/>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241" name="Text Box 14"/>
              <p:cNvSpPr txBox="1"/>
              <p:nvPr/>
            </p:nvSpPr>
            <p:spPr>
              <a:xfrm>
                <a:off x="963" y="4380"/>
                <a:ext cx="717" cy="818"/>
              </a:xfrm>
              <a:prstGeom prst="rect">
                <a:avLst/>
              </a:prstGeom>
              <a:noFill/>
              <a:ln w="28575">
                <a:noFill/>
              </a:ln>
            </p:spPr>
            <p:txBody>
              <a:bodyPr wrap="none" lIns="92075" tIns="46038" rIns="92075" bIns="46038" anchor="ctr" anchorCtr="0">
                <a:spAutoFit/>
              </a:bodyPr>
              <a:p>
                <a:pPr algn="ctr">
                  <a:spcBef>
                    <a:spcPct val="50000"/>
                  </a:spcBef>
                  <a:buClr>
                    <a:schemeClr val="accent2"/>
                  </a:buClr>
                  <a:buSzPct val="75000"/>
                  <a:buFont typeface="Monotype Sorts" pitchFamily="2" charset="2"/>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baseline="-25000" dirty="0">
                    <a:solidFill>
                      <a:schemeClr val="tx1"/>
                    </a:solidFill>
                    <a:latin typeface="Times New Roman" panose="02020603050405020304" pitchFamily="18" charset="0"/>
                    <a:ea typeface="宋体" panose="02010600030101010101" pitchFamily="2" charset="-122"/>
                  </a:rPr>
                  <a:t>s</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7243" name="Text Box 16"/>
              <p:cNvSpPr txBox="1"/>
              <p:nvPr/>
            </p:nvSpPr>
            <p:spPr>
              <a:xfrm>
                <a:off x="9013" y="4380"/>
                <a:ext cx="885" cy="818"/>
              </a:xfrm>
              <a:prstGeom prst="rect">
                <a:avLst/>
              </a:prstGeom>
              <a:noFill/>
              <a:ln w="28575">
                <a:noFill/>
              </a:ln>
            </p:spPr>
            <p:txBody>
              <a:bodyPr lIns="92075" tIns="46038" rIns="92075" bIns="46038" anchor="ctr" anchorCtr="0">
                <a:spAutoFit/>
              </a:bodyPr>
              <a:p>
                <a:pPr algn="ctr">
                  <a:spcBef>
                    <a:spcPct val="50000"/>
                  </a:spcBef>
                  <a:buClr>
                    <a:schemeClr val="accent2"/>
                  </a:buClr>
                  <a:buSzPct val="75000"/>
                  <a:buFont typeface="Monotype Sorts" pitchFamily="2" charset="2"/>
                </a:pPr>
                <a:r>
                  <a:rPr lang="en-US" altLang="zh-CN" b="0" i="1" dirty="0">
                    <a:solidFill>
                      <a:schemeClr val="tx1"/>
                    </a:solidFill>
                    <a:latin typeface="Times New Roman" panose="02020603050405020304" pitchFamily="18" charset="0"/>
                    <a:ea typeface="宋体" panose="02010600030101010101" pitchFamily="2" charset="-122"/>
                  </a:rPr>
                  <a:t>R</a:t>
                </a:r>
                <a:r>
                  <a:rPr lang="en-US" altLang="zh-CN" b="0" baseline="-25000" dirty="0">
                    <a:solidFill>
                      <a:schemeClr val="tx1"/>
                    </a:solidFill>
                    <a:latin typeface="Times New Roman" panose="02020603050405020304" pitchFamily="18" charset="0"/>
                    <a:ea typeface="宋体" panose="02010600030101010101" pitchFamily="2" charset="-122"/>
                  </a:rPr>
                  <a:t>2</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7244" name="Text Box 17"/>
              <p:cNvSpPr txBox="1"/>
              <p:nvPr/>
            </p:nvSpPr>
            <p:spPr>
              <a:xfrm>
                <a:off x="6290" y="4380"/>
                <a:ext cx="840" cy="818"/>
              </a:xfrm>
              <a:prstGeom prst="rect">
                <a:avLst/>
              </a:prstGeom>
              <a:noFill/>
              <a:ln w="28575">
                <a:noFill/>
              </a:ln>
            </p:spPr>
            <p:txBody>
              <a:bodyPr lIns="92075" tIns="46038" rIns="92075" bIns="46038" anchor="ctr" anchorCtr="0">
                <a:spAutoFit/>
              </a:bodyPr>
              <a:p>
                <a:pPr algn="ctr">
                  <a:spcBef>
                    <a:spcPct val="50000"/>
                  </a:spcBef>
                  <a:buClr>
                    <a:schemeClr val="accent2"/>
                  </a:buClr>
                  <a:buSzPct val="75000"/>
                  <a:buFont typeface="Monotype Sorts" pitchFamily="2" charset="2"/>
                </a:pPr>
                <a:r>
                  <a:rPr lang="en-US" altLang="zh-CN" b="0" i="1" dirty="0">
                    <a:solidFill>
                      <a:schemeClr val="tx1"/>
                    </a:solidFill>
                    <a:latin typeface="Times New Roman" panose="02020603050405020304" pitchFamily="18" charset="0"/>
                    <a:ea typeface="宋体" panose="02010600030101010101" pitchFamily="2" charset="-122"/>
                  </a:rPr>
                  <a:t>R</a:t>
                </a:r>
                <a:r>
                  <a:rPr lang="en-US" altLang="zh-CN" b="0" baseline="-25000" dirty="0">
                    <a:solidFill>
                      <a:schemeClr val="tx1"/>
                    </a:solidFill>
                    <a:latin typeface="Times New Roman" panose="02020603050405020304" pitchFamily="18" charset="0"/>
                    <a:ea typeface="宋体" panose="02010600030101010101" pitchFamily="2" charset="-122"/>
                  </a:rPr>
                  <a:t>2</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7247" name="Rectangle 20"/>
              <p:cNvSpPr/>
              <p:nvPr/>
            </p:nvSpPr>
            <p:spPr bwMode="auto">
              <a:xfrm>
                <a:off x="4427" y="4493"/>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7248" name="Rectangle 21"/>
              <p:cNvSpPr/>
              <p:nvPr/>
            </p:nvSpPr>
            <p:spPr bwMode="auto">
              <a:xfrm>
                <a:off x="7136" y="4493"/>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7249" name="Rectangle 22"/>
              <p:cNvSpPr/>
              <p:nvPr/>
            </p:nvSpPr>
            <p:spPr bwMode="auto">
              <a:xfrm>
                <a:off x="9858" y="4493"/>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7250" name="Rectangle 23"/>
              <p:cNvSpPr/>
              <p:nvPr/>
            </p:nvSpPr>
            <p:spPr bwMode="auto">
              <a:xfrm>
                <a:off x="12140" y="4493"/>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7251" name="Rectangle 24"/>
              <p:cNvSpPr/>
              <p:nvPr/>
            </p:nvSpPr>
            <p:spPr bwMode="auto">
              <a:xfrm>
                <a:off x="3003" y="3189"/>
                <a:ext cx="792"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7252" name="Rectangle 25"/>
              <p:cNvSpPr/>
              <p:nvPr/>
            </p:nvSpPr>
            <p:spPr bwMode="auto">
              <a:xfrm>
                <a:off x="8333" y="3189"/>
                <a:ext cx="792"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7253" name="Rectangle 26"/>
              <p:cNvSpPr/>
              <p:nvPr/>
            </p:nvSpPr>
            <p:spPr bwMode="auto">
              <a:xfrm>
                <a:off x="5498" y="3175"/>
                <a:ext cx="792"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13753" name="Line 89"/>
              <p:cNvSpPr/>
              <p:nvPr/>
            </p:nvSpPr>
            <p:spPr>
              <a:xfrm>
                <a:off x="10375" y="3360"/>
                <a:ext cx="680"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pSp>
            <p:nvGrpSpPr>
              <p:cNvPr id="79" name="组合 78"/>
              <p:cNvGrpSpPr/>
              <p:nvPr/>
            </p:nvGrpSpPr>
            <p:grpSpPr>
              <a:xfrm>
                <a:off x="1642" y="4380"/>
                <a:ext cx="908" cy="908"/>
                <a:chOff x="505193" y="3720552"/>
                <a:chExt cx="432197" cy="432197"/>
              </a:xfrm>
              <a:solidFill>
                <a:schemeClr val="accent6">
                  <a:lumMod val="40000"/>
                  <a:lumOff val="60000"/>
                </a:schemeClr>
              </a:solidFill>
            </p:grpSpPr>
            <p:sp>
              <p:nvSpPr>
                <p:cNvPr id="80"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81" name="直接连接符 80"/>
                <p:cNvCxnSpPr>
                  <a:stCxn id="80" idx="0"/>
                  <a:endCxn id="80"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sp>
        <p:nvSpPr>
          <p:cNvPr id="7242" name="Line 15"/>
          <p:cNvSpPr/>
          <p:nvPr/>
        </p:nvSpPr>
        <p:spPr>
          <a:xfrm>
            <a:off x="6731000" y="2205355"/>
            <a:ext cx="647700" cy="0"/>
          </a:xfrm>
          <a:prstGeom prst="line">
            <a:avLst/>
          </a:prstGeom>
          <a:ln w="28575">
            <a:noFill/>
          </a:ln>
        </p:spPr>
      </p:sp>
      <p:sp>
        <p:nvSpPr>
          <p:cNvPr id="113692" name="Text Box 28"/>
          <p:cNvSpPr txBox="1"/>
          <p:nvPr/>
        </p:nvSpPr>
        <p:spPr>
          <a:xfrm>
            <a:off x="1619250" y="4524534"/>
            <a:ext cx="4897438" cy="607695"/>
          </a:xfrm>
          <a:prstGeom prst="rect">
            <a:avLst/>
          </a:prstGeom>
          <a:noFill/>
          <a:ln w="12700">
            <a:noFill/>
          </a:ln>
        </p:spPr>
        <p:txBody>
          <a:bodyPr lIns="92075" tIns="46038" rIns="92075" bIns="46038" anchor="ctr" anchorCtr="0">
            <a:spAutoFit/>
          </a:bodyPr>
          <a:p>
            <a:pPr algn="l" eaLnBrk="0" hangingPunct="0">
              <a:lnSpc>
                <a:spcPct val="120000"/>
              </a:lnSpc>
              <a:spcBef>
                <a:spcPct val="50000"/>
              </a:spcBef>
              <a:buClrTx/>
              <a:buSzTx/>
              <a:buFontTx/>
            </a:pPr>
            <a:r>
              <a:rPr kumimoji="1" lang="zh-CN" altLang="en-US" sz="2800" dirty="0" smtClean="0">
                <a:latin typeface="华文楷体" panose="02010600040101010101" pitchFamily="2" charset="-122"/>
                <a:ea typeface="华文楷体" panose="02010600040101010101" pitchFamily="2" charset="-122"/>
              </a:rPr>
              <a:t>采用倒推法：设 </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I</a:t>
            </a:r>
            <a:r>
              <a:rPr kumimoji="1" lang="zh-CN" altLang="en-US" sz="2800" b="0" dirty="0" smtClean="0">
                <a:latin typeface="华文楷体" panose="02010600040101010101" pitchFamily="2" charset="-122"/>
                <a:ea typeface="华文楷体" panose="02010600040101010101" pitchFamily="2" charset="-122"/>
              </a:rPr>
              <a:t> '= </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1A</a:t>
            </a:r>
            <a:r>
              <a:rPr kumimoji="1" lang="zh-CN" altLang="en-US" sz="2800" b="0" dirty="0" smtClean="0">
                <a:latin typeface="华文楷体" panose="02010600040101010101" pitchFamily="2" charset="-122"/>
                <a:ea typeface="华文楷体" panose="02010600040101010101" pitchFamily="2" charset="-122"/>
              </a:rPr>
              <a:t>，</a:t>
            </a:r>
            <a:endParaRPr kumimoji="1" lang="zh-CN" altLang="en-US" sz="2800" b="0" dirty="0" smtClean="0">
              <a:latin typeface="华文楷体" panose="02010600040101010101" pitchFamily="2" charset="-122"/>
              <a:ea typeface="华文楷体" panose="02010600040101010101" pitchFamily="2" charset="-122"/>
            </a:endParaRPr>
          </a:p>
        </p:txBody>
      </p:sp>
      <p:sp>
        <p:nvSpPr>
          <p:cNvPr id="113693" name="Text Box 29"/>
          <p:cNvSpPr txBox="1"/>
          <p:nvPr/>
        </p:nvSpPr>
        <p:spPr>
          <a:xfrm>
            <a:off x="5712619" y="4595019"/>
            <a:ext cx="488950" cy="460375"/>
          </a:xfrm>
          <a:prstGeom prst="rect">
            <a:avLst/>
          </a:prstGeom>
          <a:noFill/>
          <a:ln w="12700">
            <a:noFill/>
          </a:ln>
        </p:spPr>
        <p:txBody>
          <a:bodyPr wrap="none" lIns="92075" tIns="46038" rIns="92075" bIns="46038" anchor="ctr" anchorCtr="0">
            <a:spAutoFit/>
          </a:bodyPr>
          <a:p>
            <a:pPr algn="ctr">
              <a:spcBef>
                <a:spcPct val="50000"/>
              </a:spcBef>
              <a:buClr>
                <a:schemeClr val="accent2"/>
              </a:buClr>
              <a:buSzPct val="75000"/>
              <a:buFont typeface="Monotype Sorts" pitchFamily="2" charset="2"/>
            </a:pPr>
            <a:r>
              <a:rPr lang="zh-CN" altLang="en-US" dirty="0">
                <a:solidFill>
                  <a:schemeClr val="bg1"/>
                </a:solidFill>
                <a:latin typeface="Times New Roman" panose="02020603050405020304" pitchFamily="18" charset="0"/>
              </a:rPr>
              <a:t>则</a:t>
            </a:r>
            <a:endParaRPr lang="zh-CN" altLang="en-US" dirty="0">
              <a:solidFill>
                <a:schemeClr val="bg1"/>
              </a:solidFill>
              <a:latin typeface="Times New Roman" panose="02020603050405020304" pitchFamily="18" charset="0"/>
            </a:endParaRPr>
          </a:p>
        </p:txBody>
      </p:sp>
      <p:sp>
        <p:nvSpPr>
          <p:cNvPr id="113694" name="Text Box 30"/>
          <p:cNvSpPr txBox="1"/>
          <p:nvPr/>
        </p:nvSpPr>
        <p:spPr>
          <a:xfrm>
            <a:off x="6505893" y="704691"/>
            <a:ext cx="2232025" cy="607695"/>
          </a:xfrm>
          <a:prstGeom prst="rect">
            <a:avLst/>
          </a:prstGeom>
          <a:noFill/>
          <a:ln w="12700">
            <a:noFill/>
          </a:ln>
        </p:spPr>
        <p:txBody>
          <a:bodyPr lIns="92075" tIns="46038" rIns="92075" bIns="46038" anchor="ctr" anchorCtr="0">
            <a:spAutoFit/>
          </a:bodyPr>
          <a:p>
            <a:pPr algn="l" eaLnBrk="0" hangingPunct="0">
              <a:lnSpc>
                <a:spcPct val="120000"/>
              </a:lnSpc>
              <a:spcBef>
                <a:spcPct val="50000"/>
              </a:spcBef>
              <a:buClrTx/>
              <a:buSzTx/>
              <a:buFontTx/>
            </a:pPr>
            <a:r>
              <a:rPr kumimoji="1" lang="zh-CN" altLang="en-US" sz="2800" dirty="0" smtClean="0">
                <a:latin typeface="华文楷体" panose="02010600040101010101" pitchFamily="2" charset="-122"/>
                <a:ea typeface="华文楷体" panose="02010600040101010101" pitchFamily="2" charset="-122"/>
              </a:rPr>
              <a:t>求电流 </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i</a:t>
            </a:r>
            <a:r>
              <a:rPr kumimoji="1" lang="zh-CN" altLang="en-US" sz="2800" dirty="0" smtClean="0">
                <a:latin typeface="华文楷体" panose="02010600040101010101" pitchFamily="2" charset="-122"/>
                <a:ea typeface="华文楷体" panose="02010600040101010101" pitchFamily="2" charset="-122"/>
              </a:rPr>
              <a:t>。</a:t>
            </a:r>
            <a:endParaRPr kumimoji="1" lang="zh-CN" altLang="en-US" sz="2800" dirty="0" smtClean="0">
              <a:latin typeface="华文楷体" panose="02010600040101010101" pitchFamily="2" charset="-122"/>
              <a:ea typeface="华文楷体" panose="02010600040101010101" pitchFamily="2" charset="-122"/>
            </a:endParaRPr>
          </a:p>
        </p:txBody>
      </p:sp>
      <p:sp>
        <p:nvSpPr>
          <p:cNvPr id="113695" name="Text Box 31"/>
          <p:cNvSpPr txBox="1"/>
          <p:nvPr/>
        </p:nvSpPr>
        <p:spPr>
          <a:xfrm>
            <a:off x="1476058" y="822801"/>
            <a:ext cx="5976937" cy="460375"/>
          </a:xfrm>
          <a:prstGeom prst="rect">
            <a:avLst/>
          </a:prstGeom>
          <a:noFill/>
          <a:ln w="12700">
            <a:noFill/>
          </a:ln>
        </p:spPr>
        <p:txBody>
          <a:bodyPr lIns="92075" tIns="46038" rIns="92075" bIns="46038" anchor="ctr" anchorCtr="0">
            <a:spAutoFit/>
          </a:bodyPr>
          <a:p>
            <a:pPr algn="ctr">
              <a:spcBef>
                <a:spcPct val="50000"/>
              </a:spcBef>
              <a:buClr>
                <a:schemeClr val="accent2"/>
              </a:buClr>
              <a:buSzPct val="75000"/>
              <a:buFont typeface="Monotype Sorts" pitchFamily="2" charset="2"/>
            </a:pPr>
            <a:r>
              <a:rPr lang="en-US" altLang="zh-CN" b="0" i="1" dirty="0">
                <a:latin typeface="Times New Roman" panose="02020603050405020304" pitchFamily="18" charset="0"/>
                <a:ea typeface="宋体" panose="02010600030101010101" pitchFamily="2" charset="-122"/>
              </a:rPr>
              <a:t>R</a:t>
            </a:r>
            <a:r>
              <a:rPr lang="en-US" altLang="zh-CN" b="0" baseline="-25000" dirty="0">
                <a:latin typeface="Times New Roman" panose="02020603050405020304" pitchFamily="18" charset="0"/>
                <a:ea typeface="宋体" panose="02010600030101010101" pitchFamily="2" charset="-122"/>
              </a:rPr>
              <a:t>L</a:t>
            </a:r>
            <a:r>
              <a:rPr lang="en-US" altLang="zh-CN" b="0" dirty="0">
                <a:latin typeface="Times New Roman" panose="02020603050405020304" pitchFamily="18" charset="0"/>
                <a:ea typeface="宋体" panose="02010600030101010101" pitchFamily="2" charset="-122"/>
              </a:rPr>
              <a:t>=2</a:t>
            </a:r>
            <a:r>
              <a:rPr lang="en-US" altLang="zh-CN" b="0" dirty="0">
                <a:latin typeface="Times New Roman" panose="02020603050405020304" pitchFamily="18" charset="0"/>
                <a:ea typeface="宋体" panose="02010600030101010101" pitchFamily="2" charset="-122"/>
                <a:sym typeface="Symbol" panose="05050102010706020507" pitchFamily="18" charset="2"/>
              </a:rPr>
              <a:t>   </a:t>
            </a:r>
            <a:r>
              <a:rPr lang="en-US" altLang="zh-CN" b="0" i="1" dirty="0">
                <a:latin typeface="Times New Roman" panose="02020603050405020304" pitchFamily="18" charset="0"/>
                <a:ea typeface="宋体" panose="02010600030101010101" pitchFamily="2" charset="-122"/>
                <a:sym typeface="Symbol" panose="05050102010706020507" pitchFamily="18" charset="2"/>
              </a:rPr>
              <a:t>R</a:t>
            </a:r>
            <a:r>
              <a:rPr lang="en-US" altLang="zh-CN" b="0" baseline="-25000" dirty="0">
                <a:latin typeface="Times New Roman" panose="02020603050405020304" pitchFamily="18" charset="0"/>
                <a:ea typeface="宋体" panose="02010600030101010101" pitchFamily="2" charset="-122"/>
              </a:rPr>
              <a:t>1</a:t>
            </a:r>
            <a:r>
              <a:rPr lang="en-US" altLang="zh-CN" b="0" dirty="0">
                <a:latin typeface="Times New Roman" panose="02020603050405020304" pitchFamily="18" charset="0"/>
                <a:ea typeface="宋体" panose="02010600030101010101" pitchFamily="2" charset="-122"/>
              </a:rPr>
              <a:t>=1 </a:t>
            </a:r>
            <a:r>
              <a:rPr lang="en-US" altLang="zh-CN" b="0" dirty="0">
                <a:latin typeface="Times New Roman" panose="02020603050405020304" pitchFamily="18" charset="0"/>
                <a:ea typeface="宋体" panose="02010600030101010101" pitchFamily="2" charset="-122"/>
                <a:sym typeface="Symbol" panose="05050102010706020507" pitchFamily="18" charset="2"/>
              </a:rPr>
              <a:t>   </a:t>
            </a:r>
            <a:r>
              <a:rPr lang="en-US" altLang="zh-CN" b="0" i="1" dirty="0">
                <a:latin typeface="Times New Roman" panose="02020603050405020304" pitchFamily="18" charset="0"/>
                <a:ea typeface="宋体" panose="02010600030101010101" pitchFamily="2" charset="-122"/>
              </a:rPr>
              <a:t>R</a:t>
            </a:r>
            <a:r>
              <a:rPr lang="en-US" altLang="zh-CN" b="0" baseline="-25000" dirty="0">
                <a:latin typeface="Times New Roman" panose="02020603050405020304" pitchFamily="18" charset="0"/>
                <a:ea typeface="宋体" panose="02010600030101010101" pitchFamily="2" charset="-122"/>
              </a:rPr>
              <a:t>2</a:t>
            </a:r>
            <a:r>
              <a:rPr lang="en-US" altLang="zh-CN" b="0" dirty="0">
                <a:latin typeface="Times New Roman" panose="02020603050405020304" pitchFamily="18" charset="0"/>
                <a:ea typeface="宋体" panose="02010600030101010101" pitchFamily="2" charset="-122"/>
              </a:rPr>
              <a:t>=1 </a:t>
            </a:r>
            <a:r>
              <a:rPr lang="en-US" altLang="zh-CN" b="0" dirty="0">
                <a:latin typeface="Times New Roman" panose="02020603050405020304" pitchFamily="18" charset="0"/>
                <a:ea typeface="宋体" panose="02010600030101010101" pitchFamily="2" charset="-122"/>
                <a:sym typeface="Symbol" panose="05050102010706020507" pitchFamily="18" charset="2"/>
              </a:rPr>
              <a:t>  </a:t>
            </a:r>
            <a:r>
              <a:rPr lang="en-US" altLang="zh-CN" b="0" i="1" dirty="0">
                <a:latin typeface="Times New Roman" panose="02020603050405020304" pitchFamily="18" charset="0"/>
                <a:ea typeface="宋体" panose="02010600030101010101" pitchFamily="2" charset="-122"/>
              </a:rPr>
              <a:t>u</a:t>
            </a:r>
            <a:r>
              <a:rPr lang="en-US" altLang="zh-CN" b="0" baseline="-25000" dirty="0">
                <a:latin typeface="Times New Roman" panose="02020603050405020304" pitchFamily="18" charset="0"/>
                <a:ea typeface="宋体" panose="02010600030101010101" pitchFamily="2" charset="-122"/>
              </a:rPr>
              <a:t>S</a:t>
            </a:r>
            <a:r>
              <a:rPr lang="en-US" altLang="zh-CN" b="0" dirty="0">
                <a:latin typeface="Times New Roman" panose="02020603050405020304" pitchFamily="18" charset="0"/>
                <a:ea typeface="宋体" panose="02010600030101010101" pitchFamily="2" charset="-122"/>
              </a:rPr>
              <a:t>=51V</a:t>
            </a:r>
            <a:r>
              <a:rPr lang="zh-CN" altLang="en-US" b="0" dirty="0">
                <a:latin typeface="Times New Roman" panose="02020603050405020304" pitchFamily="18" charset="0"/>
                <a:ea typeface="宋体" panose="02010600030101010101" pitchFamily="2" charset="-122"/>
              </a:rPr>
              <a:t>，</a:t>
            </a:r>
            <a:endParaRPr lang="zh-CN" altLang="en-US" b="0" baseline="-25000" dirty="0">
              <a:latin typeface="Times New Roman" panose="02020603050405020304" pitchFamily="18" charset="0"/>
              <a:ea typeface="宋体" panose="02010600030101010101" pitchFamily="2" charset="-122"/>
            </a:endParaRPr>
          </a:p>
        </p:txBody>
      </p:sp>
      <p:grpSp>
        <p:nvGrpSpPr>
          <p:cNvPr id="3" name="Group 32"/>
          <p:cNvGrpSpPr/>
          <p:nvPr/>
        </p:nvGrpSpPr>
        <p:grpSpPr>
          <a:xfrm>
            <a:off x="7885113" y="2492375"/>
            <a:ext cx="831850" cy="1281113"/>
            <a:chOff x="5328" y="2909"/>
            <a:chExt cx="524" cy="807"/>
          </a:xfrm>
        </p:grpSpPr>
        <p:sp>
          <p:nvSpPr>
            <p:cNvPr id="7227" name="Text Box 33"/>
            <p:cNvSpPr txBox="1"/>
            <p:nvPr/>
          </p:nvSpPr>
          <p:spPr>
            <a:xfrm>
              <a:off x="5367" y="2909"/>
              <a:ext cx="242" cy="327"/>
            </a:xfrm>
            <a:prstGeom prst="rect">
              <a:avLst/>
            </a:prstGeom>
            <a:noFill/>
            <a:ln w="12700">
              <a:noFill/>
            </a:ln>
          </p:spPr>
          <p:txBody>
            <a:bodyPr wrap="none" lIns="92075" tIns="46038" rIns="92075" bIns="46038" anchor="ctr" anchorCtr="0">
              <a:spAutoFit/>
            </a:bodyPr>
            <a:p>
              <a:pPr algn="ctr">
                <a:spcBef>
                  <a:spcPct val="50000"/>
                </a:spcBef>
                <a:buClr>
                  <a:schemeClr val="accent2"/>
                </a:buClr>
                <a:buSzPct val="75000"/>
                <a:buFont typeface="Monotype Sorts" pitchFamily="2" charset="2"/>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228" name="Text Box 34"/>
            <p:cNvSpPr txBox="1"/>
            <p:nvPr/>
          </p:nvSpPr>
          <p:spPr>
            <a:xfrm>
              <a:off x="5368" y="3389"/>
              <a:ext cx="228" cy="327"/>
            </a:xfrm>
            <a:prstGeom prst="rect">
              <a:avLst/>
            </a:prstGeom>
            <a:noFill/>
            <a:ln w="12700">
              <a:noFill/>
            </a:ln>
          </p:spPr>
          <p:txBody>
            <a:bodyPr wrap="none" lIns="92075" tIns="46038" rIns="92075" bIns="46038" anchor="ctr" anchorCtr="0">
              <a:spAutoFit/>
            </a:bodyPr>
            <a:p>
              <a:pPr algn="ctr">
                <a:spcBef>
                  <a:spcPct val="50000"/>
                </a:spcBef>
                <a:buClr>
                  <a:schemeClr val="accent2"/>
                </a:buClr>
                <a:buSzPct val="75000"/>
                <a:buFont typeface="Monotype Sorts" pitchFamily="2" charset="2"/>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229" name="Text Box 35"/>
            <p:cNvSpPr txBox="1"/>
            <p:nvPr/>
          </p:nvSpPr>
          <p:spPr>
            <a:xfrm>
              <a:off x="5328" y="3149"/>
              <a:ext cx="524" cy="327"/>
            </a:xfrm>
            <a:prstGeom prst="rect">
              <a:avLst/>
            </a:prstGeom>
            <a:noFill/>
            <a:ln w="12700">
              <a:noFill/>
            </a:ln>
          </p:spPr>
          <p:txBody>
            <a:bodyPr lIns="92075" tIns="46038" rIns="92075" bIns="46038" anchor="ctr" anchorCtr="0">
              <a:spAutoFit/>
            </a:bodyPr>
            <a:p>
              <a:pPr algn="ctr">
                <a:spcBef>
                  <a:spcPct val="50000"/>
                </a:spcBef>
                <a:buClr>
                  <a:schemeClr val="accent2"/>
                </a:buClr>
                <a:buSzPct val="75000"/>
                <a:buFont typeface="Monotype Sorts" pitchFamily="2" charset="2"/>
              </a:pPr>
              <a:r>
                <a:rPr lang="en-US" altLang="zh-CN" b="0" dirty="0">
                  <a:solidFill>
                    <a:schemeClr val="tx1"/>
                  </a:solidFill>
                  <a:latin typeface="Times New Roman" panose="02020603050405020304" pitchFamily="18" charset="0"/>
                  <a:ea typeface="宋体" panose="02010600030101010101" pitchFamily="2" charset="-122"/>
                </a:rPr>
                <a:t>2V</a:t>
              </a:r>
              <a:endParaRPr lang="en-US" altLang="zh-CN" b="0" dirty="0">
                <a:solidFill>
                  <a:schemeClr val="tx1"/>
                </a:solidFill>
                <a:latin typeface="Times New Roman" panose="02020603050405020304" pitchFamily="18" charset="0"/>
                <a:ea typeface="宋体" panose="02010600030101010101" pitchFamily="2" charset="-122"/>
              </a:endParaRPr>
            </a:p>
          </p:txBody>
        </p:sp>
      </p:grpSp>
      <p:grpSp>
        <p:nvGrpSpPr>
          <p:cNvPr id="4" name="Group 36"/>
          <p:cNvGrpSpPr/>
          <p:nvPr/>
        </p:nvGrpSpPr>
        <p:grpSpPr>
          <a:xfrm>
            <a:off x="6371299" y="3416300"/>
            <a:ext cx="1008764" cy="533401"/>
            <a:chOff x="4573" y="3264"/>
            <a:chExt cx="410" cy="336"/>
          </a:xfrm>
        </p:grpSpPr>
        <p:sp>
          <p:nvSpPr>
            <p:cNvPr id="7225" name="Line 37"/>
            <p:cNvSpPr/>
            <p:nvPr/>
          </p:nvSpPr>
          <p:spPr>
            <a:xfrm>
              <a:off x="4573" y="3312"/>
              <a:ext cx="0" cy="288"/>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7226" name="Text Box 38"/>
            <p:cNvSpPr/>
            <p:nvPr/>
          </p:nvSpPr>
          <p:spPr>
            <a:xfrm>
              <a:off x="4632" y="3264"/>
              <a:ext cx="351" cy="327"/>
            </a:xfrm>
            <a:prstGeom prst="rect">
              <a:avLst/>
            </a:prstGeom>
            <a:ln w="28575">
              <a:noFill/>
              <a:tailEnd type="triangle"/>
            </a:ln>
          </p:spPr>
          <p:style>
            <a:lnRef idx="1">
              <a:schemeClr val="accent1"/>
            </a:lnRef>
            <a:fillRef idx="0">
              <a:schemeClr val="accent1"/>
            </a:fillRef>
            <a:effectRef idx="0">
              <a:schemeClr val="accent1"/>
            </a:effectRef>
            <a:fontRef idx="minor">
              <a:schemeClr val="tx1"/>
            </a:fontRef>
          </p:style>
          <p:txBody>
            <a:bodyPr lIns="92075" tIns="46038" rIns="92075" bIns="46038" anchor="ctr" anchorCtr="0">
              <a:spAutoFit/>
            </a:bodyPr>
            <a:p>
              <a:pPr algn="ctr">
                <a:spcBef>
                  <a:spcPct val="50000"/>
                </a:spcBef>
                <a:buClr>
                  <a:schemeClr val="accent2"/>
                </a:buClr>
                <a:buSzPct val="75000"/>
                <a:buFont typeface="Monotype Sorts" pitchFamily="2" charset="2"/>
              </a:pPr>
              <a:r>
                <a:rPr lang="en-US" altLang="zh-CN" b="0" dirty="0">
                  <a:solidFill>
                    <a:schemeClr val="tx1"/>
                  </a:solidFill>
                  <a:latin typeface="Times New Roman" panose="02020603050405020304" pitchFamily="18" charset="0"/>
                  <a:ea typeface="宋体" panose="02010600030101010101" pitchFamily="2" charset="-122"/>
                </a:rPr>
                <a:t>2A</a:t>
              </a:r>
              <a:endParaRPr lang="en-US" altLang="zh-CN" b="0" dirty="0">
                <a:solidFill>
                  <a:schemeClr val="tx1"/>
                </a:solidFill>
                <a:latin typeface="Times New Roman" panose="02020603050405020304" pitchFamily="18" charset="0"/>
                <a:ea typeface="宋体" panose="02010600030101010101" pitchFamily="2" charset="-122"/>
              </a:endParaRPr>
            </a:p>
          </p:txBody>
        </p:sp>
      </p:grpSp>
      <p:grpSp>
        <p:nvGrpSpPr>
          <p:cNvPr id="5" name="Group 39"/>
          <p:cNvGrpSpPr/>
          <p:nvPr/>
        </p:nvGrpSpPr>
        <p:grpSpPr>
          <a:xfrm>
            <a:off x="5003800" y="2133600"/>
            <a:ext cx="1177925" cy="595313"/>
            <a:chOff x="4215" y="3677"/>
            <a:chExt cx="742" cy="375"/>
          </a:xfrm>
        </p:grpSpPr>
        <p:sp>
          <p:nvSpPr>
            <p:cNvPr id="7222" name="Text Box 40"/>
            <p:cNvSpPr txBox="1"/>
            <p:nvPr/>
          </p:nvSpPr>
          <p:spPr>
            <a:xfrm>
              <a:off x="4215" y="3677"/>
              <a:ext cx="242" cy="327"/>
            </a:xfrm>
            <a:prstGeom prst="rect">
              <a:avLst/>
            </a:prstGeom>
            <a:noFill/>
            <a:ln w="12700">
              <a:noFill/>
            </a:ln>
          </p:spPr>
          <p:txBody>
            <a:bodyPr wrap="none" lIns="92075" tIns="46038" rIns="92075" bIns="46038" anchor="ctr" anchorCtr="0">
              <a:spAutoFit/>
            </a:bodyPr>
            <a:p>
              <a:pPr algn="ctr">
                <a:spcBef>
                  <a:spcPct val="50000"/>
                </a:spcBef>
                <a:buClr>
                  <a:schemeClr val="accent2"/>
                </a:buClr>
                <a:buSzPct val="75000"/>
                <a:buFont typeface="Monotype Sorts" pitchFamily="2" charset="2"/>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223" name="Text Box 41"/>
            <p:cNvSpPr txBox="1"/>
            <p:nvPr/>
          </p:nvSpPr>
          <p:spPr>
            <a:xfrm>
              <a:off x="4729" y="3677"/>
              <a:ext cx="228" cy="327"/>
            </a:xfrm>
            <a:prstGeom prst="rect">
              <a:avLst/>
            </a:prstGeom>
            <a:noFill/>
            <a:ln w="12700">
              <a:noFill/>
            </a:ln>
          </p:spPr>
          <p:txBody>
            <a:bodyPr wrap="none" lIns="92075" tIns="46038" rIns="92075" bIns="46038" anchor="ctr" anchorCtr="0">
              <a:spAutoFit/>
            </a:bodyPr>
            <a:p>
              <a:pPr algn="ctr">
                <a:spcBef>
                  <a:spcPct val="50000"/>
                </a:spcBef>
                <a:buClr>
                  <a:schemeClr val="accent2"/>
                </a:buClr>
                <a:buSzPct val="75000"/>
                <a:buFont typeface="Monotype Sorts" pitchFamily="2" charset="2"/>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224" name="Text Box 42"/>
            <p:cNvSpPr txBox="1"/>
            <p:nvPr/>
          </p:nvSpPr>
          <p:spPr>
            <a:xfrm>
              <a:off x="4387" y="3725"/>
              <a:ext cx="390" cy="327"/>
            </a:xfrm>
            <a:prstGeom prst="rect">
              <a:avLst/>
            </a:prstGeom>
            <a:noFill/>
            <a:ln w="12700">
              <a:noFill/>
            </a:ln>
          </p:spPr>
          <p:txBody>
            <a:bodyPr wrap="none" lIns="92075" tIns="46038" rIns="92075" bIns="46038" anchor="ctr" anchorCtr="0">
              <a:spAutoFit/>
            </a:bodyPr>
            <a:p>
              <a:pPr algn="ctr">
                <a:spcBef>
                  <a:spcPct val="50000"/>
                </a:spcBef>
                <a:buClr>
                  <a:schemeClr val="accent2"/>
                </a:buClr>
                <a:buSzPct val="75000"/>
                <a:buFont typeface="Monotype Sorts" pitchFamily="2" charset="2"/>
              </a:pPr>
              <a:r>
                <a:rPr lang="en-US" altLang="zh-CN" b="0" dirty="0">
                  <a:solidFill>
                    <a:schemeClr val="tx1"/>
                  </a:solidFill>
                  <a:latin typeface="Times New Roman" panose="02020603050405020304" pitchFamily="18" charset="0"/>
                  <a:ea typeface="宋体" panose="02010600030101010101" pitchFamily="2" charset="-122"/>
                </a:rPr>
                <a:t>3V</a:t>
              </a:r>
              <a:endParaRPr lang="en-US" altLang="zh-CN" b="0" dirty="0">
                <a:solidFill>
                  <a:schemeClr val="tx1"/>
                </a:solidFill>
                <a:latin typeface="Times New Roman" panose="02020603050405020304" pitchFamily="18" charset="0"/>
                <a:ea typeface="宋体" panose="02010600030101010101" pitchFamily="2" charset="-122"/>
              </a:endParaRPr>
            </a:p>
          </p:txBody>
        </p:sp>
      </p:grpSp>
      <p:grpSp>
        <p:nvGrpSpPr>
          <p:cNvPr id="6" name="Group 43"/>
          <p:cNvGrpSpPr/>
          <p:nvPr/>
        </p:nvGrpSpPr>
        <p:grpSpPr>
          <a:xfrm>
            <a:off x="3203575" y="2133600"/>
            <a:ext cx="1112838" cy="671513"/>
            <a:chOff x="2919" y="2429"/>
            <a:chExt cx="701" cy="423"/>
          </a:xfrm>
        </p:grpSpPr>
        <p:sp>
          <p:nvSpPr>
            <p:cNvPr id="7219" name="Text Box 44"/>
            <p:cNvSpPr txBox="1"/>
            <p:nvPr/>
          </p:nvSpPr>
          <p:spPr>
            <a:xfrm>
              <a:off x="2919" y="2429"/>
              <a:ext cx="242" cy="327"/>
            </a:xfrm>
            <a:prstGeom prst="rect">
              <a:avLst/>
            </a:prstGeom>
            <a:noFill/>
            <a:ln w="12700">
              <a:noFill/>
            </a:ln>
          </p:spPr>
          <p:txBody>
            <a:bodyPr wrap="none" lIns="92075" tIns="46038" rIns="92075" bIns="46038" anchor="ctr" anchorCtr="0">
              <a:spAutoFit/>
            </a:bodyPr>
            <a:p>
              <a:pPr algn="ctr">
                <a:spcBef>
                  <a:spcPct val="50000"/>
                </a:spcBef>
                <a:buClr>
                  <a:schemeClr val="accent2"/>
                </a:buClr>
                <a:buSzPct val="75000"/>
                <a:buFont typeface="Monotype Sorts" pitchFamily="2" charset="2"/>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220" name="Text Box 45"/>
            <p:cNvSpPr txBox="1"/>
            <p:nvPr/>
          </p:nvSpPr>
          <p:spPr>
            <a:xfrm>
              <a:off x="3392" y="2429"/>
              <a:ext cx="228" cy="327"/>
            </a:xfrm>
            <a:prstGeom prst="rect">
              <a:avLst/>
            </a:prstGeom>
            <a:noFill/>
            <a:ln w="12700">
              <a:noFill/>
            </a:ln>
          </p:spPr>
          <p:txBody>
            <a:bodyPr wrap="none" lIns="92075" tIns="46038" rIns="92075" bIns="46038" anchor="ctr" anchorCtr="0">
              <a:spAutoFit/>
            </a:bodyPr>
            <a:p>
              <a:pPr algn="ctr">
                <a:spcBef>
                  <a:spcPct val="50000"/>
                </a:spcBef>
                <a:buClr>
                  <a:schemeClr val="accent2"/>
                </a:buClr>
                <a:buSzPct val="75000"/>
                <a:buFont typeface="Monotype Sorts" pitchFamily="2" charset="2"/>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221" name="Text Box 46"/>
            <p:cNvSpPr txBox="1"/>
            <p:nvPr/>
          </p:nvSpPr>
          <p:spPr>
            <a:xfrm>
              <a:off x="3086" y="2525"/>
              <a:ext cx="390" cy="327"/>
            </a:xfrm>
            <a:prstGeom prst="rect">
              <a:avLst/>
            </a:prstGeom>
            <a:noFill/>
            <a:ln w="12700">
              <a:noFill/>
            </a:ln>
          </p:spPr>
          <p:txBody>
            <a:bodyPr wrap="none" lIns="92075" tIns="46038" rIns="92075" bIns="46038" anchor="ctr" anchorCtr="0">
              <a:spAutoFit/>
            </a:bodyPr>
            <a:p>
              <a:pPr algn="ctr">
                <a:spcBef>
                  <a:spcPct val="50000"/>
                </a:spcBef>
                <a:buClr>
                  <a:schemeClr val="accent2"/>
                </a:buClr>
                <a:buSzPct val="75000"/>
                <a:buFont typeface="Monotype Sorts" pitchFamily="2" charset="2"/>
              </a:pPr>
              <a:r>
                <a:rPr lang="en-US" altLang="zh-CN" b="0" dirty="0">
                  <a:solidFill>
                    <a:schemeClr val="tx1"/>
                  </a:solidFill>
                  <a:latin typeface="Times New Roman" panose="02020603050405020304" pitchFamily="18" charset="0"/>
                  <a:ea typeface="宋体" panose="02010600030101010101" pitchFamily="2" charset="-122"/>
                </a:rPr>
                <a:t>8V</a:t>
              </a:r>
              <a:endParaRPr lang="en-US" altLang="zh-CN" b="0" dirty="0">
                <a:solidFill>
                  <a:schemeClr val="tx1"/>
                </a:solidFill>
                <a:latin typeface="Times New Roman" panose="02020603050405020304" pitchFamily="18" charset="0"/>
                <a:ea typeface="宋体" panose="02010600030101010101" pitchFamily="2" charset="-122"/>
              </a:endParaRPr>
            </a:p>
          </p:txBody>
        </p:sp>
      </p:grpSp>
      <p:grpSp>
        <p:nvGrpSpPr>
          <p:cNvPr id="7" name="Group 47"/>
          <p:cNvGrpSpPr/>
          <p:nvPr/>
        </p:nvGrpSpPr>
        <p:grpSpPr>
          <a:xfrm>
            <a:off x="1547813" y="2060575"/>
            <a:ext cx="1125537" cy="661988"/>
            <a:chOff x="1329" y="463"/>
            <a:chExt cx="709" cy="417"/>
          </a:xfrm>
        </p:grpSpPr>
        <p:sp>
          <p:nvSpPr>
            <p:cNvPr id="7216" name="Text Box 48"/>
            <p:cNvSpPr txBox="1"/>
            <p:nvPr/>
          </p:nvSpPr>
          <p:spPr>
            <a:xfrm>
              <a:off x="1329" y="511"/>
              <a:ext cx="242" cy="327"/>
            </a:xfrm>
            <a:prstGeom prst="rect">
              <a:avLst/>
            </a:prstGeom>
            <a:noFill/>
            <a:ln w="12700">
              <a:noFill/>
            </a:ln>
          </p:spPr>
          <p:txBody>
            <a:bodyPr wrap="none" lIns="92075" tIns="46038" rIns="92075" bIns="46038" anchor="ctr" anchorCtr="0">
              <a:spAutoFit/>
            </a:bodyPr>
            <a:p>
              <a:pPr algn="ctr">
                <a:spcBef>
                  <a:spcPct val="50000"/>
                </a:spcBef>
                <a:buClr>
                  <a:schemeClr val="accent2"/>
                </a:buClr>
                <a:buSzPct val="75000"/>
                <a:buFont typeface="Monotype Sorts" pitchFamily="2" charset="2"/>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217" name="Text Box 49"/>
            <p:cNvSpPr txBox="1"/>
            <p:nvPr/>
          </p:nvSpPr>
          <p:spPr>
            <a:xfrm>
              <a:off x="1810" y="463"/>
              <a:ext cx="228" cy="327"/>
            </a:xfrm>
            <a:prstGeom prst="rect">
              <a:avLst/>
            </a:prstGeom>
            <a:noFill/>
            <a:ln w="12700">
              <a:noFill/>
            </a:ln>
          </p:spPr>
          <p:txBody>
            <a:bodyPr wrap="none" lIns="92075" tIns="46038" rIns="92075" bIns="46038" anchor="ctr" anchorCtr="0">
              <a:spAutoFit/>
            </a:bodyPr>
            <a:p>
              <a:pPr algn="ctr">
                <a:spcBef>
                  <a:spcPct val="50000"/>
                </a:spcBef>
                <a:buClr>
                  <a:schemeClr val="accent2"/>
                </a:buClr>
                <a:buSzPct val="75000"/>
                <a:buFont typeface="Monotype Sorts" pitchFamily="2" charset="2"/>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218" name="Text Box 50"/>
            <p:cNvSpPr txBox="1"/>
            <p:nvPr/>
          </p:nvSpPr>
          <p:spPr>
            <a:xfrm>
              <a:off x="1455" y="553"/>
              <a:ext cx="502" cy="327"/>
            </a:xfrm>
            <a:prstGeom prst="rect">
              <a:avLst/>
            </a:prstGeom>
            <a:noFill/>
            <a:ln w="12700">
              <a:noFill/>
            </a:ln>
          </p:spPr>
          <p:txBody>
            <a:bodyPr wrap="none" lIns="92075" tIns="46038" rIns="92075" bIns="46038" anchor="ctr" anchorCtr="0">
              <a:spAutoFit/>
            </a:bodyPr>
            <a:p>
              <a:pPr algn="ctr">
                <a:spcBef>
                  <a:spcPct val="50000"/>
                </a:spcBef>
                <a:buClr>
                  <a:schemeClr val="accent2"/>
                </a:buClr>
                <a:buSzPct val="75000"/>
                <a:buFont typeface="Monotype Sorts" pitchFamily="2" charset="2"/>
              </a:pPr>
              <a:r>
                <a:rPr lang="en-US" altLang="zh-CN" b="0" dirty="0">
                  <a:solidFill>
                    <a:schemeClr val="tx1"/>
                  </a:solidFill>
                  <a:latin typeface="Times New Roman" panose="02020603050405020304" pitchFamily="18" charset="0"/>
                  <a:ea typeface="宋体" panose="02010600030101010101" pitchFamily="2" charset="-122"/>
                </a:rPr>
                <a:t>21V</a:t>
              </a:r>
              <a:endParaRPr lang="en-US" altLang="zh-CN" b="0" dirty="0">
                <a:solidFill>
                  <a:schemeClr val="tx1"/>
                </a:solidFill>
                <a:latin typeface="Times New Roman" panose="02020603050405020304" pitchFamily="18" charset="0"/>
                <a:ea typeface="宋体" panose="02010600030101010101" pitchFamily="2" charset="-122"/>
              </a:endParaRPr>
            </a:p>
          </p:txBody>
        </p:sp>
      </p:grpSp>
      <p:grpSp>
        <p:nvGrpSpPr>
          <p:cNvPr id="8" name="Group 51"/>
          <p:cNvGrpSpPr/>
          <p:nvPr/>
        </p:nvGrpSpPr>
        <p:grpSpPr>
          <a:xfrm>
            <a:off x="1331913" y="2492375"/>
            <a:ext cx="1555750" cy="1527175"/>
            <a:chOff x="839" y="1570"/>
            <a:chExt cx="980" cy="962"/>
          </a:xfrm>
        </p:grpSpPr>
        <p:grpSp>
          <p:nvGrpSpPr>
            <p:cNvPr id="7212" name="Group 52"/>
            <p:cNvGrpSpPr/>
            <p:nvPr/>
          </p:nvGrpSpPr>
          <p:grpSpPr>
            <a:xfrm>
              <a:off x="930" y="1570"/>
              <a:ext cx="255" cy="711"/>
              <a:chOff x="736" y="2333"/>
              <a:chExt cx="92" cy="711"/>
            </a:xfrm>
          </p:grpSpPr>
          <p:sp>
            <p:nvSpPr>
              <p:cNvPr id="7214" name="Text Box 53"/>
              <p:cNvSpPr txBox="1"/>
              <p:nvPr/>
            </p:nvSpPr>
            <p:spPr>
              <a:xfrm>
                <a:off x="741" y="2333"/>
                <a:ext cx="87" cy="327"/>
              </a:xfrm>
              <a:prstGeom prst="rect">
                <a:avLst/>
              </a:prstGeom>
              <a:noFill/>
              <a:ln w="12700">
                <a:noFill/>
              </a:ln>
            </p:spPr>
            <p:txBody>
              <a:bodyPr wrap="none" lIns="92075" tIns="46038" rIns="92075" bIns="46038" anchor="ctr" anchorCtr="0">
                <a:spAutoFit/>
              </a:bodyPr>
              <a:p>
                <a:pPr algn="ctr">
                  <a:spcBef>
                    <a:spcPct val="50000"/>
                  </a:spcBef>
                  <a:buClr>
                    <a:schemeClr val="accent2"/>
                  </a:buClr>
                  <a:buSzPct val="75000"/>
                  <a:buFont typeface="Monotype Sorts" pitchFamily="2" charset="2"/>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215" name="Text Box 54"/>
              <p:cNvSpPr txBox="1"/>
              <p:nvPr/>
            </p:nvSpPr>
            <p:spPr>
              <a:xfrm>
                <a:off x="736" y="2717"/>
                <a:ext cx="82" cy="327"/>
              </a:xfrm>
              <a:prstGeom prst="rect">
                <a:avLst/>
              </a:prstGeom>
              <a:noFill/>
              <a:ln w="12700">
                <a:noFill/>
              </a:ln>
            </p:spPr>
            <p:txBody>
              <a:bodyPr wrap="none" lIns="92075" tIns="46038" rIns="92075" bIns="46038" anchor="ctr" anchorCtr="0">
                <a:spAutoFit/>
              </a:bodyPr>
              <a:p>
                <a:pPr algn="ctr">
                  <a:spcBef>
                    <a:spcPct val="50000"/>
                  </a:spcBef>
                  <a:buClr>
                    <a:schemeClr val="accent2"/>
                  </a:buClr>
                  <a:buSzPct val="75000"/>
                  <a:buFont typeface="Monotype Sorts" pitchFamily="2" charset="2"/>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grpSp>
        <p:sp>
          <p:nvSpPr>
            <p:cNvPr id="7213" name="Text Box 55"/>
            <p:cNvSpPr txBox="1"/>
            <p:nvPr/>
          </p:nvSpPr>
          <p:spPr>
            <a:xfrm>
              <a:off x="839" y="2205"/>
              <a:ext cx="980" cy="327"/>
            </a:xfrm>
            <a:prstGeom prst="rect">
              <a:avLst/>
            </a:prstGeom>
            <a:noFill/>
            <a:ln w="12700">
              <a:noFill/>
            </a:ln>
          </p:spPr>
          <p:txBody>
            <a:bodyPr lIns="92075" tIns="46038" rIns="92075" bIns="46038" anchor="ctr" anchorCtr="0">
              <a:spAutoFit/>
            </a:bodyPr>
            <a:p>
              <a:pPr algn="ctr">
                <a:spcBef>
                  <a:spcPct val="50000"/>
                </a:spcBef>
                <a:buClr>
                  <a:schemeClr val="accent2"/>
                </a:buClr>
                <a:buSzPct val="75000"/>
                <a:buFont typeface="Monotype Sorts" pitchFamily="2" charset="2"/>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baseline="-25000" dirty="0">
                  <a:solidFill>
                    <a:schemeClr val="tx1"/>
                  </a:solidFill>
                  <a:latin typeface="Times New Roman" panose="02020603050405020304" pitchFamily="18" charset="0"/>
                  <a:ea typeface="宋体" panose="02010600030101010101" pitchFamily="2" charset="-122"/>
                </a:rPr>
                <a:t>s</a:t>
              </a:r>
              <a:r>
                <a:rPr lang="en-US" altLang="zh-CN" b="0" baseline="30000" dirty="0">
                  <a:solidFill>
                    <a:schemeClr val="tx1"/>
                  </a:solidFill>
                  <a:latin typeface="Times New Roman" panose="02020603050405020304" pitchFamily="18" charset="0"/>
                  <a:ea typeface="宋体" panose="02010600030101010101" pitchFamily="2" charset="-122"/>
                </a:rPr>
                <a:t>'</a:t>
              </a:r>
              <a:r>
                <a:rPr lang="en-US" altLang="zh-CN" b="0" dirty="0">
                  <a:solidFill>
                    <a:schemeClr val="tx1"/>
                  </a:solidFill>
                  <a:latin typeface="Times New Roman" panose="02020603050405020304" pitchFamily="18" charset="0"/>
                  <a:ea typeface="宋体" panose="02010600030101010101" pitchFamily="2" charset="-122"/>
                </a:rPr>
                <a:t>=34V</a:t>
              </a:r>
              <a:endParaRPr lang="en-US" altLang="zh-CN" b="0" dirty="0">
                <a:solidFill>
                  <a:schemeClr val="tx1"/>
                </a:solidFill>
                <a:latin typeface="Times New Roman" panose="02020603050405020304" pitchFamily="18" charset="0"/>
                <a:ea typeface="宋体" panose="02010600030101010101" pitchFamily="2" charset="-122"/>
              </a:endParaRPr>
            </a:p>
          </p:txBody>
        </p:sp>
      </p:grpSp>
      <p:grpSp>
        <p:nvGrpSpPr>
          <p:cNvPr id="10" name="Group 56"/>
          <p:cNvGrpSpPr/>
          <p:nvPr/>
        </p:nvGrpSpPr>
        <p:grpSpPr>
          <a:xfrm>
            <a:off x="4714558" y="1478280"/>
            <a:ext cx="619125" cy="650874"/>
            <a:chOff x="4290" y="1751"/>
            <a:chExt cx="390" cy="410"/>
          </a:xfrm>
        </p:grpSpPr>
        <p:sp>
          <p:nvSpPr>
            <p:cNvPr id="7210" name="Text Box 57"/>
            <p:cNvSpPr/>
            <p:nvPr/>
          </p:nvSpPr>
          <p:spPr>
            <a:xfrm>
              <a:off x="4290" y="1751"/>
              <a:ext cx="390" cy="327"/>
            </a:xfrm>
            <a:prstGeom prst="rect">
              <a:avLst/>
            </a:prstGeom>
            <a:ln w="28575">
              <a:noFill/>
              <a:tailEnd type="triangle"/>
            </a:ln>
          </p:spPr>
          <p:style>
            <a:lnRef idx="1">
              <a:schemeClr val="accent1"/>
            </a:lnRef>
            <a:fillRef idx="0">
              <a:schemeClr val="accent1"/>
            </a:fillRef>
            <a:effectRef idx="0">
              <a:schemeClr val="accent1"/>
            </a:effectRef>
            <a:fontRef idx="minor">
              <a:schemeClr val="tx1"/>
            </a:fontRef>
          </p:style>
          <p:txBody>
            <a:bodyPr wrap="none" lIns="92075" tIns="46038" rIns="92075" bIns="46038" anchor="ctr" anchorCtr="0">
              <a:spAutoFit/>
            </a:bodyPr>
            <a:p>
              <a:pPr algn="ctr">
                <a:spcBef>
                  <a:spcPct val="50000"/>
                </a:spcBef>
                <a:buClr>
                  <a:schemeClr val="accent2"/>
                </a:buClr>
                <a:buSzPct val="75000"/>
                <a:buFont typeface="Monotype Sorts" pitchFamily="2" charset="2"/>
              </a:pPr>
              <a:r>
                <a:rPr lang="en-US" altLang="zh-CN" b="0" dirty="0">
                  <a:solidFill>
                    <a:schemeClr val="tx1"/>
                  </a:solidFill>
                  <a:latin typeface="Times New Roman" panose="02020603050405020304" pitchFamily="18" charset="0"/>
                  <a:ea typeface="宋体" panose="02010600030101010101" pitchFamily="2" charset="-122"/>
                </a:rPr>
                <a:t>3A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211" name="Line 58"/>
            <p:cNvSpPr/>
            <p:nvPr/>
          </p:nvSpPr>
          <p:spPr>
            <a:xfrm>
              <a:off x="4368" y="2161"/>
              <a:ext cx="240"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pSp>
      <p:grpSp>
        <p:nvGrpSpPr>
          <p:cNvPr id="11" name="Group 59"/>
          <p:cNvGrpSpPr/>
          <p:nvPr/>
        </p:nvGrpSpPr>
        <p:grpSpPr>
          <a:xfrm>
            <a:off x="2916238" y="1477963"/>
            <a:ext cx="619125" cy="650874"/>
            <a:chOff x="3426" y="1424"/>
            <a:chExt cx="390" cy="410"/>
          </a:xfrm>
        </p:grpSpPr>
        <p:sp>
          <p:nvSpPr>
            <p:cNvPr id="7208" name="Text Box 60"/>
            <p:cNvSpPr/>
            <p:nvPr/>
          </p:nvSpPr>
          <p:spPr>
            <a:xfrm>
              <a:off x="3426" y="1424"/>
              <a:ext cx="390" cy="327"/>
            </a:xfrm>
            <a:prstGeom prst="rect">
              <a:avLst/>
            </a:prstGeom>
            <a:ln w="28575">
              <a:noFill/>
              <a:tailEnd type="triangle"/>
            </a:ln>
          </p:spPr>
          <p:style>
            <a:lnRef idx="1">
              <a:schemeClr val="accent1"/>
            </a:lnRef>
            <a:fillRef idx="0">
              <a:schemeClr val="accent1"/>
            </a:fillRef>
            <a:effectRef idx="0">
              <a:schemeClr val="accent1"/>
            </a:effectRef>
            <a:fontRef idx="minor">
              <a:schemeClr val="tx1"/>
            </a:fontRef>
          </p:style>
          <p:txBody>
            <a:bodyPr wrap="none" lIns="92075" tIns="46038" rIns="92075" bIns="46038" anchor="ctr" anchorCtr="0">
              <a:spAutoFit/>
            </a:bodyPr>
            <a:p>
              <a:pPr algn="ctr">
                <a:spcBef>
                  <a:spcPct val="50000"/>
                </a:spcBef>
                <a:buClr>
                  <a:schemeClr val="accent2"/>
                </a:buClr>
                <a:buSzPct val="75000"/>
                <a:buFont typeface="Monotype Sorts" pitchFamily="2" charset="2"/>
              </a:pPr>
              <a:r>
                <a:rPr lang="en-US" altLang="zh-CN" b="0" dirty="0">
                  <a:solidFill>
                    <a:schemeClr val="tx1"/>
                  </a:solidFill>
                  <a:latin typeface="Times New Roman" panose="02020603050405020304" pitchFamily="18" charset="0"/>
                  <a:ea typeface="宋体" panose="02010600030101010101" pitchFamily="2" charset="-122"/>
                </a:rPr>
                <a:t>8A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209" name="Line 61"/>
            <p:cNvSpPr/>
            <p:nvPr/>
          </p:nvSpPr>
          <p:spPr>
            <a:xfrm>
              <a:off x="3504" y="1834"/>
              <a:ext cx="240"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pSp>
      <p:grpSp>
        <p:nvGrpSpPr>
          <p:cNvPr id="12" name="Group 62"/>
          <p:cNvGrpSpPr/>
          <p:nvPr/>
        </p:nvGrpSpPr>
        <p:grpSpPr>
          <a:xfrm>
            <a:off x="1187450" y="1478598"/>
            <a:ext cx="796925" cy="650874"/>
            <a:chOff x="2482" y="1546"/>
            <a:chExt cx="502" cy="410"/>
          </a:xfrm>
        </p:grpSpPr>
        <p:sp>
          <p:nvSpPr>
            <p:cNvPr id="7206" name="Text Box 63"/>
            <p:cNvSpPr txBox="1"/>
            <p:nvPr/>
          </p:nvSpPr>
          <p:spPr>
            <a:xfrm>
              <a:off x="2482" y="1546"/>
              <a:ext cx="502" cy="327"/>
            </a:xfrm>
            <a:prstGeom prst="rect">
              <a:avLst/>
            </a:prstGeom>
            <a:noFill/>
            <a:ln w="28575">
              <a:noFill/>
            </a:ln>
          </p:spPr>
          <p:txBody>
            <a:bodyPr wrap="none" lIns="92075" tIns="46038" rIns="92075" bIns="46038" anchor="ctr" anchorCtr="0">
              <a:spAutoFit/>
            </a:bodyPr>
            <a:p>
              <a:pPr algn="ctr">
                <a:spcBef>
                  <a:spcPct val="50000"/>
                </a:spcBef>
                <a:buClr>
                  <a:schemeClr val="accent2"/>
                </a:buClr>
                <a:buSzPct val="75000"/>
                <a:buFont typeface="Monotype Sorts" pitchFamily="2" charset="2"/>
              </a:pPr>
              <a:r>
                <a:rPr lang="en-US" altLang="zh-CN" b="0" dirty="0">
                  <a:solidFill>
                    <a:schemeClr val="tx1"/>
                  </a:solidFill>
                  <a:latin typeface="Times New Roman" panose="02020603050405020304" pitchFamily="18" charset="0"/>
                  <a:ea typeface="宋体" panose="02010600030101010101" pitchFamily="2" charset="-122"/>
                </a:rPr>
                <a:t>21A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207" name="Line 64"/>
            <p:cNvSpPr/>
            <p:nvPr/>
          </p:nvSpPr>
          <p:spPr>
            <a:xfrm>
              <a:off x="2601" y="1956"/>
              <a:ext cx="240"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pSp>
      <p:grpSp>
        <p:nvGrpSpPr>
          <p:cNvPr id="13" name="Group 65"/>
          <p:cNvGrpSpPr/>
          <p:nvPr/>
        </p:nvGrpSpPr>
        <p:grpSpPr>
          <a:xfrm>
            <a:off x="4586288" y="3355975"/>
            <a:ext cx="619125" cy="519113"/>
            <a:chOff x="3854" y="2228"/>
            <a:chExt cx="390" cy="327"/>
          </a:xfrm>
        </p:grpSpPr>
        <p:sp>
          <p:nvSpPr>
            <p:cNvPr id="7204" name="Text Box 66"/>
            <p:cNvSpPr/>
            <p:nvPr/>
          </p:nvSpPr>
          <p:spPr>
            <a:xfrm>
              <a:off x="3854" y="2228"/>
              <a:ext cx="390" cy="327"/>
            </a:xfrm>
            <a:prstGeom prst="rect">
              <a:avLst/>
            </a:prstGeom>
            <a:ln w="28575">
              <a:noFill/>
              <a:tailEnd type="triangle"/>
            </a:ln>
          </p:spPr>
          <p:style>
            <a:lnRef idx="1">
              <a:schemeClr val="accent1"/>
            </a:lnRef>
            <a:fillRef idx="0">
              <a:schemeClr val="accent1"/>
            </a:fillRef>
            <a:effectRef idx="0">
              <a:schemeClr val="accent1"/>
            </a:effectRef>
            <a:fontRef idx="minor">
              <a:schemeClr val="tx1"/>
            </a:fontRef>
          </p:style>
          <p:txBody>
            <a:bodyPr wrap="none" lIns="92075" tIns="46038" rIns="92075" bIns="46038" anchor="ctr" anchorCtr="0">
              <a:spAutoFit/>
            </a:bodyPr>
            <a:p>
              <a:pPr algn="ctr">
                <a:spcBef>
                  <a:spcPct val="50000"/>
                </a:spcBef>
                <a:buClr>
                  <a:schemeClr val="accent2"/>
                </a:buClr>
                <a:buSzPct val="75000"/>
                <a:buFont typeface="Monotype Sorts" pitchFamily="2" charset="2"/>
              </a:pPr>
              <a:r>
                <a:rPr lang="en-US" altLang="zh-CN" b="0" dirty="0">
                  <a:solidFill>
                    <a:schemeClr val="tx1"/>
                  </a:solidFill>
                  <a:latin typeface="Times New Roman" panose="02020603050405020304" pitchFamily="18" charset="0"/>
                  <a:ea typeface="宋体" panose="02010600030101010101" pitchFamily="2" charset="-122"/>
                </a:rPr>
                <a:t>5A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205" name="Line 67"/>
            <p:cNvSpPr/>
            <p:nvPr/>
          </p:nvSpPr>
          <p:spPr>
            <a:xfrm>
              <a:off x="3888" y="2266"/>
              <a:ext cx="0" cy="288"/>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pSp>
      <p:grpSp>
        <p:nvGrpSpPr>
          <p:cNvPr id="14" name="Group 68"/>
          <p:cNvGrpSpPr/>
          <p:nvPr/>
        </p:nvGrpSpPr>
        <p:grpSpPr>
          <a:xfrm>
            <a:off x="2916238" y="3460750"/>
            <a:ext cx="865188" cy="519113"/>
            <a:chOff x="2616" y="2228"/>
            <a:chExt cx="545" cy="327"/>
          </a:xfrm>
        </p:grpSpPr>
        <p:sp>
          <p:nvSpPr>
            <p:cNvPr id="7202" name="Text Box 69"/>
            <p:cNvSpPr/>
            <p:nvPr/>
          </p:nvSpPr>
          <p:spPr>
            <a:xfrm>
              <a:off x="2659" y="2228"/>
              <a:ext cx="502" cy="327"/>
            </a:xfrm>
            <a:prstGeom prst="rect">
              <a:avLst/>
            </a:prstGeom>
            <a:ln w="28575">
              <a:noFill/>
              <a:tailEnd type="triangle"/>
            </a:ln>
          </p:spPr>
          <p:style>
            <a:lnRef idx="1">
              <a:schemeClr val="accent1"/>
            </a:lnRef>
            <a:fillRef idx="0">
              <a:schemeClr val="accent1"/>
            </a:fillRef>
            <a:effectRef idx="0">
              <a:schemeClr val="accent1"/>
            </a:effectRef>
            <a:fontRef idx="minor">
              <a:schemeClr val="tx1"/>
            </a:fontRef>
          </p:style>
          <p:txBody>
            <a:bodyPr wrap="none" lIns="92075" tIns="46038" rIns="92075" bIns="46038" anchor="ctr" anchorCtr="0">
              <a:spAutoFit/>
            </a:bodyPr>
            <a:p>
              <a:pPr algn="ctr">
                <a:spcBef>
                  <a:spcPct val="50000"/>
                </a:spcBef>
                <a:buClr>
                  <a:schemeClr val="accent2"/>
                </a:buClr>
                <a:buSzPct val="75000"/>
                <a:buFont typeface="Monotype Sorts" pitchFamily="2" charset="2"/>
              </a:pPr>
              <a:r>
                <a:rPr lang="en-US" altLang="zh-CN" b="0" dirty="0">
                  <a:solidFill>
                    <a:schemeClr val="tx1"/>
                  </a:solidFill>
                  <a:latin typeface="Times New Roman" panose="02020603050405020304" pitchFamily="18" charset="0"/>
                  <a:ea typeface="宋体" panose="02010600030101010101" pitchFamily="2" charset="-122"/>
                </a:rPr>
                <a:t>13A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203" name="Line 70"/>
            <p:cNvSpPr/>
            <p:nvPr/>
          </p:nvSpPr>
          <p:spPr>
            <a:xfrm>
              <a:off x="2616" y="2267"/>
              <a:ext cx="0" cy="288"/>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pSp>
      <p:grpSp>
        <p:nvGrpSpPr>
          <p:cNvPr id="15" name="Group 71"/>
          <p:cNvGrpSpPr/>
          <p:nvPr/>
        </p:nvGrpSpPr>
        <p:grpSpPr>
          <a:xfrm>
            <a:off x="7221538" y="1478598"/>
            <a:ext cx="1109662" cy="658812"/>
            <a:chOff x="5032" y="1355"/>
            <a:chExt cx="699" cy="415"/>
          </a:xfrm>
        </p:grpSpPr>
        <p:sp>
          <p:nvSpPr>
            <p:cNvPr id="7200" name="Line 72"/>
            <p:cNvSpPr/>
            <p:nvPr/>
          </p:nvSpPr>
          <p:spPr>
            <a:xfrm flipV="1">
              <a:off x="5142" y="1770"/>
              <a:ext cx="240"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7201" name="Text Box 73"/>
            <p:cNvSpPr/>
            <p:nvPr/>
          </p:nvSpPr>
          <p:spPr>
            <a:xfrm>
              <a:off x="5032" y="1355"/>
              <a:ext cx="699" cy="327"/>
            </a:xfrm>
            <a:prstGeom prst="rect">
              <a:avLst/>
            </a:prstGeom>
            <a:ln w="28575">
              <a:noFill/>
              <a:tailEnd type="triangle"/>
            </a:ln>
          </p:spPr>
          <p:style>
            <a:lnRef idx="1">
              <a:schemeClr val="accent1"/>
            </a:lnRef>
            <a:fillRef idx="0">
              <a:schemeClr val="accent1"/>
            </a:fillRef>
            <a:effectRef idx="0">
              <a:schemeClr val="accent1"/>
            </a:effectRef>
            <a:fontRef idx="minor">
              <a:schemeClr val="tx1"/>
            </a:fontRef>
          </p:style>
          <p:txBody>
            <a:bodyPr wrap="none" lIns="92075" tIns="46038" rIns="92075" bIns="46038" anchor="ctr" anchorCtr="0">
              <a:spAutoFit/>
            </a:bodyPr>
            <a:p>
              <a:pPr algn="ctr">
                <a:spcBef>
                  <a:spcPct val="50000"/>
                </a:spcBef>
                <a:buClr>
                  <a:schemeClr val="accent2"/>
                </a:buClr>
                <a:buSzPct val="75000"/>
                <a:buFont typeface="Monotype Sorts" pitchFamily="2" charset="2"/>
              </a:pPr>
              <a:r>
                <a:rPr lang="en-US" altLang="zh-CN" b="0" i="1" dirty="0">
                  <a:solidFill>
                    <a:schemeClr val="tx1"/>
                  </a:solidFill>
                  <a:latin typeface="Times New Roman" panose="02020603050405020304" pitchFamily="18" charset="0"/>
                  <a:ea typeface="宋体" panose="02010600030101010101" pitchFamily="2" charset="-122"/>
                </a:rPr>
                <a:t>i </a:t>
              </a:r>
              <a:r>
                <a:rPr lang="en-US" altLang="zh-CN" b="0" dirty="0">
                  <a:solidFill>
                    <a:schemeClr val="tx1"/>
                  </a:solidFill>
                  <a:latin typeface="Times New Roman" panose="02020603050405020304" pitchFamily="18" charset="0"/>
                  <a:ea typeface="宋体" panose="02010600030101010101" pitchFamily="2" charset="-122"/>
                </a:rPr>
                <a:t>'</a:t>
              </a:r>
              <a:r>
                <a:rPr lang="en-US" altLang="zh-CN" b="0" i="1" dirty="0">
                  <a:solidFill>
                    <a:schemeClr val="tx1"/>
                  </a:solidFill>
                  <a:latin typeface="Times New Roman" panose="02020603050405020304" pitchFamily="18" charset="0"/>
                  <a:ea typeface="宋体" panose="02010600030101010101" pitchFamily="2" charset="-122"/>
                </a:rPr>
                <a:t>=</a:t>
              </a:r>
              <a:r>
                <a:rPr lang="en-US" altLang="zh-CN" b="0" dirty="0">
                  <a:solidFill>
                    <a:schemeClr val="tx1"/>
                  </a:solidFill>
                  <a:latin typeface="Times New Roman" panose="02020603050405020304" pitchFamily="18" charset="0"/>
                  <a:ea typeface="宋体" panose="02010600030101010101" pitchFamily="2" charset="-122"/>
                </a:rPr>
                <a:t>1A</a:t>
              </a:r>
              <a:endParaRPr lang="en-US" altLang="zh-CN" b="0" dirty="0">
                <a:solidFill>
                  <a:schemeClr val="tx1"/>
                </a:solidFill>
                <a:latin typeface="Times New Roman" panose="02020603050405020304" pitchFamily="18" charset="0"/>
                <a:ea typeface="宋体" panose="02010600030101010101" pitchFamily="2" charset="-122"/>
              </a:endParaRPr>
            </a:p>
          </p:txBody>
        </p:sp>
      </p:grpSp>
      <p:sp>
        <p:nvSpPr>
          <p:cNvPr id="16" name="Text Box 22"/>
          <p:cNvSpPr txBox="1">
            <a:spLocks noChangeArrowheads="1"/>
          </p:cNvSpPr>
          <p:nvPr/>
        </p:nvSpPr>
        <p:spPr bwMode="auto">
          <a:xfrm>
            <a:off x="250825" y="707390"/>
            <a:ext cx="1217930" cy="575945"/>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例</a:t>
            </a:r>
            <a:r>
              <a:rPr kumimoji="1" lang="en-US" altLang="zh-CN" sz="3200" dirty="0">
                <a:solidFill>
                  <a:schemeClr val="bg1"/>
                </a:solidFill>
                <a:latin typeface="华文新魏" panose="02010800040101010101" pitchFamily="2" charset="-122"/>
                <a:ea typeface="华文新魏" panose="02010800040101010101" pitchFamily="2" charset="-122"/>
              </a:rPr>
              <a:t>1-5</a:t>
            </a:r>
            <a:endParaRPr kumimoji="1" lang="en-US" altLang="zh-CN" sz="3200" dirty="0">
              <a:solidFill>
                <a:schemeClr val="bg1"/>
              </a:solidFill>
              <a:latin typeface="华文新魏" panose="02010800040101010101" pitchFamily="2" charset="-122"/>
              <a:ea typeface="华文新魏" panose="02010800040101010101" pitchFamily="2" charset="-122"/>
            </a:endParaRPr>
          </a:p>
        </p:txBody>
      </p:sp>
      <p:sp>
        <p:nvSpPr>
          <p:cNvPr id="17" name="Text Box 22"/>
          <p:cNvSpPr txBox="1">
            <a:spLocks noChangeArrowheads="1"/>
          </p:cNvSpPr>
          <p:nvPr/>
        </p:nvSpPr>
        <p:spPr bwMode="auto">
          <a:xfrm>
            <a:off x="419014" y="4595013"/>
            <a:ext cx="648000" cy="576000"/>
          </a:xfrm>
          <a:prstGeom prst="rect">
            <a:avLst/>
          </a:pr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解</a:t>
            </a:r>
            <a:endParaRPr kumimoji="1" lang="zh-CN" altLang="en-US" sz="3200" dirty="0">
              <a:solidFill>
                <a:schemeClr val="bg1"/>
              </a:solidFill>
              <a:latin typeface="华文新魏" panose="02010800040101010101" pitchFamily="2" charset="-122"/>
              <a:ea typeface="华文新魏" panose="02010800040101010101" pitchFamily="2" charset="-122"/>
            </a:endParaRPr>
          </a:p>
        </p:txBody>
      </p:sp>
      <p:graphicFrame>
        <p:nvGraphicFramePr>
          <p:cNvPr id="18" name="对象 17"/>
          <p:cNvGraphicFramePr/>
          <p:nvPr/>
        </p:nvGraphicFramePr>
        <p:xfrm>
          <a:off x="1332230" y="5426710"/>
          <a:ext cx="6350000" cy="848995"/>
        </p:xfrm>
        <a:graphic>
          <a:graphicData uri="http://schemas.openxmlformats.org/presentationml/2006/ole">
            <mc:AlternateContent xmlns:mc="http://schemas.openxmlformats.org/markup-compatibility/2006">
              <mc:Choice xmlns:v="urn:schemas-microsoft-com:vml" Requires="v">
                <p:oleObj spid="_x0000_s19" name="" r:id="rId1" imgW="2387600" imgH="431800" progId="Equation.KSEE3">
                  <p:embed/>
                </p:oleObj>
              </mc:Choice>
              <mc:Fallback>
                <p:oleObj name="" r:id="rId1" imgW="2387600" imgH="431800" progId="Equation.KSEE3">
                  <p:embed/>
                  <p:pic>
                    <p:nvPicPr>
                      <p:cNvPr id="0" name="图片 18"/>
                      <p:cNvPicPr/>
                      <p:nvPr/>
                    </p:nvPicPr>
                    <p:blipFill>
                      <a:blip r:embed="rId2"/>
                      <a:stretch>
                        <a:fillRect/>
                      </a:stretch>
                    </p:blipFill>
                    <p:spPr>
                      <a:xfrm>
                        <a:off x="1332230" y="5426710"/>
                        <a:ext cx="6350000" cy="848995"/>
                      </a:xfrm>
                      <a:prstGeom prst="rect">
                        <a:avLst/>
                      </a:prstGeom>
                    </p:spPr>
                  </p:pic>
                </p:oleObj>
              </mc:Fallback>
            </mc:AlternateContent>
          </a:graphicData>
        </a:graphic>
      </p:graphicFrame>
      <p:sp>
        <p:nvSpPr>
          <p:cNvPr id="2" name="标题 1"/>
          <p:cNvSpPr>
            <a:spLocks noGrp="1"/>
          </p:cNvSpPr>
          <p:nvPr>
            <p:ph type="title"/>
            <p:custDataLst>
              <p:tags r:id="rId3"/>
            </p:custDataLst>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rPr>
              <a:t>4-1 </a:t>
            </a:r>
            <a:r>
              <a:rPr lang="zh-CN" altLang="en-US">
                <a:latin typeface="微软雅黑" panose="020B0503020204020204" pitchFamily="34" charset="-122"/>
                <a:cs typeface="微软雅黑" panose="020B0503020204020204" pitchFamily="34" charset="-122"/>
              </a:rPr>
              <a:t>叠加定理</a:t>
            </a:r>
            <a:endParaRPr lang="zh-CN" altLang="en-US">
              <a:latin typeface="微软雅黑" panose="020B0503020204020204" pitchFamily="34" charset="-122"/>
              <a:cs typeface="微软雅黑" panose="020B0503020204020204" pitchFamily="34" charset="-122"/>
            </a:endParaRPr>
          </a:p>
        </p:txBody>
      </p:sp>
      <p:sp>
        <p:nvSpPr>
          <p:cNvPr id="21" name="Text Box 29"/>
          <p:cNvSpPr txBox="1"/>
          <p:nvPr>
            <p:custDataLst>
              <p:tags r:id="rId4"/>
            </p:custDataLst>
          </p:nvPr>
        </p:nvSpPr>
        <p:spPr>
          <a:xfrm>
            <a:off x="5744369" y="4564222"/>
            <a:ext cx="539750" cy="521970"/>
          </a:xfrm>
          <a:prstGeom prst="rect">
            <a:avLst/>
          </a:prstGeom>
          <a:noFill/>
          <a:ln w="12700">
            <a:noFill/>
          </a:ln>
        </p:spPr>
        <p:txBody>
          <a:bodyPr wrap="none" lIns="92075" tIns="46038" rIns="92075" bIns="46038" anchor="ctr" anchorCtr="0">
            <a:spAutoFit/>
          </a:bodyPr>
          <a:p>
            <a:pPr algn="ctr">
              <a:spcBef>
                <a:spcPct val="50000"/>
              </a:spcBef>
              <a:buClr>
                <a:schemeClr val="accent2"/>
              </a:buClr>
              <a:buSzPct val="75000"/>
              <a:buFont typeface="Monotype Sorts" pitchFamily="2" charset="2"/>
            </a:pPr>
            <a:r>
              <a:rPr lang="zh-CN" altLang="en-US" sz="2800" dirty="0">
                <a:solidFill>
                  <a:schemeClr val="tx1"/>
                </a:solidFill>
                <a:latin typeface="Times New Roman" panose="02020603050405020304" pitchFamily="18" charset="0"/>
              </a:rPr>
              <a:t>则</a:t>
            </a:r>
            <a:endParaRPr lang="zh-CN" altLang="en-US" sz="2800" dirty="0">
              <a:solidFill>
                <a:schemeClr val="tx1"/>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1000" fill="hold"/>
                                        <p:tgtEl>
                                          <p:spTgt spid="16"/>
                                        </p:tgtEl>
                                        <p:attrNameLst>
                                          <p:attrName>ppt_w</p:attrName>
                                        </p:attrNameLst>
                                      </p:cBhvr>
                                      <p:tavLst>
                                        <p:tav tm="0">
                                          <p:val>
                                            <p:fltVal val="0"/>
                                          </p:val>
                                        </p:tav>
                                        <p:tav tm="100000">
                                          <p:val>
                                            <p:strVal val="#ppt_w"/>
                                          </p:val>
                                        </p:tav>
                                      </p:tavLst>
                                    </p:anim>
                                    <p:anim calcmode="lin" valueType="num">
                                      <p:cBhvr>
                                        <p:cTn id="8" dur="1000" fill="hold"/>
                                        <p:tgtEl>
                                          <p:spTgt spid="16"/>
                                        </p:tgtEl>
                                        <p:attrNameLst>
                                          <p:attrName>ppt_h</p:attrName>
                                        </p:attrNameLst>
                                      </p:cBhvr>
                                      <p:tavLst>
                                        <p:tav tm="0">
                                          <p:val>
                                            <p:fltVal val="0"/>
                                          </p:val>
                                        </p:tav>
                                        <p:tav tm="100000">
                                          <p:val>
                                            <p:strVal val="#ppt_h"/>
                                          </p:val>
                                        </p:tav>
                                      </p:tavLst>
                                    </p:anim>
                                    <p:anim calcmode="lin" valueType="num">
                                      <p:cBhvr>
                                        <p:cTn id="9" dur="1000" fill="hold"/>
                                        <p:tgtEl>
                                          <p:spTgt spid="16"/>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6"/>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blinds(horizontal)">
                                      <p:cBhvr>
                                        <p:cTn id="14" dur="500"/>
                                        <p:tgtEl>
                                          <p:spTgt spid="20"/>
                                        </p:tgtEl>
                                      </p:cBhvr>
                                    </p:animEffect>
                                  </p:childTnLst>
                                </p:cTn>
                              </p:par>
                            </p:childTnLst>
                          </p:cTn>
                        </p:par>
                        <p:par>
                          <p:cTn id="15" fill="hold">
                            <p:stCondLst>
                              <p:cond delay="1500"/>
                            </p:stCondLst>
                            <p:childTnLst>
                              <p:par>
                                <p:cTn id="16" presetID="3" presetClass="entr" presetSubtype="10" fill="hold" grpId="0" nodeType="afterEffect">
                                  <p:stCondLst>
                                    <p:cond delay="0"/>
                                  </p:stCondLst>
                                  <p:childTnLst>
                                    <p:set>
                                      <p:cBhvr>
                                        <p:cTn id="17" dur="1" fill="hold">
                                          <p:stCondLst>
                                            <p:cond delay="0"/>
                                          </p:stCondLst>
                                        </p:cTn>
                                        <p:tgtEl>
                                          <p:spTgt spid="113695"/>
                                        </p:tgtEl>
                                        <p:attrNameLst>
                                          <p:attrName>style.visibility</p:attrName>
                                        </p:attrNameLst>
                                      </p:cBhvr>
                                      <p:to>
                                        <p:strVal val="visible"/>
                                      </p:to>
                                    </p:set>
                                    <p:animEffect transition="in" filter="blinds(horizontal)">
                                      <p:cBhvr>
                                        <p:cTn id="18" dur="500"/>
                                        <p:tgtEl>
                                          <p:spTgt spid="113695"/>
                                        </p:tgtEl>
                                      </p:cBhvr>
                                    </p:animEffect>
                                  </p:childTnLst>
                                </p:cTn>
                              </p:par>
                            </p:childTnLst>
                          </p:cTn>
                        </p:par>
                        <p:par>
                          <p:cTn id="19" fill="hold">
                            <p:stCondLst>
                              <p:cond delay="2000"/>
                            </p:stCondLst>
                            <p:childTnLst>
                              <p:par>
                                <p:cTn id="20" presetID="3" presetClass="entr" presetSubtype="10" fill="hold" grpId="0" nodeType="afterEffect">
                                  <p:stCondLst>
                                    <p:cond delay="0"/>
                                  </p:stCondLst>
                                  <p:childTnLst>
                                    <p:set>
                                      <p:cBhvr>
                                        <p:cTn id="21" dur="1" fill="hold">
                                          <p:stCondLst>
                                            <p:cond delay="0"/>
                                          </p:stCondLst>
                                        </p:cTn>
                                        <p:tgtEl>
                                          <p:spTgt spid="113694"/>
                                        </p:tgtEl>
                                        <p:attrNameLst>
                                          <p:attrName>style.visibility</p:attrName>
                                        </p:attrNameLst>
                                      </p:cBhvr>
                                      <p:to>
                                        <p:strVal val="visible"/>
                                      </p:to>
                                    </p:set>
                                    <p:animEffect transition="in" filter="blinds(horizontal)">
                                      <p:cBhvr>
                                        <p:cTn id="22" dur="500"/>
                                        <p:tgtEl>
                                          <p:spTgt spid="113694"/>
                                        </p:tgtEl>
                                      </p:cBhvr>
                                    </p:animEffect>
                                  </p:childTnLst>
                                </p:cTn>
                              </p:par>
                            </p:childTnLst>
                          </p:cTn>
                        </p:par>
                      </p:childTnLst>
                    </p:cTn>
                  </p:par>
                  <p:par>
                    <p:cTn id="23" fill="hold">
                      <p:stCondLst>
                        <p:cond delay="indefinite"/>
                      </p:stCondLst>
                      <p:childTnLst>
                        <p:par>
                          <p:cTn id="24" fill="hold">
                            <p:stCondLst>
                              <p:cond delay="0"/>
                            </p:stCondLst>
                            <p:childTnLst>
                              <p:par>
                                <p:cTn id="25" presetID="15"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p:cTn id="27" dur="1000" fill="hold"/>
                                        <p:tgtEl>
                                          <p:spTgt spid="17"/>
                                        </p:tgtEl>
                                        <p:attrNameLst>
                                          <p:attrName>ppt_w</p:attrName>
                                        </p:attrNameLst>
                                      </p:cBhvr>
                                      <p:tavLst>
                                        <p:tav tm="0">
                                          <p:val>
                                            <p:fltVal val="0"/>
                                          </p:val>
                                        </p:tav>
                                        <p:tav tm="100000">
                                          <p:val>
                                            <p:strVal val="#ppt_w"/>
                                          </p:val>
                                        </p:tav>
                                      </p:tavLst>
                                    </p:anim>
                                    <p:anim calcmode="lin" valueType="num">
                                      <p:cBhvr>
                                        <p:cTn id="28" dur="1000" fill="hold"/>
                                        <p:tgtEl>
                                          <p:spTgt spid="17"/>
                                        </p:tgtEl>
                                        <p:attrNameLst>
                                          <p:attrName>ppt_h</p:attrName>
                                        </p:attrNameLst>
                                      </p:cBhvr>
                                      <p:tavLst>
                                        <p:tav tm="0">
                                          <p:val>
                                            <p:fltVal val="0"/>
                                          </p:val>
                                        </p:tav>
                                        <p:tav tm="100000">
                                          <p:val>
                                            <p:strVal val="#ppt_h"/>
                                          </p:val>
                                        </p:tav>
                                      </p:tavLst>
                                    </p:anim>
                                    <p:anim calcmode="lin" valueType="num">
                                      <p:cBhvr>
                                        <p:cTn id="29" dur="1000" fill="hold"/>
                                        <p:tgtEl>
                                          <p:spTgt spid="17"/>
                                        </p:tgtEl>
                                        <p:attrNameLst>
                                          <p:attrName>ppt_x</p:attrName>
                                        </p:attrNameLst>
                                      </p:cBhvr>
                                      <p:tavLst>
                                        <p:tav tm="0" fmla="#ppt_x+(cos(-2*pi*(1-$))*-#ppt_x-sin(-2*pi*(1-$))*(1-#ppt_y))*(1-$)">
                                          <p:val>
                                            <p:fltVal val="0"/>
                                          </p:val>
                                        </p:tav>
                                        <p:tav tm="100000">
                                          <p:val>
                                            <p:fltVal val="1"/>
                                          </p:val>
                                        </p:tav>
                                      </p:tavLst>
                                    </p:anim>
                                    <p:anim calcmode="lin" valueType="num">
                                      <p:cBhvr>
                                        <p:cTn id="30" dur="1000" fill="hold"/>
                                        <p:tgtEl>
                                          <p:spTgt spid="1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1" fill="hold">
                      <p:stCondLst>
                        <p:cond delay="indefinite"/>
                      </p:stCondLst>
                      <p:childTnLst>
                        <p:par>
                          <p:cTn id="32" fill="hold">
                            <p:stCondLst>
                              <p:cond delay="0"/>
                            </p:stCondLst>
                            <p:childTnLst>
                              <p:par>
                                <p:cTn id="33" presetID="12" presetClass="entr" presetSubtype="8" fill="hold" grpId="0" nodeType="clickEffect">
                                  <p:stCondLst>
                                    <p:cond delay="0"/>
                                  </p:stCondLst>
                                  <p:childTnLst>
                                    <p:set>
                                      <p:cBhvr>
                                        <p:cTn id="34" dur="1" fill="hold">
                                          <p:stCondLst>
                                            <p:cond delay="0"/>
                                          </p:stCondLst>
                                        </p:cTn>
                                        <p:tgtEl>
                                          <p:spTgt spid="113692"/>
                                        </p:tgtEl>
                                        <p:attrNameLst>
                                          <p:attrName>style.visibility</p:attrName>
                                        </p:attrNameLst>
                                      </p:cBhvr>
                                      <p:to>
                                        <p:strVal val="visible"/>
                                      </p:to>
                                    </p:set>
                                    <p:animEffect transition="in" filter="slide(fromLeft)">
                                      <p:cBhvr>
                                        <p:cTn id="35" dur="500"/>
                                        <p:tgtEl>
                                          <p:spTgt spid="113692"/>
                                        </p:tgtEl>
                                      </p:cBhvr>
                                    </p:animEffect>
                                  </p:childTnLst>
                                </p:cTn>
                              </p:par>
                            </p:childTnLst>
                          </p:cTn>
                        </p:par>
                      </p:childTnLst>
                    </p:cTn>
                  </p:par>
                  <p:par>
                    <p:cTn id="36" fill="hold">
                      <p:stCondLst>
                        <p:cond delay="indefinite"/>
                      </p:stCondLst>
                      <p:childTnLst>
                        <p:par>
                          <p:cTn id="37" fill="hold">
                            <p:stCondLst>
                              <p:cond delay="0"/>
                            </p:stCondLst>
                            <p:childTnLst>
                              <p:par>
                                <p:cTn id="38" presetID="51" presetClass="entr" presetSubtype="0" fill="hold"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770" decel="100000"/>
                                        <p:tgtEl>
                                          <p:spTgt spid="15"/>
                                        </p:tgtEl>
                                      </p:cBhvr>
                                    </p:animEffect>
                                    <p:animScale>
                                      <p:cBhvr>
                                        <p:cTn id="41" dur="770" decel="100000"/>
                                        <p:tgtEl>
                                          <p:spTgt spid="15"/>
                                        </p:tgtEl>
                                      </p:cBhvr>
                                      <p:from x="10000" y="10000"/>
                                      <p:to x="200000" y="450000"/>
                                    </p:animScale>
                                    <p:animScale>
                                      <p:cBhvr>
                                        <p:cTn id="42" dur="1230" accel="100000" fill="hold">
                                          <p:stCondLst>
                                            <p:cond delay="770"/>
                                          </p:stCondLst>
                                        </p:cTn>
                                        <p:tgtEl>
                                          <p:spTgt spid="15"/>
                                        </p:tgtEl>
                                      </p:cBhvr>
                                      <p:from x="200000" y="450000"/>
                                      <p:to x="100000" y="100000"/>
                                    </p:animScale>
                                    <p:set>
                                      <p:cBhvr>
                                        <p:cTn id="43" dur="770" fill="hold"/>
                                        <p:tgtEl>
                                          <p:spTgt spid="15"/>
                                        </p:tgtEl>
                                        <p:attrNameLst>
                                          <p:attrName>ppt_x</p:attrName>
                                        </p:attrNameLst>
                                      </p:cBhvr>
                                      <p:to>
                                        <p:strVal val="(0.5)"/>
                                      </p:to>
                                    </p:set>
                                    <p:anim from="(0.5)" to="(#ppt_x)" calcmode="lin" valueType="num">
                                      <p:cBhvr>
                                        <p:cTn id="44" dur="1230" accel="100000" fill="hold">
                                          <p:stCondLst>
                                            <p:cond delay="770"/>
                                          </p:stCondLst>
                                        </p:cTn>
                                        <p:tgtEl>
                                          <p:spTgt spid="15"/>
                                        </p:tgtEl>
                                        <p:attrNameLst>
                                          <p:attrName>ppt_x</p:attrName>
                                        </p:attrNameLst>
                                      </p:cBhvr>
                                    </p:anim>
                                    <p:set>
                                      <p:cBhvr>
                                        <p:cTn id="45" dur="770" fill="hold"/>
                                        <p:tgtEl>
                                          <p:spTgt spid="15"/>
                                        </p:tgtEl>
                                        <p:attrNameLst>
                                          <p:attrName>ppt_y</p:attrName>
                                        </p:attrNameLst>
                                      </p:cBhvr>
                                      <p:to>
                                        <p:strVal val="(#ppt_y+0.4)"/>
                                      </p:to>
                                    </p:set>
                                    <p:anim from="(#ppt_y+0.4)" to="(#ppt_y)" calcmode="lin" valueType="num">
                                      <p:cBhvr>
                                        <p:cTn id="46" dur="1230" accel="100000" fill="hold">
                                          <p:stCondLst>
                                            <p:cond delay="770"/>
                                          </p:stCondLst>
                                        </p:cTn>
                                        <p:tgtEl>
                                          <p:spTgt spid="15"/>
                                        </p:tgtEl>
                                        <p:attrNameLst>
                                          <p:attrName>ppt_y</p:attrName>
                                        </p:attrNameLst>
                                      </p:cBhvr>
                                    </p:anim>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nodeType="clickEffect">
                                  <p:stCondLst>
                                    <p:cond delay="0"/>
                                  </p:stCondLst>
                                  <p:childTnLst>
                                    <p:set>
                                      <p:cBhvr>
                                        <p:cTn id="50" dur="1" fill="hold">
                                          <p:stCondLst>
                                            <p:cond delay="0"/>
                                          </p:stCondLst>
                                        </p:cTn>
                                        <p:tgtEl>
                                          <p:spTgt spid="3"/>
                                        </p:tgtEl>
                                        <p:attrNameLst>
                                          <p:attrName>style.visibility</p:attrName>
                                        </p:attrNameLst>
                                      </p:cBhvr>
                                      <p:to>
                                        <p:strVal val="visible"/>
                                      </p:to>
                                    </p:set>
                                    <p:animEffect transition="in" filter="dissolve">
                                      <p:cBhvr>
                                        <p:cTn id="51" dur="500"/>
                                        <p:tgtEl>
                                          <p:spTgt spid="3"/>
                                        </p:tgtEl>
                                      </p:cBhvr>
                                    </p:animEffec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nodeType="clickEffect">
                                  <p:stCondLst>
                                    <p:cond delay="0"/>
                                  </p:stCondLst>
                                  <p:childTnLst>
                                    <p:set>
                                      <p:cBhvr>
                                        <p:cTn id="55" dur="1" fill="hold">
                                          <p:stCondLst>
                                            <p:cond delay="0"/>
                                          </p:stCondLst>
                                        </p:cTn>
                                        <p:tgtEl>
                                          <p:spTgt spid="4"/>
                                        </p:tgtEl>
                                        <p:attrNameLst>
                                          <p:attrName>style.visibility</p:attrName>
                                        </p:attrNameLst>
                                      </p:cBhvr>
                                      <p:to>
                                        <p:strVal val="visible"/>
                                      </p:to>
                                    </p:set>
                                    <p:animEffect transition="in" filter="dissolve">
                                      <p:cBhvr>
                                        <p:cTn id="56" dur="500"/>
                                        <p:tgtEl>
                                          <p:spTgt spid="4"/>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nodeType="clickEffect">
                                  <p:stCondLst>
                                    <p:cond delay="0"/>
                                  </p:stCondLst>
                                  <p:childTnLst>
                                    <p:set>
                                      <p:cBhvr>
                                        <p:cTn id="60" dur="1" fill="hold">
                                          <p:stCondLst>
                                            <p:cond delay="0"/>
                                          </p:stCondLst>
                                        </p:cTn>
                                        <p:tgtEl>
                                          <p:spTgt spid="10"/>
                                        </p:tgtEl>
                                        <p:attrNameLst>
                                          <p:attrName>style.visibility</p:attrName>
                                        </p:attrNameLst>
                                      </p:cBhvr>
                                      <p:to>
                                        <p:strVal val="visible"/>
                                      </p:to>
                                    </p:set>
                                    <p:animEffect transition="in" filter="dissolve">
                                      <p:cBhvr>
                                        <p:cTn id="61" dur="500"/>
                                        <p:tgtEl>
                                          <p:spTgt spid="10"/>
                                        </p:tgtEl>
                                      </p:cBhvr>
                                    </p:animEffect>
                                  </p:childTnLst>
                                </p:cTn>
                              </p:par>
                            </p:childTnLst>
                          </p:cTn>
                        </p:par>
                      </p:childTnLst>
                    </p:cTn>
                  </p:par>
                  <p:par>
                    <p:cTn id="62" fill="hold">
                      <p:stCondLst>
                        <p:cond delay="indefinite"/>
                      </p:stCondLst>
                      <p:childTnLst>
                        <p:par>
                          <p:cTn id="63" fill="hold">
                            <p:stCondLst>
                              <p:cond delay="0"/>
                            </p:stCondLst>
                            <p:childTnLst>
                              <p:par>
                                <p:cTn id="64" presetID="9" presetClass="entr" presetSubtype="0" fill="hold" nodeType="clickEffect">
                                  <p:stCondLst>
                                    <p:cond delay="0"/>
                                  </p:stCondLst>
                                  <p:childTnLst>
                                    <p:set>
                                      <p:cBhvr>
                                        <p:cTn id="65" dur="1" fill="hold">
                                          <p:stCondLst>
                                            <p:cond delay="0"/>
                                          </p:stCondLst>
                                        </p:cTn>
                                        <p:tgtEl>
                                          <p:spTgt spid="5"/>
                                        </p:tgtEl>
                                        <p:attrNameLst>
                                          <p:attrName>style.visibility</p:attrName>
                                        </p:attrNameLst>
                                      </p:cBhvr>
                                      <p:to>
                                        <p:strVal val="visible"/>
                                      </p:to>
                                    </p:set>
                                    <p:animEffect transition="in" filter="dissolve">
                                      <p:cBhvr>
                                        <p:cTn id="66" dur="500"/>
                                        <p:tgtEl>
                                          <p:spTgt spid="5"/>
                                        </p:tgtEl>
                                      </p:cBhvr>
                                    </p:animEffect>
                                  </p:childTnLst>
                                </p:cTn>
                              </p:par>
                            </p:childTnLst>
                          </p:cTn>
                        </p:par>
                      </p:childTnLst>
                    </p:cTn>
                  </p:par>
                  <p:par>
                    <p:cTn id="67" fill="hold">
                      <p:stCondLst>
                        <p:cond delay="indefinite"/>
                      </p:stCondLst>
                      <p:childTnLst>
                        <p:par>
                          <p:cTn id="68" fill="hold">
                            <p:stCondLst>
                              <p:cond delay="0"/>
                            </p:stCondLst>
                            <p:childTnLst>
                              <p:par>
                                <p:cTn id="69" presetID="9" presetClass="entr" presetSubtype="0" fill="hold" nodeType="clickEffect">
                                  <p:stCondLst>
                                    <p:cond delay="0"/>
                                  </p:stCondLst>
                                  <p:childTnLst>
                                    <p:set>
                                      <p:cBhvr>
                                        <p:cTn id="70" dur="1" fill="hold">
                                          <p:stCondLst>
                                            <p:cond delay="0"/>
                                          </p:stCondLst>
                                        </p:cTn>
                                        <p:tgtEl>
                                          <p:spTgt spid="13"/>
                                        </p:tgtEl>
                                        <p:attrNameLst>
                                          <p:attrName>style.visibility</p:attrName>
                                        </p:attrNameLst>
                                      </p:cBhvr>
                                      <p:to>
                                        <p:strVal val="visible"/>
                                      </p:to>
                                    </p:set>
                                    <p:animEffect transition="in" filter="dissolve">
                                      <p:cBhvr>
                                        <p:cTn id="71" dur="500"/>
                                        <p:tgtEl>
                                          <p:spTgt spid="13"/>
                                        </p:tgtEl>
                                      </p:cBhvr>
                                    </p:animEffect>
                                  </p:childTnLst>
                                </p:cTn>
                              </p:par>
                            </p:childTnLst>
                          </p:cTn>
                        </p:par>
                      </p:childTnLst>
                    </p:cTn>
                  </p:par>
                  <p:par>
                    <p:cTn id="72" fill="hold">
                      <p:stCondLst>
                        <p:cond delay="indefinite"/>
                      </p:stCondLst>
                      <p:childTnLst>
                        <p:par>
                          <p:cTn id="73" fill="hold">
                            <p:stCondLst>
                              <p:cond delay="0"/>
                            </p:stCondLst>
                            <p:childTnLst>
                              <p:par>
                                <p:cTn id="74" presetID="9" presetClass="entr" presetSubtype="0" fill="hold" nodeType="clickEffect">
                                  <p:stCondLst>
                                    <p:cond delay="0"/>
                                  </p:stCondLst>
                                  <p:childTnLst>
                                    <p:set>
                                      <p:cBhvr>
                                        <p:cTn id="75" dur="1" fill="hold">
                                          <p:stCondLst>
                                            <p:cond delay="0"/>
                                          </p:stCondLst>
                                        </p:cTn>
                                        <p:tgtEl>
                                          <p:spTgt spid="11"/>
                                        </p:tgtEl>
                                        <p:attrNameLst>
                                          <p:attrName>style.visibility</p:attrName>
                                        </p:attrNameLst>
                                      </p:cBhvr>
                                      <p:to>
                                        <p:strVal val="visible"/>
                                      </p:to>
                                    </p:set>
                                    <p:animEffect transition="in" filter="dissolve">
                                      <p:cBhvr>
                                        <p:cTn id="76" dur="500"/>
                                        <p:tgtEl>
                                          <p:spTgt spid="11"/>
                                        </p:tgtEl>
                                      </p:cBhvr>
                                    </p:animEffect>
                                  </p:childTnLst>
                                </p:cTn>
                              </p:par>
                            </p:childTnLst>
                          </p:cTn>
                        </p:par>
                      </p:childTnLst>
                    </p:cTn>
                  </p:par>
                  <p:par>
                    <p:cTn id="77" fill="hold">
                      <p:stCondLst>
                        <p:cond delay="indefinite"/>
                      </p:stCondLst>
                      <p:childTnLst>
                        <p:par>
                          <p:cTn id="78" fill="hold">
                            <p:stCondLst>
                              <p:cond delay="0"/>
                            </p:stCondLst>
                            <p:childTnLst>
                              <p:par>
                                <p:cTn id="79" presetID="9" presetClass="entr" presetSubtype="0" fill="hold" nodeType="clickEffect">
                                  <p:stCondLst>
                                    <p:cond delay="0"/>
                                  </p:stCondLst>
                                  <p:childTnLst>
                                    <p:set>
                                      <p:cBhvr>
                                        <p:cTn id="80" dur="1" fill="hold">
                                          <p:stCondLst>
                                            <p:cond delay="0"/>
                                          </p:stCondLst>
                                        </p:cTn>
                                        <p:tgtEl>
                                          <p:spTgt spid="6"/>
                                        </p:tgtEl>
                                        <p:attrNameLst>
                                          <p:attrName>style.visibility</p:attrName>
                                        </p:attrNameLst>
                                      </p:cBhvr>
                                      <p:to>
                                        <p:strVal val="visible"/>
                                      </p:to>
                                    </p:set>
                                    <p:animEffect transition="in" filter="dissolve">
                                      <p:cBhvr>
                                        <p:cTn id="81" dur="500"/>
                                        <p:tgtEl>
                                          <p:spTgt spid="6"/>
                                        </p:tgtEl>
                                      </p:cBhvr>
                                    </p:animEffect>
                                  </p:childTnLst>
                                </p:cTn>
                              </p:par>
                            </p:childTnLst>
                          </p:cTn>
                        </p:par>
                      </p:childTnLst>
                    </p:cTn>
                  </p:par>
                  <p:par>
                    <p:cTn id="82" fill="hold">
                      <p:stCondLst>
                        <p:cond delay="indefinite"/>
                      </p:stCondLst>
                      <p:childTnLst>
                        <p:par>
                          <p:cTn id="83" fill="hold">
                            <p:stCondLst>
                              <p:cond delay="0"/>
                            </p:stCondLst>
                            <p:childTnLst>
                              <p:par>
                                <p:cTn id="84" presetID="9" presetClass="entr" presetSubtype="0" fill="hold" nodeType="clickEffect">
                                  <p:stCondLst>
                                    <p:cond delay="0"/>
                                  </p:stCondLst>
                                  <p:childTnLst>
                                    <p:set>
                                      <p:cBhvr>
                                        <p:cTn id="85" dur="1" fill="hold">
                                          <p:stCondLst>
                                            <p:cond delay="0"/>
                                          </p:stCondLst>
                                        </p:cTn>
                                        <p:tgtEl>
                                          <p:spTgt spid="14"/>
                                        </p:tgtEl>
                                        <p:attrNameLst>
                                          <p:attrName>style.visibility</p:attrName>
                                        </p:attrNameLst>
                                      </p:cBhvr>
                                      <p:to>
                                        <p:strVal val="visible"/>
                                      </p:to>
                                    </p:set>
                                    <p:animEffect transition="in" filter="dissolve">
                                      <p:cBhvr>
                                        <p:cTn id="86" dur="500"/>
                                        <p:tgtEl>
                                          <p:spTgt spid="14"/>
                                        </p:tgtEl>
                                      </p:cBhvr>
                                    </p:animEffect>
                                  </p:childTnLst>
                                </p:cTn>
                              </p:par>
                            </p:childTnLst>
                          </p:cTn>
                        </p:par>
                      </p:childTnLst>
                    </p:cTn>
                  </p:par>
                  <p:par>
                    <p:cTn id="87" fill="hold">
                      <p:stCondLst>
                        <p:cond delay="indefinite"/>
                      </p:stCondLst>
                      <p:childTnLst>
                        <p:par>
                          <p:cTn id="88" fill="hold">
                            <p:stCondLst>
                              <p:cond delay="0"/>
                            </p:stCondLst>
                            <p:childTnLst>
                              <p:par>
                                <p:cTn id="89" presetID="9" presetClass="entr" presetSubtype="0" fill="hold" nodeType="clickEffect">
                                  <p:stCondLst>
                                    <p:cond delay="0"/>
                                  </p:stCondLst>
                                  <p:childTnLst>
                                    <p:set>
                                      <p:cBhvr>
                                        <p:cTn id="90" dur="1" fill="hold">
                                          <p:stCondLst>
                                            <p:cond delay="0"/>
                                          </p:stCondLst>
                                        </p:cTn>
                                        <p:tgtEl>
                                          <p:spTgt spid="12"/>
                                        </p:tgtEl>
                                        <p:attrNameLst>
                                          <p:attrName>style.visibility</p:attrName>
                                        </p:attrNameLst>
                                      </p:cBhvr>
                                      <p:to>
                                        <p:strVal val="visible"/>
                                      </p:to>
                                    </p:set>
                                    <p:animEffect transition="in" filter="dissolve">
                                      <p:cBhvr>
                                        <p:cTn id="91" dur="500"/>
                                        <p:tgtEl>
                                          <p:spTgt spid="12"/>
                                        </p:tgtEl>
                                      </p:cBhvr>
                                    </p:animEffect>
                                  </p:childTnLst>
                                </p:cTn>
                              </p:par>
                            </p:childTnLst>
                          </p:cTn>
                        </p:par>
                      </p:childTnLst>
                    </p:cTn>
                  </p:par>
                  <p:par>
                    <p:cTn id="92" fill="hold">
                      <p:stCondLst>
                        <p:cond delay="indefinite"/>
                      </p:stCondLst>
                      <p:childTnLst>
                        <p:par>
                          <p:cTn id="93" fill="hold">
                            <p:stCondLst>
                              <p:cond delay="0"/>
                            </p:stCondLst>
                            <p:childTnLst>
                              <p:par>
                                <p:cTn id="94" presetID="20" presetClass="entr" presetSubtype="0" fill="hold" nodeType="clickEffect">
                                  <p:stCondLst>
                                    <p:cond delay="0"/>
                                  </p:stCondLst>
                                  <p:childTnLst>
                                    <p:set>
                                      <p:cBhvr>
                                        <p:cTn id="95" dur="1" fill="hold">
                                          <p:stCondLst>
                                            <p:cond delay="0"/>
                                          </p:stCondLst>
                                        </p:cTn>
                                        <p:tgtEl>
                                          <p:spTgt spid="7"/>
                                        </p:tgtEl>
                                        <p:attrNameLst>
                                          <p:attrName>style.visibility</p:attrName>
                                        </p:attrNameLst>
                                      </p:cBhvr>
                                      <p:to>
                                        <p:strVal val="visible"/>
                                      </p:to>
                                    </p:set>
                                    <p:animEffect transition="in" filter="wedge">
                                      <p:cBhvr>
                                        <p:cTn id="96" dur="2000"/>
                                        <p:tgtEl>
                                          <p:spTgt spid="7"/>
                                        </p:tgtEl>
                                      </p:cBhvr>
                                    </p:animEffect>
                                  </p:childTnLst>
                                </p:cTn>
                              </p:par>
                            </p:childTnLst>
                          </p:cTn>
                        </p:par>
                      </p:childTnLst>
                    </p:cTn>
                  </p:par>
                  <p:par>
                    <p:cTn id="97" fill="hold">
                      <p:stCondLst>
                        <p:cond delay="indefinite"/>
                      </p:stCondLst>
                      <p:childTnLst>
                        <p:par>
                          <p:cTn id="98" fill="hold">
                            <p:stCondLst>
                              <p:cond delay="0"/>
                            </p:stCondLst>
                            <p:childTnLst>
                              <p:par>
                                <p:cTn id="99" presetID="3" presetClass="entr" presetSubtype="10" fill="hold" nodeType="clickEffect">
                                  <p:stCondLst>
                                    <p:cond delay="0"/>
                                  </p:stCondLst>
                                  <p:childTnLst>
                                    <p:set>
                                      <p:cBhvr>
                                        <p:cTn id="100" dur="1" fill="hold">
                                          <p:stCondLst>
                                            <p:cond delay="0"/>
                                          </p:stCondLst>
                                        </p:cTn>
                                        <p:tgtEl>
                                          <p:spTgt spid="8"/>
                                        </p:tgtEl>
                                        <p:attrNameLst>
                                          <p:attrName>style.visibility</p:attrName>
                                        </p:attrNameLst>
                                      </p:cBhvr>
                                      <p:to>
                                        <p:strVal val="visible"/>
                                      </p:to>
                                    </p:set>
                                    <p:animEffect transition="in" filter="blinds(horizontal)">
                                      <p:cBhvr>
                                        <p:cTn id="101" dur="500"/>
                                        <p:tgtEl>
                                          <p:spTgt spid="8"/>
                                        </p:tgtEl>
                                      </p:cBhvr>
                                    </p:animEffect>
                                  </p:childTnLst>
                                </p:cTn>
                              </p:par>
                            </p:childTnLst>
                          </p:cTn>
                        </p:par>
                      </p:childTnLst>
                    </p:cTn>
                  </p:par>
                  <p:par>
                    <p:cTn id="102" fill="hold">
                      <p:stCondLst>
                        <p:cond delay="indefinite"/>
                      </p:stCondLst>
                      <p:childTnLst>
                        <p:par>
                          <p:cTn id="103" fill="hold">
                            <p:stCondLst>
                              <p:cond delay="0"/>
                            </p:stCondLst>
                            <p:childTnLst>
                              <p:par>
                                <p:cTn id="104" presetID="2" presetClass="entr" presetSubtype="4" fill="hold" nodeType="clickEffect">
                                  <p:stCondLst>
                                    <p:cond delay="0"/>
                                  </p:stCondLst>
                                  <p:childTnLst>
                                    <p:set>
                                      <p:cBhvr>
                                        <p:cTn id="105" dur="1" fill="hold">
                                          <p:stCondLst>
                                            <p:cond delay="0"/>
                                          </p:stCondLst>
                                        </p:cTn>
                                        <p:tgtEl>
                                          <p:spTgt spid="18"/>
                                        </p:tgtEl>
                                        <p:attrNameLst>
                                          <p:attrName>style.visibility</p:attrName>
                                        </p:attrNameLst>
                                      </p:cBhvr>
                                      <p:to>
                                        <p:strVal val="visible"/>
                                      </p:to>
                                    </p:set>
                                    <p:anim calcmode="lin" valueType="num">
                                      <p:cBhvr additive="base">
                                        <p:cTn id="106" dur="500" fill="hold"/>
                                        <p:tgtEl>
                                          <p:spTgt spid="18"/>
                                        </p:tgtEl>
                                        <p:attrNameLst>
                                          <p:attrName>ppt_x</p:attrName>
                                        </p:attrNameLst>
                                      </p:cBhvr>
                                      <p:tavLst>
                                        <p:tav tm="0">
                                          <p:val>
                                            <p:strVal val="#ppt_x"/>
                                          </p:val>
                                        </p:tav>
                                        <p:tav tm="100000">
                                          <p:val>
                                            <p:strVal val="#ppt_x"/>
                                          </p:val>
                                        </p:tav>
                                      </p:tavLst>
                                    </p:anim>
                                    <p:anim calcmode="lin" valueType="num">
                                      <p:cBhvr additive="base">
                                        <p:cTn id="107" dur="500" fill="hold"/>
                                        <p:tgtEl>
                                          <p:spTgt spid="18"/>
                                        </p:tgtEl>
                                        <p:attrNameLst>
                                          <p:attrName>ppt_y</p:attrName>
                                        </p:attrNameLst>
                                      </p:cBhvr>
                                      <p:tavLst>
                                        <p:tav tm="0">
                                          <p:val>
                                            <p:strVal val="1+#ppt_h/2"/>
                                          </p:val>
                                        </p:tav>
                                        <p:tav tm="100000">
                                          <p:val>
                                            <p:strVal val="#ppt_y"/>
                                          </p:val>
                                        </p:tav>
                                      </p:tavLst>
                                    </p:anim>
                                  </p:childTnLst>
                                </p:cTn>
                              </p:par>
                            </p:childTnLst>
                          </p:cTn>
                        </p:par>
                        <p:par>
                          <p:cTn id="108" fill="hold">
                            <p:stCondLst>
                              <p:cond delay="500"/>
                            </p:stCondLst>
                            <p:childTnLst>
                              <p:par>
                                <p:cTn id="109" presetID="1" presetClass="entr" presetSubtype="0" fill="hold" grpId="0" nodeType="afterEffect">
                                  <p:stCondLst>
                                    <p:cond delay="0"/>
                                  </p:stCondLst>
                                  <p:childTnLst>
                                    <p:set>
                                      <p:cBhvr>
                                        <p:cTn id="110" dur="1" fill="hold">
                                          <p:stCondLst>
                                            <p:cond delay="499"/>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92" grpId="0"/>
      <p:bldP spid="17" grpId="0" animBg="1"/>
      <p:bldP spid="16" grpId="0" bldLvl="0" animBg="1"/>
      <p:bldP spid="113695" grpId="0"/>
      <p:bldP spid="113694" grpId="0"/>
      <p:bldP spid="2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4-2 替代定理</a:t>
            </a:r>
            <a:endParaRPr lang="en-US" altLang="zh-CN">
              <a:latin typeface="微软雅黑" panose="020B0503020204020204" pitchFamily="34" charset="-122"/>
              <a:cs typeface="微软雅黑" panose="020B0503020204020204" pitchFamily="34" charset="-122"/>
            </a:endParaRPr>
          </a:p>
        </p:txBody>
      </p:sp>
      <p:sp>
        <p:nvSpPr>
          <p:cNvPr id="52226" name="Text Box 2" descr="新闻纸"/>
          <p:cNvSpPr txBox="1"/>
          <p:nvPr/>
        </p:nvSpPr>
        <p:spPr>
          <a:xfrm>
            <a:off x="0" y="786130"/>
            <a:ext cx="9144635" cy="645160"/>
          </a:xfrm>
          <a:prstGeom prst="rect">
            <a:avLst/>
          </a:prstGeom>
          <a:noFill/>
          <a:ln w="9525">
            <a:noFill/>
          </a:ln>
          <a:effectLst>
            <a:prstShdw prst="shdw17" dist="17961" dir="2699999">
              <a:srgbClr val="959595"/>
            </a:prstShdw>
          </a:effectLst>
        </p:spPr>
        <p:txBody>
          <a:bodyPr wrap="square">
            <a:spAutoFit/>
          </a:bodyPr>
          <a:p>
            <a:pPr algn="ctr">
              <a:spcBef>
                <a:spcPct val="50000"/>
              </a:spcBef>
            </a:pPr>
            <a:r>
              <a:rPr kumimoji="1" lang="en-US" altLang="zh-CN" sz="3600" b="1" dirty="0" smtClean="0">
                <a:solidFill>
                  <a:schemeClr val="tx2"/>
                </a:solidFill>
                <a:latin typeface="Times New Roman" panose="02020603050405020304" pitchFamily="18" charset="0"/>
                <a:ea typeface="微软雅黑" panose="020B0503020204020204" pitchFamily="34" charset="-122"/>
              </a:rPr>
              <a:t>4-2 替代定理</a:t>
            </a:r>
            <a:endParaRPr kumimoji="1" lang="en-US" altLang="zh-CN" sz="3600" b="1" dirty="0" smtClean="0">
              <a:solidFill>
                <a:schemeClr val="tx2"/>
              </a:solidFill>
              <a:latin typeface="Times New Roman" panose="02020603050405020304" pitchFamily="18" charset="0"/>
              <a:ea typeface="微软雅黑" panose="020B0503020204020204" pitchFamily="34" charset="-122"/>
            </a:endParaRPr>
          </a:p>
        </p:txBody>
      </p:sp>
      <p:sp>
        <p:nvSpPr>
          <p:cNvPr id="52227" name="Text Box 3"/>
          <p:cNvSpPr txBox="1"/>
          <p:nvPr/>
        </p:nvSpPr>
        <p:spPr>
          <a:xfrm>
            <a:off x="684213" y="2606358"/>
            <a:ext cx="7632700" cy="3192145"/>
          </a:xfrm>
          <a:prstGeom prst="rect">
            <a:avLst/>
          </a:prstGeom>
          <a:noFill/>
          <a:ln w="9525">
            <a:noFill/>
          </a:ln>
        </p:spPr>
        <p:txBody>
          <a:bodyPr>
            <a:spAutoFit/>
          </a:bodyPr>
          <a:p>
            <a:pPr indent="571500" algn="just">
              <a:lnSpc>
                <a:spcPct val="120000"/>
              </a:lnSpc>
            </a:pPr>
            <a:r>
              <a:rPr lang="en-US" altLang="zh-CN" dirty="0">
                <a:latin typeface="楷体_GB2312" pitchFamily="49" charset="-122"/>
              </a:rPr>
              <a:t> </a:t>
            </a:r>
            <a:r>
              <a:rPr kumimoji="1" lang="zh-CN" altLang="en-US" sz="2800" dirty="0" smtClean="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对于给定的任意一个电路，若某一支路电压为</a:t>
            </a:r>
            <a:r>
              <a:rPr lang="en-US" altLang="zh-CN" b="0" i="1" dirty="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u</a:t>
            </a:r>
            <a:r>
              <a:rPr lang="en-US" altLang="zh-CN" b="0" i="1" baseline="-25000" dirty="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k</a:t>
            </a:r>
            <a:r>
              <a:rPr kumimoji="1" lang="zh-CN" altLang="en-US" sz="2800" dirty="0" smtClean="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、电流为</a:t>
            </a:r>
            <a:r>
              <a:rPr lang="en-US" altLang="zh-CN" b="0" i="1" dirty="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b="0" i="1" baseline="-25000" dirty="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k</a:t>
            </a:r>
            <a:r>
              <a:rPr kumimoji="1" lang="zh-CN" altLang="en-US" sz="2800" dirty="0" smtClean="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，那么这条支路就可以用一个电压等于</a:t>
            </a:r>
            <a:r>
              <a:rPr lang="en-US" altLang="zh-CN" b="0" i="1" dirty="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u</a:t>
            </a:r>
            <a:r>
              <a:rPr lang="en-US" altLang="zh-CN" b="0" i="1" baseline="-25000" dirty="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k</a:t>
            </a:r>
            <a:r>
              <a:rPr kumimoji="1" lang="zh-CN" altLang="en-US" sz="2800" dirty="0" smtClean="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的独立电压源，或者用一个电流等于</a:t>
            </a:r>
            <a:r>
              <a:rPr lang="en-US" altLang="zh-CN" b="0" i="1" dirty="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b="0" i="1" baseline="-25000" dirty="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k</a:t>
            </a:r>
            <a:r>
              <a:rPr kumimoji="1" lang="zh-CN" altLang="en-US" sz="2800" dirty="0" smtClean="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的独立电流源，或用</a:t>
            </a:r>
            <a:r>
              <a:rPr lang="en-US" altLang="zh-CN" b="0" i="1" dirty="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R=u</a:t>
            </a:r>
            <a:r>
              <a:rPr lang="en-US" altLang="zh-CN" b="0" i="1" baseline="-25000" dirty="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k</a:t>
            </a:r>
            <a:r>
              <a:rPr lang="en-US" altLang="zh-CN" b="0" i="1" dirty="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b="0" i="1" baseline="-25000" dirty="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k</a:t>
            </a:r>
            <a:r>
              <a:rPr kumimoji="1" lang="zh-CN" altLang="en-US" sz="2800" dirty="0" smtClean="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的电阻来替代，替代后电路中全部电压和电流均保持原有值(解答唯一)。</a:t>
            </a:r>
            <a:endParaRPr kumimoji="1" lang="zh-CN" altLang="en-US" sz="2800" dirty="0" smtClean="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2247" name="Text Box 23"/>
          <p:cNvSpPr txBox="1"/>
          <p:nvPr/>
        </p:nvSpPr>
        <p:spPr>
          <a:xfrm>
            <a:off x="477520" y="1681798"/>
            <a:ext cx="2736850" cy="583565"/>
          </a:xfrm>
          <a:prstGeom prst="rect">
            <a:avLst/>
          </a:prstGeom>
          <a:noFill/>
          <a:ln w="9525">
            <a:noFill/>
          </a:ln>
        </p:spPr>
        <p:txBody>
          <a:bodyPr>
            <a:spAutoFit/>
          </a:bodyPr>
          <a:p>
            <a:r>
              <a:rPr lang="en-US" altLang="zh-CN" sz="3200" dirty="0">
                <a:solidFill>
                  <a:schemeClr val="bg1"/>
                </a:solidFill>
                <a:latin typeface="楷体_GB2312" pitchFamily="49" charset="-122"/>
              </a:rPr>
              <a:t> </a:t>
            </a:r>
            <a:r>
              <a:rPr kumimoji="1" lang="zh-CN" altLang="en-US" sz="3200" b="1" dirty="0" smtClean="0">
                <a:solidFill>
                  <a:schemeClr val="accent2">
                    <a:lumMod val="75000"/>
                  </a:schemeClr>
                </a:solidFill>
                <a:latin typeface="Times New Roman" panose="02020603050405020304" pitchFamily="18" charset="0"/>
                <a:ea typeface="华文中宋" panose="02010600040101010101" pitchFamily="2" charset="-122"/>
              </a:rPr>
              <a:t>1.替代定理</a:t>
            </a:r>
            <a:endParaRPr kumimoji="1" lang="zh-CN" altLang="en-US" sz="3200" b="1" dirty="0" smtClean="0">
              <a:solidFill>
                <a:schemeClr val="accent2">
                  <a:lumMod val="75000"/>
                </a:schemeClr>
              </a:solidFill>
              <a:latin typeface="Times New Roman" panose="02020603050405020304" pitchFamily="18" charset="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stCondLst>
                                    <p:cond delay="0"/>
                                  </p:stCondLst>
                                  <p:childTnLst>
                                    <p:set>
                                      <p:cBhvr>
                                        <p:cTn id="6" dur="1" fill="hold">
                                          <p:stCondLst>
                                            <p:cond delay="0"/>
                                          </p:stCondLst>
                                        </p:cTn>
                                        <p:tgtEl>
                                          <p:spTgt spid="52226"/>
                                        </p:tgtEl>
                                        <p:attrNameLst>
                                          <p:attrName>style.visibility</p:attrName>
                                        </p:attrNameLst>
                                      </p:cBhvr>
                                      <p:to>
                                        <p:strVal val="visible"/>
                                      </p:to>
                                    </p:set>
                                    <p:anim calcmode="lin" valueType="num">
                                      <p:cBhvr additive="base">
                                        <p:cTn id="7" dur="500" fill="hold"/>
                                        <p:tgtEl>
                                          <p:spTgt spid="52226"/>
                                        </p:tgtEl>
                                        <p:attrNameLst>
                                          <p:attrName>ppt_x</p:attrName>
                                        </p:attrNameLst>
                                      </p:cBhvr>
                                      <p:tavLst>
                                        <p:tav tm="0">
                                          <p:val>
                                            <p:strVal val="0-#ppt_w/2"/>
                                          </p:val>
                                        </p:tav>
                                        <p:tav tm="100000">
                                          <p:val>
                                            <p:strVal val="#ppt_x"/>
                                          </p:val>
                                        </p:tav>
                                      </p:tavLst>
                                    </p:anim>
                                    <p:anim calcmode="lin" valueType="num">
                                      <p:cBhvr additive="base">
                                        <p:cTn id="8" dur="500" fill="hold"/>
                                        <p:tgtEl>
                                          <p:spTgt spid="52226"/>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2247"/>
                                        </p:tgtEl>
                                        <p:attrNameLst>
                                          <p:attrName>style.visibility</p:attrName>
                                        </p:attrNameLst>
                                      </p:cBhvr>
                                      <p:to>
                                        <p:strVal val="visible"/>
                                      </p:to>
                                    </p:set>
                                    <p:anim calcmode="lin" valueType="num">
                                      <p:cBhvr additive="base">
                                        <p:cTn id="13" dur="500" fill="hold"/>
                                        <p:tgtEl>
                                          <p:spTgt spid="52247"/>
                                        </p:tgtEl>
                                        <p:attrNameLst>
                                          <p:attrName>ppt_x</p:attrName>
                                        </p:attrNameLst>
                                      </p:cBhvr>
                                      <p:tavLst>
                                        <p:tav tm="0">
                                          <p:val>
                                            <p:strVal val="0-#ppt_w/2"/>
                                          </p:val>
                                        </p:tav>
                                        <p:tav tm="100000">
                                          <p:val>
                                            <p:strVal val="#ppt_x"/>
                                          </p:val>
                                        </p:tav>
                                      </p:tavLst>
                                    </p:anim>
                                    <p:anim calcmode="lin" valueType="num">
                                      <p:cBhvr additive="base">
                                        <p:cTn id="14" dur="500" fill="hold"/>
                                        <p:tgtEl>
                                          <p:spTgt spid="5224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iterate type="lt">
                                    <p:tmPct val="100000"/>
                                  </p:iterate>
                                  <p:childTnLst>
                                    <p:set>
                                      <p:cBhvr>
                                        <p:cTn id="18" dur="1" fill="hold">
                                          <p:stCondLst>
                                            <p:cond delay="0"/>
                                          </p:stCondLst>
                                        </p:cTn>
                                        <p:tgtEl>
                                          <p:spTgt spid="52227"/>
                                        </p:tgtEl>
                                        <p:attrNameLst>
                                          <p:attrName>style.visibility</p:attrName>
                                        </p:attrNameLst>
                                      </p:cBhvr>
                                      <p:to>
                                        <p:strVal val="visible"/>
                                      </p:to>
                                    </p:set>
                                    <p:animEffect transition="in" filter="wipe(left)">
                                      <p:cBhvr>
                                        <p:cTn id="19" dur="100"/>
                                        <p:tgtEl>
                                          <p:spTgt spid="522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6" grpId="0" bldLvl="0" animBg="1"/>
      <p:bldP spid="52227" grpId="0"/>
      <p:bldP spid="5224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4-2 替代定理</a:t>
            </a:r>
            <a:endParaRPr lang="zh-CN" altLang="en-US"/>
          </a:p>
        </p:txBody>
      </p:sp>
      <p:sp>
        <p:nvSpPr>
          <p:cNvPr id="88083" name="AutoShape 19"/>
          <p:cNvSpPr/>
          <p:nvPr/>
        </p:nvSpPr>
        <p:spPr>
          <a:xfrm>
            <a:off x="1929130" y="1236980"/>
            <a:ext cx="1294130" cy="452755"/>
          </a:xfrm>
          <a:prstGeom prst="rightArrow">
            <a:avLst>
              <a:gd name="adj1" fmla="val 50000"/>
              <a:gd name="adj2" fmla="val 83455"/>
            </a:avLst>
          </a:prstGeom>
          <a:solidFill>
            <a:srgbClr val="00CCFF"/>
          </a:solidFill>
          <a:ln w="19050">
            <a:noFill/>
          </a:ln>
        </p:spPr>
        <p:txBody>
          <a:bodyPr wrap="square" lIns="90000" tIns="46800" rIns="90000" bIns="46800" anchor="ctr" anchorCtr="0">
            <a:noAutofit/>
          </a:bodyPr>
          <a:p>
            <a:endParaRPr lang="zh-CN" altLang="en-US" dirty="0">
              <a:solidFill>
                <a:schemeClr val="tx1"/>
              </a:solidFill>
              <a:latin typeface="Arial" panose="020B0604020202020204" pitchFamily="34" charset="0"/>
            </a:endParaRPr>
          </a:p>
        </p:txBody>
      </p:sp>
      <p:sp>
        <p:nvSpPr>
          <p:cNvPr id="88084" name="AutoShape 20"/>
          <p:cNvSpPr/>
          <p:nvPr/>
        </p:nvSpPr>
        <p:spPr>
          <a:xfrm>
            <a:off x="2733675" y="3169920"/>
            <a:ext cx="1416685" cy="480695"/>
          </a:xfrm>
          <a:prstGeom prst="rightArrow">
            <a:avLst>
              <a:gd name="adj1" fmla="val 50000"/>
              <a:gd name="adj2" fmla="val 91727"/>
            </a:avLst>
          </a:prstGeom>
          <a:solidFill>
            <a:srgbClr val="00CCFF"/>
          </a:solidFill>
          <a:ln w="19050">
            <a:noFill/>
          </a:ln>
        </p:spPr>
        <p:txBody>
          <a:bodyPr wrap="square" lIns="90000" tIns="46800" rIns="90000" bIns="46800" anchor="ctr" anchorCtr="0">
            <a:noAutofit/>
          </a:bodyPr>
          <a:p>
            <a:endParaRPr lang="zh-CN" altLang="en-US" dirty="0">
              <a:solidFill>
                <a:schemeClr val="tx1"/>
              </a:solidFill>
              <a:latin typeface="Arial" panose="020B0604020202020204" pitchFamily="34" charset="0"/>
            </a:endParaRPr>
          </a:p>
        </p:txBody>
      </p:sp>
      <p:grpSp>
        <p:nvGrpSpPr>
          <p:cNvPr id="7" name="组合 6"/>
          <p:cNvGrpSpPr/>
          <p:nvPr/>
        </p:nvGrpSpPr>
        <p:grpSpPr>
          <a:xfrm>
            <a:off x="5884545" y="4005580"/>
            <a:ext cx="1947545" cy="2376170"/>
            <a:chOff x="9240" y="6308"/>
            <a:chExt cx="3067" cy="3742"/>
          </a:xfrm>
        </p:grpSpPr>
        <p:sp>
          <p:nvSpPr>
            <p:cNvPr id="66580" name="Line 29"/>
            <p:cNvSpPr/>
            <p:nvPr/>
          </p:nvSpPr>
          <p:spPr bwMode="auto">
            <a:xfrm>
              <a:off x="10145" y="6308"/>
              <a:ext cx="0" cy="3742"/>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66581" name="Line 30"/>
            <p:cNvSpPr/>
            <p:nvPr/>
          </p:nvSpPr>
          <p:spPr>
            <a:xfrm flipH="1">
              <a:off x="10145" y="6420"/>
              <a:ext cx="3" cy="74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66582" name="Text Box 31"/>
            <p:cNvSpPr txBox="1"/>
            <p:nvPr/>
          </p:nvSpPr>
          <p:spPr>
            <a:xfrm>
              <a:off x="9278" y="6420"/>
              <a:ext cx="840" cy="817"/>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r>
                <a:rPr lang="en-US" altLang="zh-CN" b="0" i="1" baseline="-25000" dirty="0">
                  <a:solidFill>
                    <a:schemeClr val="tx1"/>
                  </a:solidFill>
                  <a:latin typeface="Times New Roman" panose="02020603050405020304" pitchFamily="18" charset="0"/>
                  <a:ea typeface="宋体" panose="02010600030101010101" pitchFamily="2" charset="-122"/>
                </a:rPr>
                <a:t>k</a:t>
              </a:r>
              <a:endParaRPr lang="en-US" altLang="zh-CN" b="0" i="1" baseline="-25000" dirty="0">
                <a:solidFill>
                  <a:schemeClr val="tx1"/>
                </a:solidFill>
                <a:latin typeface="Times New Roman" panose="02020603050405020304" pitchFamily="18" charset="0"/>
                <a:ea typeface="宋体" panose="02010600030101010101" pitchFamily="2" charset="-122"/>
              </a:endParaRPr>
            </a:p>
          </p:txBody>
        </p:sp>
        <p:sp>
          <p:nvSpPr>
            <p:cNvPr id="66583" name="Text Box 32"/>
            <p:cNvSpPr txBox="1"/>
            <p:nvPr/>
          </p:nvSpPr>
          <p:spPr>
            <a:xfrm>
              <a:off x="9465" y="7100"/>
              <a:ext cx="385"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66584" name="Text Box 33"/>
            <p:cNvSpPr txBox="1"/>
            <p:nvPr/>
          </p:nvSpPr>
          <p:spPr>
            <a:xfrm>
              <a:off x="9465" y="8575"/>
              <a:ext cx="600"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66585" name="Text Box 34"/>
            <p:cNvSpPr txBox="1"/>
            <p:nvPr/>
          </p:nvSpPr>
          <p:spPr>
            <a:xfrm>
              <a:off x="9240" y="7895"/>
              <a:ext cx="865" cy="817"/>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i="1" baseline="-25000" dirty="0">
                  <a:solidFill>
                    <a:schemeClr val="tx1"/>
                  </a:solidFill>
                  <a:latin typeface="Times New Roman" panose="02020603050405020304" pitchFamily="18" charset="0"/>
                  <a:ea typeface="宋体" panose="02010600030101010101" pitchFamily="2" charset="-122"/>
                </a:rPr>
                <a:t>k</a:t>
              </a:r>
              <a:endParaRPr lang="en-US" altLang="zh-CN" b="0" i="1" baseline="-25000" dirty="0">
                <a:solidFill>
                  <a:schemeClr val="tx1"/>
                </a:solidFill>
                <a:latin typeface="Times New Roman" panose="02020603050405020304" pitchFamily="18" charset="0"/>
                <a:ea typeface="宋体" panose="02010600030101010101" pitchFamily="2" charset="-122"/>
              </a:endParaRPr>
            </a:p>
          </p:txBody>
        </p:sp>
        <p:sp>
          <p:nvSpPr>
            <p:cNvPr id="66586" name="Rectangle 36"/>
            <p:cNvSpPr/>
            <p:nvPr/>
          </p:nvSpPr>
          <p:spPr>
            <a:xfrm>
              <a:off x="10373" y="7590"/>
              <a:ext cx="1935" cy="817"/>
            </a:xfrm>
            <a:prstGeom prst="rect">
              <a:avLst/>
            </a:prstGeom>
            <a:noFill/>
            <a:ln w="9525">
              <a:noFill/>
            </a:ln>
          </p:spPr>
          <p:txBody>
            <a:bodyPr wrap="none">
              <a:spAutoFit/>
            </a:bodyPr>
            <a:p>
              <a:r>
                <a:rPr lang="en-US" altLang="zh-CN" b="0" i="1" dirty="0">
                  <a:solidFill>
                    <a:schemeClr val="tx1"/>
                  </a:solidFill>
                  <a:latin typeface="Times New Roman" panose="02020603050405020304" pitchFamily="18" charset="0"/>
                  <a:ea typeface="仿宋_GB2312" pitchFamily="49" charset="-122"/>
                </a:rPr>
                <a:t>R=u</a:t>
              </a:r>
              <a:r>
                <a:rPr lang="en-US" altLang="zh-CN" b="0" i="1" baseline="-25000" dirty="0">
                  <a:solidFill>
                    <a:schemeClr val="tx1"/>
                  </a:solidFill>
                  <a:latin typeface="Times New Roman" panose="02020603050405020304" pitchFamily="18" charset="0"/>
                  <a:ea typeface="仿宋_GB2312" pitchFamily="49" charset="-122"/>
                </a:rPr>
                <a:t>k</a:t>
              </a:r>
              <a:r>
                <a:rPr lang="en-US" altLang="zh-CN" b="0" i="1" dirty="0">
                  <a:solidFill>
                    <a:schemeClr val="tx1"/>
                  </a:solidFill>
                  <a:latin typeface="Times New Roman" panose="02020603050405020304" pitchFamily="18" charset="0"/>
                  <a:ea typeface="仿宋_GB2312" pitchFamily="49" charset="-122"/>
                </a:rPr>
                <a:t>/i</a:t>
              </a:r>
              <a:r>
                <a:rPr lang="en-US" altLang="zh-CN" b="0" i="1" baseline="-25000" dirty="0">
                  <a:solidFill>
                    <a:schemeClr val="tx1"/>
                  </a:solidFill>
                  <a:latin typeface="Times New Roman" panose="02020603050405020304" pitchFamily="18" charset="0"/>
                  <a:ea typeface="仿宋_GB2312" pitchFamily="49" charset="-122"/>
                </a:rPr>
                <a:t>k</a:t>
              </a:r>
              <a:endParaRPr lang="en-US" altLang="zh-CN" b="0" i="1" baseline="-25000" dirty="0">
                <a:solidFill>
                  <a:schemeClr val="tx1"/>
                </a:solidFill>
                <a:latin typeface="Times New Roman" panose="02020603050405020304" pitchFamily="18" charset="0"/>
                <a:ea typeface="仿宋_GB2312" pitchFamily="49" charset="-122"/>
              </a:endParaRPr>
            </a:p>
          </p:txBody>
        </p:sp>
        <p:sp>
          <p:nvSpPr>
            <p:cNvPr id="66587" name="Rectangle 51"/>
            <p:cNvSpPr/>
            <p:nvPr/>
          </p:nvSpPr>
          <p:spPr bwMode="auto">
            <a:xfrm>
              <a:off x="9945" y="7668"/>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grpSp>
      <p:grpSp>
        <p:nvGrpSpPr>
          <p:cNvPr id="3" name="组合 2"/>
          <p:cNvGrpSpPr/>
          <p:nvPr/>
        </p:nvGrpSpPr>
        <p:grpSpPr>
          <a:xfrm>
            <a:off x="665480" y="2132965"/>
            <a:ext cx="1431925" cy="2376805"/>
            <a:chOff x="1048" y="3359"/>
            <a:chExt cx="2255" cy="3743"/>
          </a:xfrm>
        </p:grpSpPr>
        <p:grpSp>
          <p:nvGrpSpPr>
            <p:cNvPr id="2" name="Group 60"/>
            <p:cNvGrpSpPr/>
            <p:nvPr/>
          </p:nvGrpSpPr>
          <p:grpSpPr>
            <a:xfrm>
              <a:off x="1048" y="3473"/>
              <a:ext cx="2255" cy="3313"/>
              <a:chOff x="419" y="1389"/>
              <a:chExt cx="902" cy="1325"/>
            </a:xfrm>
          </p:grpSpPr>
          <p:sp>
            <p:nvSpPr>
              <p:cNvPr id="88077" name="Text Box 13"/>
              <p:cNvSpPr txBox="1">
                <a:spLocks noChangeArrowheads="1"/>
              </p:cNvSpPr>
              <p:nvPr/>
            </p:nvSpPr>
            <p:spPr bwMode="auto">
              <a:xfrm>
                <a:off x="567" y="1797"/>
                <a:ext cx="408" cy="703"/>
              </a:xfrm>
              <a:prstGeom prst="rect">
                <a:avLst/>
              </a:prstGeom>
              <a:gradFill rotWithShape="1">
                <a:gsLst>
                  <a:gs pos="0">
                    <a:schemeClr val="hlink"/>
                  </a:gs>
                  <a:gs pos="100000">
                    <a:schemeClr val="hlink">
                      <a:gamma/>
                      <a:shade val="46275"/>
                      <a:invGamma/>
                    </a:schemeClr>
                  </a:gs>
                </a:gsLst>
                <a:path path="shape">
                  <a:fillToRect l="50000" t="50000" r="50000" b="50000"/>
                </a:path>
              </a:gradFill>
              <a:ln w="9525">
                <a:noFill/>
                <a:miter lim="800000"/>
              </a:ln>
              <a:effectLst/>
            </p:spPr>
            <p:txBody>
              <a:bodyPr>
                <a:spAutoFit/>
              </a:bodyPr>
              <a:lstStyle/>
              <a:p>
                <a:pPr marR="0" algn="just" defTabSz="914400">
                  <a:lnSpc>
                    <a:spcPct val="80000"/>
                  </a:lnSpc>
                  <a:buClrTx/>
                  <a:buSzTx/>
                  <a:buFontTx/>
                  <a:buNone/>
                  <a:defRPr/>
                </a:pPr>
                <a:r>
                  <a:rPr kumimoji="1" lang="zh-CN" altLang="en-US" kern="1200" cap="none" spc="0" normalizeH="0" baseline="0" noProof="0">
                    <a:solidFill>
                      <a:schemeClr val="tx1"/>
                    </a:solidFill>
                    <a:latin typeface="楷体_GB2312" pitchFamily="49" charset="-122"/>
                    <a:ea typeface="楷体_GB2312" pitchFamily="49" charset="-122"/>
                    <a:cs typeface="+mn-cs"/>
                  </a:rPr>
                  <a:t>支</a:t>
                </a:r>
                <a:endParaRPr kumimoji="1" lang="zh-CN" altLang="en-US" kern="1200" cap="none" spc="0" normalizeH="0" baseline="0" noProof="0">
                  <a:solidFill>
                    <a:schemeClr val="tx1"/>
                  </a:solidFill>
                  <a:latin typeface="楷体_GB2312" pitchFamily="49" charset="-122"/>
                  <a:ea typeface="楷体_GB2312" pitchFamily="49" charset="-122"/>
                  <a:cs typeface="+mn-cs"/>
                </a:endParaRPr>
              </a:p>
              <a:p>
                <a:pPr marR="0" algn="just" defTabSz="914400">
                  <a:lnSpc>
                    <a:spcPct val="80000"/>
                  </a:lnSpc>
                  <a:buClrTx/>
                  <a:buSzTx/>
                  <a:buFontTx/>
                  <a:buNone/>
                  <a:defRPr/>
                </a:pPr>
                <a:r>
                  <a:rPr kumimoji="1" lang="zh-CN" altLang="en-US" kern="1200" cap="none" spc="0" normalizeH="0" baseline="0" noProof="0">
                    <a:solidFill>
                      <a:schemeClr val="tx1"/>
                    </a:solidFill>
                    <a:latin typeface="楷体_GB2312" pitchFamily="49" charset="-122"/>
                    <a:ea typeface="楷体_GB2312" pitchFamily="49" charset="-122"/>
                    <a:cs typeface="+mn-cs"/>
                  </a:rPr>
                  <a:t>路</a:t>
                </a:r>
                <a:endParaRPr kumimoji="1" lang="zh-CN" altLang="en-US" kern="1200" cap="none" spc="0" normalizeH="0" baseline="0" noProof="0">
                  <a:solidFill>
                    <a:schemeClr val="tx1"/>
                  </a:solidFill>
                  <a:latin typeface="楷体_GB2312" pitchFamily="49" charset="-122"/>
                  <a:ea typeface="楷体_GB2312" pitchFamily="49" charset="-122"/>
                  <a:cs typeface="+mn-cs"/>
                </a:endParaRPr>
              </a:p>
              <a:p>
                <a:pPr marR="0" algn="just" defTabSz="914400">
                  <a:lnSpc>
                    <a:spcPct val="80000"/>
                  </a:lnSpc>
                  <a:buClrTx/>
                  <a:buSzTx/>
                  <a:buFontTx/>
                  <a:buNone/>
                  <a:defRPr/>
                </a:pPr>
                <a:r>
                  <a:rPr kumimoji="1" lang="zh-CN" altLang="en-US" b="0" i="1" kern="1200" cap="none" spc="0" normalizeH="0" baseline="0" noProof="0">
                    <a:solidFill>
                      <a:schemeClr val="tx1"/>
                    </a:solidFill>
                    <a:latin typeface="Times New Roman" panose="02020603050405020304" pitchFamily="18" charset="0"/>
                    <a:ea typeface="楷体_GB2312" pitchFamily="49" charset="-122"/>
                    <a:cs typeface="+mn-cs"/>
                  </a:rPr>
                  <a:t> </a:t>
                </a:r>
                <a:r>
                  <a:rPr kumimoji="1" lang="en-US" altLang="zh-CN" b="0" i="1" kern="1200" cap="none" spc="0" normalizeH="0" baseline="0" noProof="0">
                    <a:solidFill>
                      <a:schemeClr val="tx1"/>
                    </a:solidFill>
                    <a:latin typeface="Times New Roman" panose="02020603050405020304" pitchFamily="18" charset="0"/>
                    <a:ea typeface="楷体_GB2312" pitchFamily="49" charset="-122"/>
                    <a:cs typeface="+mn-cs"/>
                  </a:rPr>
                  <a:t>k</a:t>
                </a:r>
                <a:r>
                  <a:rPr kumimoji="1" lang="en-US" altLang="zh-CN" kern="1200" cap="none" spc="0" normalizeH="0" baseline="0" noProof="0">
                    <a:solidFill>
                      <a:schemeClr val="tx1"/>
                    </a:solidFill>
                    <a:latin typeface="楷体_GB2312" pitchFamily="49" charset="-122"/>
                    <a:ea typeface="楷体_GB2312" pitchFamily="49" charset="-122"/>
                    <a:cs typeface="+mn-cs"/>
                  </a:rPr>
                  <a:t>      </a:t>
                </a:r>
                <a:endParaRPr kumimoji="1" lang="en-US" altLang="zh-CN" kern="1200" cap="none" spc="0" normalizeH="0" baseline="0" noProof="0">
                  <a:solidFill>
                    <a:schemeClr val="tx1"/>
                  </a:solidFill>
                  <a:latin typeface="楷体_GB2312" pitchFamily="49" charset="-122"/>
                  <a:ea typeface="楷体_GB2312" pitchFamily="49" charset="-122"/>
                  <a:cs typeface="+mn-cs"/>
                </a:endParaRPr>
              </a:p>
            </p:txBody>
          </p:sp>
          <p:sp>
            <p:nvSpPr>
              <p:cNvPr id="66600" name="Line 14"/>
              <p:cNvSpPr/>
              <p:nvPr/>
            </p:nvSpPr>
            <p:spPr>
              <a:xfrm>
                <a:off x="739" y="1434"/>
                <a:ext cx="8" cy="296"/>
              </a:xfrm>
              <a:prstGeom prst="line">
                <a:avLst/>
              </a:prstGeom>
              <a:ln w="28575" cap="flat" cmpd="sng">
                <a:solidFill>
                  <a:srgbClr val="66FFFF"/>
                </a:solidFill>
                <a:prstDash val="solid"/>
                <a:headEnd type="none" w="med" len="med"/>
                <a:tailEnd type="triangle" w="med" len="med"/>
              </a:ln>
            </p:spPr>
          </p:sp>
          <p:sp>
            <p:nvSpPr>
              <p:cNvPr id="66601" name="Text Box 15"/>
              <p:cNvSpPr txBox="1"/>
              <p:nvPr/>
            </p:nvSpPr>
            <p:spPr>
              <a:xfrm>
                <a:off x="419" y="1389"/>
                <a:ext cx="336" cy="327"/>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r>
                  <a:rPr lang="en-US" altLang="zh-CN" b="0" i="1" baseline="-25000" dirty="0">
                    <a:solidFill>
                      <a:schemeClr val="tx1"/>
                    </a:solidFill>
                    <a:latin typeface="Times New Roman" panose="02020603050405020304" pitchFamily="18" charset="0"/>
                    <a:ea typeface="宋体" panose="02010600030101010101" pitchFamily="2" charset="-122"/>
                  </a:rPr>
                  <a:t>k</a:t>
                </a:r>
                <a:endParaRPr lang="en-US" altLang="zh-CN" b="0" i="1" baseline="-25000" dirty="0">
                  <a:solidFill>
                    <a:schemeClr val="tx1"/>
                  </a:solidFill>
                  <a:latin typeface="Times New Roman" panose="02020603050405020304" pitchFamily="18" charset="0"/>
                  <a:ea typeface="宋体" panose="02010600030101010101" pitchFamily="2" charset="-122"/>
                </a:endParaRPr>
              </a:p>
            </p:txBody>
          </p:sp>
          <p:sp>
            <p:nvSpPr>
              <p:cNvPr id="66602" name="Text Box 16"/>
              <p:cNvSpPr txBox="1"/>
              <p:nvPr/>
            </p:nvSpPr>
            <p:spPr>
              <a:xfrm>
                <a:off x="975" y="1525"/>
                <a:ext cx="154" cy="32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66603" name="Text Box 17"/>
              <p:cNvSpPr txBox="1"/>
              <p:nvPr/>
            </p:nvSpPr>
            <p:spPr>
              <a:xfrm>
                <a:off x="975" y="2387"/>
                <a:ext cx="240" cy="32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66604" name="Text Box 18"/>
              <p:cNvSpPr txBox="1"/>
              <p:nvPr/>
            </p:nvSpPr>
            <p:spPr>
              <a:xfrm>
                <a:off x="975" y="1923"/>
                <a:ext cx="346" cy="327"/>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i="1" baseline="-25000" dirty="0">
                    <a:solidFill>
                      <a:schemeClr val="tx1"/>
                    </a:solidFill>
                    <a:latin typeface="Times New Roman" panose="02020603050405020304" pitchFamily="18" charset="0"/>
                    <a:ea typeface="宋体" panose="02010600030101010101" pitchFamily="2" charset="-122"/>
                  </a:rPr>
                  <a:t>k</a:t>
                </a:r>
                <a:endParaRPr lang="en-US" altLang="zh-CN" b="0" i="1" baseline="-25000" dirty="0">
                  <a:solidFill>
                    <a:schemeClr val="tx1"/>
                  </a:solidFill>
                  <a:latin typeface="Times New Roman" panose="02020603050405020304" pitchFamily="18" charset="0"/>
                  <a:ea typeface="宋体" panose="02010600030101010101" pitchFamily="2" charset="-122"/>
                </a:endParaRPr>
              </a:p>
            </p:txBody>
          </p:sp>
        </p:grpSp>
        <p:sp>
          <p:nvSpPr>
            <p:cNvPr id="8" name="Line 12"/>
            <p:cNvSpPr/>
            <p:nvPr/>
          </p:nvSpPr>
          <p:spPr bwMode="auto">
            <a:xfrm>
              <a:off x="1856" y="3359"/>
              <a:ext cx="0" cy="3743"/>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9" name="Text Box 13"/>
            <p:cNvSpPr txBox="1">
              <a:spLocks noChangeArrowheads="1"/>
            </p:cNvSpPr>
            <p:nvPr/>
          </p:nvSpPr>
          <p:spPr bwMode="auto">
            <a:xfrm>
              <a:off x="1418" y="4492"/>
              <a:ext cx="1020" cy="1758"/>
            </a:xfrm>
            <a:prstGeom prst="rect">
              <a:avLst/>
            </a:prstGeom>
            <a:solidFill>
              <a:schemeClr val="tx2">
                <a:lumMod val="20000"/>
                <a:lumOff val="80000"/>
              </a:schemeClr>
            </a:solidFill>
            <a:ln w="9525">
              <a:noFill/>
              <a:miter lim="800000"/>
            </a:ln>
            <a:effectLst/>
          </p:spPr>
          <p:txBody>
            <a:bodyPr>
              <a:noAutofit/>
            </a:bodyPr>
            <a:p>
              <a:pPr marR="0" algn="just" defTabSz="914400">
                <a:lnSpc>
                  <a:spcPct val="80000"/>
                </a:lnSpc>
                <a:buClrTx/>
                <a:buSzTx/>
                <a:buFontTx/>
                <a:buNone/>
                <a:defRPr/>
              </a:pPr>
              <a:r>
                <a:rPr kumimoji="1" lang="zh-CN" altLang="en-US" kern="1200" cap="none" spc="0" normalizeH="0" baseline="0" noProof="0">
                  <a:solidFill>
                    <a:schemeClr val="tx1"/>
                  </a:solidFill>
                  <a:latin typeface="楷体_GB2312" pitchFamily="49" charset="-122"/>
                  <a:ea typeface="楷体_GB2312" pitchFamily="49" charset="-122"/>
                  <a:cs typeface="+mn-cs"/>
                </a:rPr>
                <a:t>支</a:t>
              </a:r>
              <a:endParaRPr kumimoji="1" lang="zh-CN" altLang="en-US" kern="1200" cap="none" spc="0" normalizeH="0" baseline="0" noProof="0">
                <a:solidFill>
                  <a:schemeClr val="tx1"/>
                </a:solidFill>
                <a:latin typeface="楷体_GB2312" pitchFamily="49" charset="-122"/>
                <a:ea typeface="楷体_GB2312" pitchFamily="49" charset="-122"/>
                <a:cs typeface="+mn-cs"/>
              </a:endParaRPr>
            </a:p>
            <a:p>
              <a:pPr marR="0" algn="just" defTabSz="914400">
                <a:lnSpc>
                  <a:spcPct val="80000"/>
                </a:lnSpc>
                <a:buClrTx/>
                <a:buSzTx/>
                <a:buFontTx/>
                <a:buNone/>
                <a:defRPr/>
              </a:pPr>
              <a:r>
                <a:rPr kumimoji="1" lang="zh-CN" altLang="en-US" kern="1200" cap="none" spc="0" normalizeH="0" baseline="0" noProof="0">
                  <a:solidFill>
                    <a:schemeClr val="tx1"/>
                  </a:solidFill>
                  <a:latin typeface="楷体_GB2312" pitchFamily="49" charset="-122"/>
                  <a:ea typeface="楷体_GB2312" pitchFamily="49" charset="-122"/>
                  <a:cs typeface="+mn-cs"/>
                </a:rPr>
                <a:t>路</a:t>
              </a:r>
              <a:endParaRPr kumimoji="1" lang="zh-CN" altLang="en-US" kern="1200" cap="none" spc="0" normalizeH="0" baseline="0" noProof="0">
                <a:solidFill>
                  <a:schemeClr val="tx1"/>
                </a:solidFill>
                <a:latin typeface="楷体_GB2312" pitchFamily="49" charset="-122"/>
                <a:ea typeface="楷体_GB2312" pitchFamily="49" charset="-122"/>
                <a:cs typeface="+mn-cs"/>
              </a:endParaRPr>
            </a:p>
            <a:p>
              <a:pPr marR="0" algn="just" defTabSz="914400">
                <a:lnSpc>
                  <a:spcPct val="80000"/>
                </a:lnSpc>
                <a:buClrTx/>
                <a:buSzTx/>
                <a:buFontTx/>
                <a:buNone/>
                <a:defRPr/>
              </a:pPr>
              <a:r>
                <a:rPr kumimoji="1" lang="zh-CN" altLang="en-US" b="0" i="1" kern="1200" cap="none" spc="0" normalizeH="0" baseline="0" noProof="0">
                  <a:solidFill>
                    <a:schemeClr val="tx1"/>
                  </a:solidFill>
                  <a:latin typeface="Times New Roman" panose="02020603050405020304" pitchFamily="18" charset="0"/>
                  <a:ea typeface="楷体_GB2312" pitchFamily="49" charset="-122"/>
                  <a:cs typeface="+mn-cs"/>
                </a:rPr>
                <a:t> </a:t>
              </a:r>
              <a:r>
                <a:rPr kumimoji="1" lang="zh-CN" altLang="en-US" sz="2800" b="0" kern="1200" cap="none" spc="0" normalizeH="0" baseline="0" dirty="0" smtClean="0">
                  <a:solidFill>
                    <a:schemeClr val="tx1"/>
                  </a:solidFill>
                  <a:latin typeface="华文楷体" panose="02010600040101010101" pitchFamily="2" charset="-122"/>
                  <a:ea typeface="华文楷体" panose="02010600040101010101" pitchFamily="2" charset="-122"/>
                  <a:cs typeface="+mn-cs"/>
                </a:rPr>
                <a:t>k</a:t>
              </a:r>
              <a:r>
                <a:rPr kumimoji="1" lang="zh-CN" altLang="en-US" sz="2800" kern="1200" cap="none" spc="0" normalizeH="0" baseline="0" dirty="0" smtClean="0">
                  <a:solidFill>
                    <a:schemeClr val="tx1"/>
                  </a:solidFill>
                  <a:latin typeface="华文楷体" panose="02010600040101010101" pitchFamily="2" charset="-122"/>
                  <a:ea typeface="华文楷体" panose="02010600040101010101" pitchFamily="2" charset="-122"/>
                  <a:cs typeface="+mn-cs"/>
                </a:rPr>
                <a:t>      </a:t>
              </a:r>
              <a:endParaRPr kumimoji="1" lang="zh-CN" altLang="en-US" sz="2800" kern="1200" cap="none" spc="0" normalizeH="0" baseline="0" noProof="0" dirty="0" smtClean="0">
                <a:solidFill>
                  <a:schemeClr val="tx1"/>
                </a:solidFill>
                <a:latin typeface="华文楷体" panose="02010600040101010101" pitchFamily="2" charset="-122"/>
                <a:ea typeface="华文楷体" panose="02010600040101010101" pitchFamily="2" charset="-122"/>
                <a:cs typeface="+mn-cs"/>
              </a:endParaRPr>
            </a:p>
          </p:txBody>
        </p:sp>
        <p:sp>
          <p:nvSpPr>
            <p:cNvPr id="10" name="Line 14"/>
            <p:cNvSpPr/>
            <p:nvPr/>
          </p:nvSpPr>
          <p:spPr>
            <a:xfrm>
              <a:off x="1848" y="3584"/>
              <a:ext cx="20" cy="74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12" name="Text Box 16"/>
            <p:cNvSpPr txBox="1"/>
            <p:nvPr/>
          </p:nvSpPr>
          <p:spPr>
            <a:xfrm>
              <a:off x="2438" y="3812"/>
              <a:ext cx="38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3" name="Text Box 17"/>
            <p:cNvSpPr txBox="1"/>
            <p:nvPr/>
          </p:nvSpPr>
          <p:spPr>
            <a:xfrm>
              <a:off x="2438" y="5967"/>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4" name="Text Box 18"/>
            <p:cNvSpPr txBox="1"/>
            <p:nvPr/>
          </p:nvSpPr>
          <p:spPr>
            <a:xfrm>
              <a:off x="2438" y="4807"/>
              <a:ext cx="865"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i="1" baseline="-25000" dirty="0">
                  <a:solidFill>
                    <a:schemeClr val="tx1"/>
                  </a:solidFill>
                  <a:latin typeface="Times New Roman" panose="02020603050405020304" pitchFamily="18" charset="0"/>
                  <a:ea typeface="宋体" panose="02010600030101010101" pitchFamily="2" charset="-122"/>
                </a:rPr>
                <a:t>k</a:t>
              </a:r>
              <a:endParaRPr lang="en-US" altLang="zh-CN" b="0" i="1" baseline="-25000" dirty="0">
                <a:solidFill>
                  <a:schemeClr val="tx1"/>
                </a:solidFill>
                <a:latin typeface="Times New Roman" panose="02020603050405020304" pitchFamily="18" charset="0"/>
                <a:ea typeface="宋体" panose="02010600030101010101" pitchFamily="2" charset="-122"/>
              </a:endParaRPr>
            </a:p>
          </p:txBody>
        </p:sp>
      </p:grpSp>
      <p:grpSp>
        <p:nvGrpSpPr>
          <p:cNvPr id="5" name="组合 4"/>
          <p:cNvGrpSpPr/>
          <p:nvPr/>
        </p:nvGrpSpPr>
        <p:grpSpPr>
          <a:xfrm>
            <a:off x="3272155" y="692150"/>
            <a:ext cx="1118235" cy="2160270"/>
            <a:chOff x="5171" y="1090"/>
            <a:chExt cx="1761" cy="3402"/>
          </a:xfrm>
        </p:grpSpPr>
        <p:cxnSp>
          <p:nvCxnSpPr>
            <p:cNvPr id="66593" name="AutoShape 23"/>
            <p:cNvCxnSpPr/>
            <p:nvPr/>
          </p:nvCxnSpPr>
          <p:spPr>
            <a:xfrm>
              <a:off x="5633" y="2308"/>
              <a:ext cx="0" cy="780"/>
            </a:xfrm>
            <a:prstGeom prst="straightConnector1">
              <a:avLst/>
            </a:prstGeom>
            <a:ln w="19050" cap="flat" cmpd="sng">
              <a:solidFill>
                <a:schemeClr val="tx1"/>
              </a:solidFill>
              <a:prstDash val="solid"/>
              <a:headEnd type="none" w="med" len="med"/>
              <a:tailEnd type="none" w="med" len="med"/>
            </a:ln>
          </p:spPr>
        </p:cxnSp>
        <p:sp>
          <p:nvSpPr>
            <p:cNvPr id="66594" name="Text Box 24"/>
            <p:cNvSpPr txBox="1"/>
            <p:nvPr/>
          </p:nvSpPr>
          <p:spPr>
            <a:xfrm>
              <a:off x="5955" y="1658"/>
              <a:ext cx="38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66595" name="Text Box 25"/>
            <p:cNvSpPr txBox="1"/>
            <p:nvPr/>
          </p:nvSpPr>
          <p:spPr>
            <a:xfrm>
              <a:off x="5955" y="3133"/>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66596" name="Text Box 26"/>
            <p:cNvSpPr txBox="1"/>
            <p:nvPr/>
          </p:nvSpPr>
          <p:spPr>
            <a:xfrm>
              <a:off x="6068" y="2338"/>
              <a:ext cx="865"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i="1" baseline="-25000" dirty="0">
                  <a:solidFill>
                    <a:schemeClr val="tx1"/>
                  </a:solidFill>
                  <a:latin typeface="Times New Roman" panose="02020603050405020304" pitchFamily="18" charset="0"/>
                  <a:ea typeface="宋体" panose="02010600030101010101" pitchFamily="2" charset="-122"/>
                </a:rPr>
                <a:t>k</a:t>
              </a:r>
              <a:endParaRPr lang="en-US" altLang="zh-CN" b="0" i="1" baseline="-25000" dirty="0">
                <a:solidFill>
                  <a:schemeClr val="tx1"/>
                </a:solidFill>
                <a:latin typeface="Times New Roman" panose="02020603050405020304" pitchFamily="18" charset="0"/>
                <a:ea typeface="宋体" panose="02010600030101010101" pitchFamily="2" charset="-122"/>
              </a:endParaRPr>
            </a:p>
          </p:txBody>
        </p:sp>
        <p:sp>
          <p:nvSpPr>
            <p:cNvPr id="66597" name="Line 27"/>
            <p:cNvSpPr/>
            <p:nvPr/>
          </p:nvSpPr>
          <p:spPr bwMode="auto">
            <a:xfrm>
              <a:off x="5615" y="1090"/>
              <a:ext cx="0" cy="3403"/>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grpSp>
          <p:nvGrpSpPr>
            <p:cNvPr id="79" name="组合 78"/>
            <p:cNvGrpSpPr/>
            <p:nvPr/>
          </p:nvGrpSpPr>
          <p:grpSpPr>
            <a:xfrm>
              <a:off x="5171" y="2338"/>
              <a:ext cx="908" cy="908"/>
              <a:chOff x="505193" y="3720552"/>
              <a:chExt cx="432197" cy="432197"/>
            </a:xfrm>
            <a:solidFill>
              <a:schemeClr val="accent6">
                <a:lumMod val="40000"/>
                <a:lumOff val="60000"/>
              </a:schemeClr>
            </a:solidFill>
          </p:grpSpPr>
          <p:sp>
            <p:nvSpPr>
              <p:cNvPr id="80"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81" name="直接连接符 80"/>
              <p:cNvCxnSpPr>
                <a:stCxn id="80" idx="0"/>
                <a:endCxn id="80"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6" name="组合 5"/>
          <p:cNvGrpSpPr/>
          <p:nvPr/>
        </p:nvGrpSpPr>
        <p:grpSpPr>
          <a:xfrm>
            <a:off x="4571365" y="2421255"/>
            <a:ext cx="986155" cy="2089150"/>
            <a:chOff x="7199" y="3813"/>
            <a:chExt cx="1553" cy="3290"/>
          </a:xfrm>
        </p:grpSpPr>
        <p:sp>
          <p:nvSpPr>
            <p:cNvPr id="66574" name="Line 5"/>
            <p:cNvSpPr/>
            <p:nvPr/>
          </p:nvSpPr>
          <p:spPr bwMode="auto">
            <a:xfrm>
              <a:off x="7653" y="3813"/>
              <a:ext cx="0" cy="3290"/>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66575" name="Text Box 6"/>
            <p:cNvSpPr txBox="1"/>
            <p:nvPr/>
          </p:nvSpPr>
          <p:spPr>
            <a:xfrm>
              <a:off x="7768" y="5400"/>
              <a:ext cx="985" cy="913"/>
            </a:xfrm>
            <a:prstGeom prst="rect">
              <a:avLst/>
            </a:prstGeom>
            <a:noFill/>
            <a:ln w="9525">
              <a:noFill/>
            </a:ln>
          </p:spPr>
          <p:txBody>
            <a:bodyPr>
              <a:spAutoFit/>
            </a:bodyPr>
            <a:p>
              <a:pPr>
                <a:spcBef>
                  <a:spcPct val="50000"/>
                </a:spcBef>
              </a:pPr>
              <a:r>
                <a:rPr lang="en-US" altLang="zh-CN" sz="3200" b="0" i="1" dirty="0">
                  <a:solidFill>
                    <a:schemeClr val="tx1"/>
                  </a:solidFill>
                  <a:latin typeface="Times New Roman" panose="02020603050405020304" pitchFamily="18" charset="0"/>
                  <a:ea typeface="宋体" panose="02010600030101010101" pitchFamily="2" charset="-122"/>
                </a:rPr>
                <a:t>i</a:t>
              </a:r>
              <a:r>
                <a:rPr lang="en-US" altLang="zh-CN" sz="3200" b="0" i="1" baseline="-25000" dirty="0">
                  <a:solidFill>
                    <a:schemeClr val="tx1"/>
                  </a:solidFill>
                  <a:latin typeface="Times New Roman" panose="02020603050405020304" pitchFamily="18" charset="0"/>
                  <a:ea typeface="宋体" panose="02010600030101010101" pitchFamily="2" charset="-122"/>
                </a:rPr>
                <a:t>k</a:t>
              </a:r>
              <a:endParaRPr lang="en-US" altLang="zh-CN" sz="3200" b="0" i="1" baseline="-25000" dirty="0">
                <a:solidFill>
                  <a:schemeClr val="tx1"/>
                </a:solidFill>
                <a:latin typeface="Times New Roman" panose="02020603050405020304" pitchFamily="18" charset="0"/>
                <a:ea typeface="宋体" panose="02010600030101010101" pitchFamily="2" charset="-122"/>
              </a:endParaRPr>
            </a:p>
          </p:txBody>
        </p:sp>
        <p:sp>
          <p:nvSpPr>
            <p:cNvPr id="66576" name="Line 9"/>
            <p:cNvSpPr/>
            <p:nvPr/>
          </p:nvSpPr>
          <p:spPr>
            <a:xfrm>
              <a:off x="7653" y="5628"/>
              <a:ext cx="0" cy="84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pSp>
          <p:nvGrpSpPr>
            <p:cNvPr id="73" name="组合 72"/>
            <p:cNvGrpSpPr/>
            <p:nvPr/>
          </p:nvGrpSpPr>
          <p:grpSpPr>
            <a:xfrm>
              <a:off x="7199" y="4672"/>
              <a:ext cx="908" cy="908"/>
              <a:chOff x="5907581" y="4495572"/>
              <a:chExt cx="576263" cy="576263"/>
            </a:xfrm>
          </p:grpSpPr>
          <p:sp>
            <p:nvSpPr>
              <p:cNvPr id="74"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75" name="直接连接符 74"/>
              <p:cNvCxnSpPr>
                <a:stCxn id="74" idx="4"/>
                <a:endCxn id="74"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11" name="AutoShape 20"/>
          <p:cNvSpPr/>
          <p:nvPr>
            <p:custDataLst>
              <p:tags r:id="rId1"/>
            </p:custDataLst>
          </p:nvPr>
        </p:nvSpPr>
        <p:spPr>
          <a:xfrm>
            <a:off x="4391025" y="5051425"/>
            <a:ext cx="1416685" cy="480695"/>
          </a:xfrm>
          <a:prstGeom prst="rightArrow">
            <a:avLst>
              <a:gd name="adj1" fmla="val 50000"/>
              <a:gd name="adj2" fmla="val 91727"/>
            </a:avLst>
          </a:prstGeom>
          <a:solidFill>
            <a:srgbClr val="00CCFF"/>
          </a:solidFill>
          <a:ln w="19050">
            <a:noFill/>
          </a:ln>
        </p:spPr>
        <p:txBody>
          <a:bodyPr wrap="square" lIns="90000" tIns="46800" rIns="90000" bIns="46800" anchor="ctr" anchorCtr="0">
            <a:noAutofit/>
          </a:bodyPr>
          <a:p>
            <a:endParaRPr lang="zh-CN" altLang="en-US" dirty="0">
              <a:solidFill>
                <a:schemeClr val="tx1"/>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88083"/>
                                        </p:tgtEl>
                                        <p:attrNameLst>
                                          <p:attrName>style.visibility</p:attrName>
                                        </p:attrNameLst>
                                      </p:cBhvr>
                                      <p:to>
                                        <p:strVal val="visible"/>
                                      </p:to>
                                    </p:set>
                                    <p:animEffect transition="in" filter="slide(fromLeft)">
                                      <p:cBhvr>
                                        <p:cTn id="12" dur="500"/>
                                        <p:tgtEl>
                                          <p:spTgt spid="88083"/>
                                        </p:tgtEl>
                                      </p:cBhvr>
                                    </p:animEffect>
                                  </p:childTnLst>
                                </p:cTn>
                              </p:par>
                            </p:childTnLst>
                          </p:cTn>
                        </p:par>
                        <p:par>
                          <p:cTn id="13" fill="hold">
                            <p:stCondLst>
                              <p:cond delay="500"/>
                            </p:stCondLst>
                            <p:childTnLst>
                              <p:par>
                                <p:cTn id="14" presetID="3" presetClass="entr" presetSubtype="10"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linds(horizontal)">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8" fill="hold" grpId="0" nodeType="clickEffect">
                                  <p:stCondLst>
                                    <p:cond delay="0"/>
                                  </p:stCondLst>
                                  <p:childTnLst>
                                    <p:set>
                                      <p:cBhvr>
                                        <p:cTn id="20" dur="1" fill="hold">
                                          <p:stCondLst>
                                            <p:cond delay="0"/>
                                          </p:stCondLst>
                                        </p:cTn>
                                        <p:tgtEl>
                                          <p:spTgt spid="88084"/>
                                        </p:tgtEl>
                                        <p:attrNameLst>
                                          <p:attrName>style.visibility</p:attrName>
                                        </p:attrNameLst>
                                      </p:cBhvr>
                                      <p:to>
                                        <p:strVal val="visible"/>
                                      </p:to>
                                    </p:set>
                                    <p:animEffect transition="in" filter="slide(fromLeft)">
                                      <p:cBhvr>
                                        <p:cTn id="21" dur="500"/>
                                        <p:tgtEl>
                                          <p:spTgt spid="88084"/>
                                        </p:tgtEl>
                                      </p:cBhvr>
                                    </p:animEffect>
                                  </p:childTnLst>
                                </p:cTn>
                              </p:par>
                            </p:childTnLst>
                          </p:cTn>
                        </p:par>
                        <p:par>
                          <p:cTn id="22" fill="hold">
                            <p:stCondLst>
                              <p:cond delay="500"/>
                            </p:stCondLst>
                            <p:childTnLst>
                              <p:par>
                                <p:cTn id="23" presetID="22" presetClass="entr" presetSubtype="4" fill="hold" nodeType="after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down)">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8"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slide(fromLeft)">
                                      <p:cBhvr>
                                        <p:cTn id="30" dur="500"/>
                                        <p:tgtEl>
                                          <p:spTgt spid="11"/>
                                        </p:tgtEl>
                                      </p:cBhvr>
                                    </p:animEffect>
                                  </p:childTnLst>
                                </p:cTn>
                              </p:par>
                            </p:childTnLst>
                          </p:cTn>
                        </p:par>
                        <p:par>
                          <p:cTn id="31" fill="hold">
                            <p:stCondLst>
                              <p:cond delay="500"/>
                            </p:stCondLst>
                            <p:childTnLst>
                              <p:par>
                                <p:cTn id="32" presetID="3" presetClass="entr" presetSubtype="10" fill="hold" nodeType="after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blinds(horizontal)">
                                      <p:cBhvr>
                                        <p:cTn id="3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83" grpId="0" bldLvl="0" animBg="1"/>
      <p:bldP spid="88084" grpId="0" bldLvl="0" animBg="1"/>
      <p:bldP spid="11"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4-2 替代定理</a:t>
            </a:r>
            <a:endParaRPr lang="zh-CN" altLang="en-US"/>
          </a:p>
        </p:txBody>
      </p:sp>
      <p:grpSp>
        <p:nvGrpSpPr>
          <p:cNvPr id="12" name="组合 11"/>
          <p:cNvGrpSpPr/>
          <p:nvPr/>
        </p:nvGrpSpPr>
        <p:grpSpPr>
          <a:xfrm>
            <a:off x="1116965" y="1297940"/>
            <a:ext cx="2086610" cy="2083435"/>
            <a:chOff x="1759" y="2044"/>
            <a:chExt cx="3286" cy="3281"/>
          </a:xfrm>
        </p:grpSpPr>
        <p:sp>
          <p:nvSpPr>
            <p:cNvPr id="67636" name="Text Box 25"/>
            <p:cNvSpPr txBox="1"/>
            <p:nvPr/>
          </p:nvSpPr>
          <p:spPr>
            <a:xfrm>
              <a:off x="3686" y="2044"/>
              <a:ext cx="1002" cy="817"/>
            </a:xfrm>
            <a:prstGeom prst="rect">
              <a:avLst/>
            </a:prstGeom>
            <a:noFill/>
            <a:ln w="2857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r>
                <a:rPr lang="en-US" altLang="zh-CN" b="0" i="1" baseline="-25000" dirty="0">
                  <a:solidFill>
                    <a:schemeClr val="tx1"/>
                  </a:solidFill>
                  <a:latin typeface="Times New Roman" panose="02020603050405020304" pitchFamily="18" charset="0"/>
                  <a:ea typeface="宋体" panose="02010600030101010101" pitchFamily="2" charset="-122"/>
                </a:rPr>
                <a:t>k</a:t>
              </a:r>
              <a:endParaRPr lang="en-US" altLang="zh-CN" b="0" i="1" baseline="-25000" dirty="0">
                <a:solidFill>
                  <a:schemeClr val="tx1"/>
                </a:solidFill>
                <a:latin typeface="Times New Roman" panose="02020603050405020304" pitchFamily="18" charset="0"/>
                <a:ea typeface="宋体" panose="02010600030101010101" pitchFamily="2" charset="-122"/>
              </a:endParaRPr>
            </a:p>
          </p:txBody>
        </p:sp>
        <p:sp>
          <p:nvSpPr>
            <p:cNvPr id="51216" name="Rectangle 16"/>
            <p:cNvSpPr>
              <a:spLocks noChangeArrowheads="1"/>
            </p:cNvSpPr>
            <p:nvPr/>
          </p:nvSpPr>
          <p:spPr bwMode="auto">
            <a:xfrm>
              <a:off x="1759" y="2499"/>
              <a:ext cx="1287" cy="2827"/>
            </a:xfrm>
            <a:prstGeom prst="rect">
              <a:avLst/>
            </a:prstGeom>
            <a:solidFill>
              <a:schemeClr val="tx2">
                <a:lumMod val="20000"/>
                <a:lumOff val="80000"/>
              </a:schemeClr>
            </a:solidFill>
            <a:ln w="28575">
              <a:solidFill>
                <a:schemeClr val="hlink"/>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rgbClr val="FFFF00"/>
                </a:solidFill>
                <a:effectLst/>
                <a:uLnTx/>
                <a:uFillTx/>
                <a:latin typeface="Arial" panose="020B0604020202020204" pitchFamily="34" charset="0"/>
                <a:ea typeface="楷体_GB2312" pitchFamily="49" charset="-122"/>
                <a:cs typeface="+mn-cs"/>
              </a:endParaRPr>
            </a:p>
          </p:txBody>
        </p:sp>
        <p:sp>
          <p:nvSpPr>
            <p:cNvPr id="67632" name="Text Box 17"/>
            <p:cNvSpPr txBox="1"/>
            <p:nvPr/>
          </p:nvSpPr>
          <p:spPr>
            <a:xfrm>
              <a:off x="1901" y="3129"/>
              <a:ext cx="857" cy="1200"/>
            </a:xfrm>
            <a:prstGeom prst="rect">
              <a:avLst/>
            </a:prstGeom>
            <a:noFill/>
            <a:ln w="28575">
              <a:noFill/>
            </a:ln>
          </p:spPr>
          <p:txBody>
            <a:bodyPr>
              <a:spAutoFit/>
            </a:bodyPr>
            <a:p>
              <a:pPr>
                <a:spcBef>
                  <a:spcPct val="50000"/>
                </a:spcBef>
              </a:pPr>
              <a:r>
                <a:rPr lang="en-US" altLang="zh-CN" sz="4400" b="0" dirty="0">
                  <a:solidFill>
                    <a:schemeClr val="tx1"/>
                  </a:solidFill>
                  <a:latin typeface="Times New Roman" panose="02020603050405020304" pitchFamily="18" charset="0"/>
                  <a:ea typeface="宋体" panose="02010600030101010101" pitchFamily="2" charset="-122"/>
                </a:rPr>
                <a:t>A</a:t>
              </a:r>
              <a:endParaRPr lang="en-US" altLang="zh-CN" sz="4400" b="0" dirty="0">
                <a:solidFill>
                  <a:schemeClr val="tx1"/>
                </a:solidFill>
                <a:latin typeface="Times New Roman" panose="02020603050405020304" pitchFamily="18" charset="0"/>
                <a:ea typeface="宋体" panose="02010600030101010101" pitchFamily="2" charset="-122"/>
              </a:endParaRPr>
            </a:p>
          </p:txBody>
        </p:sp>
        <p:grpSp>
          <p:nvGrpSpPr>
            <p:cNvPr id="67633" name="Group 18"/>
            <p:cNvGrpSpPr/>
            <p:nvPr/>
          </p:nvGrpSpPr>
          <p:grpSpPr>
            <a:xfrm rot="0">
              <a:off x="3046" y="2814"/>
              <a:ext cx="1570" cy="472"/>
              <a:chOff x="1008" y="2400"/>
              <a:chExt cx="528" cy="144"/>
            </a:xfrm>
          </p:grpSpPr>
          <p:sp>
            <p:nvSpPr>
              <p:cNvPr id="67643" name="Line 19"/>
              <p:cNvSpPr/>
              <p:nvPr/>
            </p:nvSpPr>
            <p:spPr bwMode="auto">
              <a:xfrm>
                <a:off x="1008" y="2400"/>
                <a:ext cx="528" cy="0"/>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67644" name="Line 20"/>
              <p:cNvSpPr/>
              <p:nvPr/>
            </p:nvSpPr>
            <p:spPr bwMode="auto">
              <a:xfrm>
                <a:off x="1536" y="2400"/>
                <a:ext cx="0" cy="144"/>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grpSp>
        <p:grpSp>
          <p:nvGrpSpPr>
            <p:cNvPr id="67634" name="Group 21"/>
            <p:cNvGrpSpPr/>
            <p:nvPr/>
          </p:nvGrpSpPr>
          <p:grpSpPr>
            <a:xfrm rot="0">
              <a:off x="3046" y="4856"/>
              <a:ext cx="1570" cy="312"/>
              <a:chOff x="1008" y="3024"/>
              <a:chExt cx="480" cy="96"/>
            </a:xfrm>
          </p:grpSpPr>
          <p:sp>
            <p:nvSpPr>
              <p:cNvPr id="67641" name="Line 22"/>
              <p:cNvSpPr/>
              <p:nvPr/>
            </p:nvSpPr>
            <p:spPr bwMode="auto">
              <a:xfrm>
                <a:off x="1008" y="3120"/>
                <a:ext cx="480" cy="0"/>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67642" name="Line 23"/>
              <p:cNvSpPr/>
              <p:nvPr/>
            </p:nvSpPr>
            <p:spPr bwMode="auto">
              <a:xfrm flipV="1">
                <a:off x="1488" y="3024"/>
                <a:ext cx="0" cy="96"/>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grpSp>
        <p:sp>
          <p:nvSpPr>
            <p:cNvPr id="67635" name="Line 24"/>
            <p:cNvSpPr/>
            <p:nvPr/>
          </p:nvSpPr>
          <p:spPr>
            <a:xfrm>
              <a:off x="3686" y="2809"/>
              <a:ext cx="857"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67637" name="Text Box 26"/>
            <p:cNvSpPr txBox="1"/>
            <p:nvPr/>
          </p:nvSpPr>
          <p:spPr>
            <a:xfrm>
              <a:off x="3686" y="2831"/>
              <a:ext cx="457" cy="817"/>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67638" name="Text Box 27"/>
            <p:cNvSpPr txBox="1"/>
            <p:nvPr/>
          </p:nvSpPr>
          <p:spPr>
            <a:xfrm>
              <a:off x="3574" y="4191"/>
              <a:ext cx="715" cy="817"/>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67639" name="Text Box 28"/>
            <p:cNvSpPr txBox="1"/>
            <p:nvPr/>
          </p:nvSpPr>
          <p:spPr>
            <a:xfrm>
              <a:off x="3346" y="3511"/>
              <a:ext cx="1030" cy="817"/>
            </a:xfrm>
            <a:prstGeom prst="rect">
              <a:avLst/>
            </a:prstGeom>
            <a:noFill/>
            <a:ln w="2857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i="1" baseline="-25000" dirty="0">
                  <a:solidFill>
                    <a:schemeClr val="tx1"/>
                  </a:solidFill>
                  <a:latin typeface="Times New Roman" panose="02020603050405020304" pitchFamily="18" charset="0"/>
                  <a:ea typeface="宋体" panose="02010600030101010101" pitchFamily="2" charset="-122"/>
                </a:rPr>
                <a:t>k</a:t>
              </a:r>
              <a:endParaRPr lang="en-US" altLang="zh-CN" b="0" i="1" baseline="-25000" dirty="0">
                <a:solidFill>
                  <a:schemeClr val="tx1"/>
                </a:solidFill>
                <a:latin typeface="Times New Roman" panose="02020603050405020304" pitchFamily="18" charset="0"/>
                <a:ea typeface="宋体" panose="02010600030101010101" pitchFamily="2" charset="-122"/>
              </a:endParaRPr>
            </a:p>
          </p:txBody>
        </p:sp>
        <p:sp>
          <p:nvSpPr>
            <p:cNvPr id="67640" name="Text Box 29"/>
            <p:cNvSpPr txBox="1"/>
            <p:nvPr/>
          </p:nvSpPr>
          <p:spPr>
            <a:xfrm>
              <a:off x="4139" y="3171"/>
              <a:ext cx="907" cy="1757"/>
            </a:xfrm>
            <a:prstGeom prst="rect">
              <a:avLst/>
            </a:prstGeom>
            <a:gradFill rotWithShape="1">
              <a:gsLst>
                <a:gs pos="0">
                  <a:srgbClr val="FF9900"/>
                </a:gs>
                <a:gs pos="100000">
                  <a:srgbClr val="764700"/>
                </a:gs>
              </a:gsLst>
              <a:path path="shape">
                <a:fillToRect l="50000" t="50000" r="50000" b="50000"/>
              </a:path>
              <a:tileRect/>
            </a:gradFill>
            <a:ln w="28575">
              <a:noFill/>
            </a:ln>
          </p:spPr>
          <p:txBody>
            <a:bodyPr>
              <a:spAutoFit/>
            </a:bodyPr>
            <a:p>
              <a:pPr algn="just">
                <a:lnSpc>
                  <a:spcPct val="80000"/>
                </a:lnSpc>
              </a:pPr>
              <a:r>
                <a:rPr lang="zh-CN" altLang="en-US" dirty="0">
                  <a:solidFill>
                    <a:schemeClr val="bg1"/>
                  </a:solidFill>
                  <a:latin typeface="Times New Roman" panose="02020603050405020304" pitchFamily="18" charset="0"/>
                </a:rPr>
                <a:t>支</a:t>
              </a:r>
              <a:endParaRPr lang="zh-CN" altLang="en-US" dirty="0">
                <a:solidFill>
                  <a:schemeClr val="bg1"/>
                </a:solidFill>
                <a:latin typeface="Times New Roman" panose="02020603050405020304" pitchFamily="18" charset="0"/>
              </a:endParaRPr>
            </a:p>
            <a:p>
              <a:pPr algn="just">
                <a:lnSpc>
                  <a:spcPct val="80000"/>
                </a:lnSpc>
              </a:pPr>
              <a:r>
                <a:rPr lang="zh-CN" altLang="en-US" dirty="0">
                  <a:solidFill>
                    <a:schemeClr val="bg1"/>
                  </a:solidFill>
                  <a:latin typeface="Times New Roman" panose="02020603050405020304" pitchFamily="18" charset="0"/>
                </a:rPr>
                <a:t>路</a:t>
              </a:r>
              <a:endParaRPr lang="zh-CN" altLang="en-US" dirty="0">
                <a:solidFill>
                  <a:schemeClr val="bg1"/>
                </a:solidFill>
                <a:latin typeface="Times New Roman" panose="02020603050405020304" pitchFamily="18" charset="0"/>
              </a:endParaRPr>
            </a:p>
            <a:p>
              <a:pPr algn="just">
                <a:lnSpc>
                  <a:spcPct val="80000"/>
                </a:lnSpc>
              </a:pPr>
              <a:r>
                <a:rPr lang="zh-CN" altLang="en-US" dirty="0">
                  <a:solidFill>
                    <a:schemeClr val="bg1"/>
                  </a:solidFill>
                  <a:latin typeface="Times New Roman" panose="02020603050405020304" pitchFamily="18" charset="0"/>
                  <a:ea typeface="宋体" panose="02010600030101010101" pitchFamily="2" charset="-122"/>
                </a:rPr>
                <a:t> </a:t>
              </a:r>
              <a:r>
                <a:rPr lang="en-US" altLang="zh-CN" b="0" i="1" dirty="0">
                  <a:solidFill>
                    <a:schemeClr val="bg1"/>
                  </a:solidFill>
                  <a:latin typeface="Times New Roman" panose="02020603050405020304" pitchFamily="18" charset="0"/>
                  <a:ea typeface="宋体" panose="02010600030101010101" pitchFamily="2" charset="-122"/>
                </a:rPr>
                <a:t>k</a:t>
              </a:r>
              <a:r>
                <a:rPr lang="en-US" altLang="zh-CN" dirty="0">
                  <a:solidFill>
                    <a:schemeClr val="bg1"/>
                  </a:solidFill>
                  <a:latin typeface="Times New Roman" panose="02020603050405020304" pitchFamily="18" charset="0"/>
                  <a:ea typeface="宋体" panose="02010600030101010101" pitchFamily="2" charset="-122"/>
                </a:rPr>
                <a:t>      </a:t>
              </a:r>
              <a:endParaRPr lang="en-US" altLang="zh-CN" dirty="0">
                <a:solidFill>
                  <a:schemeClr val="bg1"/>
                </a:solidFill>
                <a:latin typeface="Times New Roman" panose="02020603050405020304" pitchFamily="18" charset="0"/>
                <a:ea typeface="宋体" panose="02010600030101010101" pitchFamily="2" charset="-122"/>
              </a:endParaRPr>
            </a:p>
          </p:txBody>
        </p:sp>
      </p:grpSp>
      <p:sp>
        <p:nvSpPr>
          <p:cNvPr id="51240" name="AutoShape 40"/>
          <p:cNvSpPr/>
          <p:nvPr/>
        </p:nvSpPr>
        <p:spPr>
          <a:xfrm>
            <a:off x="3547745" y="2149475"/>
            <a:ext cx="1600835" cy="574040"/>
          </a:xfrm>
          <a:prstGeom prst="rightArrow">
            <a:avLst>
              <a:gd name="adj1" fmla="val 50000"/>
              <a:gd name="adj2" fmla="val 68543"/>
            </a:avLst>
          </a:prstGeom>
          <a:solidFill>
            <a:srgbClr val="00CCFF"/>
          </a:solidFill>
          <a:ln w="19050">
            <a:noFill/>
          </a:ln>
        </p:spPr>
        <p:txBody>
          <a:bodyPr wrap="square" lIns="90000" tIns="46800" rIns="90000" bIns="46800" anchor="ctr" anchorCtr="0">
            <a:noAutofit/>
          </a:bodyPr>
          <a:p>
            <a:endParaRPr lang="zh-CN" altLang="en-US" dirty="0">
              <a:latin typeface="Arial" panose="020B0604020202020204" pitchFamily="34" charset="0"/>
            </a:endParaRPr>
          </a:p>
        </p:txBody>
      </p:sp>
      <p:sp>
        <p:nvSpPr>
          <p:cNvPr id="51265" name="Text Box 65"/>
          <p:cNvSpPr txBox="1"/>
          <p:nvPr/>
        </p:nvSpPr>
        <p:spPr>
          <a:xfrm>
            <a:off x="6754019" y="5224939"/>
            <a:ext cx="968375" cy="523240"/>
          </a:xfrm>
          <a:prstGeom prst="rect">
            <a:avLst/>
          </a:prstGeom>
          <a:noFill/>
          <a:ln w="19050">
            <a:noFill/>
          </a:ln>
        </p:spPr>
        <p:txBody>
          <a:bodyPr wrap="none" lIns="90000" tIns="46800" rIns="90000" bIns="46800" anchor="ctr" anchorCtr="0">
            <a:spAutoFit/>
          </a:bodyPr>
          <a:p>
            <a:pPr algn="ctr">
              <a:spcBef>
                <a:spcPct val="50000"/>
              </a:spcBef>
              <a:buClr>
                <a:schemeClr val="accent2"/>
              </a:buClr>
              <a:buSzPct val="75000"/>
              <a:buFont typeface="Monotype Sorts" pitchFamily="2" charset="2"/>
            </a:pPr>
            <a:r>
              <a:rPr kumimoji="1" lang="zh-CN" altLang="en-US" sz="2800" dirty="0" smtClean="0">
                <a:latin typeface="华文楷体" panose="02010600040101010101" pitchFamily="2" charset="-122"/>
                <a:ea typeface="华文楷体" panose="02010600040101010101" pitchFamily="2" charset="-122"/>
              </a:rPr>
              <a:t>证毕!</a:t>
            </a:r>
            <a:endParaRPr kumimoji="1" lang="zh-CN" altLang="en-US" sz="2800" dirty="0" smtClean="0">
              <a:latin typeface="华文楷体" panose="02010600040101010101" pitchFamily="2" charset="-122"/>
              <a:ea typeface="华文楷体" panose="02010600040101010101" pitchFamily="2" charset="-122"/>
            </a:endParaRPr>
          </a:p>
        </p:txBody>
      </p:sp>
      <p:sp>
        <p:nvSpPr>
          <p:cNvPr id="51266" name="Text Box 66"/>
          <p:cNvSpPr txBox="1"/>
          <p:nvPr/>
        </p:nvSpPr>
        <p:spPr>
          <a:xfrm>
            <a:off x="539750" y="762953"/>
            <a:ext cx="3240088" cy="583565"/>
          </a:xfrm>
          <a:prstGeom prst="rect">
            <a:avLst/>
          </a:prstGeom>
          <a:noFill/>
          <a:ln w="9525">
            <a:noFill/>
          </a:ln>
        </p:spPr>
        <p:txBody>
          <a:bodyPr>
            <a:spAutoFit/>
          </a:bodyPr>
          <a:p>
            <a:r>
              <a:rPr kumimoji="1" lang="en-US" altLang="zh-CN" sz="3200" b="1" dirty="0">
                <a:solidFill>
                  <a:schemeClr val="accent2">
                    <a:lumMod val="75000"/>
                  </a:schemeClr>
                </a:solidFill>
                <a:latin typeface="Times New Roman" panose="02020603050405020304" pitchFamily="18" charset="0"/>
                <a:ea typeface="华文中宋" panose="02010600040101010101" pitchFamily="2" charset="-122"/>
              </a:rPr>
              <a:t> 2. 定理的证明</a:t>
            </a:r>
            <a:endParaRPr kumimoji="1" lang="en-US" altLang="zh-CN" sz="3200" b="1" dirty="0">
              <a:solidFill>
                <a:schemeClr val="accent2">
                  <a:lumMod val="75000"/>
                </a:schemeClr>
              </a:solidFill>
              <a:latin typeface="Times New Roman" panose="02020603050405020304" pitchFamily="18" charset="0"/>
              <a:ea typeface="华文中宋" panose="02010600040101010101" pitchFamily="2" charset="-122"/>
            </a:endParaRPr>
          </a:p>
        </p:txBody>
      </p:sp>
      <p:sp>
        <p:nvSpPr>
          <p:cNvPr id="51311" name="AutoShape 111"/>
          <p:cNvSpPr/>
          <p:nvPr/>
        </p:nvSpPr>
        <p:spPr>
          <a:xfrm rot="5400000">
            <a:off x="1077913" y="3966528"/>
            <a:ext cx="1081087" cy="863600"/>
          </a:xfrm>
          <a:custGeom>
            <a:avLst/>
            <a:gdLst>
              <a:gd name="txL" fmla="*/ 2562 w 21600"/>
              <a:gd name="txT" fmla="*/ 14083 h 21600"/>
              <a:gd name="txR" fmla="*/ 18713 w 21600"/>
              <a:gd name="txB" fmla="*/ 18713 h 21600"/>
            </a:gdLst>
            <a:ahLst/>
            <a:cxnLst>
              <a:cxn ang="17694720">
                <a:pos x="41077550" y="0"/>
              </a:cxn>
              <a:cxn ang="11796480">
                <a:pos x="28046352" y="9202657"/>
              </a:cxn>
              <a:cxn ang="17694720">
                <a:pos x="14421501" y="17897029"/>
              </a:cxn>
              <a:cxn ang="11796480">
                <a:pos x="0" y="26212499"/>
              </a:cxn>
              <a:cxn ang="5898240">
                <a:pos x="14421501" y="34528005"/>
              </a:cxn>
              <a:cxn ang="5898240">
                <a:pos x="30649118" y="29913104"/>
              </a:cxn>
              <a:cxn ang="0">
                <a:pos x="46876729" y="19557859"/>
              </a:cxn>
              <a:cxn ang="0">
                <a:pos x="54108760" y="9202657"/>
              </a:cxn>
            </a:cxnLst>
            <a:rect l="txL" t="txT" r="txR" b="txB"/>
            <a:pathLst>
              <a:path w="21600" h="21600">
                <a:moveTo>
                  <a:pt x="16398" y="0"/>
                </a:moveTo>
                <a:lnTo>
                  <a:pt x="11196" y="5757"/>
                </a:lnTo>
                <a:lnTo>
                  <a:pt x="14083" y="5757"/>
                </a:lnTo>
                <a:lnTo>
                  <a:pt x="14083" y="14083"/>
                </a:lnTo>
                <a:lnTo>
                  <a:pt x="5757" y="14083"/>
                </a:lnTo>
                <a:lnTo>
                  <a:pt x="5757" y="11196"/>
                </a:lnTo>
                <a:lnTo>
                  <a:pt x="0" y="16398"/>
                </a:lnTo>
                <a:lnTo>
                  <a:pt x="5757" y="21600"/>
                </a:lnTo>
                <a:lnTo>
                  <a:pt x="5757" y="18713"/>
                </a:lnTo>
                <a:lnTo>
                  <a:pt x="18713" y="18713"/>
                </a:lnTo>
                <a:lnTo>
                  <a:pt x="18713" y="5757"/>
                </a:lnTo>
                <a:lnTo>
                  <a:pt x="21600" y="5757"/>
                </a:lnTo>
                <a:close/>
              </a:path>
            </a:pathLst>
          </a:custGeom>
          <a:solidFill>
            <a:srgbClr val="00CCFF"/>
          </a:solidFill>
          <a:ln w="9525">
            <a:noFill/>
          </a:ln>
        </p:spPr>
        <p:txBody>
          <a:bodyPr wrap="none" anchor="ctr" anchorCtr="0"/>
          <a:p>
            <a:endParaRPr lang="zh-CN" altLang="en-US" dirty="0">
              <a:latin typeface="Arial" panose="020B0604020202020204" pitchFamily="34" charset="0"/>
            </a:endParaRPr>
          </a:p>
        </p:txBody>
      </p:sp>
      <p:sp>
        <p:nvSpPr>
          <p:cNvPr id="51312" name="AutoShape 112"/>
          <p:cNvSpPr/>
          <p:nvPr/>
        </p:nvSpPr>
        <p:spPr>
          <a:xfrm rot="-4819880">
            <a:off x="6388100" y="3698240"/>
            <a:ext cx="1727200" cy="608013"/>
          </a:xfrm>
          <a:prstGeom prst="curvedUpArrow">
            <a:avLst>
              <a:gd name="adj1" fmla="val 49604"/>
              <a:gd name="adj2" fmla="val 113629"/>
              <a:gd name="adj3" fmla="val 28865"/>
            </a:avLst>
          </a:prstGeom>
          <a:solidFill>
            <a:srgbClr val="00CCFF"/>
          </a:solidFill>
          <a:ln w="9525">
            <a:noFill/>
          </a:ln>
        </p:spPr>
        <p:txBody>
          <a:bodyPr wrap="none" anchor="ctr" anchorCtr="0"/>
          <a:p>
            <a:endParaRPr lang="zh-CN" altLang="en-US" dirty="0">
              <a:latin typeface="Arial" panose="020B0604020202020204" pitchFamily="34" charset="0"/>
            </a:endParaRPr>
          </a:p>
        </p:txBody>
      </p:sp>
      <p:grpSp>
        <p:nvGrpSpPr>
          <p:cNvPr id="5" name="组合 4"/>
          <p:cNvGrpSpPr/>
          <p:nvPr/>
        </p:nvGrpSpPr>
        <p:grpSpPr>
          <a:xfrm>
            <a:off x="5298440" y="1555115"/>
            <a:ext cx="2376805" cy="1727200"/>
            <a:chOff x="8335" y="2225"/>
            <a:chExt cx="3743" cy="2720"/>
          </a:xfrm>
        </p:grpSpPr>
        <p:sp>
          <p:nvSpPr>
            <p:cNvPr id="67625" name="Rectangle 33"/>
            <p:cNvSpPr/>
            <p:nvPr/>
          </p:nvSpPr>
          <p:spPr bwMode="auto">
            <a:xfrm>
              <a:off x="9355" y="2678"/>
              <a:ext cx="1368" cy="1965"/>
            </a:xfrm>
            <a:prstGeom prst="rect">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51232" name="Rectangle 32"/>
            <p:cNvSpPr>
              <a:spLocks noChangeArrowheads="1"/>
            </p:cNvSpPr>
            <p:nvPr/>
          </p:nvSpPr>
          <p:spPr bwMode="auto">
            <a:xfrm>
              <a:off x="8335" y="2225"/>
              <a:ext cx="1195" cy="2720"/>
            </a:xfrm>
            <a:prstGeom prst="rect">
              <a:avLst/>
            </a:prstGeom>
            <a:solidFill>
              <a:schemeClr val="tx2">
                <a:lumMod val="20000"/>
                <a:lumOff val="80000"/>
              </a:schemeClr>
            </a:solidFill>
            <a:ln w="28575">
              <a:solidFill>
                <a:schemeClr val="hlink"/>
              </a:solid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rgbClr val="FFFF00"/>
                </a:solidFill>
                <a:effectLst/>
                <a:uLnTx/>
                <a:uFillTx/>
                <a:latin typeface="Arial" panose="020B0604020202020204" pitchFamily="34" charset="0"/>
                <a:ea typeface="楷体_GB2312" pitchFamily="49" charset="-122"/>
                <a:cs typeface="+mn-cs"/>
              </a:endParaRPr>
            </a:p>
          </p:txBody>
        </p:sp>
        <p:sp>
          <p:nvSpPr>
            <p:cNvPr id="67627" name="Text Box 34"/>
            <p:cNvSpPr txBox="1"/>
            <p:nvPr/>
          </p:nvSpPr>
          <p:spPr>
            <a:xfrm>
              <a:off x="8468" y="2830"/>
              <a:ext cx="795" cy="1200"/>
            </a:xfrm>
            <a:prstGeom prst="rect">
              <a:avLst/>
            </a:prstGeom>
            <a:noFill/>
            <a:ln w="28575">
              <a:noFill/>
            </a:ln>
          </p:spPr>
          <p:txBody>
            <a:bodyPr>
              <a:spAutoFit/>
            </a:bodyPr>
            <a:p>
              <a:pPr>
                <a:spcBef>
                  <a:spcPct val="50000"/>
                </a:spcBef>
              </a:pPr>
              <a:r>
                <a:rPr lang="en-US" altLang="zh-CN" sz="4400" b="0" dirty="0">
                  <a:solidFill>
                    <a:schemeClr val="tx1"/>
                  </a:solidFill>
                  <a:latin typeface="Times New Roman" panose="02020603050405020304" pitchFamily="18" charset="0"/>
                  <a:ea typeface="宋体" panose="02010600030101010101" pitchFamily="2" charset="-122"/>
                </a:rPr>
                <a:t>A</a:t>
              </a:r>
              <a:endParaRPr lang="en-US" altLang="zh-CN" sz="4400" b="0" dirty="0">
                <a:solidFill>
                  <a:schemeClr val="tx1"/>
                </a:solidFill>
                <a:latin typeface="Times New Roman" panose="02020603050405020304" pitchFamily="18" charset="0"/>
                <a:ea typeface="宋体" panose="02010600030101010101" pitchFamily="2" charset="-122"/>
              </a:endParaRPr>
            </a:p>
          </p:txBody>
        </p:sp>
        <p:sp>
          <p:nvSpPr>
            <p:cNvPr id="67628" name="Text Box 37"/>
            <p:cNvSpPr txBox="1"/>
            <p:nvPr/>
          </p:nvSpPr>
          <p:spPr>
            <a:xfrm>
              <a:off x="10695" y="2528"/>
              <a:ext cx="425"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67629" name="Text Box 38"/>
            <p:cNvSpPr txBox="1"/>
            <p:nvPr/>
          </p:nvSpPr>
          <p:spPr>
            <a:xfrm>
              <a:off x="10715" y="3925"/>
              <a:ext cx="665"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67630" name="Text Box 39"/>
            <p:cNvSpPr txBox="1"/>
            <p:nvPr/>
          </p:nvSpPr>
          <p:spPr>
            <a:xfrm>
              <a:off x="11120" y="3133"/>
              <a:ext cx="958" cy="818"/>
            </a:xfrm>
            <a:prstGeom prst="rect">
              <a:avLst/>
            </a:prstGeom>
            <a:noFill/>
            <a:ln w="2857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i="1" baseline="-25000" dirty="0">
                  <a:solidFill>
                    <a:schemeClr val="tx1"/>
                  </a:solidFill>
                  <a:latin typeface="Times New Roman" panose="02020603050405020304" pitchFamily="18" charset="0"/>
                  <a:ea typeface="宋体" panose="02010600030101010101" pitchFamily="2" charset="-122"/>
                </a:rPr>
                <a:t>k</a:t>
              </a:r>
              <a:endParaRPr lang="en-US" altLang="zh-CN" b="0" i="1" baseline="-25000" dirty="0">
                <a:solidFill>
                  <a:schemeClr val="tx1"/>
                </a:solidFill>
                <a:latin typeface="Times New Roman" panose="02020603050405020304" pitchFamily="18" charset="0"/>
                <a:ea typeface="宋体" panose="02010600030101010101" pitchFamily="2" charset="-122"/>
              </a:endParaRPr>
            </a:p>
          </p:txBody>
        </p:sp>
        <p:grpSp>
          <p:nvGrpSpPr>
            <p:cNvPr id="4" name="组合 3"/>
            <p:cNvGrpSpPr/>
            <p:nvPr/>
          </p:nvGrpSpPr>
          <p:grpSpPr>
            <a:xfrm>
              <a:off x="10273" y="3157"/>
              <a:ext cx="908" cy="908"/>
              <a:chOff x="505193" y="3720552"/>
              <a:chExt cx="432197" cy="432197"/>
            </a:xfrm>
            <a:solidFill>
              <a:schemeClr val="accent6">
                <a:lumMod val="40000"/>
                <a:lumOff val="60000"/>
              </a:schemeClr>
            </a:solidFill>
          </p:grpSpPr>
          <p:sp>
            <p:nvSpPr>
              <p:cNvPr id="6"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7" name="直接连接符 6"/>
              <p:cNvCxnSpPr>
                <a:stCxn id="6" idx="0"/>
                <a:endCxn id="6"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51262" name="Arc 62"/>
          <p:cNvSpPr/>
          <p:nvPr/>
        </p:nvSpPr>
        <p:spPr>
          <a:xfrm>
            <a:off x="5142865" y="3737610"/>
            <a:ext cx="1163320" cy="2230755"/>
          </a:xfrm>
          <a:custGeom>
            <a:avLst/>
            <a:gdLst>
              <a:gd name="txL" fmla="*/ 0 w 21959"/>
              <a:gd name="txT" fmla="*/ 0 h 43200"/>
              <a:gd name="txR" fmla="*/ 21959 w 21959"/>
              <a:gd name="txB" fmla="*/ 43200 h 43200"/>
            </a:gdLst>
            <a:ahLst/>
            <a:cxnLst>
              <a:cxn ang="0">
                <a:pos x="1008107" y="0"/>
              </a:cxn>
              <a:cxn ang="0">
                <a:pos x="0" y="115314585"/>
              </a:cxn>
              <a:cxn ang="0">
                <a:pos x="1008107" y="57661322"/>
              </a:cxn>
            </a:cxnLst>
            <a:rect l="txL" t="txT" r="txR" b="txB"/>
            <a:pathLst>
              <a:path w="21959" h="43200" fill="none">
                <a:moveTo>
                  <a:pt x="358" y="0"/>
                </a:moveTo>
                <a:cubicBezTo>
                  <a:pt x="12288" y="0"/>
                  <a:pt x="21959" y="9670"/>
                  <a:pt x="21959" y="21600"/>
                </a:cubicBezTo>
                <a:cubicBezTo>
                  <a:pt x="21959" y="33529"/>
                  <a:pt x="12288" y="43200"/>
                  <a:pt x="359" y="43200"/>
                </a:cubicBezTo>
                <a:cubicBezTo>
                  <a:pt x="239" y="43200"/>
                  <a:pt x="119" y="43199"/>
                  <a:pt x="-1" y="43197"/>
                </a:cubicBezTo>
              </a:path>
              <a:path w="21959" h="43200" stroke="0">
                <a:moveTo>
                  <a:pt x="358" y="0"/>
                </a:moveTo>
                <a:cubicBezTo>
                  <a:pt x="12288" y="0"/>
                  <a:pt x="21959" y="9670"/>
                  <a:pt x="21959" y="21600"/>
                </a:cubicBezTo>
                <a:cubicBezTo>
                  <a:pt x="21959" y="33529"/>
                  <a:pt x="12288" y="43200"/>
                  <a:pt x="359" y="43200"/>
                </a:cubicBezTo>
                <a:cubicBezTo>
                  <a:pt x="239" y="43200"/>
                  <a:pt x="119" y="43199"/>
                  <a:pt x="-1" y="43197"/>
                </a:cubicBezTo>
                <a:lnTo>
                  <a:pt x="359" y="21600"/>
                </a:lnTo>
                <a:close/>
              </a:path>
            </a:pathLst>
          </a:custGeom>
          <a:noFill/>
          <a:ln w="38100" cap="flat" cmpd="sng">
            <a:solidFill>
              <a:srgbClr val="FF3300"/>
            </a:solidFill>
            <a:prstDash val="solid"/>
            <a:round/>
            <a:headEnd type="none" w="med" len="med"/>
            <a:tailEnd type="none" w="med" len="med"/>
          </a:ln>
        </p:spPr>
        <p:txBody>
          <a:bodyPr lIns="90000" tIns="46800" rIns="90000" bIns="46800" anchor="ctr" anchorCtr="0">
            <a:noAutofit/>
          </a:bodyPr>
          <a:p>
            <a:endParaRPr lang="zh-CN" altLang="en-US" dirty="0">
              <a:latin typeface="Arial" panose="020B0604020202020204" pitchFamily="34" charset="0"/>
            </a:endParaRPr>
          </a:p>
        </p:txBody>
      </p:sp>
      <p:grpSp>
        <p:nvGrpSpPr>
          <p:cNvPr id="9" name="组合 8"/>
          <p:cNvGrpSpPr/>
          <p:nvPr/>
        </p:nvGrpSpPr>
        <p:grpSpPr>
          <a:xfrm>
            <a:off x="2411730" y="3128010"/>
            <a:ext cx="3644900" cy="3500120"/>
            <a:chOff x="3798" y="4926"/>
            <a:chExt cx="5740" cy="5512"/>
          </a:xfrm>
        </p:grpSpPr>
        <p:grpSp>
          <p:nvGrpSpPr>
            <p:cNvPr id="2" name="组合 1"/>
            <p:cNvGrpSpPr/>
            <p:nvPr/>
          </p:nvGrpSpPr>
          <p:grpSpPr>
            <a:xfrm>
              <a:off x="3798" y="4926"/>
              <a:ext cx="5741" cy="5513"/>
              <a:chOff x="3798" y="4926"/>
              <a:chExt cx="5741" cy="5513"/>
            </a:xfrm>
          </p:grpSpPr>
          <p:sp>
            <p:nvSpPr>
              <p:cNvPr id="67619" name="Text Box 103"/>
              <p:cNvSpPr/>
              <p:nvPr/>
            </p:nvSpPr>
            <p:spPr>
              <a:xfrm>
                <a:off x="6405" y="4926"/>
                <a:ext cx="840" cy="818"/>
              </a:xfrm>
              <a:prstGeom prst="rect">
                <a:avLst/>
              </a:prstGeom>
              <a:ln w="28575">
                <a:noFill/>
                <a:tailEnd type="triangle"/>
              </a:ln>
            </p:spPr>
            <p:style>
              <a:lnRef idx="1">
                <a:schemeClr val="accent1"/>
              </a:lnRef>
              <a:fillRef idx="0">
                <a:schemeClr val="accent1"/>
              </a:fillRef>
              <a:effectRef idx="0">
                <a:schemeClr val="accent1"/>
              </a:effectRef>
              <a:fontRef idx="minor">
                <a:schemeClr val="tx1"/>
              </a:fontRef>
            </p:style>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r>
                  <a:rPr lang="en-US" altLang="zh-CN" b="0" i="1" baseline="-25000" dirty="0">
                    <a:solidFill>
                      <a:schemeClr val="tx1"/>
                    </a:solidFill>
                    <a:latin typeface="Times New Roman" panose="02020603050405020304" pitchFamily="18" charset="0"/>
                    <a:ea typeface="宋体" panose="02010600030101010101" pitchFamily="2" charset="-122"/>
                  </a:rPr>
                  <a:t>k</a:t>
                </a:r>
                <a:endParaRPr lang="en-US" altLang="zh-CN" b="0" i="1" baseline="-25000" dirty="0">
                  <a:solidFill>
                    <a:schemeClr val="tx1"/>
                  </a:solidFill>
                  <a:latin typeface="Times New Roman" panose="02020603050405020304" pitchFamily="18" charset="0"/>
                  <a:ea typeface="宋体" panose="02010600030101010101" pitchFamily="2" charset="-122"/>
                </a:endParaRPr>
              </a:p>
            </p:txBody>
          </p:sp>
          <p:sp>
            <p:nvSpPr>
              <p:cNvPr id="67602" name="Rectangle 93"/>
              <p:cNvSpPr/>
              <p:nvPr/>
            </p:nvSpPr>
            <p:spPr bwMode="auto">
              <a:xfrm>
                <a:off x="4930" y="5876"/>
                <a:ext cx="3175" cy="3515"/>
              </a:xfrm>
              <a:prstGeom prst="rect">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67603" name="Text Box 94"/>
              <p:cNvSpPr txBox="1"/>
              <p:nvPr/>
            </p:nvSpPr>
            <p:spPr>
              <a:xfrm>
                <a:off x="5953" y="9619"/>
                <a:ext cx="1195" cy="820"/>
              </a:xfrm>
              <a:prstGeom prst="rect">
                <a:avLst/>
              </a:prstGeom>
              <a:noFill/>
              <a:ln w="38100">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i="1" baseline="-25000" dirty="0">
                    <a:solidFill>
                      <a:schemeClr val="tx1"/>
                    </a:solidFill>
                    <a:latin typeface="Times New Roman" panose="02020603050405020304" pitchFamily="18" charset="0"/>
                    <a:ea typeface="宋体" panose="02010600030101010101" pitchFamily="2" charset="-122"/>
                  </a:rPr>
                  <a:t>k</a:t>
                </a:r>
                <a:endParaRPr lang="en-US" altLang="zh-CN" b="0" i="1" baseline="-25000" dirty="0">
                  <a:solidFill>
                    <a:schemeClr val="tx1"/>
                  </a:solidFill>
                  <a:latin typeface="Times New Roman" panose="02020603050405020304" pitchFamily="18" charset="0"/>
                  <a:ea typeface="宋体" panose="02010600030101010101" pitchFamily="2" charset="-122"/>
                </a:endParaRPr>
              </a:p>
            </p:txBody>
          </p:sp>
          <p:sp>
            <p:nvSpPr>
              <p:cNvPr id="67605" name="Text Box 96"/>
              <p:cNvSpPr txBox="1"/>
              <p:nvPr/>
            </p:nvSpPr>
            <p:spPr>
              <a:xfrm>
                <a:off x="5045" y="9279"/>
                <a:ext cx="680" cy="818"/>
              </a:xfrm>
              <a:prstGeom prst="rect">
                <a:avLst/>
              </a:prstGeom>
              <a:noFill/>
              <a:ln w="9525">
                <a:noFill/>
              </a:ln>
            </p:spPr>
            <p:txBody>
              <a:bodyPr>
                <a:spAutoFit/>
              </a:bodyPr>
              <a:p>
                <a:pPr>
                  <a:spcBef>
                    <a:spcPct val="50000"/>
                  </a:spcBef>
                </a:pPr>
                <a:r>
                  <a:rPr lang="zh-CN" altLang="en-US" b="0" dirty="0">
                    <a:solidFill>
                      <a:schemeClr val="tx1"/>
                    </a:solidFill>
                    <a:latin typeface="Arial" panose="020B0604020202020204" pitchFamily="34" charset="0"/>
                    <a:ea typeface="仿宋_GB2312" pitchFamily="49" charset="-122"/>
                  </a:rPr>
                  <a:t>－</a:t>
                </a:r>
                <a:endParaRPr lang="zh-CN" altLang="en-US" b="0" dirty="0">
                  <a:solidFill>
                    <a:schemeClr val="tx1"/>
                  </a:solidFill>
                  <a:latin typeface="Arial" panose="020B0604020202020204" pitchFamily="34" charset="0"/>
                  <a:ea typeface="仿宋_GB2312" pitchFamily="49" charset="-122"/>
                </a:endParaRPr>
              </a:p>
            </p:txBody>
          </p:sp>
          <p:sp>
            <p:nvSpPr>
              <p:cNvPr id="67606" name="Text Box 97"/>
              <p:cNvSpPr txBox="1"/>
              <p:nvPr/>
            </p:nvSpPr>
            <p:spPr>
              <a:xfrm>
                <a:off x="8560" y="8939"/>
                <a:ext cx="680" cy="818"/>
              </a:xfrm>
              <a:prstGeom prst="rect">
                <a:avLst/>
              </a:prstGeom>
              <a:noFill/>
              <a:ln w="9525">
                <a:noFill/>
              </a:ln>
            </p:spPr>
            <p:txBody>
              <a:bodyPr>
                <a:spAutoFit/>
              </a:bodyPr>
              <a:p>
                <a:pPr>
                  <a:spcBef>
                    <a:spcPct val="50000"/>
                  </a:spcBef>
                </a:pPr>
                <a:r>
                  <a:rPr lang="zh-CN" altLang="en-US" b="0" dirty="0">
                    <a:solidFill>
                      <a:schemeClr val="tx1"/>
                    </a:solidFill>
                    <a:latin typeface="Arial" panose="020B0604020202020204" pitchFamily="34" charset="0"/>
                    <a:ea typeface="仿宋_GB2312" pitchFamily="49" charset="-122"/>
                  </a:rPr>
                  <a:t>＋</a:t>
                </a:r>
                <a:endParaRPr lang="zh-CN" altLang="en-US" b="0" dirty="0">
                  <a:solidFill>
                    <a:schemeClr val="tx1"/>
                  </a:solidFill>
                  <a:latin typeface="Arial" panose="020B0604020202020204" pitchFamily="34" charset="0"/>
                  <a:ea typeface="仿宋_GB2312" pitchFamily="49" charset="-122"/>
                </a:endParaRPr>
              </a:p>
            </p:txBody>
          </p:sp>
          <p:sp>
            <p:nvSpPr>
              <p:cNvPr id="67607" name="Text Box 98"/>
              <p:cNvSpPr txBox="1"/>
              <p:nvPr/>
            </p:nvSpPr>
            <p:spPr>
              <a:xfrm>
                <a:off x="6973" y="9279"/>
                <a:ext cx="680" cy="818"/>
              </a:xfrm>
              <a:prstGeom prst="rect">
                <a:avLst/>
              </a:prstGeom>
              <a:noFill/>
              <a:ln w="9525">
                <a:noFill/>
              </a:ln>
            </p:spPr>
            <p:txBody>
              <a:bodyPr>
                <a:spAutoFit/>
              </a:bodyPr>
              <a:p>
                <a:pPr>
                  <a:spcBef>
                    <a:spcPct val="50000"/>
                  </a:spcBef>
                </a:pPr>
                <a:r>
                  <a:rPr lang="zh-CN" altLang="en-US" b="0" dirty="0">
                    <a:solidFill>
                      <a:schemeClr val="tx1"/>
                    </a:solidFill>
                    <a:latin typeface="Arial" panose="020B0604020202020204" pitchFamily="34" charset="0"/>
                    <a:ea typeface="仿宋_GB2312" pitchFamily="49" charset="-122"/>
                  </a:rPr>
                  <a:t>＋</a:t>
                </a:r>
                <a:endParaRPr lang="zh-CN" altLang="en-US" b="0" dirty="0">
                  <a:solidFill>
                    <a:schemeClr val="tx1"/>
                  </a:solidFill>
                  <a:latin typeface="Arial" panose="020B0604020202020204" pitchFamily="34" charset="0"/>
                  <a:ea typeface="仿宋_GB2312" pitchFamily="49" charset="-122"/>
                </a:endParaRPr>
              </a:p>
            </p:txBody>
          </p:sp>
          <p:sp>
            <p:nvSpPr>
              <p:cNvPr id="67608" name="Text Box 99"/>
              <p:cNvSpPr txBox="1"/>
              <p:nvPr/>
            </p:nvSpPr>
            <p:spPr>
              <a:xfrm>
                <a:off x="8560" y="7759"/>
                <a:ext cx="680" cy="818"/>
              </a:xfrm>
              <a:prstGeom prst="rect">
                <a:avLst/>
              </a:prstGeom>
              <a:noFill/>
              <a:ln w="9525">
                <a:noFill/>
              </a:ln>
            </p:spPr>
            <p:txBody>
              <a:bodyPr>
                <a:spAutoFit/>
              </a:bodyPr>
              <a:p>
                <a:pPr>
                  <a:spcBef>
                    <a:spcPct val="50000"/>
                  </a:spcBef>
                </a:pPr>
                <a:r>
                  <a:rPr lang="zh-CN" altLang="en-US" b="0" dirty="0">
                    <a:solidFill>
                      <a:schemeClr val="tx1"/>
                    </a:solidFill>
                    <a:latin typeface="Arial" panose="020B0604020202020204" pitchFamily="34" charset="0"/>
                    <a:ea typeface="仿宋_GB2312" pitchFamily="49" charset="-122"/>
                  </a:rPr>
                  <a:t>－</a:t>
                </a:r>
                <a:endParaRPr lang="zh-CN" altLang="en-US" b="0" dirty="0">
                  <a:solidFill>
                    <a:schemeClr val="tx1"/>
                  </a:solidFill>
                  <a:latin typeface="Arial" panose="020B0604020202020204" pitchFamily="34" charset="0"/>
                  <a:ea typeface="仿宋_GB2312" pitchFamily="49" charset="-122"/>
                </a:endParaRPr>
              </a:p>
            </p:txBody>
          </p:sp>
          <p:sp>
            <p:nvSpPr>
              <p:cNvPr id="51300" name="Rectangle 100"/>
              <p:cNvSpPr>
                <a:spLocks noChangeArrowheads="1"/>
              </p:cNvSpPr>
              <p:nvPr/>
            </p:nvSpPr>
            <p:spPr bwMode="auto">
              <a:xfrm>
                <a:off x="3798" y="5764"/>
                <a:ext cx="1360" cy="3855"/>
              </a:xfrm>
              <a:prstGeom prst="rect">
                <a:avLst/>
              </a:prstGeom>
              <a:solidFill>
                <a:schemeClr val="tx2">
                  <a:lumMod val="20000"/>
                  <a:lumOff val="80000"/>
                </a:schemeClr>
              </a:solidFill>
              <a:ln w="28575">
                <a:solidFill>
                  <a:schemeClr val="hlink"/>
                </a:solidFill>
                <a:miter lim="800000"/>
              </a:ln>
              <a:effectLst/>
            </p:spPr>
            <p:txBody>
              <a:bodyPr wrap="none" anchor="ctr"/>
              <a:p>
                <a:pPr algn="ctr">
                  <a:buNone/>
                </a:pPr>
                <a:r>
                  <a:rPr lang="en-US" altLang="zh-CN" sz="4800" b="0" dirty="0">
                    <a:solidFill>
                      <a:schemeClr val="tx1"/>
                    </a:solidFill>
                    <a:latin typeface="Times New Roman" panose="02020603050405020304" pitchFamily="18" charset="0"/>
                    <a:ea typeface="仿宋_GB2312" pitchFamily="49" charset="-122"/>
                  </a:rPr>
                  <a:t>A</a:t>
                </a:r>
                <a:endParaRPr lang="en-US" altLang="zh-CN" sz="4800" b="0" dirty="0">
                  <a:solidFill>
                    <a:schemeClr val="tx1"/>
                  </a:solidFill>
                  <a:latin typeface="Times New Roman" panose="02020603050405020304" pitchFamily="18" charset="0"/>
                  <a:ea typeface="仿宋_GB2312" pitchFamily="49" charset="-122"/>
                </a:endParaRPr>
              </a:p>
            </p:txBody>
          </p:sp>
          <p:sp>
            <p:nvSpPr>
              <p:cNvPr id="67611" name="Text Box 104"/>
              <p:cNvSpPr txBox="1"/>
              <p:nvPr/>
            </p:nvSpPr>
            <p:spPr>
              <a:xfrm>
                <a:off x="5338" y="6289"/>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67612" name="Text Box 105"/>
              <p:cNvSpPr txBox="1"/>
              <p:nvPr/>
            </p:nvSpPr>
            <p:spPr>
              <a:xfrm>
                <a:off x="5338" y="7849"/>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67613" name="Text Box 106"/>
              <p:cNvSpPr txBox="1"/>
              <p:nvPr/>
            </p:nvSpPr>
            <p:spPr>
              <a:xfrm>
                <a:off x="5338" y="7009"/>
                <a:ext cx="865"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i="1" baseline="-25000" dirty="0">
                    <a:solidFill>
                      <a:schemeClr val="tx1"/>
                    </a:solidFill>
                    <a:latin typeface="Times New Roman" panose="02020603050405020304" pitchFamily="18" charset="0"/>
                    <a:ea typeface="宋体" panose="02010600030101010101" pitchFamily="2" charset="-122"/>
                  </a:rPr>
                  <a:t>k</a:t>
                </a:r>
                <a:endParaRPr lang="en-US" altLang="zh-CN" b="0" i="1" baseline="-25000" dirty="0">
                  <a:solidFill>
                    <a:schemeClr val="tx1"/>
                  </a:solidFill>
                  <a:latin typeface="Times New Roman" panose="02020603050405020304" pitchFamily="18" charset="0"/>
                  <a:ea typeface="宋体" panose="02010600030101010101" pitchFamily="2" charset="-122"/>
                </a:endParaRPr>
              </a:p>
            </p:txBody>
          </p:sp>
          <p:sp>
            <p:nvSpPr>
              <p:cNvPr id="67614" name="Rectangle 107"/>
              <p:cNvSpPr/>
              <p:nvPr/>
            </p:nvSpPr>
            <p:spPr>
              <a:xfrm>
                <a:off x="7653" y="6216"/>
                <a:ext cx="908" cy="1703"/>
              </a:xfrm>
              <a:prstGeom prst="rect">
                <a:avLst/>
              </a:prstGeom>
              <a:gradFill rotWithShape="1">
                <a:gsLst>
                  <a:gs pos="0">
                    <a:srgbClr val="FF9900"/>
                  </a:gs>
                  <a:gs pos="100000">
                    <a:srgbClr val="764700"/>
                  </a:gs>
                </a:gsLst>
                <a:path path="shape">
                  <a:fillToRect l="50000" t="50000" r="50000" b="50000"/>
                </a:path>
                <a:tileRect/>
              </a:gradFill>
              <a:ln w="28575">
                <a:noFill/>
              </a:ln>
            </p:spPr>
            <p:txBody>
              <a:bodyPr wrap="none" anchor="ctr" anchorCtr="0"/>
              <a:p>
                <a:pPr algn="ctr">
                  <a:lnSpc>
                    <a:spcPct val="80000"/>
                  </a:lnSpc>
                </a:pPr>
                <a:r>
                  <a:rPr lang="zh-CN" altLang="en-US" dirty="0">
                    <a:solidFill>
                      <a:schemeClr val="bg1"/>
                    </a:solidFill>
                    <a:latin typeface="楷体_GB2312" pitchFamily="49" charset="-122"/>
                  </a:rPr>
                  <a:t>支</a:t>
                </a:r>
                <a:endParaRPr lang="zh-CN" altLang="en-US" dirty="0">
                  <a:solidFill>
                    <a:schemeClr val="bg1"/>
                  </a:solidFill>
                  <a:latin typeface="楷体_GB2312" pitchFamily="49" charset="-122"/>
                </a:endParaRPr>
              </a:p>
              <a:p>
                <a:pPr algn="ctr">
                  <a:lnSpc>
                    <a:spcPct val="80000"/>
                  </a:lnSpc>
                </a:pPr>
                <a:r>
                  <a:rPr lang="zh-CN" altLang="en-US" dirty="0">
                    <a:solidFill>
                      <a:schemeClr val="bg1"/>
                    </a:solidFill>
                    <a:latin typeface="楷体_GB2312" pitchFamily="49" charset="-122"/>
                  </a:rPr>
                  <a:t>路</a:t>
                </a:r>
                <a:endParaRPr lang="zh-CN" altLang="en-US" dirty="0">
                  <a:solidFill>
                    <a:schemeClr val="bg1"/>
                  </a:solidFill>
                  <a:latin typeface="楷体_GB2312" pitchFamily="49" charset="-122"/>
                </a:endParaRPr>
              </a:p>
              <a:p>
                <a:pPr algn="ctr">
                  <a:lnSpc>
                    <a:spcPct val="80000"/>
                  </a:lnSpc>
                </a:pPr>
                <a:r>
                  <a:rPr lang="en-US" altLang="zh-CN" b="0" i="1" dirty="0">
                    <a:solidFill>
                      <a:schemeClr val="bg1"/>
                    </a:solidFill>
                    <a:latin typeface="Times New Roman" panose="02020603050405020304" pitchFamily="18" charset="0"/>
                  </a:rPr>
                  <a:t>k</a:t>
                </a:r>
                <a:r>
                  <a:rPr lang="en-US" altLang="zh-CN" b="0" dirty="0">
                    <a:solidFill>
                      <a:schemeClr val="bg1"/>
                    </a:solidFill>
                    <a:latin typeface="Times New Roman" panose="02020603050405020304" pitchFamily="18" charset="0"/>
                  </a:rPr>
                  <a:t> </a:t>
                </a:r>
                <a:endParaRPr lang="en-US" altLang="zh-CN" b="0" dirty="0">
                  <a:solidFill>
                    <a:schemeClr val="bg1"/>
                  </a:solidFill>
                  <a:latin typeface="Times New Roman" panose="02020603050405020304" pitchFamily="18" charset="0"/>
                </a:endParaRPr>
              </a:p>
            </p:txBody>
          </p:sp>
          <p:sp>
            <p:nvSpPr>
              <p:cNvPr id="67615" name="Text Box 108"/>
              <p:cNvSpPr txBox="1"/>
              <p:nvPr/>
            </p:nvSpPr>
            <p:spPr>
              <a:xfrm>
                <a:off x="7085" y="5876"/>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67616" name="Text Box 109"/>
              <p:cNvSpPr txBox="1"/>
              <p:nvPr/>
            </p:nvSpPr>
            <p:spPr>
              <a:xfrm>
                <a:off x="7085" y="7239"/>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67617" name="Text Box 110"/>
              <p:cNvSpPr txBox="1"/>
              <p:nvPr/>
            </p:nvSpPr>
            <p:spPr>
              <a:xfrm>
                <a:off x="6860" y="6556"/>
                <a:ext cx="865"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i="1" baseline="-25000" dirty="0">
                    <a:solidFill>
                      <a:schemeClr val="tx1"/>
                    </a:solidFill>
                    <a:latin typeface="Times New Roman" panose="02020603050405020304" pitchFamily="18" charset="0"/>
                    <a:ea typeface="宋体" panose="02010600030101010101" pitchFamily="2" charset="-122"/>
                  </a:rPr>
                  <a:t>k</a:t>
                </a:r>
                <a:endParaRPr lang="en-US" altLang="zh-CN" b="0" i="1" baseline="-25000" dirty="0">
                  <a:solidFill>
                    <a:schemeClr val="tx1"/>
                  </a:solidFill>
                  <a:latin typeface="Times New Roman" panose="02020603050405020304" pitchFamily="18" charset="0"/>
                  <a:ea typeface="宋体" panose="02010600030101010101" pitchFamily="2" charset="-122"/>
                </a:endParaRPr>
              </a:p>
            </p:txBody>
          </p:sp>
          <p:grpSp>
            <p:nvGrpSpPr>
              <p:cNvPr id="79" name="组合 78"/>
              <p:cNvGrpSpPr/>
              <p:nvPr/>
            </p:nvGrpSpPr>
            <p:grpSpPr>
              <a:xfrm rot="0">
                <a:off x="7652" y="8255"/>
                <a:ext cx="908" cy="908"/>
                <a:chOff x="505193" y="3720552"/>
                <a:chExt cx="432197" cy="432197"/>
              </a:xfrm>
              <a:solidFill>
                <a:schemeClr val="accent6">
                  <a:lumMod val="40000"/>
                  <a:lumOff val="60000"/>
                </a:schemeClr>
              </a:solidFill>
            </p:grpSpPr>
            <p:sp>
              <p:nvSpPr>
                <p:cNvPr id="80"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81" name="直接连接符 80"/>
                <p:cNvCxnSpPr>
                  <a:stCxn id="80" idx="0"/>
                  <a:endCxn id="80"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3" name="组合 72"/>
              <p:cNvGrpSpPr/>
              <p:nvPr/>
            </p:nvGrpSpPr>
            <p:grpSpPr>
              <a:xfrm rot="0">
                <a:off x="5953" y="8939"/>
                <a:ext cx="908" cy="908"/>
                <a:chOff x="5907581" y="4495572"/>
                <a:chExt cx="576263" cy="576263"/>
              </a:xfrm>
            </p:grpSpPr>
            <p:sp>
              <p:nvSpPr>
                <p:cNvPr id="74"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75" name="直接连接符 74"/>
                <p:cNvCxnSpPr>
                  <a:stCxn id="74" idx="4"/>
                  <a:endCxn id="74"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7604" name="Text Box 95"/>
              <p:cNvSpPr txBox="1"/>
              <p:nvPr/>
            </p:nvSpPr>
            <p:spPr>
              <a:xfrm>
                <a:off x="8560" y="8144"/>
                <a:ext cx="979" cy="725"/>
              </a:xfrm>
              <a:prstGeom prst="rect">
                <a:avLst/>
              </a:prstGeom>
              <a:noFill/>
              <a:ln w="9525">
                <a:noFill/>
              </a:ln>
            </p:spPr>
            <p:txBody>
              <a:bodyPr wrap="square">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i="1" baseline="-25000" dirty="0">
                    <a:solidFill>
                      <a:schemeClr val="tx1"/>
                    </a:solidFill>
                    <a:latin typeface="Times New Roman" panose="02020603050405020304" pitchFamily="18" charset="0"/>
                    <a:ea typeface="宋体" panose="02010600030101010101" pitchFamily="2" charset="-122"/>
                  </a:rPr>
                  <a:t>k</a:t>
                </a:r>
                <a:endParaRPr lang="en-US" altLang="zh-CN" b="0" i="1" baseline="-25000" dirty="0">
                  <a:solidFill>
                    <a:schemeClr val="tx1"/>
                  </a:solidFill>
                  <a:latin typeface="Times New Roman" panose="02020603050405020304" pitchFamily="18" charset="0"/>
                  <a:ea typeface="宋体" panose="02010600030101010101" pitchFamily="2" charset="-122"/>
                </a:endParaRPr>
              </a:p>
            </p:txBody>
          </p:sp>
        </p:grpSp>
        <p:sp>
          <p:nvSpPr>
            <p:cNvPr id="8" name="Line 24"/>
            <p:cNvSpPr/>
            <p:nvPr>
              <p:custDataLst>
                <p:tags r:id="rId1"/>
              </p:custDataLst>
            </p:nvPr>
          </p:nvSpPr>
          <p:spPr>
            <a:xfrm>
              <a:off x="6116" y="5876"/>
              <a:ext cx="857"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51266"/>
                                        </p:tgtEl>
                                        <p:attrNameLst>
                                          <p:attrName>style.visibility</p:attrName>
                                        </p:attrNameLst>
                                      </p:cBhvr>
                                      <p:to>
                                        <p:strVal val="visible"/>
                                      </p:to>
                                    </p:set>
                                    <p:anim calcmode="lin" valueType="num">
                                      <p:cBhvr additive="base">
                                        <p:cTn id="7" dur="500" fill="hold"/>
                                        <p:tgtEl>
                                          <p:spTgt spid="51266"/>
                                        </p:tgtEl>
                                        <p:attrNameLst>
                                          <p:attrName>ppt_x</p:attrName>
                                        </p:attrNameLst>
                                      </p:cBhvr>
                                      <p:tavLst>
                                        <p:tav tm="0">
                                          <p:val>
                                            <p:strVal val="0-#ppt_w/2"/>
                                          </p:val>
                                        </p:tav>
                                        <p:tav tm="100000">
                                          <p:val>
                                            <p:strVal val="#ppt_x"/>
                                          </p:val>
                                        </p:tav>
                                      </p:tavLst>
                                    </p:anim>
                                    <p:anim calcmode="lin" valueType="num">
                                      <p:cBhvr additive="base">
                                        <p:cTn id="8" dur="500" fill="hold"/>
                                        <p:tgtEl>
                                          <p:spTgt spid="5126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blinds(horizontal)">
                                      <p:cBhvr>
                                        <p:cTn id="13"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8" fill="hold" grpId="0" nodeType="clickEffect">
                                  <p:stCondLst>
                                    <p:cond delay="0"/>
                                  </p:stCondLst>
                                  <p:childTnLst>
                                    <p:set>
                                      <p:cBhvr>
                                        <p:cTn id="17" dur="1" fill="hold">
                                          <p:stCondLst>
                                            <p:cond delay="0"/>
                                          </p:stCondLst>
                                        </p:cTn>
                                        <p:tgtEl>
                                          <p:spTgt spid="51240"/>
                                        </p:tgtEl>
                                        <p:attrNameLst>
                                          <p:attrName>style.visibility</p:attrName>
                                        </p:attrNameLst>
                                      </p:cBhvr>
                                      <p:to>
                                        <p:strVal val="visible"/>
                                      </p:to>
                                    </p:set>
                                    <p:animEffect transition="in" filter="slide(fromLeft)">
                                      <p:cBhvr>
                                        <p:cTn id="18" dur="500"/>
                                        <p:tgtEl>
                                          <p:spTgt spid="51240"/>
                                        </p:tgtEl>
                                      </p:cBhvr>
                                    </p:animEffect>
                                  </p:childTnLst>
                                </p:cTn>
                              </p:par>
                            </p:childTnLst>
                          </p:cTn>
                        </p:par>
                        <p:par>
                          <p:cTn id="19" fill="hold">
                            <p:stCondLst>
                              <p:cond delay="500"/>
                            </p:stCondLst>
                            <p:childTnLst>
                              <p:par>
                                <p:cTn id="20" presetID="3" presetClass="entr" presetSubtype="10" fill="hold" nodeType="after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1311"/>
                                        </p:tgtEl>
                                        <p:attrNameLst>
                                          <p:attrName>style.visibility</p:attrName>
                                        </p:attrNameLst>
                                      </p:cBhvr>
                                      <p:to>
                                        <p:strVal val="visible"/>
                                      </p:to>
                                    </p:set>
                                    <p:animEffect transition="in" filter="blinds(horizontal)">
                                      <p:cBhvr>
                                        <p:cTn id="27" dur="500"/>
                                        <p:tgtEl>
                                          <p:spTgt spid="51311"/>
                                        </p:tgtEl>
                                      </p:cBhvr>
                                    </p:animEffect>
                                  </p:childTnLst>
                                </p:cTn>
                              </p:par>
                            </p:childTnLst>
                          </p:cTn>
                        </p:par>
                        <p:par>
                          <p:cTn id="28" fill="hold">
                            <p:stCondLst>
                              <p:cond delay="500"/>
                            </p:stCondLst>
                            <p:childTnLst>
                              <p:par>
                                <p:cTn id="29" presetID="3" presetClass="entr" presetSubtype="10" fill="hold" nodeType="after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blinds(horizontal)">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23" presetClass="entr" presetSubtype="16" fill="hold" grpId="0" nodeType="clickEffect">
                                  <p:stCondLst>
                                    <p:cond delay="0"/>
                                  </p:stCondLst>
                                  <p:childTnLst>
                                    <p:set>
                                      <p:cBhvr>
                                        <p:cTn id="35" dur="1" fill="hold">
                                          <p:stCondLst>
                                            <p:cond delay="0"/>
                                          </p:stCondLst>
                                        </p:cTn>
                                        <p:tgtEl>
                                          <p:spTgt spid="51262"/>
                                        </p:tgtEl>
                                        <p:attrNameLst>
                                          <p:attrName>style.visibility</p:attrName>
                                        </p:attrNameLst>
                                      </p:cBhvr>
                                      <p:to>
                                        <p:strVal val="visible"/>
                                      </p:to>
                                    </p:set>
                                    <p:anim calcmode="lin" valueType="num">
                                      <p:cBhvr>
                                        <p:cTn id="36" dur="500" fill="hold"/>
                                        <p:tgtEl>
                                          <p:spTgt spid="51262"/>
                                        </p:tgtEl>
                                        <p:attrNameLst>
                                          <p:attrName>ppt_w</p:attrName>
                                        </p:attrNameLst>
                                      </p:cBhvr>
                                      <p:tavLst>
                                        <p:tav tm="0">
                                          <p:val>
                                            <p:fltVal val="0"/>
                                          </p:val>
                                        </p:tav>
                                        <p:tav tm="100000">
                                          <p:val>
                                            <p:strVal val="#ppt_w"/>
                                          </p:val>
                                        </p:tav>
                                      </p:tavLst>
                                    </p:anim>
                                    <p:anim calcmode="lin" valueType="num">
                                      <p:cBhvr>
                                        <p:cTn id="37" dur="500" fill="hold"/>
                                        <p:tgtEl>
                                          <p:spTgt spid="51262"/>
                                        </p:tgtEl>
                                        <p:attrNameLst>
                                          <p:attrName>ppt_h</p:attrName>
                                        </p:attrNameLst>
                                      </p:cBhvr>
                                      <p:tavLst>
                                        <p:tav tm="0">
                                          <p:val>
                                            <p:fltVal val="0"/>
                                          </p:val>
                                        </p:tav>
                                        <p:tav tm="100000">
                                          <p:val>
                                            <p:strVal val="#ppt_h"/>
                                          </p:val>
                                        </p:tav>
                                      </p:tavLst>
                                    </p:anim>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51312"/>
                                        </p:tgtEl>
                                        <p:attrNameLst>
                                          <p:attrName>style.visibility</p:attrName>
                                        </p:attrNameLst>
                                      </p:cBhvr>
                                      <p:to>
                                        <p:strVal val="visible"/>
                                      </p:to>
                                    </p:set>
                                    <p:animEffect transition="in" filter="wipe(down)">
                                      <p:cBhvr>
                                        <p:cTn id="42" dur="500"/>
                                        <p:tgtEl>
                                          <p:spTgt spid="51312"/>
                                        </p:tgtEl>
                                      </p:cBhvr>
                                    </p:animEffect>
                                  </p:childTnLst>
                                </p:cTn>
                              </p:par>
                            </p:childTnLst>
                          </p:cTn>
                        </p:par>
                        <p:par>
                          <p:cTn id="43" fill="hold">
                            <p:stCondLst>
                              <p:cond delay="500"/>
                            </p:stCondLst>
                            <p:childTnLst>
                              <p:par>
                                <p:cTn id="44" presetID="2" presetClass="entr" presetSubtype="4" fill="hold" grpId="0" nodeType="afterEffect">
                                  <p:stCondLst>
                                    <p:cond delay="0"/>
                                  </p:stCondLst>
                                  <p:childTnLst>
                                    <p:set>
                                      <p:cBhvr>
                                        <p:cTn id="45" dur="1" fill="hold">
                                          <p:stCondLst>
                                            <p:cond delay="0"/>
                                          </p:stCondLst>
                                        </p:cTn>
                                        <p:tgtEl>
                                          <p:spTgt spid="51265"/>
                                        </p:tgtEl>
                                        <p:attrNameLst>
                                          <p:attrName>style.visibility</p:attrName>
                                        </p:attrNameLst>
                                      </p:cBhvr>
                                      <p:to>
                                        <p:strVal val="visible"/>
                                      </p:to>
                                    </p:set>
                                    <p:anim calcmode="lin" valueType="num">
                                      <p:cBhvr additive="base">
                                        <p:cTn id="46" dur="500" fill="hold"/>
                                        <p:tgtEl>
                                          <p:spTgt spid="51265"/>
                                        </p:tgtEl>
                                        <p:attrNameLst>
                                          <p:attrName>ppt_x</p:attrName>
                                        </p:attrNameLst>
                                      </p:cBhvr>
                                      <p:tavLst>
                                        <p:tav tm="0">
                                          <p:val>
                                            <p:strVal val="#ppt_x"/>
                                          </p:val>
                                        </p:tav>
                                        <p:tav tm="100000">
                                          <p:val>
                                            <p:strVal val="#ppt_x"/>
                                          </p:val>
                                        </p:tav>
                                      </p:tavLst>
                                    </p:anim>
                                    <p:anim calcmode="lin" valueType="num">
                                      <p:cBhvr additive="base">
                                        <p:cTn id="47" dur="500" fill="hold"/>
                                        <p:tgtEl>
                                          <p:spTgt spid="5126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40" grpId="0" bldLvl="0" animBg="1"/>
      <p:bldP spid="51265" grpId="0"/>
      <p:bldP spid="51266" grpId="0"/>
      <p:bldP spid="51311" grpId="0" bldLvl="0" animBg="1"/>
      <p:bldP spid="51312" grpId="0" bldLvl="0" animBg="1"/>
      <p:bldP spid="51262"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4-2 替代定理</a:t>
            </a:r>
            <a:endParaRPr lang="zh-CN" altLang="en-US"/>
          </a:p>
        </p:txBody>
      </p:sp>
      <p:sp>
        <p:nvSpPr>
          <p:cNvPr id="50179" name="Text Box 3"/>
          <p:cNvSpPr txBox="1"/>
          <p:nvPr/>
        </p:nvSpPr>
        <p:spPr>
          <a:xfrm>
            <a:off x="1454468" y="713105"/>
            <a:ext cx="6049962" cy="521970"/>
          </a:xfrm>
          <a:prstGeom prst="rect">
            <a:avLst/>
          </a:prstGeom>
          <a:no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求图示电路的支路电压和电流</a:t>
            </a:r>
            <a:r>
              <a:rPr lang="zh-CN" altLang="en-US" dirty="0">
                <a:latin typeface="Arial" panose="020B0604020202020204" pitchFamily="34" charset="0"/>
              </a:rPr>
              <a:t>。</a:t>
            </a:r>
            <a:endParaRPr lang="zh-CN" altLang="en-US" dirty="0">
              <a:latin typeface="Arial" panose="020B0604020202020204" pitchFamily="34" charset="0"/>
            </a:endParaRPr>
          </a:p>
        </p:txBody>
      </p:sp>
      <p:grpSp>
        <p:nvGrpSpPr>
          <p:cNvPr id="2" name="Group 151"/>
          <p:cNvGrpSpPr/>
          <p:nvPr/>
        </p:nvGrpSpPr>
        <p:grpSpPr>
          <a:xfrm>
            <a:off x="6659563" y="3119438"/>
            <a:ext cx="792162" cy="946150"/>
            <a:chOff x="4241" y="1842"/>
            <a:chExt cx="499" cy="596"/>
          </a:xfrm>
        </p:grpSpPr>
        <p:sp>
          <p:nvSpPr>
            <p:cNvPr id="8265" name="AutoShape 55"/>
            <p:cNvSpPr/>
            <p:nvPr/>
          </p:nvSpPr>
          <p:spPr>
            <a:xfrm>
              <a:off x="4241" y="1933"/>
              <a:ext cx="182" cy="454"/>
            </a:xfrm>
            <a:prstGeom prst="downArrow">
              <a:avLst>
                <a:gd name="adj1" fmla="val 50000"/>
                <a:gd name="adj2" fmla="val 62362"/>
              </a:avLst>
            </a:prstGeom>
            <a:solidFill>
              <a:srgbClr val="00CCFF"/>
            </a:solidFill>
            <a:ln w="9525">
              <a:noFill/>
            </a:ln>
          </p:spPr>
          <p:txBody>
            <a:bodyPr vert="eaVert" wrap="none" anchor="ctr" anchorCtr="0"/>
            <a:p>
              <a:endParaRPr lang="zh-CN" altLang="en-US" dirty="0">
                <a:latin typeface="Arial" panose="020B0604020202020204" pitchFamily="34" charset="0"/>
              </a:endParaRPr>
            </a:p>
          </p:txBody>
        </p:sp>
        <p:sp>
          <p:nvSpPr>
            <p:cNvPr id="8266" name="Text Box 56"/>
            <p:cNvSpPr txBox="1"/>
            <p:nvPr/>
          </p:nvSpPr>
          <p:spPr>
            <a:xfrm>
              <a:off x="4377" y="1842"/>
              <a:ext cx="363" cy="596"/>
            </a:xfrm>
            <a:prstGeom prst="rect">
              <a:avLst/>
            </a:prstGeom>
            <a:noFill/>
            <a:ln w="9525">
              <a:noFill/>
            </a:ln>
          </p:spPr>
          <p:txBody>
            <a:bodyPr>
              <a:spAutoFit/>
            </a:bodyPr>
            <a:p>
              <a:pPr>
                <a:spcBef>
                  <a:spcPct val="50000"/>
                </a:spcBef>
              </a:pPr>
              <a:r>
                <a:rPr lang="zh-CN" altLang="en-US" dirty="0">
                  <a:latin typeface="Arial" panose="020B0604020202020204" pitchFamily="34" charset="0"/>
                </a:rPr>
                <a:t>替代</a:t>
              </a:r>
              <a:endParaRPr lang="zh-CN" altLang="en-US" dirty="0">
                <a:latin typeface="Arial" panose="020B0604020202020204" pitchFamily="34" charset="0"/>
              </a:endParaRPr>
            </a:p>
          </p:txBody>
        </p:sp>
      </p:grpSp>
      <p:sp>
        <p:nvSpPr>
          <p:cNvPr id="50263" name="Text Box 87"/>
          <p:cNvSpPr txBox="1"/>
          <p:nvPr/>
        </p:nvSpPr>
        <p:spPr>
          <a:xfrm>
            <a:off x="566103" y="4316730"/>
            <a:ext cx="3024187" cy="521970"/>
          </a:xfrm>
          <a:prstGeom prst="rect">
            <a:avLst/>
          </a:prstGeom>
          <a:noFill/>
          <a:ln w="9525">
            <a:noFill/>
          </a:ln>
        </p:spPr>
        <p:txBody>
          <a:bodyPr>
            <a:spAutoFit/>
          </a:bodyPr>
          <a:p>
            <a:r>
              <a:rPr kumimoji="1" lang="zh-CN" altLang="en-US" sz="2800" dirty="0" smtClean="0">
                <a:latin typeface="华文楷体" panose="02010600040101010101" pitchFamily="2" charset="-122"/>
                <a:ea typeface="华文楷体" panose="02010600040101010101" pitchFamily="2" charset="-122"/>
              </a:rPr>
              <a:t>替代以后有</a:t>
            </a:r>
            <a:endParaRPr kumimoji="1" lang="zh-CN" altLang="en-US" sz="2800" dirty="0" smtClean="0">
              <a:latin typeface="华文楷体" panose="02010600040101010101" pitchFamily="2" charset="-122"/>
              <a:ea typeface="华文楷体" panose="02010600040101010101" pitchFamily="2" charset="-122"/>
            </a:endParaRPr>
          </a:p>
        </p:txBody>
      </p:sp>
      <p:sp>
        <p:nvSpPr>
          <p:cNvPr id="50266" name="Text Box 90"/>
          <p:cNvSpPr txBox="1"/>
          <p:nvPr/>
        </p:nvSpPr>
        <p:spPr>
          <a:xfrm>
            <a:off x="1894205" y="6124575"/>
            <a:ext cx="6337300" cy="521970"/>
          </a:xfrm>
          <a:prstGeom prst="rect">
            <a:avLst/>
          </a:prstGeom>
          <a:noFill/>
          <a:ln w="9525">
            <a:noFill/>
          </a:ln>
        </p:spPr>
        <p:txBody>
          <a:bodyPr>
            <a:spAutoFit/>
          </a:bodyPr>
          <a:p>
            <a:r>
              <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rPr>
              <a:t>替代后各支路电压和电流完全不变。</a:t>
            </a:r>
            <a:endPar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8264" name="Text Box 96">
            <a:hlinkClick r:id="" action="ppaction://hlinkshowjump?jump=nextslide"/>
          </p:cNvPr>
          <p:cNvSpPr txBox="1"/>
          <p:nvPr/>
        </p:nvSpPr>
        <p:spPr>
          <a:xfrm>
            <a:off x="8353425" y="6447155"/>
            <a:ext cx="525145" cy="368300"/>
          </a:xfrm>
          <a:prstGeom prst="rect">
            <a:avLst/>
          </a:prstGeom>
          <a:noFill/>
          <a:ln w="9525">
            <a:noFill/>
          </a:ln>
        </p:spPr>
        <p:txBody>
          <a:bodyPr wrap="none">
            <a:no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 页</a:t>
            </a:r>
            <a:endParaRPr lang="zh-CN" altLang="en-US" sz="1800" b="0" dirty="0">
              <a:solidFill>
                <a:schemeClr val="bg1"/>
              </a:solidFill>
              <a:latin typeface="隶书" panose="02010509060101010101" pitchFamily="49" charset="-122"/>
              <a:ea typeface="隶书" panose="02010509060101010101" pitchFamily="49" charset="-122"/>
            </a:endParaRPr>
          </a:p>
        </p:txBody>
      </p:sp>
      <p:graphicFrame>
        <p:nvGraphicFramePr>
          <p:cNvPr id="4" name="对象 3"/>
          <p:cNvGraphicFramePr/>
          <p:nvPr/>
        </p:nvGraphicFramePr>
        <p:xfrm>
          <a:off x="1187450" y="3842385"/>
          <a:ext cx="2376805" cy="416560"/>
        </p:xfrm>
        <a:graphic>
          <a:graphicData uri="http://schemas.openxmlformats.org/presentationml/2006/ole">
            <mc:AlternateContent xmlns:mc="http://schemas.openxmlformats.org/markup-compatibility/2006">
              <mc:Choice xmlns:v="urn:schemas-microsoft-com:vml" Requires="v">
                <p:oleObj spid="_x0000_s7" name="" r:id="rId1" imgW="939800" imgH="215900" progId="Equation.KSEE3">
                  <p:embed/>
                </p:oleObj>
              </mc:Choice>
              <mc:Fallback>
                <p:oleObj name="" r:id="rId1" imgW="939800" imgH="215900" progId="Equation.KSEE3">
                  <p:embed/>
                  <p:pic>
                    <p:nvPicPr>
                      <p:cNvPr id="0" name="图片 6"/>
                      <p:cNvPicPr/>
                      <p:nvPr/>
                    </p:nvPicPr>
                    <p:blipFill>
                      <a:blip r:embed="rId2"/>
                      <a:stretch>
                        <a:fillRect/>
                      </a:stretch>
                    </p:blipFill>
                    <p:spPr>
                      <a:xfrm>
                        <a:off x="1187450" y="3842385"/>
                        <a:ext cx="2376805" cy="416560"/>
                      </a:xfrm>
                      <a:prstGeom prst="rect">
                        <a:avLst/>
                      </a:prstGeom>
                    </p:spPr>
                  </p:pic>
                </p:oleObj>
              </mc:Fallback>
            </mc:AlternateContent>
          </a:graphicData>
        </a:graphic>
      </p:graphicFrame>
      <p:sp>
        <p:nvSpPr>
          <p:cNvPr id="9" name="Text Box 22"/>
          <p:cNvSpPr txBox="1">
            <a:spLocks noChangeArrowheads="1"/>
          </p:cNvSpPr>
          <p:nvPr/>
        </p:nvSpPr>
        <p:spPr bwMode="auto">
          <a:xfrm>
            <a:off x="271145" y="713740"/>
            <a:ext cx="1210310" cy="575945"/>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例</a:t>
            </a:r>
            <a:r>
              <a:rPr kumimoji="1" lang="en-US" altLang="zh-CN" sz="3200" dirty="0">
                <a:solidFill>
                  <a:schemeClr val="bg1"/>
                </a:solidFill>
                <a:latin typeface="华文新魏" panose="02010800040101010101" pitchFamily="2" charset="-122"/>
                <a:ea typeface="华文新魏" panose="02010800040101010101" pitchFamily="2" charset="-122"/>
              </a:rPr>
              <a:t>2</a:t>
            </a:r>
            <a:r>
              <a:rPr kumimoji="1" lang="en-US" altLang="zh-CN" sz="3200" dirty="0">
                <a:solidFill>
                  <a:schemeClr val="bg1"/>
                </a:solidFill>
                <a:latin typeface="华文新魏" panose="02010800040101010101" pitchFamily="2" charset="-122"/>
                <a:ea typeface="华文新魏" panose="02010800040101010101" pitchFamily="2" charset="-122"/>
              </a:rPr>
              <a:t>-1</a:t>
            </a:r>
            <a:endParaRPr kumimoji="1" lang="en-US" altLang="zh-CN" sz="3200" dirty="0">
              <a:solidFill>
                <a:schemeClr val="bg1"/>
              </a:solidFill>
              <a:latin typeface="华文新魏" panose="02010800040101010101" pitchFamily="2" charset="-122"/>
              <a:ea typeface="华文新魏" panose="02010800040101010101" pitchFamily="2" charset="-122"/>
            </a:endParaRPr>
          </a:p>
        </p:txBody>
      </p:sp>
      <p:sp>
        <p:nvSpPr>
          <p:cNvPr id="10" name="Text Box 22"/>
          <p:cNvSpPr txBox="1">
            <a:spLocks noChangeArrowheads="1"/>
          </p:cNvSpPr>
          <p:nvPr/>
        </p:nvSpPr>
        <p:spPr bwMode="auto">
          <a:xfrm>
            <a:off x="262169" y="1439698"/>
            <a:ext cx="648000" cy="576000"/>
          </a:xfrm>
          <a:prstGeom prst="rect">
            <a:avLst/>
          </a:pr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解</a:t>
            </a:r>
            <a:endParaRPr kumimoji="1" lang="zh-CN" altLang="en-US" sz="3200" dirty="0">
              <a:solidFill>
                <a:schemeClr val="bg1"/>
              </a:solidFill>
              <a:latin typeface="华文新魏" panose="02010800040101010101" pitchFamily="2" charset="-122"/>
              <a:ea typeface="华文新魏" panose="02010800040101010101" pitchFamily="2" charset="-122"/>
            </a:endParaRPr>
          </a:p>
        </p:txBody>
      </p:sp>
      <p:graphicFrame>
        <p:nvGraphicFramePr>
          <p:cNvPr id="11" name="对象 10"/>
          <p:cNvGraphicFramePr/>
          <p:nvPr/>
        </p:nvGraphicFramePr>
        <p:xfrm>
          <a:off x="984885" y="1254125"/>
          <a:ext cx="3963670" cy="1311910"/>
        </p:xfrm>
        <a:graphic>
          <a:graphicData uri="http://schemas.openxmlformats.org/presentationml/2006/ole">
            <mc:AlternateContent xmlns:mc="http://schemas.openxmlformats.org/markup-compatibility/2006">
              <mc:Choice xmlns:v="urn:schemas-microsoft-com:vml" Requires="v">
                <p:oleObj spid="_x0000_s12" name="" r:id="rId3" imgW="1765300" imgH="660400" progId="Equation.KSEE3">
                  <p:embed/>
                </p:oleObj>
              </mc:Choice>
              <mc:Fallback>
                <p:oleObj name="" r:id="rId3" imgW="1765300" imgH="660400" progId="Equation.KSEE3">
                  <p:embed/>
                  <p:pic>
                    <p:nvPicPr>
                      <p:cNvPr id="0" name="图片 11"/>
                      <p:cNvPicPr/>
                      <p:nvPr/>
                    </p:nvPicPr>
                    <p:blipFill>
                      <a:blip r:embed="rId4"/>
                      <a:stretch>
                        <a:fillRect/>
                      </a:stretch>
                    </p:blipFill>
                    <p:spPr>
                      <a:xfrm>
                        <a:off x="984885" y="1254125"/>
                        <a:ext cx="3963670" cy="1311910"/>
                      </a:xfrm>
                      <a:prstGeom prst="rect">
                        <a:avLst/>
                      </a:prstGeom>
                    </p:spPr>
                  </p:pic>
                </p:oleObj>
              </mc:Fallback>
            </mc:AlternateContent>
          </a:graphicData>
        </a:graphic>
      </p:graphicFrame>
      <p:graphicFrame>
        <p:nvGraphicFramePr>
          <p:cNvPr id="13" name="对象 12"/>
          <p:cNvGraphicFramePr/>
          <p:nvPr/>
        </p:nvGraphicFramePr>
        <p:xfrm>
          <a:off x="984885" y="2709545"/>
          <a:ext cx="3323590" cy="457200"/>
        </p:xfrm>
        <a:graphic>
          <a:graphicData uri="http://schemas.openxmlformats.org/presentationml/2006/ole">
            <mc:AlternateContent xmlns:mc="http://schemas.openxmlformats.org/markup-compatibility/2006">
              <mc:Choice xmlns:v="urn:schemas-microsoft-com:vml" Requires="v">
                <p:oleObj spid="_x0000_s14" name="" r:id="rId5" imgW="952500" imgH="215900" progId="Equation.KSEE3">
                  <p:embed/>
                </p:oleObj>
              </mc:Choice>
              <mc:Fallback>
                <p:oleObj name="" r:id="rId5" imgW="952500" imgH="215900" progId="Equation.KSEE3">
                  <p:embed/>
                  <p:pic>
                    <p:nvPicPr>
                      <p:cNvPr id="0" name="图片 13"/>
                      <p:cNvPicPr/>
                      <p:nvPr/>
                    </p:nvPicPr>
                    <p:blipFill>
                      <a:blip r:embed="rId6"/>
                      <a:stretch>
                        <a:fillRect/>
                      </a:stretch>
                    </p:blipFill>
                    <p:spPr>
                      <a:xfrm>
                        <a:off x="984885" y="2709545"/>
                        <a:ext cx="3323590" cy="457200"/>
                      </a:xfrm>
                      <a:prstGeom prst="rect">
                        <a:avLst/>
                      </a:prstGeom>
                    </p:spPr>
                  </p:pic>
                </p:oleObj>
              </mc:Fallback>
            </mc:AlternateContent>
          </a:graphicData>
        </a:graphic>
      </p:graphicFrame>
      <p:graphicFrame>
        <p:nvGraphicFramePr>
          <p:cNvPr id="17" name="对象 16"/>
          <p:cNvGraphicFramePr/>
          <p:nvPr/>
        </p:nvGraphicFramePr>
        <p:xfrm>
          <a:off x="963295" y="3291205"/>
          <a:ext cx="3188970" cy="514985"/>
        </p:xfrm>
        <a:graphic>
          <a:graphicData uri="http://schemas.openxmlformats.org/presentationml/2006/ole">
            <mc:AlternateContent xmlns:mc="http://schemas.openxmlformats.org/markup-compatibility/2006">
              <mc:Choice xmlns:v="urn:schemas-microsoft-com:vml" Requires="v">
                <p:oleObj spid="_x0000_s18" name="" r:id="rId7" imgW="965200" imgH="228600" progId="Equation.KSEE3">
                  <p:embed/>
                </p:oleObj>
              </mc:Choice>
              <mc:Fallback>
                <p:oleObj name="" r:id="rId7" imgW="965200" imgH="228600" progId="Equation.KSEE3">
                  <p:embed/>
                  <p:pic>
                    <p:nvPicPr>
                      <p:cNvPr id="0" name="图片 15"/>
                      <p:cNvPicPr/>
                      <p:nvPr/>
                    </p:nvPicPr>
                    <p:blipFill>
                      <a:blip r:embed="rId8"/>
                      <a:stretch>
                        <a:fillRect/>
                      </a:stretch>
                    </p:blipFill>
                    <p:spPr>
                      <a:xfrm>
                        <a:off x="963295" y="3291205"/>
                        <a:ext cx="3188970" cy="514985"/>
                      </a:xfrm>
                      <a:prstGeom prst="rect">
                        <a:avLst/>
                      </a:prstGeom>
                    </p:spPr>
                  </p:pic>
                </p:oleObj>
              </mc:Fallback>
            </mc:AlternateContent>
          </a:graphicData>
        </a:graphic>
      </p:graphicFrame>
      <p:grpSp>
        <p:nvGrpSpPr>
          <p:cNvPr id="20" name="组合 19"/>
          <p:cNvGrpSpPr/>
          <p:nvPr/>
        </p:nvGrpSpPr>
        <p:grpSpPr>
          <a:xfrm>
            <a:off x="210175" y="5988998"/>
            <a:ext cx="1469301" cy="596753"/>
            <a:chOff x="333345" y="3065118"/>
            <a:chExt cx="1469299" cy="596752"/>
          </a:xfrm>
        </p:grpSpPr>
        <p:sp>
          <p:nvSpPr>
            <p:cNvPr id="21" name="Text Box 47"/>
            <p:cNvSpPr txBox="1">
              <a:spLocks noChangeArrowheads="1"/>
            </p:cNvSpPr>
            <p:nvPr/>
          </p:nvSpPr>
          <p:spPr bwMode="auto">
            <a:xfrm>
              <a:off x="797242" y="3065118"/>
              <a:ext cx="1005402" cy="584774"/>
            </a:xfrm>
            <a:prstGeom prst="rect">
              <a:avLst/>
            </a:prstGeom>
            <a:noFill/>
            <a:ln w="9525">
              <a:noFill/>
              <a:miter lim="800000"/>
            </a:ln>
            <a:effectLst/>
          </p:spPr>
          <p:txBody>
            <a:bodyPr wrap="none">
              <a:spAutoFit/>
            </a:bodyPr>
            <a:p>
              <a:r>
                <a:rPr kumimoji="1" lang="zh-CN" altLang="en-US" sz="3200"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注意</a:t>
              </a:r>
              <a:endParaRPr kumimoji="1" lang="zh-CN" altLang="en-US" sz="3200"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p:txBody>
        </p:sp>
        <p:grpSp>
          <p:nvGrpSpPr>
            <p:cNvPr id="22" name="组合 15"/>
            <p:cNvGrpSpPr/>
            <p:nvPr/>
          </p:nvGrpSpPr>
          <p:grpSpPr>
            <a:xfrm>
              <a:off x="333345" y="3109916"/>
              <a:ext cx="655770" cy="551954"/>
              <a:chOff x="6691327" y="3681420"/>
              <a:chExt cx="655770" cy="551954"/>
            </a:xfrm>
          </p:grpSpPr>
          <p:sp>
            <p:nvSpPr>
              <p:cNvPr id="23" name="等腰三角形 22"/>
              <p:cNvSpPr/>
              <p:nvPr/>
            </p:nvSpPr>
            <p:spPr>
              <a:xfrm>
                <a:off x="6691327" y="3681420"/>
                <a:ext cx="576000" cy="504000"/>
              </a:xfrm>
              <a:prstGeom prst="triangle">
                <a:avLst/>
              </a:prstGeom>
              <a:solidFill>
                <a:schemeClr val="accent6">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3200"/>
              </a:p>
            </p:txBody>
          </p:sp>
          <p:sp>
            <p:nvSpPr>
              <p:cNvPr id="24" name="TextBox 91"/>
              <p:cNvSpPr txBox="1"/>
              <p:nvPr/>
            </p:nvSpPr>
            <p:spPr>
              <a:xfrm>
                <a:off x="6803359" y="3710155"/>
                <a:ext cx="543738" cy="523219"/>
              </a:xfrm>
              <a:prstGeom prst="rect">
                <a:avLst/>
              </a:prstGeom>
              <a:noFill/>
            </p:spPr>
            <p:txBody>
              <a:bodyPr wrap="none" rtlCol="0">
                <a:spAutoFit/>
              </a:bodyPr>
              <a:p>
                <a:pPr algn="ctr"/>
                <a:r>
                  <a:rPr lang="zh-CN" altLang="en-US" sz="2800" dirty="0">
                    <a:solidFill>
                      <a:schemeClr val="accent2">
                        <a:lumMod val="75000"/>
                      </a:schemeClr>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rPr>
                  <a:t>！</a:t>
                </a:r>
                <a:endParaRPr lang="zh-CN" altLang="en-US" sz="2800" dirty="0">
                  <a:solidFill>
                    <a:schemeClr val="accent2">
                      <a:lumMod val="75000"/>
                    </a:schemeClr>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endParaRPr>
              </a:p>
            </p:txBody>
          </p:sp>
        </p:grpSp>
      </p:grpSp>
      <p:graphicFrame>
        <p:nvGraphicFramePr>
          <p:cNvPr id="25" name="对象 24"/>
          <p:cNvGraphicFramePr/>
          <p:nvPr/>
        </p:nvGraphicFramePr>
        <p:xfrm>
          <a:off x="674370" y="5347335"/>
          <a:ext cx="3409950" cy="495935"/>
        </p:xfrm>
        <a:graphic>
          <a:graphicData uri="http://schemas.openxmlformats.org/presentationml/2006/ole">
            <mc:AlternateContent xmlns:mc="http://schemas.openxmlformats.org/markup-compatibility/2006">
              <mc:Choice xmlns:v="urn:schemas-microsoft-com:vml" Requires="v">
                <p:oleObj spid="_x0000_s26" name="" r:id="rId9" imgW="1016000" imgH="228600" progId="Equation.KSEE3">
                  <p:embed/>
                </p:oleObj>
              </mc:Choice>
              <mc:Fallback>
                <p:oleObj name="" r:id="rId9" imgW="1016000" imgH="228600" progId="Equation.KSEE3">
                  <p:embed/>
                  <p:pic>
                    <p:nvPicPr>
                      <p:cNvPr id="0" name="图片 25"/>
                      <p:cNvPicPr/>
                      <p:nvPr/>
                    </p:nvPicPr>
                    <p:blipFill>
                      <a:blip r:embed="rId10"/>
                      <a:stretch>
                        <a:fillRect/>
                      </a:stretch>
                    </p:blipFill>
                    <p:spPr>
                      <a:xfrm>
                        <a:off x="674370" y="5347335"/>
                        <a:ext cx="3409950" cy="495935"/>
                      </a:xfrm>
                      <a:prstGeom prst="rect">
                        <a:avLst/>
                      </a:prstGeom>
                    </p:spPr>
                  </p:pic>
                </p:oleObj>
              </mc:Fallback>
            </mc:AlternateContent>
          </a:graphicData>
        </a:graphic>
      </p:graphicFrame>
      <p:graphicFrame>
        <p:nvGraphicFramePr>
          <p:cNvPr id="27" name="对象 26"/>
          <p:cNvGraphicFramePr/>
          <p:nvPr/>
        </p:nvGraphicFramePr>
        <p:xfrm>
          <a:off x="674370" y="4856480"/>
          <a:ext cx="3555365" cy="490855"/>
        </p:xfrm>
        <a:graphic>
          <a:graphicData uri="http://schemas.openxmlformats.org/presentationml/2006/ole">
            <mc:AlternateContent xmlns:mc="http://schemas.openxmlformats.org/markup-compatibility/2006">
              <mc:Choice xmlns:v="urn:schemas-microsoft-com:vml" Requires="v">
                <p:oleObj spid="_x0000_s28" name="" r:id="rId11" imgW="1562100" imgH="215900" progId="Equation.KSEE3">
                  <p:embed/>
                </p:oleObj>
              </mc:Choice>
              <mc:Fallback>
                <p:oleObj name="" r:id="rId11" imgW="1562100" imgH="215900" progId="Equation.KSEE3">
                  <p:embed/>
                  <p:pic>
                    <p:nvPicPr>
                      <p:cNvPr id="0" name="图片 27"/>
                      <p:cNvPicPr/>
                      <p:nvPr/>
                    </p:nvPicPr>
                    <p:blipFill>
                      <a:blip r:embed="rId12"/>
                      <a:stretch>
                        <a:fillRect/>
                      </a:stretch>
                    </p:blipFill>
                    <p:spPr>
                      <a:xfrm>
                        <a:off x="674370" y="4856480"/>
                        <a:ext cx="3555365" cy="490855"/>
                      </a:xfrm>
                      <a:prstGeom prst="rect">
                        <a:avLst/>
                      </a:prstGeom>
                    </p:spPr>
                  </p:pic>
                </p:oleObj>
              </mc:Fallback>
            </mc:AlternateContent>
          </a:graphicData>
        </a:graphic>
      </p:graphicFrame>
      <p:grpSp>
        <p:nvGrpSpPr>
          <p:cNvPr id="31" name="组合 30"/>
          <p:cNvGrpSpPr/>
          <p:nvPr/>
        </p:nvGrpSpPr>
        <p:grpSpPr>
          <a:xfrm>
            <a:off x="4846955" y="3830955"/>
            <a:ext cx="3959860" cy="2113280"/>
            <a:chOff x="7633" y="5400"/>
            <a:chExt cx="6236" cy="3328"/>
          </a:xfrm>
        </p:grpSpPr>
        <p:sp>
          <p:nvSpPr>
            <p:cNvPr id="8214" name="Rectangle 182"/>
            <p:cNvSpPr/>
            <p:nvPr/>
          </p:nvSpPr>
          <p:spPr bwMode="auto">
            <a:xfrm>
              <a:off x="8448" y="6308"/>
              <a:ext cx="5105" cy="2268"/>
            </a:xfrm>
            <a:prstGeom prst="rect">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8215" name="Rectangle 183"/>
            <p:cNvSpPr/>
            <p:nvPr/>
          </p:nvSpPr>
          <p:spPr bwMode="auto">
            <a:xfrm>
              <a:off x="9355" y="6193"/>
              <a:ext cx="792"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8216" name="Text Box 184"/>
            <p:cNvSpPr txBox="1"/>
            <p:nvPr/>
          </p:nvSpPr>
          <p:spPr>
            <a:xfrm>
              <a:off x="8448" y="6510"/>
              <a:ext cx="795" cy="818"/>
            </a:xfrm>
            <a:prstGeom prst="rect">
              <a:avLst/>
            </a:prstGeom>
            <a:noFill/>
            <a:ln w="9525">
              <a:noFill/>
            </a:ln>
          </p:spPr>
          <p:txBody>
            <a:bodyPr>
              <a:spAutoFit/>
            </a:bodyPr>
            <a:p>
              <a:pPr>
                <a:spcBef>
                  <a:spcPct val="50000"/>
                </a:spcBef>
              </a:pPr>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8217" name="Text Box 185"/>
            <p:cNvSpPr txBox="1"/>
            <p:nvPr/>
          </p:nvSpPr>
          <p:spPr>
            <a:xfrm>
              <a:off x="8448" y="7780"/>
              <a:ext cx="937" cy="818"/>
            </a:xfrm>
            <a:prstGeom prst="rect">
              <a:avLst/>
            </a:prstGeom>
            <a:noFill/>
            <a:ln w="9525">
              <a:noFill/>
            </a:ln>
          </p:spPr>
          <p:txBody>
            <a:bodyPr>
              <a:spAutoFit/>
            </a:bodyPr>
            <a:p>
              <a:pPr>
                <a:spcBef>
                  <a:spcPct val="50000"/>
                </a:spcBef>
              </a:pPr>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8218" name="Text Box 186"/>
            <p:cNvSpPr txBox="1"/>
            <p:nvPr/>
          </p:nvSpPr>
          <p:spPr>
            <a:xfrm>
              <a:off x="12963" y="6278"/>
              <a:ext cx="907"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仿宋_GB2312" pitchFamily="49" charset="-122"/>
                </a:rPr>
                <a:t>i</a:t>
              </a:r>
              <a:r>
                <a:rPr lang="en-US" altLang="zh-CN" b="0" baseline="-25000" dirty="0">
                  <a:solidFill>
                    <a:schemeClr val="tx1"/>
                  </a:solidFill>
                  <a:latin typeface="Times New Roman" panose="02020603050405020304" pitchFamily="18" charset="0"/>
                  <a:ea typeface="仿宋_GB2312" pitchFamily="49" charset="-122"/>
                </a:rPr>
                <a:t>3</a:t>
              </a:r>
              <a:endParaRPr lang="en-US" altLang="zh-CN" b="0" baseline="-25000" dirty="0">
                <a:solidFill>
                  <a:schemeClr val="tx1"/>
                </a:solidFill>
                <a:latin typeface="Times New Roman" panose="02020603050405020304" pitchFamily="18" charset="0"/>
                <a:ea typeface="仿宋_GB2312" pitchFamily="49" charset="-122"/>
              </a:endParaRPr>
            </a:p>
          </p:txBody>
        </p:sp>
        <p:sp>
          <p:nvSpPr>
            <p:cNvPr id="8219" name="Text Box 187"/>
            <p:cNvSpPr txBox="1"/>
            <p:nvPr/>
          </p:nvSpPr>
          <p:spPr>
            <a:xfrm>
              <a:off x="12280" y="7100"/>
              <a:ext cx="1532"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仿宋_GB2312" pitchFamily="49" charset="-122"/>
                </a:rPr>
                <a:t>10</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8220" name="Text Box 188"/>
            <p:cNvSpPr txBox="1"/>
            <p:nvPr/>
          </p:nvSpPr>
          <p:spPr>
            <a:xfrm>
              <a:off x="9243" y="5400"/>
              <a:ext cx="1417"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仿宋_GB2312" pitchFamily="49" charset="-122"/>
                </a:rPr>
                <a:t>5</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8221" name="Text Box 189"/>
            <p:cNvSpPr txBox="1"/>
            <p:nvPr/>
          </p:nvSpPr>
          <p:spPr>
            <a:xfrm>
              <a:off x="11510" y="5400"/>
              <a:ext cx="1755"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仿宋_GB2312" pitchFamily="49" charset="-122"/>
                </a:rPr>
                <a:t>5</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8222" name="Line 190"/>
            <p:cNvSpPr/>
            <p:nvPr/>
          </p:nvSpPr>
          <p:spPr bwMode="auto">
            <a:xfrm>
              <a:off x="10943" y="6308"/>
              <a:ext cx="0" cy="2268"/>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8223" name="Line 191"/>
            <p:cNvSpPr/>
            <p:nvPr/>
          </p:nvSpPr>
          <p:spPr>
            <a:xfrm>
              <a:off x="10943" y="6420"/>
              <a:ext cx="0" cy="568"/>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8224" name="Text Box 192"/>
            <p:cNvSpPr txBox="1"/>
            <p:nvPr/>
          </p:nvSpPr>
          <p:spPr>
            <a:xfrm>
              <a:off x="8788" y="7100"/>
              <a:ext cx="187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110V</a:t>
              </a:r>
              <a:endParaRPr lang="en-US" altLang="zh-CN" b="0" dirty="0">
                <a:solidFill>
                  <a:schemeClr val="tx1"/>
                </a:solidFill>
                <a:latin typeface="Times New Roman" panose="02020603050405020304" pitchFamily="18" charset="0"/>
                <a:ea typeface="仿宋_GB2312" pitchFamily="49" charset="-122"/>
              </a:endParaRPr>
            </a:p>
          </p:txBody>
        </p:sp>
        <p:sp>
          <p:nvSpPr>
            <p:cNvPr id="8225" name="Line 193"/>
            <p:cNvSpPr/>
            <p:nvPr/>
          </p:nvSpPr>
          <p:spPr>
            <a:xfrm flipV="1">
              <a:off x="8448" y="6305"/>
              <a:ext cx="0" cy="795"/>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8226" name="Line 194"/>
            <p:cNvSpPr/>
            <p:nvPr/>
          </p:nvSpPr>
          <p:spPr>
            <a:xfrm>
              <a:off x="13550" y="6420"/>
              <a:ext cx="0" cy="68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8227" name="Text Box 195"/>
            <p:cNvSpPr txBox="1"/>
            <p:nvPr/>
          </p:nvSpPr>
          <p:spPr>
            <a:xfrm>
              <a:off x="11138" y="6308"/>
              <a:ext cx="907"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仿宋_GB2312" pitchFamily="49" charset="-122"/>
                </a:rPr>
                <a:t>i</a:t>
              </a:r>
              <a:r>
                <a:rPr lang="en-US" altLang="zh-CN" b="0" baseline="-25000" dirty="0">
                  <a:solidFill>
                    <a:schemeClr val="tx1"/>
                  </a:solidFill>
                  <a:latin typeface="Times New Roman" panose="02020603050405020304" pitchFamily="18" charset="0"/>
                  <a:ea typeface="仿宋_GB2312" pitchFamily="49" charset="-122"/>
                </a:rPr>
                <a:t>2</a:t>
              </a:r>
              <a:endParaRPr lang="en-US" altLang="zh-CN" b="0" baseline="-25000" dirty="0">
                <a:solidFill>
                  <a:schemeClr val="tx1"/>
                </a:solidFill>
                <a:latin typeface="Times New Roman" panose="02020603050405020304" pitchFamily="18" charset="0"/>
                <a:ea typeface="仿宋_GB2312" pitchFamily="49" charset="-122"/>
              </a:endParaRPr>
            </a:p>
          </p:txBody>
        </p:sp>
        <p:sp>
          <p:nvSpPr>
            <p:cNvPr id="8228" name="Text Box 196"/>
            <p:cNvSpPr txBox="1"/>
            <p:nvPr/>
          </p:nvSpPr>
          <p:spPr>
            <a:xfrm>
              <a:off x="7633" y="6193"/>
              <a:ext cx="907"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仿宋_GB2312" pitchFamily="49" charset="-122"/>
                </a:rPr>
                <a:t>i</a:t>
              </a:r>
              <a:r>
                <a:rPr lang="en-US" altLang="zh-CN" b="0" baseline="-25000" dirty="0">
                  <a:solidFill>
                    <a:schemeClr val="tx1"/>
                  </a:solidFill>
                  <a:latin typeface="Times New Roman" panose="02020603050405020304" pitchFamily="18" charset="0"/>
                  <a:ea typeface="仿宋_GB2312" pitchFamily="49" charset="-122"/>
                </a:rPr>
                <a:t>1</a:t>
              </a:r>
              <a:endParaRPr lang="en-US" altLang="zh-CN" b="0" baseline="-25000" dirty="0">
                <a:solidFill>
                  <a:schemeClr val="tx1"/>
                </a:solidFill>
                <a:latin typeface="Times New Roman" panose="02020603050405020304" pitchFamily="18" charset="0"/>
                <a:ea typeface="仿宋_GB2312" pitchFamily="49" charset="-122"/>
              </a:endParaRPr>
            </a:p>
          </p:txBody>
        </p:sp>
        <p:sp>
          <p:nvSpPr>
            <p:cNvPr id="8229" name="Text Box 197"/>
            <p:cNvSpPr txBox="1"/>
            <p:nvPr/>
          </p:nvSpPr>
          <p:spPr>
            <a:xfrm>
              <a:off x="10043" y="6305"/>
              <a:ext cx="907" cy="818"/>
            </a:xfrm>
            <a:prstGeom prst="rect">
              <a:avLst/>
            </a:prstGeom>
            <a:noFill/>
            <a:ln w="9525">
              <a:noFill/>
            </a:ln>
          </p:spPr>
          <p:txBody>
            <a:bodyPr>
              <a:spAutoFit/>
            </a:bodyPr>
            <a:p>
              <a:pPr>
                <a:spcBef>
                  <a:spcPct val="50000"/>
                </a:spcBef>
              </a:pPr>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8230" name="Text Box 198"/>
            <p:cNvSpPr txBox="1"/>
            <p:nvPr/>
          </p:nvSpPr>
          <p:spPr>
            <a:xfrm>
              <a:off x="10058" y="7910"/>
              <a:ext cx="937" cy="818"/>
            </a:xfrm>
            <a:prstGeom prst="rect">
              <a:avLst/>
            </a:prstGeom>
            <a:noFill/>
            <a:ln w="9525">
              <a:noFill/>
            </a:ln>
          </p:spPr>
          <p:txBody>
            <a:bodyPr>
              <a:spAutoFit/>
            </a:bodyPr>
            <a:p>
              <a:pPr>
                <a:spcBef>
                  <a:spcPct val="50000"/>
                </a:spcBef>
              </a:pPr>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8231" name="Rectangle 199"/>
            <p:cNvSpPr/>
            <p:nvPr/>
          </p:nvSpPr>
          <p:spPr bwMode="auto">
            <a:xfrm>
              <a:off x="13393" y="7213"/>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8232" name="Rectangle 200"/>
            <p:cNvSpPr/>
            <p:nvPr/>
          </p:nvSpPr>
          <p:spPr bwMode="auto">
            <a:xfrm>
              <a:off x="11623" y="6193"/>
              <a:ext cx="792"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8233" name="Text Box 208"/>
            <p:cNvSpPr txBox="1"/>
            <p:nvPr/>
          </p:nvSpPr>
          <p:spPr>
            <a:xfrm>
              <a:off x="11283" y="7215"/>
              <a:ext cx="1532"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仿宋_GB2312" pitchFamily="49" charset="-122"/>
                </a:rPr>
                <a:t>60</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V</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grpSp>
          <p:nvGrpSpPr>
            <p:cNvPr id="79" name="组合 78"/>
            <p:cNvGrpSpPr/>
            <p:nvPr/>
          </p:nvGrpSpPr>
          <p:grpSpPr>
            <a:xfrm>
              <a:off x="10488" y="7011"/>
              <a:ext cx="908" cy="908"/>
              <a:chOff x="505193" y="3720552"/>
              <a:chExt cx="432197" cy="432197"/>
            </a:xfrm>
            <a:solidFill>
              <a:schemeClr val="accent6">
                <a:lumMod val="40000"/>
                <a:lumOff val="60000"/>
              </a:schemeClr>
            </a:solidFill>
          </p:grpSpPr>
          <p:sp>
            <p:nvSpPr>
              <p:cNvPr id="80"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81" name="直接连接符 80"/>
              <p:cNvCxnSpPr>
                <a:stCxn id="80" idx="0"/>
                <a:endCxn id="80"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 name="组合 5"/>
            <p:cNvGrpSpPr/>
            <p:nvPr/>
          </p:nvGrpSpPr>
          <p:grpSpPr>
            <a:xfrm>
              <a:off x="7995" y="7011"/>
              <a:ext cx="908" cy="908"/>
              <a:chOff x="505193" y="3720552"/>
              <a:chExt cx="432197" cy="432197"/>
            </a:xfrm>
            <a:solidFill>
              <a:schemeClr val="accent6">
                <a:lumMod val="40000"/>
                <a:lumOff val="60000"/>
              </a:schemeClr>
            </a:solidFill>
          </p:grpSpPr>
          <p:sp>
            <p:nvSpPr>
              <p:cNvPr id="15"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16" name="直接连接符 15"/>
              <p:cNvCxnSpPr>
                <a:stCxn id="15" idx="0"/>
                <a:endCxn id="15"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8" name="组合 7"/>
          <p:cNvGrpSpPr/>
          <p:nvPr/>
        </p:nvGrpSpPr>
        <p:grpSpPr>
          <a:xfrm>
            <a:off x="5038725" y="1285240"/>
            <a:ext cx="3783330" cy="1773555"/>
            <a:chOff x="7935" y="1613"/>
            <a:chExt cx="5958" cy="2793"/>
          </a:xfrm>
        </p:grpSpPr>
        <p:sp>
          <p:nvSpPr>
            <p:cNvPr id="8239" name="Rectangle 129"/>
            <p:cNvSpPr/>
            <p:nvPr/>
          </p:nvSpPr>
          <p:spPr bwMode="auto">
            <a:xfrm>
              <a:off x="8563" y="1773"/>
              <a:ext cx="5105" cy="2608"/>
            </a:xfrm>
            <a:prstGeom prst="rect">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8240" name="Rectangle 130"/>
            <p:cNvSpPr/>
            <p:nvPr/>
          </p:nvSpPr>
          <p:spPr bwMode="auto">
            <a:xfrm>
              <a:off x="9470" y="1613"/>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8241" name="Text Box 131"/>
            <p:cNvSpPr txBox="1"/>
            <p:nvPr/>
          </p:nvSpPr>
          <p:spPr>
            <a:xfrm>
              <a:off x="8563" y="1975"/>
              <a:ext cx="795" cy="818"/>
            </a:xfrm>
            <a:prstGeom prst="rect">
              <a:avLst/>
            </a:prstGeom>
            <a:noFill/>
            <a:ln w="9525">
              <a:noFill/>
            </a:ln>
          </p:spPr>
          <p:txBody>
            <a:bodyPr>
              <a:spAutoFit/>
            </a:bodyPr>
            <a:p>
              <a:pPr>
                <a:spcBef>
                  <a:spcPct val="50000"/>
                </a:spcBef>
              </a:pPr>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8242" name="Text Box 132"/>
            <p:cNvSpPr txBox="1"/>
            <p:nvPr/>
          </p:nvSpPr>
          <p:spPr>
            <a:xfrm>
              <a:off x="8591" y="3371"/>
              <a:ext cx="938" cy="818"/>
            </a:xfrm>
            <a:prstGeom prst="rect">
              <a:avLst/>
            </a:prstGeom>
            <a:noFill/>
            <a:ln w="9525">
              <a:noFill/>
            </a:ln>
          </p:spPr>
          <p:txBody>
            <a:bodyPr>
              <a:spAutoFit/>
            </a:bodyPr>
            <a:p>
              <a:pPr>
                <a:spcBef>
                  <a:spcPct val="50000"/>
                </a:spcBef>
              </a:pPr>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8243" name="Text Box 133"/>
            <p:cNvSpPr txBox="1"/>
            <p:nvPr/>
          </p:nvSpPr>
          <p:spPr>
            <a:xfrm>
              <a:off x="12985" y="1770"/>
              <a:ext cx="908"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仿宋_GB2312" pitchFamily="49" charset="-122"/>
                </a:rPr>
                <a:t>i</a:t>
              </a:r>
              <a:r>
                <a:rPr lang="en-US" altLang="zh-CN" b="0" baseline="-25000" dirty="0">
                  <a:solidFill>
                    <a:schemeClr val="tx1"/>
                  </a:solidFill>
                  <a:latin typeface="Times New Roman" panose="02020603050405020304" pitchFamily="18" charset="0"/>
                  <a:ea typeface="仿宋_GB2312" pitchFamily="49" charset="-122"/>
                </a:rPr>
                <a:t>3</a:t>
              </a:r>
              <a:endParaRPr lang="en-US" altLang="zh-CN" b="0" baseline="-25000" dirty="0">
                <a:solidFill>
                  <a:schemeClr val="tx1"/>
                </a:solidFill>
                <a:latin typeface="Times New Roman" panose="02020603050405020304" pitchFamily="18" charset="0"/>
                <a:ea typeface="仿宋_GB2312" pitchFamily="49" charset="-122"/>
              </a:endParaRPr>
            </a:p>
          </p:txBody>
        </p:sp>
        <p:sp>
          <p:nvSpPr>
            <p:cNvPr id="8244" name="Text Box 134"/>
            <p:cNvSpPr txBox="1"/>
            <p:nvPr/>
          </p:nvSpPr>
          <p:spPr>
            <a:xfrm>
              <a:off x="12305" y="2678"/>
              <a:ext cx="1533"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仿宋_GB2312" pitchFamily="49" charset="-122"/>
                </a:rPr>
                <a:t>10</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8245" name="Text Box 135"/>
            <p:cNvSpPr txBox="1"/>
            <p:nvPr/>
          </p:nvSpPr>
          <p:spPr>
            <a:xfrm>
              <a:off x="9243" y="1773"/>
              <a:ext cx="1418"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仿宋_GB2312" pitchFamily="49" charset="-122"/>
                </a:rPr>
                <a:t>5</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8246" name="Text Box 136"/>
            <p:cNvSpPr txBox="1"/>
            <p:nvPr/>
          </p:nvSpPr>
          <p:spPr>
            <a:xfrm>
              <a:off x="11768" y="1795"/>
              <a:ext cx="1755"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仿宋_GB2312" pitchFamily="49" charset="-122"/>
                </a:rPr>
                <a:t>5</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8247" name="Line 137"/>
            <p:cNvSpPr/>
            <p:nvPr/>
          </p:nvSpPr>
          <p:spPr bwMode="auto">
            <a:xfrm>
              <a:off x="11058" y="1773"/>
              <a:ext cx="0" cy="2608"/>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8248" name="Line 138"/>
            <p:cNvSpPr/>
            <p:nvPr/>
          </p:nvSpPr>
          <p:spPr>
            <a:xfrm>
              <a:off x="11058" y="1885"/>
              <a:ext cx="0" cy="568"/>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8249" name="Text Box 139"/>
            <p:cNvSpPr txBox="1"/>
            <p:nvPr/>
          </p:nvSpPr>
          <p:spPr>
            <a:xfrm>
              <a:off x="8903" y="2678"/>
              <a:ext cx="187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110V</a:t>
              </a:r>
              <a:endParaRPr lang="en-US" altLang="zh-CN" b="0" dirty="0">
                <a:solidFill>
                  <a:schemeClr val="tx1"/>
                </a:solidFill>
                <a:latin typeface="Times New Roman" panose="02020603050405020304" pitchFamily="18" charset="0"/>
                <a:ea typeface="仿宋_GB2312" pitchFamily="49" charset="-122"/>
              </a:endParaRPr>
            </a:p>
          </p:txBody>
        </p:sp>
        <p:sp>
          <p:nvSpPr>
            <p:cNvPr id="8250" name="Text Box 140"/>
            <p:cNvSpPr txBox="1"/>
            <p:nvPr/>
          </p:nvSpPr>
          <p:spPr>
            <a:xfrm>
              <a:off x="11058" y="2655"/>
              <a:ext cx="1533"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仿宋_GB2312" pitchFamily="49" charset="-122"/>
                </a:rPr>
                <a:t>10</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8251" name="Line 141"/>
            <p:cNvSpPr/>
            <p:nvPr/>
          </p:nvSpPr>
          <p:spPr>
            <a:xfrm flipV="1">
              <a:off x="8563" y="1770"/>
              <a:ext cx="0" cy="795"/>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8252" name="Line 142"/>
            <p:cNvSpPr/>
            <p:nvPr/>
          </p:nvSpPr>
          <p:spPr>
            <a:xfrm>
              <a:off x="13665" y="1885"/>
              <a:ext cx="0" cy="68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8253" name="Text Box 143"/>
            <p:cNvSpPr txBox="1"/>
            <p:nvPr/>
          </p:nvSpPr>
          <p:spPr>
            <a:xfrm>
              <a:off x="11035" y="1673"/>
              <a:ext cx="908"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仿宋_GB2312" pitchFamily="49" charset="-122"/>
                </a:rPr>
                <a:t>i</a:t>
              </a:r>
              <a:r>
                <a:rPr lang="en-US" altLang="zh-CN" b="0" baseline="-25000" dirty="0">
                  <a:solidFill>
                    <a:schemeClr val="tx1"/>
                  </a:solidFill>
                  <a:latin typeface="Times New Roman" panose="02020603050405020304" pitchFamily="18" charset="0"/>
                  <a:ea typeface="仿宋_GB2312" pitchFamily="49" charset="-122"/>
                </a:rPr>
                <a:t>2</a:t>
              </a:r>
              <a:endParaRPr lang="en-US" altLang="zh-CN" b="0" baseline="-25000" dirty="0">
                <a:solidFill>
                  <a:schemeClr val="tx1"/>
                </a:solidFill>
                <a:latin typeface="Times New Roman" panose="02020603050405020304" pitchFamily="18" charset="0"/>
                <a:ea typeface="仿宋_GB2312" pitchFamily="49" charset="-122"/>
              </a:endParaRPr>
            </a:p>
          </p:txBody>
        </p:sp>
        <p:sp>
          <p:nvSpPr>
            <p:cNvPr id="8254" name="Text Box 144"/>
            <p:cNvSpPr txBox="1"/>
            <p:nvPr/>
          </p:nvSpPr>
          <p:spPr>
            <a:xfrm>
              <a:off x="7935" y="1750"/>
              <a:ext cx="908"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仿宋_GB2312" pitchFamily="49" charset="-122"/>
                </a:rPr>
                <a:t>i</a:t>
              </a:r>
              <a:r>
                <a:rPr lang="en-US" altLang="zh-CN" b="0" baseline="-25000" dirty="0">
                  <a:solidFill>
                    <a:schemeClr val="tx1"/>
                  </a:solidFill>
                  <a:latin typeface="Times New Roman" panose="02020603050405020304" pitchFamily="18" charset="0"/>
                  <a:ea typeface="仿宋_GB2312" pitchFamily="49" charset="-122"/>
                </a:rPr>
                <a:t>1</a:t>
              </a:r>
              <a:endParaRPr lang="en-US" altLang="zh-CN" b="0" baseline="-25000" dirty="0">
                <a:solidFill>
                  <a:schemeClr val="tx1"/>
                </a:solidFill>
                <a:latin typeface="Times New Roman" panose="02020603050405020304" pitchFamily="18" charset="0"/>
                <a:ea typeface="仿宋_GB2312" pitchFamily="49" charset="-122"/>
              </a:endParaRPr>
            </a:p>
          </p:txBody>
        </p:sp>
        <p:sp>
          <p:nvSpPr>
            <p:cNvPr id="8255" name="Text Box 145"/>
            <p:cNvSpPr txBox="1"/>
            <p:nvPr/>
          </p:nvSpPr>
          <p:spPr>
            <a:xfrm>
              <a:off x="10281" y="1894"/>
              <a:ext cx="908" cy="818"/>
            </a:xfrm>
            <a:prstGeom prst="rect">
              <a:avLst/>
            </a:prstGeom>
            <a:noFill/>
            <a:ln w="9525">
              <a:noFill/>
            </a:ln>
          </p:spPr>
          <p:txBody>
            <a:bodyPr>
              <a:spAutoFit/>
            </a:bodyPr>
            <a:p>
              <a:pPr>
                <a:spcBef>
                  <a:spcPct val="50000"/>
                </a:spcBef>
              </a:pPr>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8256" name="Text Box 146"/>
            <p:cNvSpPr txBox="1"/>
            <p:nvPr/>
          </p:nvSpPr>
          <p:spPr>
            <a:xfrm>
              <a:off x="10308" y="3588"/>
              <a:ext cx="938" cy="818"/>
            </a:xfrm>
            <a:prstGeom prst="rect">
              <a:avLst/>
            </a:prstGeom>
            <a:noFill/>
            <a:ln w="9525">
              <a:noFill/>
            </a:ln>
          </p:spPr>
          <p:txBody>
            <a:bodyPr>
              <a:spAutoFit/>
            </a:bodyPr>
            <a:p>
              <a:pPr>
                <a:spcBef>
                  <a:spcPct val="50000"/>
                </a:spcBef>
              </a:pPr>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8257" name="Text Box 147"/>
            <p:cNvSpPr txBox="1"/>
            <p:nvPr/>
          </p:nvSpPr>
          <p:spPr>
            <a:xfrm>
              <a:off x="10348" y="2680"/>
              <a:ext cx="938"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仿宋_GB2312" pitchFamily="49" charset="-122"/>
                </a:rPr>
                <a:t>u</a:t>
              </a:r>
              <a:endParaRPr lang="en-US" altLang="zh-CN" b="0" i="1" dirty="0">
                <a:solidFill>
                  <a:schemeClr val="tx1"/>
                </a:solidFill>
                <a:latin typeface="Times New Roman" panose="02020603050405020304" pitchFamily="18" charset="0"/>
                <a:ea typeface="仿宋_GB2312" pitchFamily="49" charset="-122"/>
              </a:endParaRPr>
            </a:p>
          </p:txBody>
        </p:sp>
        <p:sp>
          <p:nvSpPr>
            <p:cNvPr id="8258" name="Rectangle 148"/>
            <p:cNvSpPr/>
            <p:nvPr/>
          </p:nvSpPr>
          <p:spPr bwMode="auto">
            <a:xfrm>
              <a:off x="10898" y="2610"/>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8259" name="Rectangle 149"/>
            <p:cNvSpPr/>
            <p:nvPr/>
          </p:nvSpPr>
          <p:spPr bwMode="auto">
            <a:xfrm>
              <a:off x="13485" y="2678"/>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8260" name="Rectangle 150"/>
            <p:cNvSpPr/>
            <p:nvPr/>
          </p:nvSpPr>
          <p:spPr bwMode="auto">
            <a:xfrm>
              <a:off x="11873" y="1635"/>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grpSp>
          <p:nvGrpSpPr>
            <p:cNvPr id="19" name="组合 18"/>
            <p:cNvGrpSpPr/>
            <p:nvPr/>
          </p:nvGrpSpPr>
          <p:grpSpPr>
            <a:xfrm>
              <a:off x="8110" y="2655"/>
              <a:ext cx="908" cy="908"/>
              <a:chOff x="505193" y="3720552"/>
              <a:chExt cx="432197" cy="432197"/>
            </a:xfrm>
            <a:solidFill>
              <a:schemeClr val="accent6">
                <a:lumMod val="40000"/>
                <a:lumOff val="60000"/>
              </a:schemeClr>
            </a:solidFill>
          </p:grpSpPr>
          <p:sp>
            <p:nvSpPr>
              <p:cNvPr id="29"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30" name="直接连接符 29"/>
              <p:cNvCxnSpPr>
                <a:stCxn id="29" idx="0"/>
                <a:endCxn id="29"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fltVal val="0"/>
                                          </p:val>
                                        </p:tav>
                                        <p:tav tm="100000">
                                          <p:val>
                                            <p:strVal val="#ppt_w"/>
                                          </p:val>
                                        </p:tav>
                                      </p:tavLst>
                                    </p:anim>
                                    <p:anim calcmode="lin" valueType="num">
                                      <p:cBhvr>
                                        <p:cTn id="8" dur="1000" fill="hold"/>
                                        <p:tgtEl>
                                          <p:spTgt spid="9"/>
                                        </p:tgtEl>
                                        <p:attrNameLst>
                                          <p:attrName>ppt_h</p:attrName>
                                        </p:attrNameLst>
                                      </p:cBhvr>
                                      <p:tavLst>
                                        <p:tav tm="0">
                                          <p:val>
                                            <p:fltVal val="0"/>
                                          </p:val>
                                        </p:tav>
                                        <p:tav tm="100000">
                                          <p:val>
                                            <p:strVal val="#ppt_h"/>
                                          </p:val>
                                        </p:tav>
                                      </p:tavLst>
                                    </p:anim>
                                    <p:anim calcmode="lin" valueType="num">
                                      <p:cBhvr>
                                        <p:cTn id="9" dur="1000" fill="hold"/>
                                        <p:tgtEl>
                                          <p:spTgt spid="9"/>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9"/>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blinds(horizontal)">
                                      <p:cBhvr>
                                        <p:cTn id="14" dur="500"/>
                                        <p:tgtEl>
                                          <p:spTgt spid="8"/>
                                        </p:tgtEl>
                                      </p:cBhvr>
                                    </p:animEffect>
                                  </p:childTnLst>
                                </p:cTn>
                              </p:par>
                            </p:childTnLst>
                          </p:cTn>
                        </p:par>
                        <p:par>
                          <p:cTn id="15" fill="hold">
                            <p:stCondLst>
                              <p:cond delay="1500"/>
                            </p:stCondLst>
                            <p:childTnLst>
                              <p:par>
                                <p:cTn id="16" presetID="22" presetClass="entr" presetSubtype="8" fill="hold" grpId="0" nodeType="afterEffect">
                                  <p:stCondLst>
                                    <p:cond delay="0"/>
                                  </p:stCondLst>
                                  <p:iterate type="lt">
                                    <p:tmPct val="100000"/>
                                  </p:iterate>
                                  <p:childTnLst>
                                    <p:set>
                                      <p:cBhvr>
                                        <p:cTn id="17" dur="1" fill="hold">
                                          <p:stCondLst>
                                            <p:cond delay="0"/>
                                          </p:stCondLst>
                                        </p:cTn>
                                        <p:tgtEl>
                                          <p:spTgt spid="50179"/>
                                        </p:tgtEl>
                                        <p:attrNameLst>
                                          <p:attrName>style.visibility</p:attrName>
                                        </p:attrNameLst>
                                      </p:cBhvr>
                                      <p:to>
                                        <p:strVal val="visible"/>
                                      </p:to>
                                    </p:set>
                                    <p:animEffect transition="in" filter="wipe(left)">
                                      <p:cBhvr>
                                        <p:cTn id="18" dur="100"/>
                                        <p:tgtEl>
                                          <p:spTgt spid="50179"/>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nodeType="clickEffect">
                                  <p:stCondLst>
                                    <p:cond delay="0"/>
                                  </p:stCondLst>
                                  <p:childTnLst>
                                    <p:set>
                                      <p:cBhvr>
                                        <p:cTn id="26" dur="3000" fill="hold">
                                          <p:stCondLst>
                                            <p:cond delay="0"/>
                                          </p:stCondLst>
                                        </p:cTn>
                                        <p:tgtEl>
                                          <p:spTgt spid="11"/>
                                        </p:tgtEl>
                                        <p:attrNameLst>
                                          <p:attrName>style.visibility</p:attrName>
                                        </p:attrNameLst>
                                      </p:cBhvr>
                                      <p:to>
                                        <p:strVal val="visible"/>
                                      </p:to>
                                    </p:set>
                                    <p:animEffect transition="in" filter="strips(downRight)">
                                      <p:cBhvr>
                                        <p:cTn id="27" dur="30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nodeType="clickEffect">
                                  <p:stCondLst>
                                    <p:cond delay="0"/>
                                  </p:stCondLst>
                                  <p:childTnLst>
                                    <p:set>
                                      <p:cBhvr>
                                        <p:cTn id="31" dur="3000" fill="hold">
                                          <p:stCondLst>
                                            <p:cond delay="0"/>
                                          </p:stCondLst>
                                        </p:cTn>
                                        <p:tgtEl>
                                          <p:spTgt spid="13"/>
                                        </p:tgtEl>
                                        <p:attrNameLst>
                                          <p:attrName>style.visibility</p:attrName>
                                        </p:attrNameLst>
                                      </p:cBhvr>
                                      <p:to>
                                        <p:strVal val="visible"/>
                                      </p:to>
                                    </p:set>
                                    <p:animEffect transition="in" filter="strips(downRight)">
                                      <p:cBhvr>
                                        <p:cTn id="32" dur="30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6" fill="hold" nodeType="clickEffect">
                                  <p:stCondLst>
                                    <p:cond delay="0"/>
                                  </p:stCondLst>
                                  <p:childTnLst>
                                    <p:set>
                                      <p:cBhvr>
                                        <p:cTn id="36" dur="3000" fill="hold">
                                          <p:stCondLst>
                                            <p:cond delay="0"/>
                                          </p:stCondLst>
                                        </p:cTn>
                                        <p:tgtEl>
                                          <p:spTgt spid="17"/>
                                        </p:tgtEl>
                                        <p:attrNameLst>
                                          <p:attrName>style.visibility</p:attrName>
                                        </p:attrNameLst>
                                      </p:cBhvr>
                                      <p:to>
                                        <p:strVal val="visible"/>
                                      </p:to>
                                    </p:set>
                                    <p:animEffect transition="in" filter="strips(downRight)">
                                      <p:cBhvr>
                                        <p:cTn id="37" dur="300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6" fill="hold" nodeType="clickEffect">
                                  <p:stCondLst>
                                    <p:cond delay="0"/>
                                  </p:stCondLst>
                                  <p:childTnLst>
                                    <p:set>
                                      <p:cBhvr>
                                        <p:cTn id="41" dur="3000" fill="hold">
                                          <p:stCondLst>
                                            <p:cond delay="0"/>
                                          </p:stCondLst>
                                        </p:cTn>
                                        <p:tgtEl>
                                          <p:spTgt spid="4"/>
                                        </p:tgtEl>
                                        <p:attrNameLst>
                                          <p:attrName>style.visibility</p:attrName>
                                        </p:attrNameLst>
                                      </p:cBhvr>
                                      <p:to>
                                        <p:strVal val="visible"/>
                                      </p:to>
                                    </p:set>
                                    <p:animEffect transition="in" filter="strips(downRight)">
                                      <p:cBhvr>
                                        <p:cTn id="42" dur="3000"/>
                                        <p:tgtEl>
                                          <p:spTgt spid="4"/>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1"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slide(fromTop)">
                                      <p:cBhvr>
                                        <p:cTn id="47" dur="500"/>
                                        <p:tgtEl>
                                          <p:spTgt spid="2"/>
                                        </p:tgtEl>
                                      </p:cBhvr>
                                    </p:animEffect>
                                  </p:childTnLst>
                                </p:cTn>
                              </p:par>
                            </p:childTnLst>
                          </p:cTn>
                        </p:par>
                        <p:par>
                          <p:cTn id="48" fill="hold">
                            <p:stCondLst>
                              <p:cond delay="500"/>
                            </p:stCondLst>
                            <p:childTnLst>
                              <p:par>
                                <p:cTn id="49" presetID="3" presetClass="entr" presetSubtype="10" fill="hold" nodeType="afterEffect">
                                  <p:stCondLst>
                                    <p:cond delay="0"/>
                                  </p:stCondLst>
                                  <p:childTnLst>
                                    <p:set>
                                      <p:cBhvr>
                                        <p:cTn id="50" dur="1" fill="hold">
                                          <p:stCondLst>
                                            <p:cond delay="0"/>
                                          </p:stCondLst>
                                        </p:cTn>
                                        <p:tgtEl>
                                          <p:spTgt spid="31"/>
                                        </p:tgtEl>
                                        <p:attrNameLst>
                                          <p:attrName>style.visibility</p:attrName>
                                        </p:attrNameLst>
                                      </p:cBhvr>
                                      <p:to>
                                        <p:strVal val="visible"/>
                                      </p:to>
                                    </p:set>
                                    <p:animEffect transition="in" filter="blinds(horizontal)">
                                      <p:cBhvr>
                                        <p:cTn id="51" dur="500"/>
                                        <p:tgtEl>
                                          <p:spTgt spid="31"/>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iterate type="lt">
                                    <p:tmPct val="100000"/>
                                  </p:iterate>
                                  <p:childTnLst>
                                    <p:set>
                                      <p:cBhvr>
                                        <p:cTn id="55" dur="1" fill="hold">
                                          <p:stCondLst>
                                            <p:cond delay="0"/>
                                          </p:stCondLst>
                                        </p:cTn>
                                        <p:tgtEl>
                                          <p:spTgt spid="50263"/>
                                        </p:tgtEl>
                                        <p:attrNameLst>
                                          <p:attrName>style.visibility</p:attrName>
                                        </p:attrNameLst>
                                      </p:cBhvr>
                                      <p:to>
                                        <p:strVal val="visible"/>
                                      </p:to>
                                    </p:set>
                                    <p:animEffect transition="in" filter="wipe(left)">
                                      <p:cBhvr>
                                        <p:cTn id="56" dur="75"/>
                                        <p:tgtEl>
                                          <p:spTgt spid="50263"/>
                                        </p:tgtEl>
                                      </p:cBhvr>
                                    </p:animEffect>
                                  </p:childTnLst>
                                </p:cTn>
                              </p:par>
                            </p:childTnLst>
                          </p:cTn>
                        </p:par>
                      </p:childTnLst>
                    </p:cTn>
                  </p:par>
                  <p:par>
                    <p:cTn id="57" fill="hold">
                      <p:stCondLst>
                        <p:cond delay="indefinite"/>
                      </p:stCondLst>
                      <p:childTnLst>
                        <p:par>
                          <p:cTn id="58" fill="hold">
                            <p:stCondLst>
                              <p:cond delay="0"/>
                            </p:stCondLst>
                            <p:childTnLst>
                              <p:par>
                                <p:cTn id="59" presetID="18" presetClass="entr" presetSubtype="6" fill="hold" nodeType="clickEffect">
                                  <p:stCondLst>
                                    <p:cond delay="0"/>
                                  </p:stCondLst>
                                  <p:childTnLst>
                                    <p:set>
                                      <p:cBhvr>
                                        <p:cTn id="60" dur="3000" fill="hold">
                                          <p:stCondLst>
                                            <p:cond delay="0"/>
                                          </p:stCondLst>
                                        </p:cTn>
                                        <p:tgtEl>
                                          <p:spTgt spid="27"/>
                                        </p:tgtEl>
                                        <p:attrNameLst>
                                          <p:attrName>style.visibility</p:attrName>
                                        </p:attrNameLst>
                                      </p:cBhvr>
                                      <p:to>
                                        <p:strVal val="visible"/>
                                      </p:to>
                                    </p:set>
                                    <p:animEffect transition="in" filter="strips(downRight)">
                                      <p:cBhvr>
                                        <p:cTn id="61" dur="3000"/>
                                        <p:tgtEl>
                                          <p:spTgt spid="27"/>
                                        </p:tgtEl>
                                      </p:cBhvr>
                                    </p:animEffect>
                                  </p:childTnLst>
                                </p:cTn>
                              </p:par>
                            </p:childTnLst>
                          </p:cTn>
                        </p:par>
                      </p:childTnLst>
                    </p:cTn>
                  </p:par>
                  <p:par>
                    <p:cTn id="62" fill="hold">
                      <p:stCondLst>
                        <p:cond delay="indefinite"/>
                      </p:stCondLst>
                      <p:childTnLst>
                        <p:par>
                          <p:cTn id="63" fill="hold">
                            <p:stCondLst>
                              <p:cond delay="0"/>
                            </p:stCondLst>
                            <p:childTnLst>
                              <p:par>
                                <p:cTn id="64" presetID="18" presetClass="entr" presetSubtype="6" fill="hold" nodeType="clickEffect">
                                  <p:stCondLst>
                                    <p:cond delay="0"/>
                                  </p:stCondLst>
                                  <p:childTnLst>
                                    <p:set>
                                      <p:cBhvr>
                                        <p:cTn id="65" dur="3000" fill="hold">
                                          <p:stCondLst>
                                            <p:cond delay="0"/>
                                          </p:stCondLst>
                                        </p:cTn>
                                        <p:tgtEl>
                                          <p:spTgt spid="25"/>
                                        </p:tgtEl>
                                        <p:attrNameLst>
                                          <p:attrName>style.visibility</p:attrName>
                                        </p:attrNameLst>
                                      </p:cBhvr>
                                      <p:to>
                                        <p:strVal val="visible"/>
                                      </p:to>
                                    </p:set>
                                    <p:animEffect transition="in" filter="strips(downRight)">
                                      <p:cBhvr>
                                        <p:cTn id="66" dur="3000"/>
                                        <p:tgtEl>
                                          <p:spTgt spid="25"/>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nodeType="clickEffect">
                                  <p:stCondLst>
                                    <p:cond delay="0"/>
                                  </p:stCondLst>
                                  <p:childTnLst>
                                    <p:set>
                                      <p:cBhvr>
                                        <p:cTn id="70" dur="1" fill="hold">
                                          <p:stCondLst>
                                            <p:cond delay="0"/>
                                          </p:stCondLst>
                                        </p:cTn>
                                        <p:tgtEl>
                                          <p:spTgt spid="20"/>
                                        </p:tgtEl>
                                        <p:attrNameLst>
                                          <p:attrName>style.visibility</p:attrName>
                                        </p:attrNameLst>
                                      </p:cBhvr>
                                      <p:to>
                                        <p:strVal val="visible"/>
                                      </p:to>
                                    </p:set>
                                    <p:animEffect transition="in" filter="blinds(horizontal)">
                                      <p:cBhvr>
                                        <p:cTn id="71" dur="500"/>
                                        <p:tgtEl>
                                          <p:spTgt spid="20"/>
                                        </p:tgtEl>
                                      </p:cBhvr>
                                    </p:animEffect>
                                  </p:childTnLst>
                                </p:cTn>
                              </p:par>
                            </p:childTnLst>
                          </p:cTn>
                        </p:par>
                        <p:par>
                          <p:cTn id="72" fill="hold">
                            <p:stCondLst>
                              <p:cond delay="500"/>
                            </p:stCondLst>
                            <p:childTnLst>
                              <p:par>
                                <p:cTn id="73" presetID="22" presetClass="entr" presetSubtype="8" fill="hold" grpId="0" nodeType="afterEffect">
                                  <p:stCondLst>
                                    <p:cond delay="0"/>
                                  </p:stCondLst>
                                  <p:iterate type="lt">
                                    <p:tmPct val="100000"/>
                                  </p:iterate>
                                  <p:childTnLst>
                                    <p:set>
                                      <p:cBhvr>
                                        <p:cTn id="74" dur="1" fill="hold">
                                          <p:stCondLst>
                                            <p:cond delay="0"/>
                                          </p:stCondLst>
                                        </p:cTn>
                                        <p:tgtEl>
                                          <p:spTgt spid="50266"/>
                                        </p:tgtEl>
                                        <p:attrNameLst>
                                          <p:attrName>style.visibility</p:attrName>
                                        </p:attrNameLst>
                                      </p:cBhvr>
                                      <p:to>
                                        <p:strVal val="visible"/>
                                      </p:to>
                                    </p:set>
                                    <p:animEffect transition="in" filter="wipe(left)">
                                      <p:cBhvr>
                                        <p:cTn id="75" dur="75"/>
                                        <p:tgtEl>
                                          <p:spTgt spid="502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p:bldP spid="50263" grpId="0"/>
      <p:bldP spid="50266" grpId="0"/>
      <p:bldP spid="9" grpId="0" bldLvl="0" animBg="1"/>
      <p:bldP spid="1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4-2 替代定理</a:t>
            </a:r>
            <a:endParaRPr lang="zh-CN" altLang="en-US"/>
          </a:p>
        </p:txBody>
      </p:sp>
      <p:sp>
        <p:nvSpPr>
          <p:cNvPr id="49154" name="Rectangle 2"/>
          <p:cNvSpPr/>
          <p:nvPr/>
        </p:nvSpPr>
        <p:spPr>
          <a:xfrm>
            <a:off x="606425" y="1000125"/>
            <a:ext cx="8064500" cy="2675255"/>
          </a:xfrm>
          <a:prstGeom prst="rect">
            <a:avLst/>
          </a:prstGeom>
          <a:noFill/>
          <a:ln w="9525">
            <a:noFill/>
          </a:ln>
        </p:spPr>
        <p:txBody>
          <a:bodyPr>
            <a:spAutoFit/>
          </a:bodyPr>
          <a:p>
            <a:pPr algn="just">
              <a:lnSpc>
                <a:spcPct val="120000"/>
              </a:lnSpc>
            </a:pPr>
            <a:r>
              <a:rPr lang="en-US" altLang="zh-CN" dirty="0">
                <a:latin typeface="楷体_GB2312" pitchFamily="49" charset="-122"/>
              </a:rPr>
              <a:t>         </a:t>
            </a:r>
            <a:r>
              <a:rPr kumimoji="1" lang="zh-CN" altLang="en-US" sz="2800" dirty="0" smtClean="0">
                <a:solidFill>
                  <a:schemeClr val="tx1"/>
                </a:solidFill>
                <a:latin typeface="华文楷体" panose="02010600040101010101" pitchFamily="2" charset="-122"/>
                <a:ea typeface="华文楷体" panose="02010600040101010101" pitchFamily="2" charset="-122"/>
              </a:rPr>
              <a:t>替代前后</a:t>
            </a:r>
            <a:r>
              <a:rPr lang="en-US" altLang="zh-CN" b="0" dirty="0">
                <a:solidFill>
                  <a:schemeClr val="tx1"/>
                </a:solidFill>
                <a:latin typeface="Times New Roman" panose="02020603050405020304" pitchFamily="18" charset="0"/>
              </a:rPr>
              <a:t>KCL</a:t>
            </a:r>
            <a:r>
              <a:rPr kumimoji="1" lang="zh-CN" altLang="en-US" sz="2800" b="0" dirty="0" smtClean="0">
                <a:solidFill>
                  <a:schemeClr val="tx1"/>
                </a:solidFill>
                <a:latin typeface="华文楷体" panose="02010600040101010101" pitchFamily="2" charset="-122"/>
                <a:ea typeface="华文楷体" panose="02010600040101010101" pitchFamily="2" charset="-122"/>
              </a:rPr>
              <a:t>、</a:t>
            </a:r>
            <a:r>
              <a:rPr lang="en-US" altLang="zh-CN" b="0" dirty="0">
                <a:solidFill>
                  <a:schemeClr val="tx1"/>
                </a:solidFill>
                <a:latin typeface="Times New Roman" panose="02020603050405020304" pitchFamily="18" charset="0"/>
              </a:rPr>
              <a:t>KVL</a:t>
            </a:r>
            <a:r>
              <a:rPr kumimoji="1" lang="zh-CN" altLang="en-US" sz="2800" dirty="0" smtClean="0">
                <a:solidFill>
                  <a:schemeClr val="tx1"/>
                </a:solidFill>
                <a:latin typeface="华文楷体" panose="02010600040101010101" pitchFamily="2" charset="-122"/>
                <a:ea typeface="华文楷体" panose="02010600040101010101" pitchFamily="2" charset="-122"/>
              </a:rPr>
              <a:t>关系相同，其余支路的</a:t>
            </a:r>
            <a:r>
              <a:rPr lang="en-US" altLang="zh-CN" b="0" i="1" dirty="0">
                <a:solidFill>
                  <a:schemeClr val="tx1"/>
                </a:solidFill>
                <a:latin typeface="Times New Roman" panose="02020603050405020304" pitchFamily="18" charset="0"/>
              </a:rPr>
              <a:t>u</a:t>
            </a:r>
            <a:r>
              <a:rPr lang="zh-CN" altLang="en-US" b="0" dirty="0">
                <a:solidFill>
                  <a:schemeClr val="tx1"/>
                </a:solidFill>
                <a:latin typeface="Times New Roman" panose="02020603050405020304" pitchFamily="18" charset="0"/>
              </a:rPr>
              <a:t>、</a:t>
            </a:r>
            <a:r>
              <a:rPr lang="en-US" altLang="zh-CN" b="0" i="1" dirty="0">
                <a:solidFill>
                  <a:schemeClr val="tx1"/>
                </a:solidFill>
                <a:latin typeface="Times New Roman" panose="02020603050405020304" pitchFamily="18" charset="0"/>
              </a:rPr>
              <a:t>i</a:t>
            </a:r>
            <a:r>
              <a:rPr kumimoji="1" lang="zh-CN" altLang="en-US" sz="2800" dirty="0" smtClean="0">
                <a:solidFill>
                  <a:schemeClr val="tx1"/>
                </a:solidFill>
                <a:latin typeface="华文楷体" panose="02010600040101010101" pitchFamily="2" charset="-122"/>
                <a:ea typeface="华文楷体" panose="02010600040101010101" pitchFamily="2" charset="-122"/>
              </a:rPr>
              <a:t>关系不变。用</a:t>
            </a:r>
            <a:r>
              <a:rPr lang="en-US" altLang="zh-CN" b="0" i="1" dirty="0">
                <a:solidFill>
                  <a:schemeClr val="tx1"/>
                </a:solidFill>
                <a:latin typeface="Times New Roman" panose="02020603050405020304" pitchFamily="18" charset="0"/>
              </a:rPr>
              <a:t>u</a:t>
            </a:r>
            <a:r>
              <a:rPr lang="en-US" altLang="zh-CN" b="0" i="1" baseline="-25000" dirty="0">
                <a:solidFill>
                  <a:schemeClr val="tx1"/>
                </a:solidFill>
                <a:latin typeface="Times New Roman" panose="02020603050405020304" pitchFamily="18" charset="0"/>
              </a:rPr>
              <a:t>k</a:t>
            </a:r>
            <a:r>
              <a:rPr kumimoji="1" lang="zh-CN" altLang="en-US" sz="2800" dirty="0" smtClean="0">
                <a:solidFill>
                  <a:schemeClr val="tx1"/>
                </a:solidFill>
                <a:latin typeface="华文楷体" panose="02010600040101010101" pitchFamily="2" charset="-122"/>
                <a:ea typeface="华文楷体" panose="02010600040101010101" pitchFamily="2" charset="-122"/>
              </a:rPr>
              <a:t>替代后，其余支路电压不变</a:t>
            </a:r>
            <a:r>
              <a:rPr kumimoji="1" lang="zh-CN" altLang="en-US" sz="2800" b="0" dirty="0" smtClean="0">
                <a:solidFill>
                  <a:schemeClr val="tx1"/>
                </a:solidFill>
                <a:latin typeface="华文楷体" panose="02010600040101010101" pitchFamily="2" charset="-122"/>
                <a:ea typeface="华文楷体" panose="02010600040101010101" pitchFamily="2" charset="-122"/>
              </a:rPr>
              <a:t>(</a:t>
            </a:r>
            <a:r>
              <a:rPr lang="en-US" altLang="zh-CN" b="0" dirty="0">
                <a:solidFill>
                  <a:schemeClr val="tx1"/>
                </a:solidFill>
                <a:latin typeface="Times New Roman" panose="02020603050405020304" pitchFamily="18" charset="0"/>
              </a:rPr>
              <a:t>KVL</a:t>
            </a:r>
            <a:r>
              <a:rPr kumimoji="1" lang="zh-CN" altLang="en-US" sz="2800" b="0" dirty="0" smtClean="0">
                <a:solidFill>
                  <a:schemeClr val="tx1"/>
                </a:solidFill>
                <a:latin typeface="华文楷体" panose="02010600040101010101" pitchFamily="2" charset="-122"/>
                <a:ea typeface="华文楷体" panose="02010600040101010101" pitchFamily="2" charset="-122"/>
              </a:rPr>
              <a:t>)</a:t>
            </a:r>
            <a:r>
              <a:rPr kumimoji="1" lang="zh-CN" altLang="en-US" sz="2800" dirty="0" smtClean="0">
                <a:solidFill>
                  <a:schemeClr val="tx1"/>
                </a:solidFill>
                <a:latin typeface="华文楷体" panose="02010600040101010101" pitchFamily="2" charset="-122"/>
                <a:ea typeface="华文楷体" panose="02010600040101010101" pitchFamily="2" charset="-122"/>
              </a:rPr>
              <a:t>，其余支路电流也不变，故第</a:t>
            </a:r>
            <a:r>
              <a:rPr lang="en-US" altLang="zh-CN" b="0" i="1" dirty="0">
                <a:solidFill>
                  <a:schemeClr val="tx1"/>
                </a:solidFill>
                <a:latin typeface="Times New Roman" panose="02020603050405020304" pitchFamily="18" charset="0"/>
              </a:rPr>
              <a:t>k</a:t>
            </a:r>
            <a:r>
              <a:rPr kumimoji="1" lang="zh-CN" altLang="en-US" sz="2800" dirty="0" smtClean="0">
                <a:solidFill>
                  <a:schemeClr val="tx1"/>
                </a:solidFill>
                <a:latin typeface="华文楷体" panose="02010600040101010101" pitchFamily="2" charset="-122"/>
                <a:ea typeface="华文楷体" panose="02010600040101010101" pitchFamily="2" charset="-122"/>
              </a:rPr>
              <a:t>条支路</a:t>
            </a:r>
            <a:r>
              <a:rPr lang="en-US" altLang="zh-CN" b="0" i="1" dirty="0">
                <a:solidFill>
                  <a:schemeClr val="tx1"/>
                </a:solidFill>
                <a:latin typeface="Times New Roman" panose="02020603050405020304" pitchFamily="18" charset="0"/>
              </a:rPr>
              <a:t>i</a:t>
            </a:r>
            <a:r>
              <a:rPr lang="en-US" altLang="zh-CN" b="0" i="1" baseline="-25000" dirty="0">
                <a:solidFill>
                  <a:schemeClr val="tx1"/>
                </a:solidFill>
                <a:latin typeface="Times New Roman" panose="02020603050405020304" pitchFamily="18" charset="0"/>
              </a:rPr>
              <a:t>k</a:t>
            </a:r>
            <a:r>
              <a:rPr kumimoji="1" lang="zh-CN" altLang="en-US" sz="2800" dirty="0" smtClean="0">
                <a:solidFill>
                  <a:schemeClr val="tx1"/>
                </a:solidFill>
                <a:latin typeface="华文楷体" panose="02010600040101010101" pitchFamily="2" charset="-122"/>
                <a:ea typeface="华文楷体" panose="02010600040101010101" pitchFamily="2" charset="-122"/>
              </a:rPr>
              <a:t>也不变</a:t>
            </a:r>
            <a:r>
              <a:rPr kumimoji="1" lang="zh-CN" altLang="en-US" sz="2800" b="0" dirty="0" smtClean="0">
                <a:solidFill>
                  <a:schemeClr val="tx1"/>
                </a:solidFill>
                <a:latin typeface="华文楷体" panose="02010600040101010101" pitchFamily="2" charset="-122"/>
                <a:ea typeface="华文楷体" panose="02010600040101010101" pitchFamily="2" charset="-122"/>
              </a:rPr>
              <a:t>(</a:t>
            </a:r>
            <a:r>
              <a:rPr lang="en-US" altLang="zh-CN" b="0" dirty="0">
                <a:solidFill>
                  <a:schemeClr val="tx1"/>
                </a:solidFill>
                <a:latin typeface="Times New Roman" panose="02020603050405020304" pitchFamily="18" charset="0"/>
              </a:rPr>
              <a:t>KCL</a:t>
            </a:r>
            <a:r>
              <a:rPr kumimoji="1" lang="zh-CN" altLang="en-US" sz="2800" b="0" dirty="0" smtClean="0">
                <a:solidFill>
                  <a:schemeClr val="tx1"/>
                </a:solidFill>
                <a:latin typeface="华文楷体" panose="02010600040101010101" pitchFamily="2" charset="-122"/>
                <a:ea typeface="华文楷体" panose="02010600040101010101" pitchFamily="2" charset="-122"/>
              </a:rPr>
              <a:t>)</a:t>
            </a:r>
            <a:r>
              <a:rPr kumimoji="1" lang="zh-CN" altLang="en-US" sz="2800" dirty="0" smtClean="0">
                <a:solidFill>
                  <a:schemeClr val="tx1"/>
                </a:solidFill>
                <a:latin typeface="华文楷体" panose="02010600040101010101" pitchFamily="2" charset="-122"/>
                <a:ea typeface="华文楷体" panose="02010600040101010101" pitchFamily="2" charset="-122"/>
              </a:rPr>
              <a:t>。用</a:t>
            </a:r>
            <a:r>
              <a:rPr lang="en-US" altLang="zh-CN" b="0" i="1" dirty="0">
                <a:solidFill>
                  <a:schemeClr val="tx1"/>
                </a:solidFill>
                <a:latin typeface="Times New Roman" panose="02020603050405020304" pitchFamily="18" charset="0"/>
              </a:rPr>
              <a:t>i</a:t>
            </a:r>
            <a:r>
              <a:rPr lang="en-US" altLang="zh-CN" b="0" i="1" baseline="-25000" dirty="0">
                <a:solidFill>
                  <a:schemeClr val="tx1"/>
                </a:solidFill>
                <a:latin typeface="Times New Roman" panose="02020603050405020304" pitchFamily="18" charset="0"/>
              </a:rPr>
              <a:t>k</a:t>
            </a:r>
            <a:r>
              <a:rPr kumimoji="1" lang="zh-CN" altLang="en-US" sz="2800" dirty="0" smtClean="0">
                <a:solidFill>
                  <a:schemeClr val="tx1"/>
                </a:solidFill>
                <a:latin typeface="华文楷体" panose="02010600040101010101" pitchFamily="2" charset="-122"/>
                <a:ea typeface="华文楷体" panose="02010600040101010101" pitchFamily="2" charset="-122"/>
              </a:rPr>
              <a:t>替代后，其余支路电流不变</a:t>
            </a:r>
            <a:r>
              <a:rPr kumimoji="1" lang="zh-CN" altLang="en-US" sz="2800" b="0" dirty="0" smtClean="0">
                <a:solidFill>
                  <a:schemeClr val="tx1"/>
                </a:solidFill>
                <a:latin typeface="华文楷体" panose="02010600040101010101" pitchFamily="2" charset="-122"/>
                <a:ea typeface="华文楷体" panose="02010600040101010101" pitchFamily="2" charset="-122"/>
              </a:rPr>
              <a:t>(</a:t>
            </a:r>
            <a:r>
              <a:rPr lang="en-US" altLang="zh-CN" b="0" dirty="0">
                <a:solidFill>
                  <a:schemeClr val="tx1"/>
                </a:solidFill>
                <a:latin typeface="Times New Roman" panose="02020603050405020304" pitchFamily="18" charset="0"/>
              </a:rPr>
              <a:t>KCL</a:t>
            </a:r>
            <a:r>
              <a:rPr kumimoji="1" lang="zh-CN" altLang="en-US" sz="2800" b="0" dirty="0" smtClean="0">
                <a:solidFill>
                  <a:schemeClr val="tx1"/>
                </a:solidFill>
                <a:latin typeface="华文楷体" panose="02010600040101010101" pitchFamily="2" charset="-122"/>
                <a:ea typeface="华文楷体" panose="02010600040101010101" pitchFamily="2" charset="-122"/>
              </a:rPr>
              <a:t>)</a:t>
            </a:r>
            <a:r>
              <a:rPr kumimoji="1" lang="zh-CN" altLang="en-US" sz="2800" dirty="0" smtClean="0">
                <a:solidFill>
                  <a:schemeClr val="tx1"/>
                </a:solidFill>
                <a:latin typeface="华文楷体" panose="02010600040101010101" pitchFamily="2" charset="-122"/>
                <a:ea typeface="华文楷体" panose="02010600040101010101" pitchFamily="2" charset="-122"/>
              </a:rPr>
              <a:t>，其余支路电压不变，故第</a:t>
            </a:r>
            <a:r>
              <a:rPr lang="en-US" altLang="zh-CN" i="1" dirty="0">
                <a:solidFill>
                  <a:schemeClr val="tx1"/>
                </a:solidFill>
                <a:latin typeface="楷体_GB2312" pitchFamily="49" charset="-122"/>
              </a:rPr>
              <a:t>k</a:t>
            </a:r>
            <a:r>
              <a:rPr kumimoji="1" lang="zh-CN" altLang="en-US" sz="2800" dirty="0" smtClean="0">
                <a:solidFill>
                  <a:schemeClr val="tx1"/>
                </a:solidFill>
                <a:latin typeface="华文楷体" panose="02010600040101010101" pitchFamily="2" charset="-122"/>
                <a:ea typeface="华文楷体" panose="02010600040101010101" pitchFamily="2" charset="-122"/>
              </a:rPr>
              <a:t>条支路</a:t>
            </a:r>
            <a:r>
              <a:rPr lang="en-US" altLang="zh-CN" b="0" i="1" dirty="0">
                <a:solidFill>
                  <a:schemeClr val="tx1"/>
                </a:solidFill>
                <a:latin typeface="Times New Roman" panose="02020603050405020304" pitchFamily="18" charset="0"/>
              </a:rPr>
              <a:t>u</a:t>
            </a:r>
            <a:r>
              <a:rPr lang="en-US" altLang="zh-CN" b="0" i="1" baseline="-25000" dirty="0">
                <a:solidFill>
                  <a:schemeClr val="tx1"/>
                </a:solidFill>
                <a:latin typeface="Times New Roman" panose="02020603050405020304" pitchFamily="18" charset="0"/>
              </a:rPr>
              <a:t>k</a:t>
            </a:r>
            <a:r>
              <a:rPr kumimoji="1" lang="zh-CN" altLang="en-US" sz="2800" dirty="0" smtClean="0">
                <a:solidFill>
                  <a:schemeClr val="tx1"/>
                </a:solidFill>
                <a:latin typeface="华文楷体" panose="02010600040101010101" pitchFamily="2" charset="-122"/>
                <a:ea typeface="华文楷体" panose="02010600040101010101" pitchFamily="2" charset="-122"/>
              </a:rPr>
              <a:t>也不变</a:t>
            </a:r>
            <a:r>
              <a:rPr kumimoji="1" lang="zh-CN" altLang="en-US" sz="2800" b="0" dirty="0" smtClean="0">
                <a:solidFill>
                  <a:schemeClr val="tx1"/>
                </a:solidFill>
                <a:latin typeface="华文楷体" panose="02010600040101010101" pitchFamily="2" charset="-122"/>
                <a:ea typeface="华文楷体" panose="02010600040101010101" pitchFamily="2" charset="-122"/>
              </a:rPr>
              <a:t>(</a:t>
            </a:r>
            <a:r>
              <a:rPr lang="en-US" altLang="zh-CN" b="0" dirty="0">
                <a:solidFill>
                  <a:schemeClr val="tx1"/>
                </a:solidFill>
                <a:latin typeface="Times New Roman" panose="02020603050405020304" pitchFamily="18" charset="0"/>
              </a:rPr>
              <a:t>KVL</a:t>
            </a:r>
            <a:r>
              <a:rPr kumimoji="1" lang="zh-CN" altLang="en-US" sz="2800" b="0" dirty="0" smtClean="0">
                <a:solidFill>
                  <a:schemeClr val="tx1"/>
                </a:solidFill>
                <a:latin typeface="华文楷体" panose="02010600040101010101" pitchFamily="2" charset="-122"/>
                <a:ea typeface="华文楷体" panose="02010600040101010101" pitchFamily="2" charset="-122"/>
              </a:rPr>
              <a:t>)</a:t>
            </a:r>
            <a:r>
              <a:rPr kumimoji="1" lang="zh-CN" altLang="en-US" sz="2800" dirty="0" smtClean="0">
                <a:solidFill>
                  <a:schemeClr val="tx1"/>
                </a:solidFill>
                <a:latin typeface="华文楷体" panose="02010600040101010101" pitchFamily="2" charset="-122"/>
                <a:ea typeface="华文楷体" panose="02010600040101010101" pitchFamily="2" charset="-122"/>
              </a:rPr>
              <a:t>。</a:t>
            </a:r>
            <a:endParaRPr lang="zh-CN" altLang="en-US" dirty="0">
              <a:solidFill>
                <a:schemeClr val="tx1"/>
              </a:solidFill>
              <a:latin typeface="楷体_GB2312" pitchFamily="49" charset="-122"/>
            </a:endParaRPr>
          </a:p>
        </p:txBody>
      </p:sp>
      <p:sp>
        <p:nvSpPr>
          <p:cNvPr id="49158" name="Text Box 6"/>
          <p:cNvSpPr txBox="1"/>
          <p:nvPr/>
        </p:nvSpPr>
        <p:spPr>
          <a:xfrm>
            <a:off x="486728" y="4659630"/>
            <a:ext cx="7345362" cy="1124585"/>
          </a:xfrm>
          <a:prstGeom prst="rect">
            <a:avLst/>
          </a:prstGeom>
          <a:noFill/>
          <a:ln w="9525">
            <a:noFill/>
          </a:ln>
        </p:spPr>
        <p:txBody>
          <a:bodyPr>
            <a:spAutoFit/>
          </a:bodyPr>
          <a:p>
            <a:pPr marL="342900" indent="-342900">
              <a:lnSpc>
                <a:spcPct val="120000"/>
              </a:lnSpc>
              <a:spcBef>
                <a:spcPct val="50000"/>
              </a:spcBef>
              <a:buAutoNum type="circleNumDbPlain"/>
            </a:pPr>
            <a:r>
              <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rPr>
              <a:t>替代定理既适用于线性电路，也适用于非线性电路。</a:t>
            </a:r>
            <a:endPar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8" name="组合 57"/>
          <p:cNvGrpSpPr/>
          <p:nvPr/>
        </p:nvGrpSpPr>
        <p:grpSpPr>
          <a:xfrm>
            <a:off x="373453" y="990378"/>
            <a:ext cx="1751602" cy="677037"/>
            <a:chOff x="6673216" y="3127641"/>
            <a:chExt cx="1751602" cy="677037"/>
          </a:xfrm>
        </p:grpSpPr>
        <p:sp>
          <p:nvSpPr>
            <p:cNvPr id="59" name="Text Box 47"/>
            <p:cNvSpPr txBox="1">
              <a:spLocks noChangeArrowheads="1"/>
            </p:cNvSpPr>
            <p:nvPr/>
          </p:nvSpPr>
          <p:spPr bwMode="auto">
            <a:xfrm>
              <a:off x="7429138" y="3127641"/>
              <a:ext cx="995680" cy="583565"/>
            </a:xfrm>
            <a:prstGeom prst="rect">
              <a:avLst/>
            </a:prstGeom>
            <a:noFill/>
            <a:ln w="9525">
              <a:noFill/>
              <a:miter lim="800000"/>
            </a:ln>
            <a:effectLst/>
          </p:spPr>
          <p:txBody>
            <a:bodyPr wrap="none">
              <a:spAutoFit/>
            </a:bodyPr>
            <a:p>
              <a:r>
                <a:rPr kumimoji="1" lang="zh-CN" altLang="zh-CN" sz="3200" dirty="0" smtClean="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原因</a:t>
              </a:r>
              <a:endParaRPr kumimoji="1" lang="zh-CN" altLang="zh-CN" sz="3200" dirty="0" smtClean="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p:txBody>
        </p:sp>
        <p:sp>
          <p:nvSpPr>
            <p:cNvPr id="60" name="Freeform 6"/>
            <p:cNvSpPr/>
            <p:nvPr/>
          </p:nvSpPr>
          <p:spPr bwMode="auto">
            <a:xfrm>
              <a:off x="6923454" y="3276958"/>
              <a:ext cx="416529" cy="416529"/>
            </a:xfrm>
            <a:custGeom>
              <a:avLst/>
              <a:gdLst/>
              <a:ahLst/>
              <a:cxnLst>
                <a:cxn ang="0">
                  <a:pos x="552" y="2"/>
                </a:cxn>
                <a:cxn ang="0">
                  <a:pos x="649" y="22"/>
                </a:cxn>
                <a:cxn ang="0">
                  <a:pos x="739" y="60"/>
                </a:cxn>
                <a:cxn ang="0">
                  <a:pos x="820" y="114"/>
                </a:cxn>
                <a:cxn ang="0">
                  <a:pos x="888" y="182"/>
                </a:cxn>
                <a:cxn ang="0">
                  <a:pos x="941" y="262"/>
                </a:cxn>
                <a:cxn ang="0">
                  <a:pos x="979" y="350"/>
                </a:cxn>
                <a:cxn ang="0">
                  <a:pos x="1000" y="448"/>
                </a:cxn>
                <a:cxn ang="0">
                  <a:pos x="1000" y="551"/>
                </a:cxn>
                <a:cxn ang="0">
                  <a:pos x="979" y="649"/>
                </a:cxn>
                <a:cxn ang="0">
                  <a:pos x="941" y="739"/>
                </a:cxn>
                <a:cxn ang="0">
                  <a:pos x="888" y="818"/>
                </a:cxn>
                <a:cxn ang="0">
                  <a:pos x="820" y="886"/>
                </a:cxn>
                <a:cxn ang="0">
                  <a:pos x="739" y="940"/>
                </a:cxn>
                <a:cxn ang="0">
                  <a:pos x="649" y="978"/>
                </a:cxn>
                <a:cxn ang="0">
                  <a:pos x="552" y="998"/>
                </a:cxn>
                <a:cxn ang="0">
                  <a:pos x="450" y="998"/>
                </a:cxn>
                <a:cxn ang="0">
                  <a:pos x="352" y="978"/>
                </a:cxn>
                <a:cxn ang="0">
                  <a:pos x="262" y="940"/>
                </a:cxn>
                <a:cxn ang="0">
                  <a:pos x="182" y="886"/>
                </a:cxn>
                <a:cxn ang="0">
                  <a:pos x="114" y="818"/>
                </a:cxn>
                <a:cxn ang="0">
                  <a:pos x="61" y="739"/>
                </a:cxn>
                <a:cxn ang="0">
                  <a:pos x="23" y="649"/>
                </a:cxn>
                <a:cxn ang="0">
                  <a:pos x="2" y="551"/>
                </a:cxn>
                <a:cxn ang="0">
                  <a:pos x="2" y="448"/>
                </a:cxn>
                <a:cxn ang="0">
                  <a:pos x="23" y="350"/>
                </a:cxn>
                <a:cxn ang="0">
                  <a:pos x="61" y="262"/>
                </a:cxn>
                <a:cxn ang="0">
                  <a:pos x="114" y="182"/>
                </a:cxn>
                <a:cxn ang="0">
                  <a:pos x="182" y="114"/>
                </a:cxn>
                <a:cxn ang="0">
                  <a:pos x="262" y="60"/>
                </a:cxn>
                <a:cxn ang="0">
                  <a:pos x="352" y="22"/>
                </a:cxn>
                <a:cxn ang="0">
                  <a:pos x="450" y="2"/>
                </a:cxn>
              </a:cxnLst>
              <a:rect l="0" t="0" r="r" b="b"/>
              <a:pathLst>
                <a:path w="1002" h="1000">
                  <a:moveTo>
                    <a:pt x="501" y="0"/>
                  </a:moveTo>
                  <a:lnTo>
                    <a:pt x="552" y="2"/>
                  </a:lnTo>
                  <a:lnTo>
                    <a:pt x="602" y="10"/>
                  </a:lnTo>
                  <a:lnTo>
                    <a:pt x="649" y="22"/>
                  </a:lnTo>
                  <a:lnTo>
                    <a:pt x="696" y="39"/>
                  </a:lnTo>
                  <a:lnTo>
                    <a:pt x="739" y="60"/>
                  </a:lnTo>
                  <a:lnTo>
                    <a:pt x="781" y="85"/>
                  </a:lnTo>
                  <a:lnTo>
                    <a:pt x="820" y="114"/>
                  </a:lnTo>
                  <a:lnTo>
                    <a:pt x="856" y="146"/>
                  </a:lnTo>
                  <a:lnTo>
                    <a:pt x="888" y="182"/>
                  </a:lnTo>
                  <a:lnTo>
                    <a:pt x="917" y="220"/>
                  </a:lnTo>
                  <a:lnTo>
                    <a:pt x="941" y="262"/>
                  </a:lnTo>
                  <a:lnTo>
                    <a:pt x="963" y="305"/>
                  </a:lnTo>
                  <a:lnTo>
                    <a:pt x="979" y="350"/>
                  </a:lnTo>
                  <a:lnTo>
                    <a:pt x="992" y="399"/>
                  </a:lnTo>
                  <a:lnTo>
                    <a:pt x="1000" y="448"/>
                  </a:lnTo>
                  <a:lnTo>
                    <a:pt x="1002" y="499"/>
                  </a:lnTo>
                  <a:lnTo>
                    <a:pt x="1000" y="551"/>
                  </a:lnTo>
                  <a:lnTo>
                    <a:pt x="992" y="600"/>
                  </a:lnTo>
                  <a:lnTo>
                    <a:pt x="979" y="649"/>
                  </a:lnTo>
                  <a:lnTo>
                    <a:pt x="963" y="695"/>
                  </a:lnTo>
                  <a:lnTo>
                    <a:pt x="941" y="739"/>
                  </a:lnTo>
                  <a:lnTo>
                    <a:pt x="917" y="780"/>
                  </a:lnTo>
                  <a:lnTo>
                    <a:pt x="888" y="818"/>
                  </a:lnTo>
                  <a:lnTo>
                    <a:pt x="856" y="854"/>
                  </a:lnTo>
                  <a:lnTo>
                    <a:pt x="820" y="886"/>
                  </a:lnTo>
                  <a:lnTo>
                    <a:pt x="781" y="915"/>
                  </a:lnTo>
                  <a:lnTo>
                    <a:pt x="739" y="940"/>
                  </a:lnTo>
                  <a:lnTo>
                    <a:pt x="696" y="961"/>
                  </a:lnTo>
                  <a:lnTo>
                    <a:pt x="649" y="978"/>
                  </a:lnTo>
                  <a:lnTo>
                    <a:pt x="602" y="990"/>
                  </a:lnTo>
                  <a:lnTo>
                    <a:pt x="552" y="998"/>
                  </a:lnTo>
                  <a:lnTo>
                    <a:pt x="501" y="1000"/>
                  </a:lnTo>
                  <a:lnTo>
                    <a:pt x="450" y="998"/>
                  </a:lnTo>
                  <a:lnTo>
                    <a:pt x="399" y="990"/>
                  </a:lnTo>
                  <a:lnTo>
                    <a:pt x="352" y="978"/>
                  </a:lnTo>
                  <a:lnTo>
                    <a:pt x="306" y="961"/>
                  </a:lnTo>
                  <a:lnTo>
                    <a:pt x="262" y="940"/>
                  </a:lnTo>
                  <a:lnTo>
                    <a:pt x="221" y="915"/>
                  </a:lnTo>
                  <a:lnTo>
                    <a:pt x="182" y="886"/>
                  </a:lnTo>
                  <a:lnTo>
                    <a:pt x="147" y="854"/>
                  </a:lnTo>
                  <a:lnTo>
                    <a:pt x="114" y="818"/>
                  </a:lnTo>
                  <a:lnTo>
                    <a:pt x="85" y="780"/>
                  </a:lnTo>
                  <a:lnTo>
                    <a:pt x="61" y="739"/>
                  </a:lnTo>
                  <a:lnTo>
                    <a:pt x="39" y="695"/>
                  </a:lnTo>
                  <a:lnTo>
                    <a:pt x="23" y="649"/>
                  </a:lnTo>
                  <a:lnTo>
                    <a:pt x="10" y="600"/>
                  </a:lnTo>
                  <a:lnTo>
                    <a:pt x="2" y="551"/>
                  </a:lnTo>
                  <a:lnTo>
                    <a:pt x="0" y="499"/>
                  </a:lnTo>
                  <a:lnTo>
                    <a:pt x="2" y="448"/>
                  </a:lnTo>
                  <a:lnTo>
                    <a:pt x="10" y="399"/>
                  </a:lnTo>
                  <a:lnTo>
                    <a:pt x="23" y="350"/>
                  </a:lnTo>
                  <a:lnTo>
                    <a:pt x="39" y="305"/>
                  </a:lnTo>
                  <a:lnTo>
                    <a:pt x="61" y="262"/>
                  </a:lnTo>
                  <a:lnTo>
                    <a:pt x="85" y="220"/>
                  </a:lnTo>
                  <a:lnTo>
                    <a:pt x="114" y="182"/>
                  </a:lnTo>
                  <a:lnTo>
                    <a:pt x="147" y="146"/>
                  </a:lnTo>
                  <a:lnTo>
                    <a:pt x="182" y="114"/>
                  </a:lnTo>
                  <a:lnTo>
                    <a:pt x="221" y="85"/>
                  </a:lnTo>
                  <a:lnTo>
                    <a:pt x="262" y="60"/>
                  </a:lnTo>
                  <a:lnTo>
                    <a:pt x="306" y="39"/>
                  </a:lnTo>
                  <a:lnTo>
                    <a:pt x="352" y="22"/>
                  </a:lnTo>
                  <a:lnTo>
                    <a:pt x="399" y="10"/>
                  </a:lnTo>
                  <a:lnTo>
                    <a:pt x="450" y="2"/>
                  </a:lnTo>
                  <a:lnTo>
                    <a:pt x="501" y="0"/>
                  </a:lnTo>
                  <a:close/>
                </a:path>
              </a:pathLst>
            </a:custGeom>
            <a:solidFill>
              <a:schemeClr val="accent6">
                <a:lumMod val="40000"/>
                <a:lumOff val="60000"/>
              </a:schemeClr>
            </a:solidFill>
            <a:ln w="9525">
              <a:noFill/>
              <a:round/>
            </a:ln>
          </p:spPr>
          <p:txBody>
            <a:bodyPr vert="horz" wrap="square" lIns="91440" tIns="45720" rIns="91440" bIns="45720" numCol="1" anchor="t" anchorCtr="0" compatLnSpc="1"/>
            <a:p>
              <a:endParaRPr lang="zh-CN" altLang="en-US" sz="3200"/>
            </a:p>
          </p:txBody>
        </p:sp>
        <p:grpSp>
          <p:nvGrpSpPr>
            <p:cNvPr id="61" name="组合 60"/>
            <p:cNvGrpSpPr/>
            <p:nvPr/>
          </p:nvGrpSpPr>
          <p:grpSpPr>
            <a:xfrm>
              <a:off x="6673216" y="3217424"/>
              <a:ext cx="909255" cy="587254"/>
              <a:chOff x="6624372" y="3254913"/>
              <a:chExt cx="909255" cy="587254"/>
            </a:xfrm>
          </p:grpSpPr>
          <p:grpSp>
            <p:nvGrpSpPr>
              <p:cNvPr id="62" name="组合 61"/>
              <p:cNvGrpSpPr/>
              <p:nvPr/>
            </p:nvGrpSpPr>
            <p:grpSpPr>
              <a:xfrm>
                <a:off x="6624372" y="3254913"/>
                <a:ext cx="909255" cy="587254"/>
                <a:chOff x="4543925" y="5174890"/>
                <a:chExt cx="1100199" cy="710577"/>
              </a:xfrm>
            </p:grpSpPr>
            <p:grpSp>
              <p:nvGrpSpPr>
                <p:cNvPr id="70" name="组合 69"/>
                <p:cNvGrpSpPr/>
                <p:nvPr/>
              </p:nvGrpSpPr>
              <p:grpSpPr>
                <a:xfrm>
                  <a:off x="4543925" y="5218185"/>
                  <a:ext cx="608729" cy="667282"/>
                  <a:chOff x="3667207" y="4720946"/>
                  <a:chExt cx="1578886" cy="1730759"/>
                </a:xfrm>
              </p:grpSpPr>
              <p:cxnSp>
                <p:nvCxnSpPr>
                  <p:cNvPr id="100" name="直接连接符 99"/>
                  <p:cNvCxnSpPr/>
                  <p:nvPr/>
                </p:nvCxnSpPr>
                <p:spPr>
                  <a:xfrm>
                    <a:off x="4139952" y="4752054"/>
                    <a:ext cx="0" cy="97200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a:off x="5096517" y="4872958"/>
                    <a:ext cx="0" cy="97200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2" name="弧形 101"/>
                  <p:cNvSpPr/>
                  <p:nvPr/>
                </p:nvSpPr>
                <p:spPr>
                  <a:xfrm>
                    <a:off x="3667207" y="4720946"/>
                    <a:ext cx="1578886" cy="763097"/>
                  </a:xfrm>
                  <a:prstGeom prst="arc">
                    <a:avLst>
                      <a:gd name="adj1" fmla="val 13674726"/>
                      <a:gd name="adj2" fmla="val 15251032"/>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03" name="弧形 102"/>
                  <p:cNvSpPr/>
                  <p:nvPr/>
                </p:nvSpPr>
                <p:spPr>
                  <a:xfrm>
                    <a:off x="3667207" y="5688608"/>
                    <a:ext cx="1578886" cy="763097"/>
                  </a:xfrm>
                  <a:prstGeom prst="arc">
                    <a:avLst>
                      <a:gd name="adj1" fmla="val 13674726"/>
                      <a:gd name="adj2" fmla="val 20451858"/>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sp>
              <p:nvSpPr>
                <p:cNvPr id="71" name="弧形 70"/>
                <p:cNvSpPr/>
                <p:nvPr/>
              </p:nvSpPr>
              <p:spPr>
                <a:xfrm>
                  <a:off x="4568263" y="5174890"/>
                  <a:ext cx="546231" cy="330350"/>
                </a:xfrm>
                <a:prstGeom prst="arc">
                  <a:avLst>
                    <a:gd name="adj1" fmla="val 15435190"/>
                    <a:gd name="adj2" fmla="val 20816593"/>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72" name="弧形 71"/>
                <p:cNvSpPr/>
                <p:nvPr/>
              </p:nvSpPr>
              <p:spPr>
                <a:xfrm>
                  <a:off x="4568263" y="5547379"/>
                  <a:ext cx="546231" cy="330350"/>
                </a:xfrm>
                <a:prstGeom prst="arc">
                  <a:avLst>
                    <a:gd name="adj1" fmla="val 15435190"/>
                    <a:gd name="adj2" fmla="val 20816593"/>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nvGrpSpPr>
                <p:cNvPr id="73" name="组合 72"/>
                <p:cNvGrpSpPr/>
                <p:nvPr/>
              </p:nvGrpSpPr>
              <p:grpSpPr>
                <a:xfrm flipH="1">
                  <a:off x="5035395" y="5218185"/>
                  <a:ext cx="608729" cy="667282"/>
                  <a:chOff x="3667207" y="4720946"/>
                  <a:chExt cx="1578886" cy="1730759"/>
                </a:xfrm>
              </p:grpSpPr>
              <p:cxnSp>
                <p:nvCxnSpPr>
                  <p:cNvPr id="96" name="直接连接符 95"/>
                  <p:cNvCxnSpPr/>
                  <p:nvPr/>
                </p:nvCxnSpPr>
                <p:spPr>
                  <a:xfrm>
                    <a:off x="4139952" y="4752054"/>
                    <a:ext cx="0" cy="97200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a:off x="5096517" y="4872958"/>
                    <a:ext cx="0" cy="97200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98" name="弧形 97"/>
                  <p:cNvSpPr/>
                  <p:nvPr/>
                </p:nvSpPr>
                <p:spPr>
                  <a:xfrm>
                    <a:off x="3667207" y="4720946"/>
                    <a:ext cx="1578886" cy="763097"/>
                  </a:xfrm>
                  <a:prstGeom prst="arc">
                    <a:avLst>
                      <a:gd name="adj1" fmla="val 13674726"/>
                      <a:gd name="adj2" fmla="val 15251032"/>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99" name="弧形 98"/>
                  <p:cNvSpPr/>
                  <p:nvPr/>
                </p:nvSpPr>
                <p:spPr>
                  <a:xfrm>
                    <a:off x="3667207" y="5688608"/>
                    <a:ext cx="1578886" cy="763097"/>
                  </a:xfrm>
                  <a:prstGeom prst="arc">
                    <a:avLst>
                      <a:gd name="adj1" fmla="val 13674726"/>
                      <a:gd name="adj2" fmla="val 20451858"/>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sp>
              <p:nvSpPr>
                <p:cNvPr id="74" name="弧形 73"/>
                <p:cNvSpPr/>
                <p:nvPr/>
              </p:nvSpPr>
              <p:spPr>
                <a:xfrm flipH="1">
                  <a:off x="5073555" y="5174890"/>
                  <a:ext cx="546231" cy="330350"/>
                </a:xfrm>
                <a:prstGeom prst="arc">
                  <a:avLst>
                    <a:gd name="adj1" fmla="val 15435190"/>
                    <a:gd name="adj2" fmla="val 20816593"/>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75" name="弧形 74"/>
                <p:cNvSpPr/>
                <p:nvPr/>
              </p:nvSpPr>
              <p:spPr>
                <a:xfrm flipH="1">
                  <a:off x="5073555" y="5547379"/>
                  <a:ext cx="546231" cy="330350"/>
                </a:xfrm>
                <a:prstGeom prst="arc">
                  <a:avLst>
                    <a:gd name="adj1" fmla="val 15435190"/>
                    <a:gd name="adj2" fmla="val 20816593"/>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cxnSp>
              <p:nvCxnSpPr>
                <p:cNvPr id="76" name="直接连接符 75"/>
                <p:cNvCxnSpPr/>
                <p:nvPr/>
              </p:nvCxnSpPr>
              <p:spPr>
                <a:xfrm flipH="1">
                  <a:off x="4676897" y="5652499"/>
                  <a:ext cx="551" cy="39262"/>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a:off x="4805803" y="5174890"/>
                  <a:ext cx="0" cy="374748"/>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a:off x="4678121" y="5276792"/>
                  <a:ext cx="0" cy="374748"/>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a:endCxn id="72" idx="2"/>
                </p:cNvCxnSpPr>
                <p:nvPr/>
              </p:nvCxnSpPr>
              <p:spPr>
                <a:xfrm>
                  <a:off x="4678121" y="5651540"/>
                  <a:ext cx="418267" cy="1875"/>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a:off x="4678121" y="5276792"/>
                  <a:ext cx="47121"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093883" y="5653879"/>
                  <a:ext cx="551" cy="39262"/>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a:off x="4678121" y="5690845"/>
                  <a:ext cx="418267" cy="1875"/>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a:off x="4684860" y="5663998"/>
                  <a:ext cx="402507" cy="0"/>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a:off x="4684860" y="5672130"/>
                  <a:ext cx="402507" cy="0"/>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a:off x="4684860" y="5682410"/>
                  <a:ext cx="402507" cy="0"/>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a:off x="5510601" y="5652499"/>
                  <a:ext cx="551" cy="39262"/>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H="1">
                  <a:off x="5382246" y="5174890"/>
                  <a:ext cx="0" cy="374748"/>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a:off x="5509928" y="5276792"/>
                  <a:ext cx="0" cy="374748"/>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a:endCxn id="75" idx="2"/>
                </p:cNvCxnSpPr>
                <p:nvPr/>
              </p:nvCxnSpPr>
              <p:spPr>
                <a:xfrm flipH="1">
                  <a:off x="5091661" y="5651540"/>
                  <a:ext cx="418267" cy="1875"/>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flipH="1">
                  <a:off x="5462807" y="5276792"/>
                  <a:ext cx="47121"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5093615" y="5653879"/>
                  <a:ext cx="551" cy="39262"/>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H="1">
                  <a:off x="5091661" y="5690845"/>
                  <a:ext cx="418267" cy="1875"/>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H="1">
                  <a:off x="5100682" y="5663998"/>
                  <a:ext cx="402507" cy="0"/>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H="1">
                  <a:off x="5100682" y="5672130"/>
                  <a:ext cx="402507" cy="0"/>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H="1">
                  <a:off x="5100682" y="5682410"/>
                  <a:ext cx="402507" cy="0"/>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63" name="组合 62"/>
              <p:cNvGrpSpPr/>
              <p:nvPr/>
            </p:nvGrpSpPr>
            <p:grpSpPr>
              <a:xfrm>
                <a:off x="6732240" y="3332393"/>
                <a:ext cx="690265" cy="406004"/>
                <a:chOff x="6732240" y="3332393"/>
                <a:chExt cx="690265" cy="406004"/>
              </a:xfrm>
            </p:grpSpPr>
            <p:sp>
              <p:nvSpPr>
                <p:cNvPr id="64" name="弧形 63"/>
                <p:cNvSpPr/>
                <p:nvPr/>
              </p:nvSpPr>
              <p:spPr>
                <a:xfrm>
                  <a:off x="6732240" y="3332393"/>
                  <a:ext cx="343505" cy="248196"/>
                </a:xfrm>
                <a:prstGeom prst="arc">
                  <a:avLst>
                    <a:gd name="adj1" fmla="val 15435190"/>
                    <a:gd name="adj2" fmla="val 19418444"/>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65" name="弧形 64"/>
                <p:cNvSpPr/>
                <p:nvPr/>
              </p:nvSpPr>
              <p:spPr>
                <a:xfrm>
                  <a:off x="6732240" y="3409318"/>
                  <a:ext cx="343505" cy="248196"/>
                </a:xfrm>
                <a:prstGeom prst="arc">
                  <a:avLst>
                    <a:gd name="adj1" fmla="val 15435190"/>
                    <a:gd name="adj2" fmla="val 19418444"/>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66" name="弧形 65"/>
                <p:cNvSpPr/>
                <p:nvPr/>
              </p:nvSpPr>
              <p:spPr>
                <a:xfrm>
                  <a:off x="6732240" y="3486243"/>
                  <a:ext cx="343505" cy="248196"/>
                </a:xfrm>
                <a:prstGeom prst="arc">
                  <a:avLst>
                    <a:gd name="adj1" fmla="val 15435190"/>
                    <a:gd name="adj2" fmla="val 19418444"/>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67" name="弧形 66"/>
                <p:cNvSpPr/>
                <p:nvPr/>
              </p:nvSpPr>
              <p:spPr>
                <a:xfrm flipH="1">
                  <a:off x="7079000" y="3336351"/>
                  <a:ext cx="343505" cy="248196"/>
                </a:xfrm>
                <a:prstGeom prst="arc">
                  <a:avLst>
                    <a:gd name="adj1" fmla="val 15435190"/>
                    <a:gd name="adj2" fmla="val 19418444"/>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68" name="弧形 67"/>
                <p:cNvSpPr/>
                <p:nvPr/>
              </p:nvSpPr>
              <p:spPr>
                <a:xfrm flipH="1">
                  <a:off x="7079000" y="3413276"/>
                  <a:ext cx="343505" cy="248196"/>
                </a:xfrm>
                <a:prstGeom prst="arc">
                  <a:avLst>
                    <a:gd name="adj1" fmla="val 15435190"/>
                    <a:gd name="adj2" fmla="val 19418444"/>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69" name="弧形 68"/>
                <p:cNvSpPr/>
                <p:nvPr/>
              </p:nvSpPr>
              <p:spPr>
                <a:xfrm flipH="1">
                  <a:off x="7079000" y="3490201"/>
                  <a:ext cx="343505" cy="248196"/>
                </a:xfrm>
                <a:prstGeom prst="arc">
                  <a:avLst>
                    <a:gd name="adj1" fmla="val 15435190"/>
                    <a:gd name="adj2" fmla="val 19418444"/>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grpSp>
      </p:grpSp>
      <p:grpSp>
        <p:nvGrpSpPr>
          <p:cNvPr id="5" name="组合 4"/>
          <p:cNvGrpSpPr/>
          <p:nvPr/>
        </p:nvGrpSpPr>
        <p:grpSpPr>
          <a:xfrm>
            <a:off x="400675" y="3911913"/>
            <a:ext cx="1469301" cy="596753"/>
            <a:chOff x="333345" y="3065118"/>
            <a:chExt cx="1469299" cy="596752"/>
          </a:xfrm>
        </p:grpSpPr>
        <p:sp>
          <p:nvSpPr>
            <p:cNvPr id="6" name="Text Box 47"/>
            <p:cNvSpPr txBox="1">
              <a:spLocks noChangeArrowheads="1"/>
            </p:cNvSpPr>
            <p:nvPr/>
          </p:nvSpPr>
          <p:spPr bwMode="auto">
            <a:xfrm>
              <a:off x="797242" y="3065118"/>
              <a:ext cx="1005402" cy="584774"/>
            </a:xfrm>
            <a:prstGeom prst="rect">
              <a:avLst/>
            </a:prstGeom>
            <a:noFill/>
            <a:ln w="9525">
              <a:noFill/>
              <a:miter lim="800000"/>
            </a:ln>
            <a:effectLst/>
          </p:spPr>
          <p:txBody>
            <a:bodyPr wrap="none">
              <a:spAutoFit/>
            </a:bodyPr>
            <a:p>
              <a:r>
                <a:rPr kumimoji="1" lang="zh-CN" altLang="en-US" sz="3200"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注意</a:t>
              </a:r>
              <a:endParaRPr kumimoji="1" lang="zh-CN" altLang="en-US" sz="3200"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p:txBody>
        </p:sp>
        <p:grpSp>
          <p:nvGrpSpPr>
            <p:cNvPr id="7" name="组合 15"/>
            <p:cNvGrpSpPr/>
            <p:nvPr/>
          </p:nvGrpSpPr>
          <p:grpSpPr>
            <a:xfrm>
              <a:off x="333345" y="3109916"/>
              <a:ext cx="655770" cy="551954"/>
              <a:chOff x="6691327" y="3681420"/>
              <a:chExt cx="655770" cy="551954"/>
            </a:xfrm>
          </p:grpSpPr>
          <p:sp>
            <p:nvSpPr>
              <p:cNvPr id="8" name="等腰三角形 7"/>
              <p:cNvSpPr/>
              <p:nvPr/>
            </p:nvSpPr>
            <p:spPr>
              <a:xfrm>
                <a:off x="6691327" y="3681420"/>
                <a:ext cx="576000" cy="504000"/>
              </a:xfrm>
              <a:prstGeom prst="triangle">
                <a:avLst/>
              </a:prstGeom>
              <a:solidFill>
                <a:schemeClr val="accent6">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3200"/>
              </a:p>
            </p:txBody>
          </p:sp>
          <p:sp>
            <p:nvSpPr>
              <p:cNvPr id="9" name="TextBox 91"/>
              <p:cNvSpPr txBox="1"/>
              <p:nvPr/>
            </p:nvSpPr>
            <p:spPr>
              <a:xfrm>
                <a:off x="6803359" y="3710155"/>
                <a:ext cx="543738" cy="523219"/>
              </a:xfrm>
              <a:prstGeom prst="rect">
                <a:avLst/>
              </a:prstGeom>
              <a:noFill/>
            </p:spPr>
            <p:txBody>
              <a:bodyPr wrap="none" rtlCol="0">
                <a:spAutoFit/>
              </a:bodyPr>
              <a:p>
                <a:pPr algn="ctr"/>
                <a:r>
                  <a:rPr lang="zh-CN" altLang="en-US" sz="2800" dirty="0">
                    <a:solidFill>
                      <a:schemeClr val="accent2">
                        <a:lumMod val="75000"/>
                      </a:schemeClr>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rPr>
                  <a:t>！</a:t>
                </a:r>
                <a:endParaRPr lang="zh-CN" altLang="en-US" sz="2800" dirty="0">
                  <a:solidFill>
                    <a:schemeClr val="accent2">
                      <a:lumMod val="75000"/>
                    </a:schemeClr>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ipe(down)">
                                      <p:cBhvr>
                                        <p:cTn id="7" dur="500"/>
                                        <p:tgtEl>
                                          <p:spTgt spid="5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49154"/>
                                        </p:tgtEl>
                                        <p:attrNameLst>
                                          <p:attrName>style.visibility</p:attrName>
                                        </p:attrNameLst>
                                      </p:cBhvr>
                                      <p:to>
                                        <p:strVal val="visible"/>
                                      </p:to>
                                    </p:set>
                                    <p:animEffect transition="in" filter="wipe(left)">
                                      <p:cBhvr>
                                        <p:cTn id="12" dur="100"/>
                                        <p:tgtEl>
                                          <p:spTgt spid="4915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9158"/>
                                        </p:tgtEl>
                                        <p:attrNameLst>
                                          <p:attrName>style.visibility</p:attrName>
                                        </p:attrNameLst>
                                      </p:cBhvr>
                                      <p:to>
                                        <p:strVal val="visible"/>
                                      </p:to>
                                    </p:set>
                                    <p:animEffect transition="in" filter="blinds(horizontal)">
                                      <p:cBhvr>
                                        <p:cTn id="22" dur="500"/>
                                        <p:tgtEl>
                                          <p:spTgt spid="491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4" grpId="0"/>
      <p:bldP spid="49158"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4-2 替代定理</a:t>
            </a:r>
            <a:endParaRPr lang="zh-CN" altLang="en-US"/>
          </a:p>
        </p:txBody>
      </p:sp>
      <p:sp>
        <p:nvSpPr>
          <p:cNvPr id="89093" name="Text Box 5"/>
          <p:cNvSpPr txBox="1"/>
          <p:nvPr/>
        </p:nvSpPr>
        <p:spPr>
          <a:xfrm>
            <a:off x="1258888" y="6122353"/>
            <a:ext cx="6337300" cy="521970"/>
          </a:xfrm>
          <a:prstGeom prst="rect">
            <a:avLst/>
          </a:prstGeom>
          <a:noFill/>
          <a:ln w="9525">
            <a:noFill/>
          </a:ln>
        </p:spPr>
        <p:txBody>
          <a:bodyPr>
            <a:spAutoFit/>
          </a:bodyPr>
          <a:p>
            <a:pPr marL="342900" indent="-342900">
              <a:spcBef>
                <a:spcPct val="50000"/>
              </a:spcBef>
              <a:buAutoNum type="circleNumDbPlain" startAt="3"/>
            </a:pPr>
            <a:r>
              <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rPr>
              <a:t>替代后其余支路及参数不能改变。</a:t>
            </a:r>
            <a:endPar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89094" name="Text Box 6"/>
          <p:cNvSpPr txBox="1"/>
          <p:nvPr/>
        </p:nvSpPr>
        <p:spPr>
          <a:xfrm>
            <a:off x="1258888" y="1349693"/>
            <a:ext cx="5400675" cy="521970"/>
          </a:xfrm>
          <a:prstGeom prst="rect">
            <a:avLst/>
          </a:prstGeom>
          <a:noFill/>
          <a:ln w="9525">
            <a:noFill/>
          </a:ln>
        </p:spPr>
        <p:txBody>
          <a:bodyPr>
            <a:spAutoFit/>
          </a:bodyPr>
          <a:p>
            <a:pPr marL="342900" indent="-342900">
              <a:spcBef>
                <a:spcPct val="50000"/>
              </a:spcBef>
              <a:buAutoNum type="circleNumDbPlain" startAt="2"/>
            </a:pPr>
            <a:r>
              <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rPr>
              <a:t>替代后电路必须有唯一解。</a:t>
            </a:r>
            <a:endPar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89095" name="Text Box 7"/>
          <p:cNvSpPr txBox="1"/>
          <p:nvPr/>
        </p:nvSpPr>
        <p:spPr>
          <a:xfrm>
            <a:off x="2266950" y="1995488"/>
            <a:ext cx="3457575" cy="521970"/>
          </a:xfrm>
          <a:prstGeom prst="rect">
            <a:avLst/>
          </a:prstGeom>
          <a:noFill/>
          <a:ln w="9525">
            <a:noFill/>
          </a:ln>
        </p:spPr>
        <p:txBody>
          <a:bodyPr>
            <a:spAutoFit/>
          </a:bodyPr>
          <a:p>
            <a:pPr>
              <a:spcBef>
                <a:spcPct val="50000"/>
              </a:spcBef>
            </a:pPr>
            <a:r>
              <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rPr>
              <a:t>无电压源回路；</a:t>
            </a:r>
            <a:endPar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89096" name="Text Box 8"/>
          <p:cNvSpPr txBox="1"/>
          <p:nvPr/>
        </p:nvSpPr>
        <p:spPr>
          <a:xfrm>
            <a:off x="2124075" y="2614295"/>
            <a:ext cx="5329238" cy="521970"/>
          </a:xfrm>
          <a:prstGeom prst="rect">
            <a:avLst/>
          </a:prstGeom>
          <a:noFill/>
          <a:ln w="9525">
            <a:noFill/>
          </a:ln>
        </p:spPr>
        <p:txBody>
          <a:bodyPr>
            <a:spAutoFit/>
          </a:bodyPr>
          <a:p>
            <a:pPr>
              <a:spcBef>
                <a:spcPct val="50000"/>
              </a:spcBef>
            </a:pPr>
            <a:r>
              <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rPr>
              <a:t>无电流源结点(含广义结点)。</a:t>
            </a:r>
            <a:endPar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89097" name="AutoShape 9"/>
          <p:cNvSpPr/>
          <p:nvPr/>
        </p:nvSpPr>
        <p:spPr>
          <a:xfrm>
            <a:off x="1835150" y="2044700"/>
            <a:ext cx="215900" cy="1008063"/>
          </a:xfrm>
          <a:prstGeom prst="leftBrace">
            <a:avLst>
              <a:gd name="adj1" fmla="val 38909"/>
              <a:gd name="adj2" fmla="val 50000"/>
            </a:avLst>
          </a:prstGeom>
          <a:noFill/>
          <a:ln w="28575" cap="flat" cmpd="sng">
            <a:solidFill>
              <a:schemeClr val="tx1"/>
            </a:solidFill>
            <a:prstDash val="solid"/>
            <a:headEnd type="none" w="med" len="med"/>
            <a:tailEnd type="none" w="med" len="med"/>
          </a:ln>
          <a:extLst>
            <a:ext uri="{909E8E84-426E-40DD-AFC4-6F175D3DCCD1}">
              <a14:hiddenFill xmlns:a14="http://schemas.microsoft.com/office/drawing/2010/main">
                <a:solidFill>
                  <a:schemeClr val="tx1"/>
                </a:solidFill>
              </a14:hiddenFill>
            </a:ext>
          </a:extLst>
        </p:spPr>
        <p:txBody>
          <a:bodyPr wrap="none" anchor="ctr" anchorCtr="0"/>
          <a:p>
            <a:pPr algn="ctr"/>
            <a:endParaRPr lang="zh-CN" altLang="zh-CN" sz="2400" dirty="0">
              <a:solidFill>
                <a:schemeClr val="tx1"/>
              </a:solidFill>
              <a:latin typeface="Times New Roman" panose="02020603050405020304" pitchFamily="18" charset="0"/>
              <a:ea typeface="宋体" panose="02010600030101010101" pitchFamily="2" charset="-122"/>
            </a:endParaRPr>
          </a:p>
        </p:txBody>
      </p:sp>
      <p:grpSp>
        <p:nvGrpSpPr>
          <p:cNvPr id="4" name="组合 3"/>
          <p:cNvGrpSpPr/>
          <p:nvPr/>
        </p:nvGrpSpPr>
        <p:grpSpPr>
          <a:xfrm>
            <a:off x="440680" y="683573"/>
            <a:ext cx="1469301" cy="596753"/>
            <a:chOff x="333345" y="3065118"/>
            <a:chExt cx="1469299" cy="596752"/>
          </a:xfrm>
        </p:grpSpPr>
        <p:sp>
          <p:nvSpPr>
            <p:cNvPr id="3" name="Text Box 47"/>
            <p:cNvSpPr txBox="1">
              <a:spLocks noChangeArrowheads="1"/>
            </p:cNvSpPr>
            <p:nvPr/>
          </p:nvSpPr>
          <p:spPr bwMode="auto">
            <a:xfrm>
              <a:off x="797242" y="3065118"/>
              <a:ext cx="1005402" cy="584774"/>
            </a:xfrm>
            <a:prstGeom prst="rect">
              <a:avLst/>
            </a:prstGeom>
            <a:noFill/>
            <a:ln w="9525">
              <a:noFill/>
              <a:miter lim="800000"/>
            </a:ln>
            <a:effectLst/>
          </p:spPr>
          <p:txBody>
            <a:bodyPr wrap="none">
              <a:spAutoFit/>
            </a:bodyPr>
            <a:p>
              <a:r>
                <a:rPr kumimoji="1" lang="zh-CN" altLang="en-US" sz="3200"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注意</a:t>
              </a:r>
              <a:endParaRPr kumimoji="1" lang="zh-CN" altLang="en-US" sz="3200"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p:txBody>
        </p:sp>
        <p:grpSp>
          <p:nvGrpSpPr>
            <p:cNvPr id="6" name="组合 15"/>
            <p:cNvGrpSpPr/>
            <p:nvPr/>
          </p:nvGrpSpPr>
          <p:grpSpPr>
            <a:xfrm>
              <a:off x="333345" y="3109916"/>
              <a:ext cx="655770" cy="551954"/>
              <a:chOff x="6691327" y="3681420"/>
              <a:chExt cx="655770" cy="551954"/>
            </a:xfrm>
          </p:grpSpPr>
          <p:sp>
            <p:nvSpPr>
              <p:cNvPr id="11" name="等腰三角形 10"/>
              <p:cNvSpPr/>
              <p:nvPr/>
            </p:nvSpPr>
            <p:spPr>
              <a:xfrm>
                <a:off x="6691327" y="3681420"/>
                <a:ext cx="576000" cy="504000"/>
              </a:xfrm>
              <a:prstGeom prst="triangle">
                <a:avLst/>
              </a:prstGeom>
              <a:solidFill>
                <a:schemeClr val="accent6">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3200"/>
              </a:p>
            </p:txBody>
          </p:sp>
          <p:sp>
            <p:nvSpPr>
              <p:cNvPr id="14" name="TextBox 91"/>
              <p:cNvSpPr txBox="1"/>
              <p:nvPr/>
            </p:nvSpPr>
            <p:spPr>
              <a:xfrm>
                <a:off x="6803359" y="3710155"/>
                <a:ext cx="543738" cy="523219"/>
              </a:xfrm>
              <a:prstGeom prst="rect">
                <a:avLst/>
              </a:prstGeom>
              <a:noFill/>
            </p:spPr>
            <p:txBody>
              <a:bodyPr wrap="none" rtlCol="0">
                <a:spAutoFit/>
              </a:bodyPr>
              <a:p>
                <a:pPr algn="ctr"/>
                <a:r>
                  <a:rPr lang="zh-CN" altLang="en-US" sz="2800" dirty="0">
                    <a:solidFill>
                      <a:schemeClr val="accent2">
                        <a:lumMod val="75000"/>
                      </a:schemeClr>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rPr>
                  <a:t>！</a:t>
                </a:r>
                <a:endParaRPr lang="zh-CN" altLang="en-US" sz="2800" dirty="0">
                  <a:solidFill>
                    <a:schemeClr val="accent2">
                      <a:lumMod val="75000"/>
                    </a:schemeClr>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endParaRPr>
              </a:p>
            </p:txBody>
          </p:sp>
        </p:grpSp>
      </p:grpSp>
      <p:grpSp>
        <p:nvGrpSpPr>
          <p:cNvPr id="88" name="组合 87"/>
          <p:cNvGrpSpPr/>
          <p:nvPr/>
        </p:nvGrpSpPr>
        <p:grpSpPr>
          <a:xfrm>
            <a:off x="1879600" y="3692525"/>
            <a:ext cx="3983990" cy="1988820"/>
            <a:chOff x="2960" y="5815"/>
            <a:chExt cx="6274" cy="3132"/>
          </a:xfrm>
        </p:grpSpPr>
        <p:sp>
          <p:nvSpPr>
            <p:cNvPr id="69658" name="Text Box 74"/>
            <p:cNvSpPr txBox="1"/>
            <p:nvPr/>
          </p:nvSpPr>
          <p:spPr>
            <a:xfrm>
              <a:off x="3868" y="7020"/>
              <a:ext cx="1250" cy="818"/>
            </a:xfrm>
            <a:prstGeom prst="rect">
              <a:avLst/>
            </a:prstGeom>
            <a:noFill/>
            <a:ln w="28575">
              <a:noFill/>
            </a:ln>
          </p:spPr>
          <p:txBody>
            <a:bodyPr wrap="none" lIns="90000" tIns="46800" rIns="90000" bIns="46800" anchor="ctr" anchorCtr="0">
              <a:spAutoFit/>
            </a:bodyPr>
            <a:p>
              <a:pPr algn="ctr">
                <a:spcBef>
                  <a:spcPct val="50000"/>
                </a:spcBef>
                <a:buClr>
                  <a:schemeClr val="accent2"/>
                </a:buClr>
                <a:buSzPct val="75000"/>
                <a:buFont typeface="Monotype Sorts" pitchFamily="2" charset="2"/>
              </a:pPr>
              <a:r>
                <a:rPr lang="en-US" altLang="zh-CN" b="0" dirty="0">
                  <a:solidFill>
                    <a:schemeClr val="tx1"/>
                  </a:solidFill>
                  <a:latin typeface="Times New Roman" panose="02020603050405020304" pitchFamily="18" charset="0"/>
                </a:rPr>
                <a:t>10V</a:t>
              </a:r>
              <a:endParaRPr lang="en-US" altLang="zh-CN" b="0" dirty="0">
                <a:solidFill>
                  <a:schemeClr val="tx1"/>
                </a:solidFill>
                <a:latin typeface="Times New Roman" panose="02020603050405020304" pitchFamily="18" charset="0"/>
              </a:endParaRPr>
            </a:p>
          </p:txBody>
        </p:sp>
        <p:grpSp>
          <p:nvGrpSpPr>
            <p:cNvPr id="87" name="组合 86"/>
            <p:cNvGrpSpPr/>
            <p:nvPr/>
          </p:nvGrpSpPr>
          <p:grpSpPr>
            <a:xfrm>
              <a:off x="2960" y="5815"/>
              <a:ext cx="6275" cy="3133"/>
              <a:chOff x="2960" y="5815"/>
              <a:chExt cx="6275" cy="3133"/>
            </a:xfrm>
          </p:grpSpPr>
          <p:grpSp>
            <p:nvGrpSpPr>
              <p:cNvPr id="86" name="组合 85"/>
              <p:cNvGrpSpPr/>
              <p:nvPr/>
            </p:nvGrpSpPr>
            <p:grpSpPr>
              <a:xfrm>
                <a:off x="2960" y="5998"/>
                <a:ext cx="6275" cy="2950"/>
                <a:chOff x="2960" y="5998"/>
                <a:chExt cx="6275" cy="2950"/>
              </a:xfrm>
            </p:grpSpPr>
            <p:sp>
              <p:nvSpPr>
                <p:cNvPr id="69659" name="Text Box 75"/>
                <p:cNvSpPr txBox="1"/>
                <p:nvPr/>
              </p:nvSpPr>
              <p:spPr>
                <a:xfrm>
                  <a:off x="5000" y="7020"/>
                  <a:ext cx="970" cy="818"/>
                </a:xfrm>
                <a:prstGeom prst="rect">
                  <a:avLst/>
                </a:prstGeom>
                <a:noFill/>
                <a:ln w="28575">
                  <a:noFill/>
                </a:ln>
              </p:spPr>
              <p:txBody>
                <a:bodyPr wrap="none" lIns="90000" tIns="46800" rIns="90000" bIns="46800" anchor="ctr" anchorCtr="0">
                  <a:spAutoFit/>
                </a:bodyPr>
                <a:p>
                  <a:pPr algn="ctr">
                    <a:spcBef>
                      <a:spcPct val="50000"/>
                    </a:spcBef>
                    <a:buClr>
                      <a:schemeClr val="accent2"/>
                    </a:buClr>
                    <a:buSzPct val="75000"/>
                    <a:buFont typeface="Monotype Sorts" pitchFamily="2" charset="2"/>
                  </a:pPr>
                  <a:r>
                    <a:rPr lang="en-US" altLang="zh-CN" b="0" dirty="0">
                      <a:solidFill>
                        <a:schemeClr val="tx1"/>
                      </a:solidFill>
                      <a:latin typeface="Times New Roman" panose="02020603050405020304" pitchFamily="18" charset="0"/>
                    </a:rPr>
                    <a:t>5V</a:t>
                  </a:r>
                  <a:endParaRPr lang="en-US" altLang="zh-CN" b="0" dirty="0">
                    <a:solidFill>
                      <a:schemeClr val="tx1"/>
                    </a:solidFill>
                    <a:latin typeface="Times New Roman" panose="02020603050405020304" pitchFamily="18" charset="0"/>
                  </a:endParaRPr>
                </a:p>
              </p:txBody>
            </p:sp>
            <p:sp>
              <p:nvSpPr>
                <p:cNvPr id="69660" name="Text Box 76"/>
                <p:cNvSpPr txBox="1"/>
                <p:nvPr/>
              </p:nvSpPr>
              <p:spPr>
                <a:xfrm>
                  <a:off x="4433" y="6113"/>
                  <a:ext cx="995" cy="818"/>
                </a:xfrm>
                <a:prstGeom prst="rect">
                  <a:avLst/>
                </a:prstGeom>
                <a:noFill/>
                <a:ln w="28575">
                  <a:noFill/>
                </a:ln>
              </p:spPr>
              <p:txBody>
                <a:bodyPr wrap="none" lIns="90000" tIns="46800" rIns="90000" bIns="46800" anchor="ctr" anchorCtr="0">
                  <a:spAutoFit/>
                </a:bodyPr>
                <a:p>
                  <a:pPr algn="ctr">
                    <a:spcBef>
                      <a:spcPct val="50000"/>
                    </a:spcBef>
                    <a:buClr>
                      <a:schemeClr val="accent2"/>
                    </a:buClr>
                    <a:buSzPct val="75000"/>
                    <a:buFont typeface="Monotype Sorts" pitchFamily="2" charset="2"/>
                  </a:pPr>
                  <a:r>
                    <a:rPr lang="en-US" altLang="zh-CN" b="0" dirty="0">
                      <a:solidFill>
                        <a:schemeClr val="tx1"/>
                      </a:solidFill>
                      <a:latin typeface="Times New Roman" panose="02020603050405020304" pitchFamily="18" charset="0"/>
                    </a:rPr>
                    <a:t>2</a:t>
                  </a:r>
                  <a:r>
                    <a:rPr lang="en-US" altLang="zh-CN" b="0" dirty="0">
                      <a:solidFill>
                        <a:schemeClr val="tx1"/>
                      </a:solidFill>
                      <a:latin typeface="Times New Roman" panose="02020603050405020304" pitchFamily="18" charset="0"/>
                      <a:sym typeface="Symbol" panose="05050102010706020507" pitchFamily="18" charset="2"/>
                    </a:rPr>
                    <a:t></a:t>
                  </a:r>
                  <a:endParaRPr lang="en-US" altLang="zh-CN" b="0" dirty="0">
                    <a:solidFill>
                      <a:schemeClr val="tx1"/>
                    </a:solidFill>
                    <a:latin typeface="Times New Roman" panose="02020603050405020304" pitchFamily="18" charset="0"/>
                    <a:sym typeface="Symbol" panose="05050102010706020507" pitchFamily="18" charset="2"/>
                  </a:endParaRPr>
                </a:p>
              </p:txBody>
            </p:sp>
            <p:sp>
              <p:nvSpPr>
                <p:cNvPr id="69661" name="Rectangle 77"/>
                <p:cNvSpPr/>
                <p:nvPr/>
              </p:nvSpPr>
              <p:spPr bwMode="auto">
                <a:xfrm>
                  <a:off x="3413" y="5998"/>
                  <a:ext cx="5557" cy="2950"/>
                </a:xfrm>
                <a:prstGeom prst="rect">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69662" name="Line 78"/>
                <p:cNvSpPr/>
                <p:nvPr/>
              </p:nvSpPr>
              <p:spPr bwMode="auto">
                <a:xfrm>
                  <a:off x="6363" y="6000"/>
                  <a:ext cx="0" cy="2948"/>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69663" name="Text Box 79"/>
                <p:cNvSpPr txBox="1"/>
                <p:nvPr/>
              </p:nvSpPr>
              <p:spPr>
                <a:xfrm>
                  <a:off x="3413" y="6113"/>
                  <a:ext cx="1020" cy="818"/>
                </a:xfrm>
                <a:prstGeom prst="rect">
                  <a:avLst/>
                </a:prstGeom>
                <a:noFill/>
                <a:ln w="9525">
                  <a:noFill/>
                </a:ln>
              </p:spPr>
              <p:txBody>
                <a:bodyPr>
                  <a:spAutoFit/>
                </a:bodyPr>
                <a:p>
                  <a:pPr>
                    <a:spcBef>
                      <a:spcPct val="50000"/>
                    </a:spcBef>
                  </a:pPr>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69664" name="Text Box 80"/>
                <p:cNvSpPr txBox="1"/>
                <p:nvPr/>
              </p:nvSpPr>
              <p:spPr>
                <a:xfrm>
                  <a:off x="3413" y="7813"/>
                  <a:ext cx="1020" cy="818"/>
                </a:xfrm>
                <a:prstGeom prst="rect">
                  <a:avLst/>
                </a:prstGeom>
                <a:noFill/>
                <a:ln w="9525">
                  <a:noFill/>
                </a:ln>
              </p:spPr>
              <p:txBody>
                <a:bodyPr>
                  <a:spAutoFit/>
                </a:bodyPr>
                <a:p>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69665" name="Text Box 81"/>
                <p:cNvSpPr txBox="1"/>
                <p:nvPr/>
              </p:nvSpPr>
              <p:spPr>
                <a:xfrm>
                  <a:off x="5455" y="7928"/>
                  <a:ext cx="1020" cy="818"/>
                </a:xfrm>
                <a:prstGeom prst="rect">
                  <a:avLst/>
                </a:prstGeom>
                <a:noFill/>
                <a:ln w="9525">
                  <a:noFill/>
                </a:ln>
              </p:spPr>
              <p:txBody>
                <a:bodyPr>
                  <a:spAutoFit/>
                </a:bodyPr>
                <a:p>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69666" name="Text Box 82"/>
                <p:cNvSpPr txBox="1"/>
                <p:nvPr/>
              </p:nvSpPr>
              <p:spPr>
                <a:xfrm>
                  <a:off x="5433" y="6000"/>
                  <a:ext cx="1020" cy="818"/>
                </a:xfrm>
                <a:prstGeom prst="rect">
                  <a:avLst/>
                </a:prstGeom>
                <a:noFill/>
                <a:ln w="9525">
                  <a:noFill/>
                </a:ln>
              </p:spPr>
              <p:txBody>
                <a:bodyPr>
                  <a:spAutoFit/>
                </a:bodyPr>
                <a:p>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69669" name="Text Box 87"/>
                <p:cNvSpPr txBox="1"/>
                <p:nvPr/>
              </p:nvSpPr>
              <p:spPr>
                <a:xfrm>
                  <a:off x="7898" y="7066"/>
                  <a:ext cx="891" cy="727"/>
                </a:xfrm>
                <a:prstGeom prst="rect">
                  <a:avLst/>
                </a:prstGeom>
                <a:noFill/>
                <a:ln w="28575">
                  <a:noFill/>
                </a:ln>
              </p:spPr>
              <p:txBody>
                <a:bodyPr wrap="none" lIns="90000" tIns="46800" rIns="90000" bIns="46800" anchor="ctr" anchorCtr="0">
                  <a:spAutoFit/>
                </a:bodyPr>
                <a:p>
                  <a:pPr algn="ctr">
                    <a:spcBef>
                      <a:spcPct val="50000"/>
                    </a:spcBef>
                    <a:buClr>
                      <a:schemeClr val="accent2"/>
                    </a:buClr>
                    <a:buSzPct val="75000"/>
                    <a:buFont typeface="Monotype Sorts" pitchFamily="2" charset="2"/>
                  </a:pPr>
                  <a:r>
                    <a:rPr lang="en-US" altLang="zh-CN" b="0" dirty="0">
                      <a:solidFill>
                        <a:schemeClr val="tx1"/>
                      </a:solidFill>
                      <a:latin typeface="Times New Roman" panose="02020603050405020304" pitchFamily="18" charset="0"/>
                    </a:rPr>
                    <a:t>5</a:t>
                  </a:r>
                  <a:r>
                    <a:rPr lang="en-US" altLang="zh-CN" dirty="0">
                      <a:latin typeface="Times New Roman" panose="02020603050405020304" pitchFamily="18" charset="0"/>
                      <a:sym typeface="Symbol" panose="05050102010706020507" pitchFamily="18" charset="2"/>
                    </a:rPr>
                    <a:t></a:t>
                  </a:r>
                  <a:endParaRPr lang="en-US" altLang="zh-CN" b="0" dirty="0">
                    <a:solidFill>
                      <a:schemeClr val="tx1"/>
                    </a:solidFill>
                    <a:latin typeface="Times New Roman" panose="02020603050405020304" pitchFamily="18" charset="0"/>
                  </a:endParaRPr>
                </a:p>
              </p:txBody>
            </p:sp>
            <p:sp>
              <p:nvSpPr>
                <p:cNvPr id="69670" name="Text Box 88"/>
                <p:cNvSpPr txBox="1"/>
                <p:nvPr/>
              </p:nvSpPr>
              <p:spPr>
                <a:xfrm>
                  <a:off x="8290" y="6000"/>
                  <a:ext cx="605" cy="818"/>
                </a:xfrm>
                <a:prstGeom prst="rect">
                  <a:avLst/>
                </a:prstGeom>
                <a:noFill/>
                <a:ln w="28575">
                  <a:noFill/>
                </a:ln>
              </p:spPr>
              <p:txBody>
                <a:bodyPr wrap="none" lIns="90000" tIns="46800" rIns="90000" bIns="46800" anchor="ctr" anchorCtr="0">
                  <a:spAutoFit/>
                </a:bodyPr>
                <a:p>
                  <a:pPr algn="ctr"/>
                  <a:r>
                    <a:rPr lang="en-US" altLang="zh-CN" b="0" dirty="0">
                      <a:solidFill>
                        <a:schemeClr val="tx1"/>
                      </a:solidFill>
                      <a:latin typeface="Times New Roman" panose="02020603050405020304" pitchFamily="18" charset="0"/>
                    </a:rPr>
                    <a:t>+</a:t>
                  </a:r>
                  <a:endParaRPr lang="en-US" altLang="zh-CN" b="0" dirty="0">
                    <a:solidFill>
                      <a:schemeClr val="tx1"/>
                    </a:solidFill>
                    <a:latin typeface="Times New Roman" panose="02020603050405020304" pitchFamily="18" charset="0"/>
                    <a:ea typeface="仿宋_GB2312" pitchFamily="49" charset="-122"/>
                  </a:endParaRPr>
                </a:p>
              </p:txBody>
            </p:sp>
            <p:sp>
              <p:nvSpPr>
                <p:cNvPr id="69671" name="Text Box 89"/>
                <p:cNvSpPr txBox="1"/>
                <p:nvPr/>
              </p:nvSpPr>
              <p:spPr>
                <a:xfrm>
                  <a:off x="8063" y="7815"/>
                  <a:ext cx="1172" cy="818"/>
                </a:xfrm>
                <a:prstGeom prst="rect">
                  <a:avLst/>
                </a:prstGeom>
                <a:noFill/>
                <a:ln w="9525">
                  <a:noFill/>
                </a:ln>
              </p:spPr>
              <p:txBody>
                <a:bodyPr>
                  <a:spAutoFit/>
                </a:bodyPr>
                <a:p>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grpSp>
              <p:nvGrpSpPr>
                <p:cNvPr id="15" name="组合 14"/>
                <p:cNvGrpSpPr/>
                <p:nvPr/>
              </p:nvGrpSpPr>
              <p:grpSpPr>
                <a:xfrm rot="0">
                  <a:off x="5906" y="6818"/>
                  <a:ext cx="908" cy="908"/>
                  <a:chOff x="505193" y="3720552"/>
                  <a:chExt cx="432197" cy="432197"/>
                </a:xfrm>
                <a:solidFill>
                  <a:schemeClr val="accent6">
                    <a:lumMod val="40000"/>
                    <a:lumOff val="60000"/>
                  </a:schemeClr>
                </a:solidFill>
              </p:grpSpPr>
              <p:sp>
                <p:nvSpPr>
                  <p:cNvPr id="16"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17" name="直接连接符 16"/>
                  <p:cNvCxnSpPr>
                    <a:stCxn id="16" idx="0"/>
                    <a:endCxn id="16"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 name="组合 17"/>
                <p:cNvGrpSpPr/>
                <p:nvPr/>
              </p:nvGrpSpPr>
              <p:grpSpPr>
                <a:xfrm rot="0">
                  <a:off x="2960" y="7020"/>
                  <a:ext cx="908" cy="908"/>
                  <a:chOff x="505193" y="3720552"/>
                  <a:chExt cx="432197" cy="432197"/>
                </a:xfrm>
                <a:solidFill>
                  <a:schemeClr val="accent6">
                    <a:lumMod val="40000"/>
                    <a:lumOff val="60000"/>
                  </a:schemeClr>
                </a:solidFill>
              </p:grpSpPr>
              <p:sp>
                <p:nvSpPr>
                  <p:cNvPr id="19"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20" name="直接连接符 19"/>
                  <p:cNvCxnSpPr>
                    <a:stCxn id="19" idx="0"/>
                    <a:endCxn id="19"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2" name="Rectangle 83"/>
                <p:cNvSpPr/>
                <p:nvPr>
                  <p:custDataLst>
                    <p:tags r:id="rId1"/>
                  </p:custDataLst>
                </p:nvPr>
              </p:nvSpPr>
              <p:spPr bwMode="auto">
                <a:xfrm rot="5400000">
                  <a:off x="8575" y="7175"/>
                  <a:ext cx="792"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grpSp>
          <p:sp>
            <p:nvSpPr>
              <p:cNvPr id="69667" name="Rectangle 83"/>
              <p:cNvSpPr/>
              <p:nvPr/>
            </p:nvSpPr>
            <p:spPr bwMode="auto">
              <a:xfrm>
                <a:off x="4660" y="5815"/>
                <a:ext cx="792"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grpSp>
      </p:grpSp>
      <p:grpSp>
        <p:nvGrpSpPr>
          <p:cNvPr id="85" name="组合 84"/>
          <p:cNvGrpSpPr/>
          <p:nvPr/>
        </p:nvGrpSpPr>
        <p:grpSpPr>
          <a:xfrm>
            <a:off x="2193925" y="3274695"/>
            <a:ext cx="882650" cy="535305"/>
            <a:chOff x="3340" y="5150"/>
            <a:chExt cx="1390" cy="843"/>
          </a:xfrm>
        </p:grpSpPr>
        <p:sp>
          <p:nvSpPr>
            <p:cNvPr id="69672" name="Line 85"/>
            <p:cNvSpPr/>
            <p:nvPr/>
          </p:nvSpPr>
          <p:spPr>
            <a:xfrm>
              <a:off x="3370" y="5993"/>
              <a:ext cx="1135"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69673" name="Text Box 86"/>
            <p:cNvSpPr/>
            <p:nvPr/>
          </p:nvSpPr>
          <p:spPr>
            <a:xfrm>
              <a:off x="3340" y="5150"/>
              <a:ext cx="1390" cy="818"/>
            </a:xfrm>
            <a:prstGeom prst="rect">
              <a:avLst/>
            </a:prstGeom>
            <a:ln w="28575">
              <a:noFill/>
              <a:tailEnd type="triangle"/>
            </a:ln>
          </p:spPr>
          <p:style>
            <a:lnRef idx="1">
              <a:schemeClr val="accent1"/>
            </a:lnRef>
            <a:fillRef idx="0">
              <a:schemeClr val="accent1"/>
            </a:fillRef>
            <a:effectRef idx="0">
              <a:schemeClr val="accent1"/>
            </a:effectRef>
            <a:fontRef idx="minor">
              <a:schemeClr val="tx1"/>
            </a:fontRef>
          </p:style>
          <p:txBody>
            <a:bodyPr wrap="none" lIns="90000" tIns="46800" rIns="90000" bIns="46800" anchor="ctr" anchorCtr="0">
              <a:spAutoFit/>
            </a:bodyPr>
            <a:p>
              <a:pPr algn="ctr"/>
              <a:r>
                <a:rPr lang="en-US" altLang="zh-CN" b="0" dirty="0">
                  <a:solidFill>
                    <a:schemeClr val="tx1"/>
                  </a:solidFill>
                  <a:latin typeface="Times New Roman" panose="02020603050405020304" pitchFamily="18" charset="0"/>
                </a:rPr>
                <a:t>2.5A</a:t>
              </a:r>
              <a:endParaRPr lang="en-US" altLang="zh-CN" b="0" dirty="0">
                <a:solidFill>
                  <a:schemeClr val="tx1"/>
                </a:solidFill>
                <a:latin typeface="Times New Roman" panose="02020603050405020304" pitchFamily="18" charset="0"/>
                <a:ea typeface="仿宋_GB2312" pitchFamily="49" charset="-122"/>
              </a:endParaRPr>
            </a:p>
          </p:txBody>
        </p:sp>
      </p:grpSp>
      <p:grpSp>
        <p:nvGrpSpPr>
          <p:cNvPr id="84" name="组合 83"/>
          <p:cNvGrpSpPr/>
          <p:nvPr/>
        </p:nvGrpSpPr>
        <p:grpSpPr>
          <a:xfrm>
            <a:off x="4507230" y="3804920"/>
            <a:ext cx="641350" cy="518795"/>
            <a:chOff x="7098" y="5992"/>
            <a:chExt cx="1010" cy="817"/>
          </a:xfrm>
        </p:grpSpPr>
        <p:sp>
          <p:nvSpPr>
            <p:cNvPr id="69675" name="Text Box 33"/>
            <p:cNvSpPr txBox="1"/>
            <p:nvPr/>
          </p:nvSpPr>
          <p:spPr>
            <a:xfrm>
              <a:off x="7098" y="5992"/>
              <a:ext cx="970" cy="817"/>
            </a:xfrm>
            <a:prstGeom prst="rect">
              <a:avLst/>
            </a:prstGeom>
            <a:noFill/>
            <a:ln w="28575">
              <a:noFill/>
            </a:ln>
          </p:spPr>
          <p:txBody>
            <a:bodyPr wrap="none" lIns="90000" tIns="46800" rIns="90000" bIns="46800" anchor="ctr" anchorCtr="0">
              <a:spAutoFit/>
            </a:bodyPr>
            <a:p>
              <a:pPr algn="ctr"/>
              <a:r>
                <a:rPr lang="en-US" altLang="zh-CN" b="0" dirty="0">
                  <a:solidFill>
                    <a:schemeClr val="tx1"/>
                  </a:solidFill>
                  <a:latin typeface="Times New Roman" panose="02020603050405020304" pitchFamily="18" charset="0"/>
                </a:rPr>
                <a:t>1A</a:t>
              </a:r>
              <a:endParaRPr lang="en-US" altLang="zh-CN" b="0" dirty="0">
                <a:solidFill>
                  <a:schemeClr val="tx1"/>
                </a:solidFill>
                <a:latin typeface="Times New Roman" panose="02020603050405020304" pitchFamily="18" charset="0"/>
                <a:ea typeface="仿宋_GB2312" pitchFamily="49" charset="-122"/>
              </a:endParaRPr>
            </a:p>
          </p:txBody>
        </p:sp>
        <p:sp>
          <p:nvSpPr>
            <p:cNvPr id="69653" name="Line 90"/>
            <p:cNvSpPr/>
            <p:nvPr/>
          </p:nvSpPr>
          <p:spPr>
            <a:xfrm>
              <a:off x="7313" y="6000"/>
              <a:ext cx="795" cy="0"/>
            </a:xfrm>
            <a:prstGeom prst="line">
              <a:avLst/>
            </a:prstGeom>
            <a:ln w="28575" cap="flat" cmpd="sng">
              <a:solidFill>
                <a:srgbClr val="FF3300"/>
              </a:solidFill>
              <a:prstDash val="solid"/>
              <a:headEnd type="none" w="med" len="med"/>
              <a:tailEnd type="triangle" w="med" len="med"/>
            </a:ln>
          </p:spPr>
        </p:sp>
      </p:grpSp>
      <p:grpSp>
        <p:nvGrpSpPr>
          <p:cNvPr id="83" name="组合 82"/>
          <p:cNvGrpSpPr/>
          <p:nvPr/>
        </p:nvGrpSpPr>
        <p:grpSpPr>
          <a:xfrm>
            <a:off x="4020820" y="5006340"/>
            <a:ext cx="930910" cy="648970"/>
            <a:chOff x="11405" y="7926"/>
            <a:chExt cx="1466" cy="1022"/>
          </a:xfrm>
        </p:grpSpPr>
        <p:sp>
          <p:nvSpPr>
            <p:cNvPr id="69677" name="Text Box 12"/>
            <p:cNvSpPr txBox="1"/>
            <p:nvPr/>
          </p:nvSpPr>
          <p:spPr>
            <a:xfrm>
              <a:off x="11405" y="8019"/>
              <a:ext cx="1466" cy="727"/>
            </a:xfrm>
            <a:prstGeom prst="rect">
              <a:avLst/>
            </a:prstGeom>
            <a:noFill/>
            <a:ln w="28575">
              <a:noFill/>
            </a:ln>
          </p:spPr>
          <p:txBody>
            <a:bodyPr wrap="square" lIns="90000" tIns="46800" rIns="90000" bIns="46800" anchor="ctr" anchorCtr="0">
              <a:spAutoFit/>
            </a:bodyPr>
            <a:p>
              <a:pPr algn="ctr">
                <a:spcBef>
                  <a:spcPct val="50000"/>
                </a:spcBef>
                <a:buClr>
                  <a:schemeClr val="accent2"/>
                </a:buClr>
                <a:buSzPct val="75000"/>
                <a:buFont typeface="Monotype Sorts" pitchFamily="2" charset="2"/>
              </a:pPr>
              <a:r>
                <a:rPr lang="en-US" altLang="zh-CN" b="0" dirty="0">
                  <a:solidFill>
                    <a:schemeClr val="tx1"/>
                  </a:solidFill>
                  <a:latin typeface="Times New Roman" panose="02020603050405020304" pitchFamily="18" charset="0"/>
                  <a:ea typeface="宋体" panose="02010600030101010101" pitchFamily="2" charset="-122"/>
                </a:rPr>
                <a:t>1.5A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69651" name="Line 92"/>
            <p:cNvSpPr/>
            <p:nvPr/>
          </p:nvSpPr>
          <p:spPr>
            <a:xfrm>
              <a:off x="11429" y="7926"/>
              <a:ext cx="0" cy="1022"/>
            </a:xfrm>
            <a:prstGeom prst="line">
              <a:avLst/>
            </a:prstGeom>
            <a:ln w="28575" cap="flat" cmpd="sng">
              <a:solidFill>
                <a:srgbClr val="FF3300"/>
              </a:solidFill>
              <a:prstDash val="solid"/>
              <a:headEnd type="none" w="med" len="med"/>
              <a:tailEnd type="triangle" w="med" len="med"/>
            </a:ln>
          </p:spPr>
        </p:sp>
      </p:grpSp>
      <p:grpSp>
        <p:nvGrpSpPr>
          <p:cNvPr id="89" name="组合 88"/>
          <p:cNvGrpSpPr/>
          <p:nvPr/>
        </p:nvGrpSpPr>
        <p:grpSpPr>
          <a:xfrm>
            <a:off x="1758950" y="3331210"/>
            <a:ext cx="4391660" cy="2665730"/>
            <a:chOff x="7383" y="189"/>
            <a:chExt cx="6916" cy="4198"/>
          </a:xfrm>
        </p:grpSpPr>
        <p:grpSp>
          <p:nvGrpSpPr>
            <p:cNvPr id="22" name="Group 54"/>
            <p:cNvGrpSpPr/>
            <p:nvPr/>
          </p:nvGrpSpPr>
          <p:grpSpPr>
            <a:xfrm rot="0">
              <a:off x="7613" y="799"/>
              <a:ext cx="6100" cy="3063"/>
              <a:chOff x="1338" y="2432"/>
              <a:chExt cx="2440" cy="1225"/>
            </a:xfrm>
          </p:grpSpPr>
          <p:sp>
            <p:nvSpPr>
              <p:cNvPr id="23" name="Oval 55"/>
              <p:cNvSpPr/>
              <p:nvPr>
                <p:custDataLst>
                  <p:tags r:id="rId2"/>
                </p:custDataLst>
              </p:nvPr>
            </p:nvSpPr>
            <p:spPr>
              <a:xfrm>
                <a:off x="1338" y="2840"/>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4" name="Oval 56"/>
              <p:cNvSpPr/>
              <p:nvPr>
                <p:custDataLst>
                  <p:tags r:id="rId3"/>
                </p:custDataLst>
              </p:nvPr>
            </p:nvSpPr>
            <p:spPr>
              <a:xfrm>
                <a:off x="2517" y="2840"/>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5" name="Text Box 57"/>
              <p:cNvSpPr txBox="1"/>
              <p:nvPr>
                <p:custDataLst>
                  <p:tags r:id="rId4"/>
                </p:custDataLst>
              </p:nvPr>
            </p:nvSpPr>
            <p:spPr>
              <a:xfrm>
                <a:off x="1701" y="2886"/>
                <a:ext cx="500" cy="327"/>
              </a:xfrm>
              <a:prstGeom prst="rect">
                <a:avLst/>
              </a:prstGeom>
              <a:noFill/>
              <a:ln w="28575">
                <a:noFill/>
              </a:ln>
            </p:spPr>
            <p:txBody>
              <a:bodyPr wrap="none" lIns="90000" tIns="46800" rIns="90000" bIns="46800" anchor="ctr" anchorCtr="0">
                <a:spAutoFit/>
              </a:bodyPr>
              <a:p>
                <a:pPr algn="ctr">
                  <a:spcBef>
                    <a:spcPct val="50000"/>
                  </a:spcBef>
                  <a:buClr>
                    <a:schemeClr val="accent2"/>
                  </a:buClr>
                  <a:buSzPct val="75000"/>
                  <a:buFont typeface="Monotype Sorts" pitchFamily="2" charset="2"/>
                </a:pPr>
                <a:r>
                  <a:rPr lang="en-US" altLang="zh-CN" b="0" dirty="0">
                    <a:solidFill>
                      <a:schemeClr val="bg1"/>
                    </a:solidFill>
                    <a:latin typeface="Times New Roman" panose="02020603050405020304" pitchFamily="18" charset="0"/>
                  </a:rPr>
                  <a:t>10V</a:t>
                </a:r>
                <a:endParaRPr lang="en-US" altLang="zh-CN" b="0" dirty="0">
                  <a:solidFill>
                    <a:schemeClr val="bg1"/>
                  </a:solidFill>
                  <a:latin typeface="Times New Roman" panose="02020603050405020304" pitchFamily="18" charset="0"/>
                </a:endParaRPr>
              </a:p>
            </p:txBody>
          </p:sp>
          <p:sp>
            <p:nvSpPr>
              <p:cNvPr id="26" name="Text Box 58"/>
              <p:cNvSpPr txBox="1"/>
              <p:nvPr>
                <p:custDataLst>
                  <p:tags r:id="rId5"/>
                </p:custDataLst>
              </p:nvPr>
            </p:nvSpPr>
            <p:spPr>
              <a:xfrm>
                <a:off x="2154" y="2886"/>
                <a:ext cx="388" cy="327"/>
              </a:xfrm>
              <a:prstGeom prst="rect">
                <a:avLst/>
              </a:prstGeom>
              <a:noFill/>
              <a:ln w="28575">
                <a:noFill/>
              </a:ln>
            </p:spPr>
            <p:txBody>
              <a:bodyPr wrap="none" lIns="90000" tIns="46800" rIns="90000" bIns="46800" anchor="ctr" anchorCtr="0">
                <a:spAutoFit/>
              </a:bodyPr>
              <a:p>
                <a:pPr algn="ctr">
                  <a:spcBef>
                    <a:spcPct val="50000"/>
                  </a:spcBef>
                  <a:buClr>
                    <a:schemeClr val="accent2"/>
                  </a:buClr>
                  <a:buSzPct val="75000"/>
                  <a:buFont typeface="Monotype Sorts" pitchFamily="2" charset="2"/>
                </a:pPr>
                <a:r>
                  <a:rPr lang="en-US" altLang="zh-CN" b="0" dirty="0">
                    <a:solidFill>
                      <a:schemeClr val="bg1"/>
                    </a:solidFill>
                    <a:latin typeface="Times New Roman" panose="02020603050405020304" pitchFamily="18" charset="0"/>
                  </a:rPr>
                  <a:t>5V</a:t>
                </a:r>
                <a:endParaRPr lang="en-US" altLang="zh-CN" b="0" dirty="0">
                  <a:solidFill>
                    <a:schemeClr val="bg1"/>
                  </a:solidFill>
                  <a:latin typeface="Times New Roman" panose="02020603050405020304" pitchFamily="18" charset="0"/>
                </a:endParaRPr>
              </a:p>
            </p:txBody>
          </p:sp>
          <p:sp>
            <p:nvSpPr>
              <p:cNvPr id="27" name="Text Box 59"/>
              <p:cNvSpPr txBox="1"/>
              <p:nvPr>
                <p:custDataLst>
                  <p:tags r:id="rId6"/>
                </p:custDataLst>
              </p:nvPr>
            </p:nvSpPr>
            <p:spPr>
              <a:xfrm>
                <a:off x="1927" y="2523"/>
                <a:ext cx="398" cy="327"/>
              </a:xfrm>
              <a:prstGeom prst="rect">
                <a:avLst/>
              </a:prstGeom>
              <a:noFill/>
              <a:ln w="28575">
                <a:noFill/>
              </a:ln>
            </p:spPr>
            <p:txBody>
              <a:bodyPr wrap="none" lIns="90000" tIns="46800" rIns="90000" bIns="46800" anchor="ctr" anchorCtr="0">
                <a:spAutoFit/>
              </a:bodyPr>
              <a:p>
                <a:pPr algn="ctr">
                  <a:spcBef>
                    <a:spcPct val="50000"/>
                  </a:spcBef>
                  <a:buClr>
                    <a:schemeClr val="accent2"/>
                  </a:buClr>
                  <a:buSzPct val="75000"/>
                  <a:buFont typeface="Monotype Sorts" pitchFamily="2" charset="2"/>
                </a:pPr>
                <a:r>
                  <a:rPr lang="en-US" altLang="zh-CN" b="0" dirty="0">
                    <a:solidFill>
                      <a:schemeClr val="bg1"/>
                    </a:solidFill>
                    <a:latin typeface="Times New Roman" panose="02020603050405020304" pitchFamily="18" charset="0"/>
                  </a:rPr>
                  <a:t>2</a:t>
                </a:r>
                <a:r>
                  <a:rPr lang="en-US" altLang="zh-CN" b="0" dirty="0">
                    <a:solidFill>
                      <a:schemeClr val="bg1"/>
                    </a:solidFill>
                    <a:latin typeface="Times New Roman" panose="02020603050405020304" pitchFamily="18" charset="0"/>
                    <a:sym typeface="Symbol" panose="05050102010706020507" pitchFamily="18" charset="2"/>
                  </a:rPr>
                  <a:t></a:t>
                </a:r>
                <a:endParaRPr lang="en-US" altLang="zh-CN" b="0" dirty="0">
                  <a:solidFill>
                    <a:schemeClr val="bg1"/>
                  </a:solidFill>
                  <a:latin typeface="Times New Roman" panose="02020603050405020304" pitchFamily="18" charset="0"/>
                </a:endParaRPr>
              </a:p>
            </p:txBody>
          </p:sp>
          <p:sp>
            <p:nvSpPr>
              <p:cNvPr id="28" name="Text Box 60"/>
              <p:cNvSpPr txBox="1"/>
              <p:nvPr>
                <p:custDataLst>
                  <p:tags r:id="rId7"/>
                </p:custDataLst>
              </p:nvPr>
            </p:nvSpPr>
            <p:spPr>
              <a:xfrm>
                <a:off x="3288" y="2886"/>
                <a:ext cx="398" cy="327"/>
              </a:xfrm>
              <a:prstGeom prst="rect">
                <a:avLst/>
              </a:prstGeom>
              <a:noFill/>
              <a:ln w="28575">
                <a:noFill/>
              </a:ln>
            </p:spPr>
            <p:txBody>
              <a:bodyPr wrap="none" lIns="90000" tIns="46800" rIns="90000" bIns="46800" anchor="ctr" anchorCtr="0">
                <a:spAutoFit/>
              </a:bodyPr>
              <a:p>
                <a:pPr algn="ctr">
                  <a:spcBef>
                    <a:spcPct val="50000"/>
                  </a:spcBef>
                  <a:buClr>
                    <a:schemeClr val="accent2"/>
                  </a:buClr>
                  <a:buSzPct val="75000"/>
                  <a:buFont typeface="Monotype Sorts" pitchFamily="2" charset="2"/>
                </a:pPr>
                <a:r>
                  <a:rPr lang="en-US" altLang="zh-CN" b="0" dirty="0">
                    <a:solidFill>
                      <a:schemeClr val="bg1"/>
                    </a:solidFill>
                    <a:latin typeface="Times New Roman" panose="02020603050405020304" pitchFamily="18" charset="0"/>
                  </a:rPr>
                  <a:t>5</a:t>
                </a:r>
                <a:r>
                  <a:rPr lang="en-US" altLang="zh-CN" b="0" dirty="0">
                    <a:solidFill>
                      <a:schemeClr val="bg1"/>
                    </a:solidFill>
                    <a:latin typeface="Times New Roman" panose="02020603050405020304" pitchFamily="18" charset="0"/>
                    <a:sym typeface="Symbol" panose="05050102010706020507" pitchFamily="18" charset="2"/>
                  </a:rPr>
                  <a:t></a:t>
                </a:r>
                <a:endParaRPr lang="en-US" altLang="zh-CN" b="0" dirty="0">
                  <a:solidFill>
                    <a:schemeClr val="bg1"/>
                  </a:solidFill>
                  <a:latin typeface="Times New Roman" panose="02020603050405020304" pitchFamily="18" charset="0"/>
                </a:endParaRPr>
              </a:p>
            </p:txBody>
          </p:sp>
          <p:sp>
            <p:nvSpPr>
              <p:cNvPr id="29" name="Rectangle 61"/>
              <p:cNvSpPr/>
              <p:nvPr>
                <p:custDataLst>
                  <p:tags r:id="rId8"/>
                </p:custDataLst>
              </p:nvPr>
            </p:nvSpPr>
            <p:spPr>
              <a:xfrm>
                <a:off x="1519" y="2477"/>
                <a:ext cx="2223" cy="1180"/>
              </a:xfrm>
              <a:prstGeom prst="rect">
                <a:avLst/>
              </a:prstGeom>
              <a:noFill/>
              <a:ln w="28575" cap="flat" cmpd="sng">
                <a:solidFill>
                  <a:srgbClr val="FFCC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0" name="Line 62"/>
              <p:cNvSpPr/>
              <p:nvPr>
                <p:custDataLst>
                  <p:tags r:id="rId9"/>
                </p:custDataLst>
              </p:nvPr>
            </p:nvSpPr>
            <p:spPr>
              <a:xfrm>
                <a:off x="2699" y="2478"/>
                <a:ext cx="0" cy="1179"/>
              </a:xfrm>
              <a:prstGeom prst="line">
                <a:avLst/>
              </a:prstGeom>
              <a:ln w="28575" cap="flat" cmpd="sng">
                <a:solidFill>
                  <a:srgbClr val="FFCC00"/>
                </a:solidFill>
                <a:prstDash val="solid"/>
                <a:headEnd type="oval" w="med" len="med"/>
                <a:tailEnd type="oval" w="med" len="med"/>
              </a:ln>
            </p:spPr>
          </p:sp>
          <p:sp>
            <p:nvSpPr>
              <p:cNvPr id="31" name="Text Box 63"/>
              <p:cNvSpPr txBox="1"/>
              <p:nvPr>
                <p:custDataLst>
                  <p:tags r:id="rId10"/>
                </p:custDataLst>
              </p:nvPr>
            </p:nvSpPr>
            <p:spPr>
              <a:xfrm>
                <a:off x="1519" y="2523"/>
                <a:ext cx="408" cy="327"/>
              </a:xfrm>
              <a:prstGeom prst="rect">
                <a:avLst/>
              </a:prstGeom>
              <a:noFill/>
              <a:ln w="9525">
                <a:noFill/>
              </a:ln>
            </p:spPr>
            <p:txBody>
              <a:bodyPr>
                <a:spAutoFit/>
              </a:bodyPr>
              <a:p>
                <a:pPr>
                  <a:spcBef>
                    <a:spcPct val="50000"/>
                  </a:spcBef>
                </a:pPr>
                <a:r>
                  <a:rPr lang="zh-CN" altLang="en-US" b="0" dirty="0">
                    <a:solidFill>
                      <a:schemeClr val="bg1"/>
                    </a:solidFill>
                    <a:latin typeface="Times New Roman" panose="02020603050405020304" pitchFamily="18" charset="0"/>
                    <a:ea typeface="仿宋_GB2312" pitchFamily="49" charset="-122"/>
                  </a:rPr>
                  <a:t>＋</a:t>
                </a:r>
                <a:endParaRPr lang="zh-CN" altLang="en-US" b="0" dirty="0">
                  <a:solidFill>
                    <a:schemeClr val="bg1"/>
                  </a:solidFill>
                  <a:latin typeface="Times New Roman" panose="02020603050405020304" pitchFamily="18" charset="0"/>
                  <a:ea typeface="仿宋_GB2312" pitchFamily="49" charset="-122"/>
                </a:endParaRPr>
              </a:p>
            </p:txBody>
          </p:sp>
          <p:sp>
            <p:nvSpPr>
              <p:cNvPr id="32" name="Text Box 64"/>
              <p:cNvSpPr txBox="1"/>
              <p:nvPr>
                <p:custDataLst>
                  <p:tags r:id="rId11"/>
                </p:custDataLst>
              </p:nvPr>
            </p:nvSpPr>
            <p:spPr>
              <a:xfrm>
                <a:off x="1519" y="3249"/>
                <a:ext cx="408" cy="327"/>
              </a:xfrm>
              <a:prstGeom prst="rect">
                <a:avLst/>
              </a:prstGeom>
              <a:noFill/>
              <a:ln w="9525">
                <a:noFill/>
              </a:ln>
            </p:spPr>
            <p:txBody>
              <a:bodyPr>
                <a:spAutoFit/>
              </a:bodyPr>
              <a:p>
                <a:r>
                  <a:rPr lang="zh-CN" altLang="en-US" b="0" dirty="0">
                    <a:solidFill>
                      <a:schemeClr val="bg1"/>
                    </a:solidFill>
                    <a:latin typeface="Times New Roman" panose="02020603050405020304" pitchFamily="18" charset="0"/>
                    <a:ea typeface="仿宋_GB2312" pitchFamily="49" charset="-122"/>
                  </a:rPr>
                  <a:t>－</a:t>
                </a:r>
                <a:endParaRPr lang="zh-CN" altLang="en-US" b="0" dirty="0">
                  <a:latin typeface="Times New Roman" panose="02020603050405020304" pitchFamily="18" charset="0"/>
                  <a:ea typeface="仿宋_GB2312" pitchFamily="49" charset="-122"/>
                </a:endParaRPr>
              </a:p>
            </p:txBody>
          </p:sp>
          <p:sp>
            <p:nvSpPr>
              <p:cNvPr id="33" name="Text Box 65"/>
              <p:cNvSpPr txBox="1"/>
              <p:nvPr>
                <p:custDataLst>
                  <p:tags r:id="rId12"/>
                </p:custDataLst>
              </p:nvPr>
            </p:nvSpPr>
            <p:spPr>
              <a:xfrm>
                <a:off x="2336" y="3249"/>
                <a:ext cx="408" cy="327"/>
              </a:xfrm>
              <a:prstGeom prst="rect">
                <a:avLst/>
              </a:prstGeom>
              <a:noFill/>
              <a:ln w="9525">
                <a:noFill/>
              </a:ln>
            </p:spPr>
            <p:txBody>
              <a:bodyPr>
                <a:spAutoFit/>
              </a:bodyPr>
              <a:p>
                <a:r>
                  <a:rPr lang="zh-CN" altLang="en-US" b="0" dirty="0">
                    <a:solidFill>
                      <a:schemeClr val="bg1"/>
                    </a:solidFill>
                    <a:latin typeface="Times New Roman" panose="02020603050405020304" pitchFamily="18" charset="0"/>
                    <a:ea typeface="仿宋_GB2312" pitchFamily="49" charset="-122"/>
                  </a:rPr>
                  <a:t>－</a:t>
                </a:r>
                <a:endParaRPr lang="zh-CN" altLang="en-US" b="0" dirty="0">
                  <a:latin typeface="Times New Roman" panose="02020603050405020304" pitchFamily="18" charset="0"/>
                  <a:ea typeface="仿宋_GB2312" pitchFamily="49" charset="-122"/>
                </a:endParaRPr>
              </a:p>
            </p:txBody>
          </p:sp>
          <p:sp>
            <p:nvSpPr>
              <p:cNvPr id="34" name="Text Box 66"/>
              <p:cNvSpPr txBox="1"/>
              <p:nvPr>
                <p:custDataLst>
                  <p:tags r:id="rId13"/>
                </p:custDataLst>
              </p:nvPr>
            </p:nvSpPr>
            <p:spPr>
              <a:xfrm>
                <a:off x="2381" y="2478"/>
                <a:ext cx="408" cy="327"/>
              </a:xfrm>
              <a:prstGeom prst="rect">
                <a:avLst/>
              </a:prstGeom>
              <a:noFill/>
              <a:ln w="9525">
                <a:noFill/>
              </a:ln>
            </p:spPr>
            <p:txBody>
              <a:bodyPr>
                <a:spAutoFit/>
              </a:bodyPr>
              <a:p>
                <a:r>
                  <a:rPr lang="zh-CN" altLang="en-US" b="0" dirty="0">
                    <a:solidFill>
                      <a:schemeClr val="bg1"/>
                    </a:solidFill>
                    <a:latin typeface="Times New Roman" panose="02020603050405020304" pitchFamily="18" charset="0"/>
                    <a:ea typeface="仿宋_GB2312" pitchFamily="49" charset="-122"/>
                  </a:rPr>
                  <a:t>＋</a:t>
                </a:r>
                <a:endParaRPr lang="zh-CN" altLang="en-US" b="0" dirty="0">
                  <a:latin typeface="Times New Roman" panose="02020603050405020304" pitchFamily="18" charset="0"/>
                  <a:ea typeface="仿宋_GB2312" pitchFamily="49" charset="-122"/>
                </a:endParaRPr>
              </a:p>
            </p:txBody>
          </p:sp>
          <p:sp>
            <p:nvSpPr>
              <p:cNvPr id="35" name="Rectangle 67"/>
              <p:cNvSpPr/>
              <p:nvPr>
                <p:custDataLst>
                  <p:tags r:id="rId14"/>
                </p:custDataLst>
              </p:nvPr>
            </p:nvSpPr>
            <p:spPr>
              <a:xfrm>
                <a:off x="3651" y="2886"/>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36" name="Rectangle 68"/>
              <p:cNvSpPr/>
              <p:nvPr>
                <p:custDataLst>
                  <p:tags r:id="rId15"/>
                </p:custDataLst>
              </p:nvPr>
            </p:nvSpPr>
            <p:spPr>
              <a:xfrm>
                <a:off x="2018" y="2432"/>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grpSp>
        <p:grpSp>
          <p:nvGrpSpPr>
            <p:cNvPr id="37" name="Group 28"/>
            <p:cNvGrpSpPr/>
            <p:nvPr/>
          </p:nvGrpSpPr>
          <p:grpSpPr>
            <a:xfrm rot="0">
              <a:off x="7835" y="189"/>
              <a:ext cx="1390" cy="818"/>
              <a:chOff x="3486" y="1827"/>
              <a:chExt cx="556" cy="327"/>
            </a:xfrm>
          </p:grpSpPr>
          <p:sp>
            <p:nvSpPr>
              <p:cNvPr id="38" name="Line 29"/>
              <p:cNvSpPr/>
              <p:nvPr>
                <p:custDataLst>
                  <p:tags r:id="rId16"/>
                </p:custDataLst>
              </p:nvPr>
            </p:nvSpPr>
            <p:spPr>
              <a:xfrm>
                <a:off x="3560" y="2115"/>
                <a:ext cx="454" cy="0"/>
              </a:xfrm>
              <a:prstGeom prst="line">
                <a:avLst/>
              </a:prstGeom>
              <a:ln w="28575" cap="flat" cmpd="sng">
                <a:solidFill>
                  <a:srgbClr val="66FFFF"/>
                </a:solidFill>
                <a:prstDash val="solid"/>
                <a:headEnd type="none" w="med" len="med"/>
                <a:tailEnd type="triangle" w="med" len="med"/>
              </a:ln>
            </p:spPr>
          </p:sp>
          <p:sp>
            <p:nvSpPr>
              <p:cNvPr id="39" name="Text Box 30"/>
              <p:cNvSpPr txBox="1"/>
              <p:nvPr>
                <p:custDataLst>
                  <p:tags r:id="rId17"/>
                </p:custDataLst>
              </p:nvPr>
            </p:nvSpPr>
            <p:spPr>
              <a:xfrm>
                <a:off x="3486" y="1827"/>
                <a:ext cx="556" cy="327"/>
              </a:xfrm>
              <a:prstGeom prst="rect">
                <a:avLst/>
              </a:prstGeom>
              <a:noFill/>
              <a:ln w="28575">
                <a:noFill/>
              </a:ln>
            </p:spPr>
            <p:txBody>
              <a:bodyPr wrap="none" lIns="90000" tIns="46800" rIns="90000" bIns="46800" anchor="ctr" anchorCtr="0">
                <a:spAutoFit/>
              </a:bodyPr>
              <a:p>
                <a:pPr algn="ctr"/>
                <a:r>
                  <a:rPr lang="en-US" altLang="zh-CN" b="0" dirty="0">
                    <a:solidFill>
                      <a:schemeClr val="bg1"/>
                    </a:solidFill>
                    <a:latin typeface="Times New Roman" panose="02020603050405020304" pitchFamily="18" charset="0"/>
                  </a:rPr>
                  <a:t>2.5A</a:t>
                </a:r>
                <a:endParaRPr lang="en-US" altLang="zh-CN" b="0" dirty="0">
                  <a:latin typeface="Times New Roman" panose="02020603050405020304" pitchFamily="18" charset="0"/>
                  <a:ea typeface="仿宋_GB2312" pitchFamily="49" charset="-122"/>
                </a:endParaRPr>
              </a:p>
            </p:txBody>
          </p:sp>
        </p:grpSp>
        <p:grpSp>
          <p:nvGrpSpPr>
            <p:cNvPr id="40" name="Group 10"/>
            <p:cNvGrpSpPr/>
            <p:nvPr/>
          </p:nvGrpSpPr>
          <p:grpSpPr>
            <a:xfrm rot="0">
              <a:off x="10585" y="2614"/>
              <a:ext cx="2190" cy="818"/>
              <a:chOff x="3777" y="1594"/>
              <a:chExt cx="556" cy="327"/>
            </a:xfrm>
          </p:grpSpPr>
          <p:sp>
            <p:nvSpPr>
              <p:cNvPr id="41" name="Line 11"/>
              <p:cNvSpPr/>
              <p:nvPr>
                <p:custDataLst>
                  <p:tags r:id="rId18"/>
                </p:custDataLst>
              </p:nvPr>
            </p:nvSpPr>
            <p:spPr>
              <a:xfrm>
                <a:off x="3888" y="1680"/>
                <a:ext cx="0" cy="240"/>
              </a:xfrm>
              <a:prstGeom prst="line">
                <a:avLst/>
              </a:prstGeom>
              <a:ln w="38100" cap="flat" cmpd="sng">
                <a:solidFill>
                  <a:srgbClr val="66FFFF"/>
                </a:solidFill>
                <a:prstDash val="solid"/>
                <a:headEnd type="none" w="med" len="med"/>
                <a:tailEnd type="triangle" w="med" len="med"/>
              </a:ln>
            </p:spPr>
          </p:sp>
          <p:sp>
            <p:nvSpPr>
              <p:cNvPr id="42" name="Text Box 12"/>
              <p:cNvSpPr txBox="1"/>
              <p:nvPr>
                <p:custDataLst>
                  <p:tags r:id="rId19"/>
                </p:custDataLst>
              </p:nvPr>
            </p:nvSpPr>
            <p:spPr>
              <a:xfrm>
                <a:off x="3777" y="1594"/>
                <a:ext cx="556" cy="327"/>
              </a:xfrm>
              <a:prstGeom prst="rect">
                <a:avLst/>
              </a:prstGeom>
              <a:noFill/>
              <a:ln w="28575">
                <a:noFill/>
              </a:ln>
            </p:spPr>
            <p:txBody>
              <a:bodyPr lIns="90000" tIns="46800" rIns="90000" bIns="46800" anchor="ctr" anchorCtr="0">
                <a:spAutoFit/>
              </a:bodyPr>
              <a:p>
                <a:pPr algn="ctr">
                  <a:spcBef>
                    <a:spcPct val="50000"/>
                  </a:spcBef>
                  <a:buClr>
                    <a:schemeClr val="accent2"/>
                  </a:buClr>
                  <a:buSzPct val="75000"/>
                  <a:buFont typeface="Monotype Sorts" pitchFamily="2" charset="2"/>
                </a:pPr>
                <a:r>
                  <a:rPr lang="en-US" altLang="zh-CN" b="0" dirty="0">
                    <a:solidFill>
                      <a:schemeClr val="bg1"/>
                    </a:solidFill>
                    <a:latin typeface="Times New Roman" panose="02020603050405020304" pitchFamily="18" charset="0"/>
                    <a:ea typeface="宋体" panose="02010600030101010101" pitchFamily="2" charset="-122"/>
                  </a:rPr>
                  <a:t>1.5A</a:t>
                </a:r>
                <a:endParaRPr lang="en-US" altLang="zh-CN" b="0" dirty="0">
                  <a:solidFill>
                    <a:schemeClr val="bg1"/>
                  </a:solidFill>
                  <a:latin typeface="Times New Roman" panose="02020603050405020304" pitchFamily="18" charset="0"/>
                </a:endParaRPr>
              </a:p>
            </p:txBody>
          </p:sp>
        </p:grpSp>
        <p:grpSp>
          <p:nvGrpSpPr>
            <p:cNvPr id="43" name="Group 31"/>
            <p:cNvGrpSpPr/>
            <p:nvPr/>
          </p:nvGrpSpPr>
          <p:grpSpPr>
            <a:xfrm rot="0">
              <a:off x="11468" y="822"/>
              <a:ext cx="1135" cy="817"/>
              <a:chOff x="4558" y="398"/>
              <a:chExt cx="454" cy="327"/>
            </a:xfrm>
          </p:grpSpPr>
          <p:sp>
            <p:nvSpPr>
              <p:cNvPr id="44" name="Line 32"/>
              <p:cNvSpPr/>
              <p:nvPr>
                <p:custDataLst>
                  <p:tags r:id="rId20"/>
                </p:custDataLst>
              </p:nvPr>
            </p:nvSpPr>
            <p:spPr>
              <a:xfrm>
                <a:off x="4558" y="436"/>
                <a:ext cx="454" cy="0"/>
              </a:xfrm>
              <a:prstGeom prst="line">
                <a:avLst/>
              </a:prstGeom>
              <a:ln w="28575" cap="flat" cmpd="sng">
                <a:solidFill>
                  <a:srgbClr val="66FFFF"/>
                </a:solidFill>
                <a:prstDash val="solid"/>
                <a:headEnd type="none" w="med" len="med"/>
                <a:tailEnd type="triangle" w="med" len="med"/>
              </a:ln>
            </p:spPr>
          </p:sp>
          <p:sp>
            <p:nvSpPr>
              <p:cNvPr id="45" name="Text Box 33"/>
              <p:cNvSpPr txBox="1"/>
              <p:nvPr>
                <p:custDataLst>
                  <p:tags r:id="rId21"/>
                </p:custDataLst>
              </p:nvPr>
            </p:nvSpPr>
            <p:spPr>
              <a:xfrm>
                <a:off x="4568" y="398"/>
                <a:ext cx="388" cy="327"/>
              </a:xfrm>
              <a:prstGeom prst="rect">
                <a:avLst/>
              </a:prstGeom>
              <a:noFill/>
              <a:ln w="28575">
                <a:noFill/>
              </a:ln>
            </p:spPr>
            <p:txBody>
              <a:bodyPr wrap="none" lIns="90000" tIns="46800" rIns="90000" bIns="46800" anchor="ctr" anchorCtr="0">
                <a:spAutoFit/>
              </a:bodyPr>
              <a:p>
                <a:pPr algn="ctr"/>
                <a:r>
                  <a:rPr lang="en-US" altLang="zh-CN" b="0" dirty="0">
                    <a:solidFill>
                      <a:schemeClr val="bg1"/>
                    </a:solidFill>
                    <a:latin typeface="Times New Roman" panose="02020603050405020304" pitchFamily="18" charset="0"/>
                  </a:rPr>
                  <a:t>1A</a:t>
                </a:r>
                <a:endParaRPr lang="en-US" altLang="zh-CN" b="0" dirty="0">
                  <a:latin typeface="Times New Roman" panose="02020603050405020304" pitchFamily="18" charset="0"/>
                  <a:ea typeface="仿宋_GB2312" pitchFamily="49" charset="-122"/>
                </a:endParaRPr>
              </a:p>
            </p:txBody>
          </p:sp>
        </p:grpSp>
        <p:sp>
          <p:nvSpPr>
            <p:cNvPr id="46" name="Rectangle 70"/>
            <p:cNvSpPr/>
            <p:nvPr>
              <p:custDataLst>
                <p:tags r:id="rId22"/>
              </p:custDataLst>
            </p:nvPr>
          </p:nvSpPr>
          <p:spPr>
            <a:xfrm>
              <a:off x="7383" y="189"/>
              <a:ext cx="6917" cy="4198"/>
            </a:xfrm>
            <a:prstGeom prst="rect">
              <a:avLst/>
            </a:prstGeom>
            <a:solidFill>
              <a:schemeClr val="bg2"/>
            </a:solidFill>
            <a:ln w="9525" cap="flat" cmpd="sng">
              <a:noFill/>
              <a:prstDash val="solid"/>
              <a:miter/>
              <a:headEnd type="none" w="med" len="med"/>
              <a:tailEnd type="none" w="med" len="med"/>
            </a:ln>
          </p:spPr>
          <p:txBody>
            <a:bodyPr wrap="none" anchor="ctr" anchorCtr="0"/>
            <a:p>
              <a:endParaRPr lang="zh-CN" altLang="en-US" dirty="0">
                <a:solidFill>
                  <a:schemeClr val="tx1"/>
                </a:solidFill>
                <a:latin typeface="Arial" panose="020B0604020202020204" pitchFamily="34" charset="0"/>
              </a:endParaRPr>
            </a:p>
          </p:txBody>
        </p:sp>
        <p:sp>
          <p:nvSpPr>
            <p:cNvPr id="47" name="Text Box 74"/>
            <p:cNvSpPr txBox="1"/>
            <p:nvPr>
              <p:custDataLst>
                <p:tags r:id="rId23"/>
              </p:custDataLst>
            </p:nvPr>
          </p:nvSpPr>
          <p:spPr>
            <a:xfrm>
              <a:off x="8473" y="2004"/>
              <a:ext cx="1250" cy="818"/>
            </a:xfrm>
            <a:prstGeom prst="rect">
              <a:avLst/>
            </a:prstGeom>
            <a:noFill/>
            <a:ln w="28575">
              <a:noFill/>
            </a:ln>
          </p:spPr>
          <p:txBody>
            <a:bodyPr wrap="none" lIns="90000" tIns="46800" rIns="90000" bIns="46800" anchor="ctr" anchorCtr="0">
              <a:spAutoFit/>
            </a:bodyPr>
            <a:p>
              <a:pPr algn="ctr">
                <a:spcBef>
                  <a:spcPct val="50000"/>
                </a:spcBef>
                <a:buClr>
                  <a:schemeClr val="accent2"/>
                </a:buClr>
                <a:buSzPct val="75000"/>
                <a:buFont typeface="Monotype Sorts" pitchFamily="2" charset="2"/>
              </a:pPr>
              <a:r>
                <a:rPr lang="en-US" altLang="zh-CN" b="0" dirty="0">
                  <a:solidFill>
                    <a:schemeClr val="tx1"/>
                  </a:solidFill>
                  <a:latin typeface="Times New Roman" panose="02020603050405020304" pitchFamily="18" charset="0"/>
                </a:rPr>
                <a:t>10V</a:t>
              </a:r>
              <a:endParaRPr lang="en-US" altLang="zh-CN" b="0" dirty="0">
                <a:solidFill>
                  <a:schemeClr val="tx1"/>
                </a:solidFill>
                <a:latin typeface="Times New Roman" panose="02020603050405020304" pitchFamily="18" charset="0"/>
              </a:endParaRPr>
            </a:p>
          </p:txBody>
        </p:sp>
        <p:sp>
          <p:nvSpPr>
            <p:cNvPr id="48" name="Text Box 75"/>
            <p:cNvSpPr txBox="1"/>
            <p:nvPr>
              <p:custDataLst>
                <p:tags r:id="rId24"/>
              </p:custDataLst>
            </p:nvPr>
          </p:nvSpPr>
          <p:spPr>
            <a:xfrm>
              <a:off x="9605" y="2004"/>
              <a:ext cx="970" cy="818"/>
            </a:xfrm>
            <a:prstGeom prst="rect">
              <a:avLst/>
            </a:prstGeom>
            <a:noFill/>
            <a:ln w="28575">
              <a:noFill/>
            </a:ln>
          </p:spPr>
          <p:txBody>
            <a:bodyPr wrap="none" lIns="90000" tIns="46800" rIns="90000" bIns="46800" anchor="ctr" anchorCtr="0">
              <a:spAutoFit/>
            </a:bodyPr>
            <a:p>
              <a:pPr algn="ctr">
                <a:spcBef>
                  <a:spcPct val="50000"/>
                </a:spcBef>
                <a:buClr>
                  <a:schemeClr val="accent2"/>
                </a:buClr>
                <a:buSzPct val="75000"/>
                <a:buFont typeface="Monotype Sorts" pitchFamily="2" charset="2"/>
              </a:pPr>
              <a:r>
                <a:rPr lang="en-US" altLang="zh-CN" b="0" dirty="0">
                  <a:solidFill>
                    <a:schemeClr val="tx1"/>
                  </a:solidFill>
                  <a:latin typeface="Times New Roman" panose="02020603050405020304" pitchFamily="18" charset="0"/>
                </a:rPr>
                <a:t>5V</a:t>
              </a:r>
              <a:endParaRPr lang="en-US" altLang="zh-CN" b="0" dirty="0">
                <a:solidFill>
                  <a:schemeClr val="tx1"/>
                </a:solidFill>
                <a:latin typeface="Times New Roman" panose="02020603050405020304" pitchFamily="18" charset="0"/>
              </a:endParaRPr>
            </a:p>
          </p:txBody>
        </p:sp>
        <p:sp>
          <p:nvSpPr>
            <p:cNvPr id="49" name="Text Box 76"/>
            <p:cNvSpPr txBox="1"/>
            <p:nvPr>
              <p:custDataLst>
                <p:tags r:id="rId25"/>
              </p:custDataLst>
            </p:nvPr>
          </p:nvSpPr>
          <p:spPr>
            <a:xfrm>
              <a:off x="9038" y="1097"/>
              <a:ext cx="995" cy="818"/>
            </a:xfrm>
            <a:prstGeom prst="rect">
              <a:avLst/>
            </a:prstGeom>
            <a:noFill/>
            <a:ln w="28575">
              <a:noFill/>
            </a:ln>
          </p:spPr>
          <p:txBody>
            <a:bodyPr wrap="none" lIns="90000" tIns="46800" rIns="90000" bIns="46800" anchor="ctr" anchorCtr="0">
              <a:spAutoFit/>
            </a:bodyPr>
            <a:p>
              <a:pPr algn="ctr">
                <a:spcBef>
                  <a:spcPct val="50000"/>
                </a:spcBef>
                <a:buClr>
                  <a:schemeClr val="accent2"/>
                </a:buClr>
                <a:buSzPct val="75000"/>
                <a:buFont typeface="Monotype Sorts" pitchFamily="2" charset="2"/>
              </a:pPr>
              <a:r>
                <a:rPr lang="en-US" altLang="zh-CN" b="0" dirty="0">
                  <a:solidFill>
                    <a:schemeClr val="tx1"/>
                  </a:solidFill>
                  <a:latin typeface="Times New Roman" panose="02020603050405020304" pitchFamily="18" charset="0"/>
                </a:rPr>
                <a:t>2</a:t>
              </a:r>
              <a:r>
                <a:rPr lang="en-US" altLang="zh-CN" b="0" dirty="0">
                  <a:solidFill>
                    <a:schemeClr val="tx1"/>
                  </a:solidFill>
                  <a:latin typeface="Times New Roman" panose="02020603050405020304" pitchFamily="18" charset="0"/>
                  <a:sym typeface="Symbol" panose="05050102010706020507" pitchFamily="18" charset="2"/>
                </a:rPr>
                <a:t></a:t>
              </a:r>
              <a:endParaRPr lang="en-US" altLang="zh-CN" b="0" dirty="0">
                <a:solidFill>
                  <a:schemeClr val="tx1"/>
                </a:solidFill>
                <a:latin typeface="Times New Roman" panose="02020603050405020304" pitchFamily="18" charset="0"/>
                <a:sym typeface="Symbol" panose="05050102010706020507" pitchFamily="18" charset="2"/>
              </a:endParaRPr>
            </a:p>
          </p:txBody>
        </p:sp>
        <p:sp>
          <p:nvSpPr>
            <p:cNvPr id="50" name="Rectangle 77"/>
            <p:cNvSpPr/>
            <p:nvPr>
              <p:custDataLst>
                <p:tags r:id="rId26"/>
              </p:custDataLst>
            </p:nvPr>
          </p:nvSpPr>
          <p:spPr bwMode="auto">
            <a:xfrm>
              <a:off x="8018" y="982"/>
              <a:ext cx="5557" cy="2950"/>
            </a:xfrm>
            <a:prstGeom prst="rect">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51" name="Line 78"/>
            <p:cNvSpPr/>
            <p:nvPr>
              <p:custDataLst>
                <p:tags r:id="rId27"/>
              </p:custDataLst>
            </p:nvPr>
          </p:nvSpPr>
          <p:spPr bwMode="auto">
            <a:xfrm>
              <a:off x="10968" y="984"/>
              <a:ext cx="0" cy="2948"/>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52" name="Text Box 79"/>
            <p:cNvSpPr txBox="1"/>
            <p:nvPr>
              <p:custDataLst>
                <p:tags r:id="rId28"/>
              </p:custDataLst>
            </p:nvPr>
          </p:nvSpPr>
          <p:spPr>
            <a:xfrm>
              <a:off x="8018" y="1097"/>
              <a:ext cx="1020" cy="818"/>
            </a:xfrm>
            <a:prstGeom prst="rect">
              <a:avLst/>
            </a:prstGeom>
            <a:noFill/>
            <a:ln w="9525">
              <a:noFill/>
            </a:ln>
          </p:spPr>
          <p:txBody>
            <a:bodyPr>
              <a:spAutoFit/>
            </a:bodyPr>
            <a:p>
              <a:pPr>
                <a:spcBef>
                  <a:spcPct val="50000"/>
                </a:spcBef>
              </a:pPr>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53" name="Text Box 80"/>
            <p:cNvSpPr txBox="1"/>
            <p:nvPr>
              <p:custDataLst>
                <p:tags r:id="rId29"/>
              </p:custDataLst>
            </p:nvPr>
          </p:nvSpPr>
          <p:spPr>
            <a:xfrm>
              <a:off x="8018" y="2797"/>
              <a:ext cx="1020" cy="818"/>
            </a:xfrm>
            <a:prstGeom prst="rect">
              <a:avLst/>
            </a:prstGeom>
            <a:noFill/>
            <a:ln w="9525">
              <a:noFill/>
            </a:ln>
          </p:spPr>
          <p:txBody>
            <a:bodyPr>
              <a:spAutoFit/>
            </a:bodyPr>
            <a:p>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54" name="Text Box 81"/>
            <p:cNvSpPr txBox="1"/>
            <p:nvPr>
              <p:custDataLst>
                <p:tags r:id="rId30"/>
              </p:custDataLst>
            </p:nvPr>
          </p:nvSpPr>
          <p:spPr>
            <a:xfrm>
              <a:off x="10060" y="2912"/>
              <a:ext cx="1020" cy="818"/>
            </a:xfrm>
            <a:prstGeom prst="rect">
              <a:avLst/>
            </a:prstGeom>
            <a:noFill/>
            <a:ln w="9525">
              <a:noFill/>
            </a:ln>
          </p:spPr>
          <p:txBody>
            <a:bodyPr>
              <a:spAutoFit/>
            </a:bodyPr>
            <a:p>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55" name="Text Box 82"/>
            <p:cNvSpPr txBox="1"/>
            <p:nvPr>
              <p:custDataLst>
                <p:tags r:id="rId31"/>
              </p:custDataLst>
            </p:nvPr>
          </p:nvSpPr>
          <p:spPr>
            <a:xfrm>
              <a:off x="10038" y="984"/>
              <a:ext cx="1020" cy="818"/>
            </a:xfrm>
            <a:prstGeom prst="rect">
              <a:avLst/>
            </a:prstGeom>
            <a:noFill/>
            <a:ln w="9525">
              <a:noFill/>
            </a:ln>
          </p:spPr>
          <p:txBody>
            <a:bodyPr>
              <a:spAutoFit/>
            </a:bodyPr>
            <a:p>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56" name="Rectangle 83"/>
            <p:cNvSpPr/>
            <p:nvPr>
              <p:custDataLst>
                <p:tags r:id="rId32"/>
              </p:custDataLst>
            </p:nvPr>
          </p:nvSpPr>
          <p:spPr bwMode="auto">
            <a:xfrm>
              <a:off x="9265" y="869"/>
              <a:ext cx="792"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grpSp>
          <p:nvGrpSpPr>
            <p:cNvPr id="57" name="Group 84"/>
            <p:cNvGrpSpPr/>
            <p:nvPr/>
          </p:nvGrpSpPr>
          <p:grpSpPr>
            <a:xfrm rot="0">
              <a:off x="7790" y="257"/>
              <a:ext cx="1390" cy="818"/>
              <a:chOff x="3486" y="1827"/>
              <a:chExt cx="556" cy="327"/>
            </a:xfrm>
          </p:grpSpPr>
          <p:sp>
            <p:nvSpPr>
              <p:cNvPr id="58" name="Line 85"/>
              <p:cNvSpPr/>
              <p:nvPr>
                <p:custDataLst>
                  <p:tags r:id="rId33"/>
                </p:custDataLst>
              </p:nvPr>
            </p:nvSpPr>
            <p:spPr>
              <a:xfrm>
                <a:off x="3560" y="2115"/>
                <a:ext cx="454"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59" name="Text Box 86"/>
              <p:cNvSpPr/>
              <p:nvPr>
                <p:custDataLst>
                  <p:tags r:id="rId34"/>
                </p:custDataLst>
              </p:nvPr>
            </p:nvSpPr>
            <p:spPr>
              <a:xfrm>
                <a:off x="3486" y="1827"/>
                <a:ext cx="556" cy="327"/>
              </a:xfrm>
              <a:prstGeom prst="rect">
                <a:avLst/>
              </a:prstGeom>
              <a:ln w="28575">
                <a:noFill/>
                <a:tailEnd type="triangle"/>
              </a:ln>
            </p:spPr>
            <p:style>
              <a:lnRef idx="1">
                <a:schemeClr val="accent1"/>
              </a:lnRef>
              <a:fillRef idx="0">
                <a:schemeClr val="accent1"/>
              </a:fillRef>
              <a:effectRef idx="0">
                <a:schemeClr val="accent1"/>
              </a:effectRef>
              <a:fontRef idx="minor">
                <a:schemeClr val="tx1"/>
              </a:fontRef>
            </p:style>
            <p:txBody>
              <a:bodyPr wrap="none" lIns="90000" tIns="46800" rIns="90000" bIns="46800" anchor="ctr" anchorCtr="0">
                <a:spAutoFit/>
              </a:bodyPr>
              <a:p>
                <a:pPr algn="ctr"/>
                <a:r>
                  <a:rPr lang="en-US" altLang="zh-CN" b="0" dirty="0">
                    <a:solidFill>
                      <a:schemeClr val="tx1"/>
                    </a:solidFill>
                    <a:latin typeface="Times New Roman" panose="02020603050405020304" pitchFamily="18" charset="0"/>
                  </a:rPr>
                  <a:t>2.5A</a:t>
                </a:r>
                <a:endParaRPr lang="en-US" altLang="zh-CN" b="0" dirty="0">
                  <a:solidFill>
                    <a:schemeClr val="tx1"/>
                  </a:solidFill>
                  <a:latin typeface="Times New Roman" panose="02020603050405020304" pitchFamily="18" charset="0"/>
                  <a:ea typeface="仿宋_GB2312" pitchFamily="49" charset="-122"/>
                </a:endParaRPr>
              </a:p>
            </p:txBody>
          </p:sp>
        </p:grpSp>
        <p:sp>
          <p:nvSpPr>
            <p:cNvPr id="60" name="Text Box 87"/>
            <p:cNvSpPr txBox="1"/>
            <p:nvPr>
              <p:custDataLst>
                <p:tags r:id="rId35"/>
              </p:custDataLst>
            </p:nvPr>
          </p:nvSpPr>
          <p:spPr>
            <a:xfrm>
              <a:off x="12100" y="2004"/>
              <a:ext cx="970" cy="818"/>
            </a:xfrm>
            <a:prstGeom prst="rect">
              <a:avLst/>
            </a:prstGeom>
            <a:noFill/>
            <a:ln w="28575">
              <a:noFill/>
            </a:ln>
          </p:spPr>
          <p:txBody>
            <a:bodyPr wrap="none" lIns="90000" tIns="46800" rIns="90000" bIns="46800" anchor="ctr" anchorCtr="0">
              <a:spAutoFit/>
            </a:bodyPr>
            <a:p>
              <a:pPr algn="ctr">
                <a:spcBef>
                  <a:spcPct val="50000"/>
                </a:spcBef>
                <a:buClr>
                  <a:schemeClr val="accent2"/>
                </a:buClr>
                <a:buSzPct val="75000"/>
                <a:buFont typeface="Monotype Sorts" pitchFamily="2" charset="2"/>
              </a:pPr>
              <a:r>
                <a:rPr lang="en-US" altLang="zh-CN" b="0" dirty="0">
                  <a:solidFill>
                    <a:schemeClr val="tx1"/>
                  </a:solidFill>
                  <a:latin typeface="Times New Roman" panose="02020603050405020304" pitchFamily="18" charset="0"/>
                </a:rPr>
                <a:t>5V</a:t>
              </a:r>
              <a:endParaRPr lang="en-US" altLang="zh-CN" b="0" dirty="0">
                <a:solidFill>
                  <a:schemeClr val="tx1"/>
                </a:solidFill>
                <a:latin typeface="Times New Roman" panose="02020603050405020304" pitchFamily="18" charset="0"/>
              </a:endParaRPr>
            </a:p>
          </p:txBody>
        </p:sp>
        <p:sp>
          <p:nvSpPr>
            <p:cNvPr id="61" name="Text Box 88"/>
            <p:cNvSpPr txBox="1"/>
            <p:nvPr>
              <p:custDataLst>
                <p:tags r:id="rId36"/>
              </p:custDataLst>
            </p:nvPr>
          </p:nvSpPr>
          <p:spPr>
            <a:xfrm>
              <a:off x="12895" y="984"/>
              <a:ext cx="605" cy="818"/>
            </a:xfrm>
            <a:prstGeom prst="rect">
              <a:avLst/>
            </a:prstGeom>
            <a:noFill/>
            <a:ln w="28575">
              <a:noFill/>
            </a:ln>
          </p:spPr>
          <p:txBody>
            <a:bodyPr wrap="none" lIns="90000" tIns="46800" rIns="90000" bIns="46800" anchor="ctr" anchorCtr="0">
              <a:spAutoFit/>
            </a:bodyPr>
            <a:p>
              <a:pPr algn="ctr"/>
              <a:r>
                <a:rPr lang="en-US" altLang="zh-CN" b="0" dirty="0">
                  <a:solidFill>
                    <a:schemeClr val="tx1"/>
                  </a:solidFill>
                  <a:latin typeface="Times New Roman" panose="02020603050405020304" pitchFamily="18" charset="0"/>
                </a:rPr>
                <a:t>+</a:t>
              </a:r>
              <a:endParaRPr lang="en-US" altLang="zh-CN" b="0" dirty="0">
                <a:solidFill>
                  <a:schemeClr val="tx1"/>
                </a:solidFill>
                <a:latin typeface="Times New Roman" panose="02020603050405020304" pitchFamily="18" charset="0"/>
                <a:ea typeface="仿宋_GB2312" pitchFamily="49" charset="-122"/>
              </a:endParaRPr>
            </a:p>
          </p:txBody>
        </p:sp>
        <p:sp>
          <p:nvSpPr>
            <p:cNvPr id="62" name="Text Box 89"/>
            <p:cNvSpPr txBox="1"/>
            <p:nvPr>
              <p:custDataLst>
                <p:tags r:id="rId37"/>
              </p:custDataLst>
            </p:nvPr>
          </p:nvSpPr>
          <p:spPr>
            <a:xfrm>
              <a:off x="12668" y="2799"/>
              <a:ext cx="1172" cy="818"/>
            </a:xfrm>
            <a:prstGeom prst="rect">
              <a:avLst/>
            </a:prstGeom>
            <a:noFill/>
            <a:ln w="9525">
              <a:noFill/>
            </a:ln>
          </p:spPr>
          <p:txBody>
            <a:bodyPr>
              <a:spAutoFit/>
            </a:bodyPr>
            <a:p>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grpSp>
          <p:nvGrpSpPr>
            <p:cNvPr id="69" name="组合 68"/>
            <p:cNvGrpSpPr/>
            <p:nvPr/>
          </p:nvGrpSpPr>
          <p:grpSpPr>
            <a:xfrm rot="0">
              <a:off x="13114" y="1802"/>
              <a:ext cx="908" cy="908"/>
              <a:chOff x="511857" y="3720552"/>
              <a:chExt cx="432197" cy="432197"/>
            </a:xfrm>
            <a:solidFill>
              <a:schemeClr val="accent6">
                <a:lumMod val="40000"/>
                <a:lumOff val="60000"/>
              </a:schemeClr>
            </a:solidFill>
          </p:grpSpPr>
          <p:sp>
            <p:nvSpPr>
              <p:cNvPr id="70" name="Oval 953"/>
              <p:cNvSpPr>
                <a:spLocks noChangeArrowheads="1"/>
              </p:cNvSpPr>
              <p:nvPr>
                <p:custDataLst>
                  <p:tags r:id="rId38"/>
                </p:custDataLst>
              </p:nvPr>
            </p:nvSpPr>
            <p:spPr bwMode="auto">
              <a:xfrm>
                <a:off x="511857"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71" name="直接连接符 70"/>
              <p:cNvCxnSpPr>
                <a:stCxn id="70" idx="0"/>
                <a:endCxn id="70" idx="4"/>
              </p:cNvCxnSpPr>
              <p:nvPr>
                <p:custDataLst>
                  <p:tags r:id="rId39"/>
                </p:custDataLst>
              </p:nvPr>
            </p:nvCxnSpPr>
            <p:spPr>
              <a:xfrm>
                <a:off x="727956"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2" name="组合 71"/>
            <p:cNvGrpSpPr/>
            <p:nvPr/>
          </p:nvGrpSpPr>
          <p:grpSpPr>
            <a:xfrm rot="0">
              <a:off x="10511" y="1802"/>
              <a:ext cx="908" cy="908"/>
              <a:chOff x="505193" y="3720552"/>
              <a:chExt cx="432197" cy="432197"/>
            </a:xfrm>
            <a:solidFill>
              <a:schemeClr val="accent6">
                <a:lumMod val="40000"/>
                <a:lumOff val="60000"/>
              </a:schemeClr>
            </a:solidFill>
          </p:grpSpPr>
          <p:sp>
            <p:nvSpPr>
              <p:cNvPr id="73" name="Oval 953"/>
              <p:cNvSpPr>
                <a:spLocks noChangeArrowheads="1"/>
              </p:cNvSpPr>
              <p:nvPr>
                <p:custDataLst>
                  <p:tags r:id="rId40"/>
                </p:custDataLst>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74" name="直接连接符 73"/>
              <p:cNvCxnSpPr>
                <a:stCxn id="73" idx="0"/>
                <a:endCxn id="73" idx="4"/>
              </p:cNvCxnSpPr>
              <p:nvPr>
                <p:custDataLst>
                  <p:tags r:id="rId41"/>
                </p:custDataLst>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5" name="组合 74"/>
            <p:cNvGrpSpPr/>
            <p:nvPr/>
          </p:nvGrpSpPr>
          <p:grpSpPr>
            <a:xfrm rot="0">
              <a:off x="7565" y="2004"/>
              <a:ext cx="908" cy="908"/>
              <a:chOff x="505193" y="3720552"/>
              <a:chExt cx="432197" cy="432197"/>
            </a:xfrm>
            <a:solidFill>
              <a:schemeClr val="accent6">
                <a:lumMod val="40000"/>
                <a:lumOff val="60000"/>
              </a:schemeClr>
            </a:solidFill>
          </p:grpSpPr>
          <p:sp>
            <p:nvSpPr>
              <p:cNvPr id="76" name="Oval 953"/>
              <p:cNvSpPr>
                <a:spLocks noChangeArrowheads="1"/>
              </p:cNvSpPr>
              <p:nvPr>
                <p:custDataLst>
                  <p:tags r:id="rId42"/>
                </p:custDataLst>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77" name="直接连接符 76"/>
              <p:cNvCxnSpPr>
                <a:stCxn id="76" idx="0"/>
                <a:endCxn id="76" idx="4"/>
              </p:cNvCxnSpPr>
              <p:nvPr>
                <p:custDataLst>
                  <p:tags r:id="rId43"/>
                </p:custDataLst>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63" name="Group 91"/>
          <p:cNvGrpSpPr/>
          <p:nvPr/>
        </p:nvGrpSpPr>
        <p:grpSpPr>
          <a:xfrm rot="0">
            <a:off x="4542790" y="3191510"/>
            <a:ext cx="720725" cy="647700"/>
            <a:chOff x="4649" y="1933"/>
            <a:chExt cx="454" cy="408"/>
          </a:xfrm>
        </p:grpSpPr>
        <p:sp>
          <p:nvSpPr>
            <p:cNvPr id="64" name="Text Box 43"/>
            <p:cNvSpPr txBox="1"/>
            <p:nvPr>
              <p:custDataLst>
                <p:tags r:id="rId44"/>
              </p:custDataLst>
            </p:nvPr>
          </p:nvSpPr>
          <p:spPr>
            <a:xfrm>
              <a:off x="4694" y="1933"/>
              <a:ext cx="409" cy="404"/>
            </a:xfrm>
            <a:prstGeom prst="rect">
              <a:avLst/>
            </a:prstGeom>
            <a:noFill/>
            <a:ln w="9525">
              <a:noFill/>
            </a:ln>
          </p:spPr>
          <p:txBody>
            <a:bodyPr>
              <a:spAutoFit/>
            </a:bodyPr>
            <a:p>
              <a:pPr>
                <a:spcBef>
                  <a:spcPct val="50000"/>
                </a:spcBef>
              </a:pPr>
              <a:r>
                <a:rPr lang="zh-CN" altLang="en-US" sz="3600" dirty="0">
                  <a:solidFill>
                    <a:srgbClr val="FF3300"/>
                  </a:solidFill>
                  <a:latin typeface="Times New Roman" panose="02020603050405020304" pitchFamily="18" charset="0"/>
                  <a:ea typeface="宋体" panose="02010600030101010101" pitchFamily="2" charset="-122"/>
                </a:rPr>
                <a:t>？</a:t>
              </a:r>
              <a:endParaRPr lang="zh-CN" altLang="en-US" sz="3600" dirty="0">
                <a:solidFill>
                  <a:srgbClr val="FF3300"/>
                </a:solidFill>
                <a:latin typeface="Times New Roman" panose="02020603050405020304" pitchFamily="18" charset="0"/>
                <a:ea typeface="宋体" panose="02010600030101010101" pitchFamily="2" charset="-122"/>
              </a:endParaRPr>
            </a:p>
          </p:txBody>
        </p:sp>
        <p:sp>
          <p:nvSpPr>
            <p:cNvPr id="65" name="Line 90"/>
            <p:cNvSpPr/>
            <p:nvPr>
              <p:custDataLst>
                <p:tags r:id="rId45"/>
              </p:custDataLst>
            </p:nvPr>
          </p:nvSpPr>
          <p:spPr>
            <a:xfrm>
              <a:off x="4649" y="2341"/>
              <a:ext cx="318" cy="0"/>
            </a:xfrm>
            <a:prstGeom prst="line">
              <a:avLst/>
            </a:prstGeom>
            <a:ln w="28575" cap="flat" cmpd="sng">
              <a:solidFill>
                <a:srgbClr val="FF3300"/>
              </a:solidFill>
              <a:prstDash val="solid"/>
              <a:headEnd type="none" w="med" len="med"/>
              <a:tailEnd type="triangle" w="med" len="med"/>
            </a:ln>
          </p:spPr>
        </p:sp>
      </p:grpSp>
      <p:grpSp>
        <p:nvGrpSpPr>
          <p:cNvPr id="66" name="Group 93"/>
          <p:cNvGrpSpPr/>
          <p:nvPr/>
        </p:nvGrpSpPr>
        <p:grpSpPr>
          <a:xfrm rot="0">
            <a:off x="4040505" y="5015865"/>
            <a:ext cx="649605" cy="648970"/>
            <a:chOff x="4558" y="2976"/>
            <a:chExt cx="409" cy="409"/>
          </a:xfrm>
        </p:grpSpPr>
        <p:sp>
          <p:nvSpPr>
            <p:cNvPr id="67" name="Text Box 44"/>
            <p:cNvSpPr txBox="1"/>
            <p:nvPr>
              <p:custDataLst>
                <p:tags r:id="rId46"/>
              </p:custDataLst>
            </p:nvPr>
          </p:nvSpPr>
          <p:spPr>
            <a:xfrm>
              <a:off x="4558" y="2976"/>
              <a:ext cx="409" cy="404"/>
            </a:xfrm>
            <a:prstGeom prst="rect">
              <a:avLst/>
            </a:prstGeom>
            <a:noFill/>
            <a:ln w="9525">
              <a:noFill/>
            </a:ln>
          </p:spPr>
          <p:txBody>
            <a:bodyPr>
              <a:spAutoFit/>
            </a:bodyPr>
            <a:p>
              <a:pPr>
                <a:spcBef>
                  <a:spcPct val="50000"/>
                </a:spcBef>
              </a:pPr>
              <a:r>
                <a:rPr lang="zh-CN" altLang="en-US" sz="3600" dirty="0">
                  <a:solidFill>
                    <a:srgbClr val="FF3300"/>
                  </a:solidFill>
                  <a:latin typeface="Times New Roman" panose="02020603050405020304" pitchFamily="18" charset="0"/>
                  <a:ea typeface="宋体" panose="02010600030101010101" pitchFamily="2" charset="-122"/>
                </a:rPr>
                <a:t>？</a:t>
              </a:r>
              <a:endParaRPr lang="zh-CN" altLang="en-US" sz="3600" dirty="0">
                <a:solidFill>
                  <a:srgbClr val="FF3300"/>
                </a:solidFill>
                <a:latin typeface="Times New Roman" panose="02020603050405020304" pitchFamily="18" charset="0"/>
                <a:ea typeface="宋体" panose="02010600030101010101" pitchFamily="2" charset="-122"/>
              </a:endParaRPr>
            </a:p>
          </p:txBody>
        </p:sp>
        <p:sp>
          <p:nvSpPr>
            <p:cNvPr id="68" name="Line 92"/>
            <p:cNvSpPr/>
            <p:nvPr>
              <p:custDataLst>
                <p:tags r:id="rId47"/>
              </p:custDataLst>
            </p:nvPr>
          </p:nvSpPr>
          <p:spPr>
            <a:xfrm>
              <a:off x="4558" y="2976"/>
              <a:ext cx="0" cy="409"/>
            </a:xfrm>
            <a:prstGeom prst="line">
              <a:avLst/>
            </a:prstGeom>
            <a:ln w="28575" cap="flat" cmpd="sng">
              <a:solidFill>
                <a:srgbClr val="FF3300"/>
              </a:solidFill>
              <a:prstDash val="solid"/>
              <a:headEnd type="none" w="med" len="med"/>
              <a:tailEnd type="triangl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9094"/>
                                        </p:tgtEl>
                                        <p:attrNameLst>
                                          <p:attrName>style.visibility</p:attrName>
                                        </p:attrNameLst>
                                      </p:cBhvr>
                                      <p:to>
                                        <p:strVal val="visible"/>
                                      </p:to>
                                    </p:set>
                                    <p:animEffect transition="in" filter="wipe(left)">
                                      <p:cBhvr>
                                        <p:cTn id="7" dur="2000"/>
                                        <p:tgtEl>
                                          <p:spTgt spid="89094"/>
                                        </p:tgtEl>
                                      </p:cBhvr>
                                    </p:animEffect>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grpId="0" nodeType="clickEffect">
                                  <p:stCondLst>
                                    <p:cond delay="0"/>
                                  </p:stCondLst>
                                  <p:childTnLst>
                                    <p:set>
                                      <p:cBhvr>
                                        <p:cTn id="11" dur="1" fill="hold">
                                          <p:stCondLst>
                                            <p:cond delay="0"/>
                                          </p:stCondLst>
                                        </p:cTn>
                                        <p:tgtEl>
                                          <p:spTgt spid="89097"/>
                                        </p:tgtEl>
                                        <p:attrNameLst>
                                          <p:attrName>style.visibility</p:attrName>
                                        </p:attrNameLst>
                                      </p:cBhvr>
                                      <p:to>
                                        <p:strVal val="visible"/>
                                      </p:to>
                                    </p:set>
                                    <p:anim calcmode="lin" valueType="num">
                                      <p:cBhvr>
                                        <p:cTn id="12" dur="1000" fill="hold"/>
                                        <p:tgtEl>
                                          <p:spTgt spid="89097"/>
                                        </p:tgtEl>
                                        <p:attrNameLst>
                                          <p:attrName>ppt_w</p:attrName>
                                        </p:attrNameLst>
                                      </p:cBhvr>
                                      <p:tavLst>
                                        <p:tav tm="0">
                                          <p:val>
                                            <p:strVal val="#ppt_w*0.70"/>
                                          </p:val>
                                        </p:tav>
                                        <p:tav tm="100000">
                                          <p:val>
                                            <p:strVal val="#ppt_w"/>
                                          </p:val>
                                        </p:tav>
                                      </p:tavLst>
                                    </p:anim>
                                    <p:anim calcmode="lin" valueType="num">
                                      <p:cBhvr>
                                        <p:cTn id="13" dur="1000" fill="hold"/>
                                        <p:tgtEl>
                                          <p:spTgt spid="89097"/>
                                        </p:tgtEl>
                                        <p:attrNameLst>
                                          <p:attrName>ppt_h</p:attrName>
                                        </p:attrNameLst>
                                      </p:cBhvr>
                                      <p:tavLst>
                                        <p:tav tm="0">
                                          <p:val>
                                            <p:strVal val="#ppt_h"/>
                                          </p:val>
                                        </p:tav>
                                        <p:tav tm="100000">
                                          <p:val>
                                            <p:strVal val="#ppt_h"/>
                                          </p:val>
                                        </p:tav>
                                      </p:tavLst>
                                    </p:anim>
                                    <p:animEffect transition="in" filter="fade">
                                      <p:cBhvr>
                                        <p:cTn id="14" dur="1000"/>
                                        <p:tgtEl>
                                          <p:spTgt spid="89097"/>
                                        </p:tgtEl>
                                      </p:cBhvr>
                                    </p:animEffect>
                                  </p:childTnLst>
                                </p:cTn>
                              </p:par>
                            </p:childTnLst>
                          </p:cTn>
                        </p:par>
                        <p:par>
                          <p:cTn id="15" fill="hold">
                            <p:stCondLst>
                              <p:cond delay="1000"/>
                            </p:stCondLst>
                            <p:childTnLst>
                              <p:par>
                                <p:cTn id="16" presetID="2" presetClass="entr" presetSubtype="2" fill="hold" grpId="0" nodeType="afterEffect">
                                  <p:stCondLst>
                                    <p:cond delay="0"/>
                                  </p:stCondLst>
                                  <p:childTnLst>
                                    <p:set>
                                      <p:cBhvr>
                                        <p:cTn id="17" dur="1" fill="hold">
                                          <p:stCondLst>
                                            <p:cond delay="0"/>
                                          </p:stCondLst>
                                        </p:cTn>
                                        <p:tgtEl>
                                          <p:spTgt spid="89095"/>
                                        </p:tgtEl>
                                        <p:attrNameLst>
                                          <p:attrName>style.visibility</p:attrName>
                                        </p:attrNameLst>
                                      </p:cBhvr>
                                      <p:to>
                                        <p:strVal val="visible"/>
                                      </p:to>
                                    </p:set>
                                    <p:anim calcmode="lin" valueType="num">
                                      <p:cBhvr additive="base">
                                        <p:cTn id="18" dur="500" fill="hold"/>
                                        <p:tgtEl>
                                          <p:spTgt spid="89095"/>
                                        </p:tgtEl>
                                        <p:attrNameLst>
                                          <p:attrName>ppt_x</p:attrName>
                                        </p:attrNameLst>
                                      </p:cBhvr>
                                      <p:tavLst>
                                        <p:tav tm="0">
                                          <p:val>
                                            <p:strVal val="1+#ppt_w/2"/>
                                          </p:val>
                                        </p:tav>
                                        <p:tav tm="100000">
                                          <p:val>
                                            <p:strVal val="#ppt_x"/>
                                          </p:val>
                                        </p:tav>
                                      </p:tavLst>
                                    </p:anim>
                                    <p:anim calcmode="lin" valueType="num">
                                      <p:cBhvr additive="base">
                                        <p:cTn id="19" dur="500" fill="hold"/>
                                        <p:tgtEl>
                                          <p:spTgt spid="89095"/>
                                        </p:tgtEl>
                                        <p:attrNameLst>
                                          <p:attrName>ppt_y</p:attrName>
                                        </p:attrNameLst>
                                      </p:cBhvr>
                                      <p:tavLst>
                                        <p:tav tm="0">
                                          <p:val>
                                            <p:strVal val="#ppt_y"/>
                                          </p:val>
                                        </p:tav>
                                        <p:tav tm="100000">
                                          <p:val>
                                            <p:strVal val="#ppt_y"/>
                                          </p:val>
                                        </p:tav>
                                      </p:tavLst>
                                    </p:anim>
                                  </p:childTnLst>
                                </p:cTn>
                              </p:par>
                            </p:childTnLst>
                          </p:cTn>
                        </p:par>
                        <p:par>
                          <p:cTn id="20" fill="hold">
                            <p:stCondLst>
                              <p:cond delay="1500"/>
                            </p:stCondLst>
                            <p:childTnLst>
                              <p:par>
                                <p:cTn id="21" presetID="2" presetClass="entr" presetSubtype="2" fill="hold" grpId="0" nodeType="afterEffect">
                                  <p:stCondLst>
                                    <p:cond delay="0"/>
                                  </p:stCondLst>
                                  <p:childTnLst>
                                    <p:set>
                                      <p:cBhvr>
                                        <p:cTn id="22" dur="1" fill="hold">
                                          <p:stCondLst>
                                            <p:cond delay="0"/>
                                          </p:stCondLst>
                                        </p:cTn>
                                        <p:tgtEl>
                                          <p:spTgt spid="89096"/>
                                        </p:tgtEl>
                                        <p:attrNameLst>
                                          <p:attrName>style.visibility</p:attrName>
                                        </p:attrNameLst>
                                      </p:cBhvr>
                                      <p:to>
                                        <p:strVal val="visible"/>
                                      </p:to>
                                    </p:set>
                                    <p:anim calcmode="lin" valueType="num">
                                      <p:cBhvr additive="base">
                                        <p:cTn id="23" dur="500" fill="hold"/>
                                        <p:tgtEl>
                                          <p:spTgt spid="89096"/>
                                        </p:tgtEl>
                                        <p:attrNameLst>
                                          <p:attrName>ppt_x</p:attrName>
                                        </p:attrNameLst>
                                      </p:cBhvr>
                                      <p:tavLst>
                                        <p:tav tm="0">
                                          <p:val>
                                            <p:strVal val="1+#ppt_w/2"/>
                                          </p:val>
                                        </p:tav>
                                        <p:tav tm="100000">
                                          <p:val>
                                            <p:strVal val="#ppt_x"/>
                                          </p:val>
                                        </p:tav>
                                      </p:tavLst>
                                    </p:anim>
                                    <p:anim calcmode="lin" valueType="num">
                                      <p:cBhvr additive="base">
                                        <p:cTn id="24" dur="500" fill="hold"/>
                                        <p:tgtEl>
                                          <p:spTgt spid="89096"/>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88"/>
                                        </p:tgtEl>
                                        <p:attrNameLst>
                                          <p:attrName>style.visibility</p:attrName>
                                        </p:attrNameLst>
                                      </p:cBhvr>
                                      <p:to>
                                        <p:strVal val="visible"/>
                                      </p:to>
                                    </p:set>
                                    <p:animEffect transition="in" filter="blinds(horizontal)">
                                      <p:cBhvr>
                                        <p:cTn id="29" dur="500"/>
                                        <p:tgtEl>
                                          <p:spTgt spid="88"/>
                                        </p:tgtEl>
                                      </p:cBhvr>
                                    </p:animEffect>
                                  </p:childTnLst>
                                </p:cTn>
                              </p:par>
                            </p:childTnLst>
                          </p:cTn>
                        </p:par>
                      </p:childTnLst>
                    </p:cTn>
                  </p:par>
                  <p:par>
                    <p:cTn id="30" fill="hold">
                      <p:stCondLst>
                        <p:cond delay="indefinite"/>
                      </p:stCondLst>
                      <p:childTnLst>
                        <p:par>
                          <p:cTn id="31" fill="hold">
                            <p:stCondLst>
                              <p:cond delay="0"/>
                            </p:stCondLst>
                            <p:childTnLst>
                              <p:par>
                                <p:cTn id="32" presetID="55" presetClass="entr" presetSubtype="0" fill="hold" nodeType="clickEffect">
                                  <p:stCondLst>
                                    <p:cond delay="0"/>
                                  </p:stCondLst>
                                  <p:childTnLst>
                                    <p:set>
                                      <p:cBhvr>
                                        <p:cTn id="33" dur="1" fill="hold">
                                          <p:stCondLst>
                                            <p:cond delay="0"/>
                                          </p:stCondLst>
                                        </p:cTn>
                                        <p:tgtEl>
                                          <p:spTgt spid="85"/>
                                        </p:tgtEl>
                                        <p:attrNameLst>
                                          <p:attrName>style.visibility</p:attrName>
                                        </p:attrNameLst>
                                      </p:cBhvr>
                                      <p:to>
                                        <p:strVal val="visible"/>
                                      </p:to>
                                    </p:set>
                                    <p:anim calcmode="lin" valueType="num">
                                      <p:cBhvr>
                                        <p:cTn id="34" dur="1000" fill="hold"/>
                                        <p:tgtEl>
                                          <p:spTgt spid="85"/>
                                        </p:tgtEl>
                                        <p:attrNameLst>
                                          <p:attrName>ppt_w</p:attrName>
                                        </p:attrNameLst>
                                      </p:cBhvr>
                                      <p:tavLst>
                                        <p:tav tm="0">
                                          <p:val>
                                            <p:strVal val="#ppt_w*0.70"/>
                                          </p:val>
                                        </p:tav>
                                        <p:tav tm="100000">
                                          <p:val>
                                            <p:strVal val="#ppt_w"/>
                                          </p:val>
                                        </p:tav>
                                      </p:tavLst>
                                    </p:anim>
                                    <p:anim calcmode="lin" valueType="num">
                                      <p:cBhvr>
                                        <p:cTn id="35" dur="1000" fill="hold"/>
                                        <p:tgtEl>
                                          <p:spTgt spid="85"/>
                                        </p:tgtEl>
                                        <p:attrNameLst>
                                          <p:attrName>ppt_h</p:attrName>
                                        </p:attrNameLst>
                                      </p:cBhvr>
                                      <p:tavLst>
                                        <p:tav tm="0">
                                          <p:val>
                                            <p:strVal val="#ppt_h"/>
                                          </p:val>
                                        </p:tav>
                                        <p:tav tm="100000">
                                          <p:val>
                                            <p:strVal val="#ppt_h"/>
                                          </p:val>
                                        </p:tav>
                                      </p:tavLst>
                                    </p:anim>
                                    <p:animEffect transition="in" filter="fade">
                                      <p:cBhvr>
                                        <p:cTn id="36" dur="1000"/>
                                        <p:tgtEl>
                                          <p:spTgt spid="85"/>
                                        </p:tgtEl>
                                      </p:cBhvr>
                                    </p:animEffect>
                                  </p:childTnLst>
                                </p:cTn>
                              </p:par>
                            </p:childTnLst>
                          </p:cTn>
                        </p:par>
                      </p:childTnLst>
                    </p:cTn>
                  </p:par>
                  <p:par>
                    <p:cTn id="37" fill="hold">
                      <p:stCondLst>
                        <p:cond delay="indefinite"/>
                      </p:stCondLst>
                      <p:childTnLst>
                        <p:par>
                          <p:cTn id="38" fill="hold">
                            <p:stCondLst>
                              <p:cond delay="0"/>
                            </p:stCondLst>
                            <p:childTnLst>
                              <p:par>
                                <p:cTn id="39" presetID="55" presetClass="entr" presetSubtype="0" fill="hold" nodeType="clickEffect">
                                  <p:stCondLst>
                                    <p:cond delay="0"/>
                                  </p:stCondLst>
                                  <p:childTnLst>
                                    <p:set>
                                      <p:cBhvr>
                                        <p:cTn id="40" dur="1" fill="hold">
                                          <p:stCondLst>
                                            <p:cond delay="0"/>
                                          </p:stCondLst>
                                        </p:cTn>
                                        <p:tgtEl>
                                          <p:spTgt spid="84"/>
                                        </p:tgtEl>
                                        <p:attrNameLst>
                                          <p:attrName>style.visibility</p:attrName>
                                        </p:attrNameLst>
                                      </p:cBhvr>
                                      <p:to>
                                        <p:strVal val="visible"/>
                                      </p:to>
                                    </p:set>
                                    <p:anim calcmode="lin" valueType="num">
                                      <p:cBhvr>
                                        <p:cTn id="41" dur="1000" fill="hold"/>
                                        <p:tgtEl>
                                          <p:spTgt spid="84"/>
                                        </p:tgtEl>
                                        <p:attrNameLst>
                                          <p:attrName>ppt_w</p:attrName>
                                        </p:attrNameLst>
                                      </p:cBhvr>
                                      <p:tavLst>
                                        <p:tav tm="0">
                                          <p:val>
                                            <p:strVal val="#ppt_w*0.70"/>
                                          </p:val>
                                        </p:tav>
                                        <p:tav tm="100000">
                                          <p:val>
                                            <p:strVal val="#ppt_w"/>
                                          </p:val>
                                        </p:tav>
                                      </p:tavLst>
                                    </p:anim>
                                    <p:anim calcmode="lin" valueType="num">
                                      <p:cBhvr>
                                        <p:cTn id="42" dur="1000" fill="hold"/>
                                        <p:tgtEl>
                                          <p:spTgt spid="84"/>
                                        </p:tgtEl>
                                        <p:attrNameLst>
                                          <p:attrName>ppt_h</p:attrName>
                                        </p:attrNameLst>
                                      </p:cBhvr>
                                      <p:tavLst>
                                        <p:tav tm="0">
                                          <p:val>
                                            <p:strVal val="#ppt_h"/>
                                          </p:val>
                                        </p:tav>
                                        <p:tav tm="100000">
                                          <p:val>
                                            <p:strVal val="#ppt_h"/>
                                          </p:val>
                                        </p:tav>
                                      </p:tavLst>
                                    </p:anim>
                                    <p:animEffect transition="in" filter="fade">
                                      <p:cBhvr>
                                        <p:cTn id="43" dur="1000"/>
                                        <p:tgtEl>
                                          <p:spTgt spid="84"/>
                                        </p:tgtEl>
                                      </p:cBhvr>
                                    </p:animEffect>
                                  </p:childTnLst>
                                </p:cTn>
                              </p:par>
                            </p:childTnLst>
                          </p:cTn>
                        </p:par>
                        <p:par>
                          <p:cTn id="44" fill="hold">
                            <p:stCondLst>
                              <p:cond delay="1000"/>
                            </p:stCondLst>
                            <p:childTnLst>
                              <p:par>
                                <p:cTn id="45" presetID="3" presetClass="entr" presetSubtype="10" fill="hold" nodeType="afterEffect">
                                  <p:stCondLst>
                                    <p:cond delay="0"/>
                                  </p:stCondLst>
                                  <p:childTnLst>
                                    <p:set>
                                      <p:cBhvr>
                                        <p:cTn id="46" dur="1" fill="hold">
                                          <p:stCondLst>
                                            <p:cond delay="0"/>
                                          </p:stCondLst>
                                        </p:cTn>
                                        <p:tgtEl>
                                          <p:spTgt spid="83"/>
                                        </p:tgtEl>
                                        <p:attrNameLst>
                                          <p:attrName>style.visibility</p:attrName>
                                        </p:attrNameLst>
                                      </p:cBhvr>
                                      <p:to>
                                        <p:strVal val="visible"/>
                                      </p:to>
                                    </p:set>
                                    <p:animEffect transition="in" filter="blinds(horizontal)">
                                      <p:cBhvr>
                                        <p:cTn id="47" dur="500"/>
                                        <p:tgtEl>
                                          <p:spTgt spid="83"/>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89"/>
                                        </p:tgtEl>
                                        <p:attrNameLst>
                                          <p:attrName>style.visibility</p:attrName>
                                        </p:attrNameLst>
                                      </p:cBhvr>
                                      <p:to>
                                        <p:strVal val="visible"/>
                                      </p:to>
                                    </p:set>
                                    <p:animEffect transition="in" filter="blinds(horizontal)">
                                      <p:cBhvr>
                                        <p:cTn id="52" dur="500"/>
                                        <p:tgtEl>
                                          <p:spTgt spid="89"/>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63"/>
                                        </p:tgtEl>
                                        <p:attrNameLst>
                                          <p:attrName>style.visibility</p:attrName>
                                        </p:attrNameLst>
                                      </p:cBhvr>
                                      <p:to>
                                        <p:strVal val="visible"/>
                                      </p:to>
                                    </p:set>
                                    <p:animEffect transition="in" filter="blinds(horizontal)">
                                      <p:cBhvr>
                                        <p:cTn id="57" dur="500"/>
                                        <p:tgtEl>
                                          <p:spTgt spid="63"/>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66"/>
                                        </p:tgtEl>
                                        <p:attrNameLst>
                                          <p:attrName>style.visibility</p:attrName>
                                        </p:attrNameLst>
                                      </p:cBhvr>
                                      <p:to>
                                        <p:strVal val="visible"/>
                                      </p:to>
                                    </p:set>
                                    <p:animEffect transition="in" filter="blinds(horizontal)">
                                      <p:cBhvr>
                                        <p:cTn id="62" dur="500"/>
                                        <p:tgtEl>
                                          <p:spTgt spid="66"/>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89093"/>
                                        </p:tgtEl>
                                        <p:attrNameLst>
                                          <p:attrName>style.visibility</p:attrName>
                                        </p:attrNameLst>
                                      </p:cBhvr>
                                      <p:to>
                                        <p:strVal val="visible"/>
                                      </p:to>
                                    </p:set>
                                    <p:animEffect transition="in" filter="wipe(left)">
                                      <p:cBhvr>
                                        <p:cTn id="67" dur="2000"/>
                                        <p:tgtEl>
                                          <p:spTgt spid="890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3" grpId="0"/>
      <p:bldP spid="89094" grpId="0"/>
      <p:bldP spid="89095" grpId="0"/>
      <p:bldP spid="89096" grpId="0"/>
      <p:bldP spid="89097"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4-2 替代定理</a:t>
            </a:r>
            <a:endParaRPr lang="zh-CN" altLang="en-US"/>
          </a:p>
        </p:txBody>
      </p:sp>
      <p:sp>
        <p:nvSpPr>
          <p:cNvPr id="48137" name="Text Box 9"/>
          <p:cNvSpPr txBox="1"/>
          <p:nvPr/>
        </p:nvSpPr>
        <p:spPr>
          <a:xfrm>
            <a:off x="404495" y="2254250"/>
            <a:ext cx="3446780" cy="953135"/>
          </a:xfrm>
          <a:prstGeom prst="rect">
            <a:avLst/>
          </a:prstGeom>
          <a:noFill/>
          <a:ln w="9525">
            <a:noFill/>
          </a:ln>
        </p:spPr>
        <p:txBody>
          <a:bodyPr wrap="square">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试求该支路的替代电阻</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R</a:t>
            </a:r>
            <a:r>
              <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rPr>
              <a:t>x</a:t>
            </a:r>
            <a:r>
              <a:rPr kumimoji="1" lang="zh-CN" altLang="en-US" sz="2800" dirty="0" smtClean="0">
                <a:latin typeface="华文楷体" panose="02010600040101010101" pitchFamily="2" charset="-122"/>
                <a:ea typeface="华文楷体" panose="02010600040101010101" pitchFamily="2" charset="-122"/>
              </a:rPr>
              <a:t>。</a:t>
            </a:r>
            <a:endParaRPr kumimoji="1" lang="zh-CN" altLang="en-US" sz="2800" dirty="0" smtClean="0">
              <a:latin typeface="华文楷体" panose="02010600040101010101" pitchFamily="2" charset="-122"/>
              <a:ea typeface="华文楷体" panose="02010600040101010101" pitchFamily="2" charset="-122"/>
            </a:endParaRPr>
          </a:p>
        </p:txBody>
      </p:sp>
      <p:sp>
        <p:nvSpPr>
          <p:cNvPr id="48232" name="Text Box 104"/>
          <p:cNvSpPr txBox="1"/>
          <p:nvPr/>
        </p:nvSpPr>
        <p:spPr>
          <a:xfrm>
            <a:off x="395288" y="702151"/>
            <a:ext cx="3744912" cy="583565"/>
          </a:xfrm>
          <a:prstGeom prst="rect">
            <a:avLst/>
          </a:prstGeom>
          <a:noFill/>
          <a:ln w="12700">
            <a:noFill/>
          </a:ln>
        </p:spPr>
        <p:txBody>
          <a:bodyPr lIns="92075" tIns="46038" rIns="92075" bIns="46038" anchor="ctr" anchorCtr="0">
            <a:spAutoFit/>
          </a:bodyPr>
          <a:p>
            <a:pPr>
              <a:spcBef>
                <a:spcPct val="50000"/>
              </a:spcBef>
              <a:buClr>
                <a:schemeClr val="accent2"/>
              </a:buClr>
              <a:buSzPct val="75000"/>
              <a:buFont typeface="Monotype Sorts" pitchFamily="2" charset="2"/>
            </a:pPr>
            <a:r>
              <a:rPr kumimoji="1" lang="zh-CN" altLang="en-US" sz="3200" b="1" dirty="0" smtClean="0">
                <a:solidFill>
                  <a:schemeClr val="accent2">
                    <a:lumMod val="75000"/>
                  </a:schemeClr>
                </a:solidFill>
                <a:latin typeface="Times New Roman" panose="02020603050405020304" pitchFamily="18" charset="0"/>
                <a:ea typeface="华文中宋" panose="02010600040101010101" pitchFamily="2" charset="-122"/>
              </a:rPr>
              <a:t>3. 替代定理的应用</a:t>
            </a:r>
            <a:endParaRPr kumimoji="1" lang="zh-CN" altLang="en-US" sz="3200" b="1" dirty="0" smtClean="0">
              <a:solidFill>
                <a:schemeClr val="accent2">
                  <a:lumMod val="75000"/>
                </a:schemeClr>
              </a:solidFill>
              <a:latin typeface="Times New Roman" panose="02020603050405020304" pitchFamily="18" charset="0"/>
              <a:ea typeface="华文中宋" panose="02010600040101010101" pitchFamily="2" charset="-122"/>
            </a:endParaRPr>
          </a:p>
        </p:txBody>
      </p:sp>
      <p:sp>
        <p:nvSpPr>
          <p:cNvPr id="48237" name="Text Box 109"/>
          <p:cNvSpPr txBox="1"/>
          <p:nvPr/>
        </p:nvSpPr>
        <p:spPr>
          <a:xfrm>
            <a:off x="1211580" y="3315018"/>
            <a:ext cx="2520950" cy="521970"/>
          </a:xfrm>
          <a:prstGeom prst="rect">
            <a:avLst/>
          </a:prstGeom>
          <a:no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用替代定理：</a:t>
            </a:r>
            <a:endParaRPr kumimoji="1" lang="zh-CN" altLang="en-US" sz="2800" dirty="0" smtClean="0">
              <a:latin typeface="华文楷体" panose="02010600040101010101" pitchFamily="2" charset="-122"/>
              <a:ea typeface="华文楷体" panose="02010600040101010101" pitchFamily="2" charset="-122"/>
            </a:endParaRPr>
          </a:p>
        </p:txBody>
      </p:sp>
      <p:sp>
        <p:nvSpPr>
          <p:cNvPr id="48242" name="Rectangle 114"/>
          <p:cNvSpPr/>
          <p:nvPr/>
        </p:nvSpPr>
        <p:spPr>
          <a:xfrm>
            <a:off x="690563" y="4964113"/>
            <a:ext cx="469265" cy="706755"/>
          </a:xfrm>
          <a:prstGeom prst="rect">
            <a:avLst/>
          </a:prstGeom>
          <a:noFill/>
          <a:ln w="9525">
            <a:noFill/>
          </a:ln>
        </p:spPr>
        <p:txBody>
          <a:bodyPr wrap="none">
            <a:spAutoFit/>
          </a:bodyPr>
          <a:p>
            <a:r>
              <a:rPr lang="en-US" altLang="zh-CN" sz="4000" dirty="0">
                <a:solidFill>
                  <a:schemeClr val="tx1"/>
                </a:solidFill>
                <a:latin typeface="Times New Roman" panose="02020603050405020304" pitchFamily="18" charset="0"/>
                <a:ea typeface="宋体" panose="02010600030101010101" pitchFamily="2" charset="-122"/>
              </a:rPr>
              <a:t>=</a:t>
            </a:r>
            <a:endParaRPr lang="en-US" altLang="zh-CN" sz="4000" dirty="0">
              <a:solidFill>
                <a:schemeClr val="tx1"/>
              </a:solidFill>
              <a:latin typeface="Times New Roman" panose="02020603050405020304" pitchFamily="18" charset="0"/>
              <a:ea typeface="宋体" panose="02010600030101010101" pitchFamily="2" charset="-122"/>
            </a:endParaRPr>
          </a:p>
        </p:txBody>
      </p:sp>
      <p:sp>
        <p:nvSpPr>
          <p:cNvPr id="48243" name="Rectangle 115"/>
          <p:cNvSpPr/>
          <p:nvPr/>
        </p:nvSpPr>
        <p:spPr>
          <a:xfrm>
            <a:off x="4346893" y="4934903"/>
            <a:ext cx="469265" cy="706755"/>
          </a:xfrm>
          <a:prstGeom prst="rect">
            <a:avLst/>
          </a:prstGeom>
          <a:noFill/>
          <a:ln w="9525">
            <a:noFill/>
          </a:ln>
        </p:spPr>
        <p:txBody>
          <a:bodyPr wrap="none">
            <a:spAutoFit/>
          </a:bodyPr>
          <a:p>
            <a:r>
              <a:rPr lang="en-US" altLang="zh-CN" sz="4000" dirty="0">
                <a:solidFill>
                  <a:schemeClr val="tx1"/>
                </a:solidFill>
                <a:latin typeface="Times New Roman" panose="02020603050405020304" pitchFamily="18" charset="0"/>
                <a:ea typeface="宋体" panose="02010600030101010101" pitchFamily="2" charset="-122"/>
              </a:rPr>
              <a:t>+</a:t>
            </a:r>
            <a:endParaRPr lang="en-US" altLang="zh-CN" sz="4000" dirty="0">
              <a:solidFill>
                <a:schemeClr val="tx1"/>
              </a:solidFill>
              <a:latin typeface="Times New Roman" panose="02020603050405020304" pitchFamily="18" charset="0"/>
              <a:ea typeface="宋体" panose="02010600030101010101" pitchFamily="2" charset="-122"/>
            </a:endParaRPr>
          </a:p>
        </p:txBody>
      </p:sp>
      <p:grpSp>
        <p:nvGrpSpPr>
          <p:cNvPr id="21" name="组合 20"/>
          <p:cNvGrpSpPr/>
          <p:nvPr/>
        </p:nvGrpSpPr>
        <p:grpSpPr>
          <a:xfrm>
            <a:off x="1877060" y="1352550"/>
            <a:ext cx="2015490" cy="816610"/>
            <a:chOff x="3138" y="2130"/>
            <a:chExt cx="3174" cy="1286"/>
          </a:xfrm>
        </p:grpSpPr>
        <p:sp>
          <p:nvSpPr>
            <p:cNvPr id="48136" name="Text Box 8"/>
            <p:cNvSpPr txBox="1"/>
            <p:nvPr/>
          </p:nvSpPr>
          <p:spPr>
            <a:xfrm>
              <a:off x="3138" y="2392"/>
              <a:ext cx="2040" cy="822"/>
            </a:xfrm>
            <a:prstGeom prst="rect">
              <a:avLst/>
            </a:prstGeom>
            <a:no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若使</a:t>
              </a:r>
              <a:endParaRPr lang="zh-CN" altLang="en-US" baseline="-25000" dirty="0">
                <a:latin typeface="Times New Roman" panose="02020603050405020304" pitchFamily="18" charset="0"/>
              </a:endParaRPr>
            </a:p>
          </p:txBody>
        </p:sp>
        <p:graphicFrame>
          <p:nvGraphicFramePr>
            <p:cNvPr id="12" name="对象 11"/>
            <p:cNvGraphicFramePr/>
            <p:nvPr/>
          </p:nvGraphicFramePr>
          <p:xfrm>
            <a:off x="4446" y="2130"/>
            <a:ext cx="1866" cy="1286"/>
          </p:xfrm>
          <a:graphic>
            <a:graphicData uri="http://schemas.openxmlformats.org/presentationml/2006/ole">
              <mc:AlternateContent xmlns:mc="http://schemas.openxmlformats.org/markup-compatibility/2006">
                <mc:Choice xmlns:v="urn:schemas-microsoft-com:vml" Requires="v">
                  <p:oleObj spid="_x0000_s13" name="" r:id="rId1" imgW="558800" imgH="393700" progId="Equation.KSEE3">
                    <p:embed/>
                  </p:oleObj>
                </mc:Choice>
                <mc:Fallback>
                  <p:oleObj name="" r:id="rId1" imgW="558800" imgH="393700" progId="Equation.KSEE3">
                    <p:embed/>
                    <p:pic>
                      <p:nvPicPr>
                        <p:cNvPr id="0" name="图片 12"/>
                        <p:cNvPicPr/>
                        <p:nvPr/>
                      </p:nvPicPr>
                      <p:blipFill>
                        <a:blip r:embed="rId2"/>
                        <a:stretch>
                          <a:fillRect/>
                        </a:stretch>
                      </p:blipFill>
                      <p:spPr>
                        <a:xfrm>
                          <a:off x="4446" y="2130"/>
                          <a:ext cx="1866" cy="1286"/>
                        </a:xfrm>
                        <a:prstGeom prst="rect">
                          <a:avLst/>
                        </a:prstGeom>
                      </p:spPr>
                    </p:pic>
                  </p:oleObj>
                </mc:Fallback>
              </mc:AlternateContent>
            </a:graphicData>
          </a:graphic>
        </p:graphicFrame>
      </p:grpSp>
      <p:sp>
        <p:nvSpPr>
          <p:cNvPr id="14" name="Text Box 22"/>
          <p:cNvSpPr txBox="1">
            <a:spLocks noChangeArrowheads="1"/>
          </p:cNvSpPr>
          <p:nvPr/>
        </p:nvSpPr>
        <p:spPr bwMode="auto">
          <a:xfrm>
            <a:off x="404495" y="1461135"/>
            <a:ext cx="1209040" cy="575945"/>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例</a:t>
            </a:r>
            <a:r>
              <a:rPr kumimoji="1" lang="en-US" altLang="zh-CN" sz="3200" dirty="0">
                <a:solidFill>
                  <a:schemeClr val="bg1"/>
                </a:solidFill>
                <a:latin typeface="华文新魏" panose="02010800040101010101" pitchFamily="2" charset="-122"/>
                <a:ea typeface="华文新魏" panose="02010800040101010101" pitchFamily="2" charset="-122"/>
              </a:rPr>
              <a:t>2-2</a:t>
            </a:r>
            <a:endParaRPr kumimoji="1" lang="en-US" altLang="zh-CN" sz="3200" dirty="0">
              <a:solidFill>
                <a:schemeClr val="bg1"/>
              </a:solidFill>
              <a:latin typeface="华文新魏" panose="02010800040101010101" pitchFamily="2" charset="-122"/>
              <a:ea typeface="华文新魏" panose="02010800040101010101" pitchFamily="2" charset="-122"/>
            </a:endParaRPr>
          </a:p>
        </p:txBody>
      </p:sp>
      <p:sp>
        <p:nvSpPr>
          <p:cNvPr id="15" name="Text Box 22"/>
          <p:cNvSpPr txBox="1">
            <a:spLocks noChangeArrowheads="1"/>
          </p:cNvSpPr>
          <p:nvPr/>
        </p:nvSpPr>
        <p:spPr bwMode="auto">
          <a:xfrm>
            <a:off x="439969" y="3288183"/>
            <a:ext cx="648000" cy="576000"/>
          </a:xfrm>
          <a:prstGeom prst="rect">
            <a:avLst/>
          </a:pr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解</a:t>
            </a:r>
            <a:endParaRPr kumimoji="1" lang="zh-CN" altLang="en-US" sz="3200" dirty="0">
              <a:solidFill>
                <a:schemeClr val="bg1"/>
              </a:solidFill>
              <a:latin typeface="华文新魏" panose="02010800040101010101" pitchFamily="2" charset="-122"/>
              <a:ea typeface="华文新魏" panose="02010800040101010101" pitchFamily="2" charset="-122"/>
            </a:endParaRPr>
          </a:p>
        </p:txBody>
      </p:sp>
      <p:grpSp>
        <p:nvGrpSpPr>
          <p:cNvPr id="6" name="组合 5"/>
          <p:cNvGrpSpPr/>
          <p:nvPr/>
        </p:nvGrpSpPr>
        <p:grpSpPr>
          <a:xfrm>
            <a:off x="4807585" y="4214495"/>
            <a:ext cx="3829050" cy="2115820"/>
            <a:chOff x="7428" y="5853"/>
            <a:chExt cx="6030" cy="3332"/>
          </a:xfrm>
        </p:grpSpPr>
        <p:sp>
          <p:nvSpPr>
            <p:cNvPr id="9284" name="Text Box 327"/>
            <p:cNvSpPr txBox="1"/>
            <p:nvPr/>
          </p:nvSpPr>
          <p:spPr>
            <a:xfrm>
              <a:off x="7428" y="8003"/>
              <a:ext cx="2118"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0.5</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9286" name="Line 317"/>
            <p:cNvSpPr/>
            <p:nvPr/>
          </p:nvSpPr>
          <p:spPr bwMode="auto">
            <a:xfrm>
              <a:off x="7848" y="5965"/>
              <a:ext cx="1285" cy="0"/>
            </a:xfrm>
            <a:prstGeom prst="line">
              <a:avLst/>
            </a:prstGeom>
            <a:noFill/>
            <a:ln w="19050" cap="sq">
              <a:solidFill>
                <a:schemeClr val="tx2">
                  <a:lumMod val="75000"/>
                </a:schemeClr>
              </a:solidFill>
              <a:round/>
              <a:headEnd type="none" w="med" len="med"/>
              <a:tailEnd type="oval" w="med" len="med"/>
            </a:ln>
            <a:effectLst>
              <a:outerShdw blurRad="50800" dist="38100" dir="2700000" algn="tl" rotWithShape="0">
                <a:prstClr val="black">
                  <a:alpha val="40000"/>
                </a:prstClr>
              </a:outerShdw>
            </a:effectLst>
          </p:spPr>
        </p:sp>
        <p:sp>
          <p:nvSpPr>
            <p:cNvPr id="9287" name="Line 318"/>
            <p:cNvSpPr/>
            <p:nvPr/>
          </p:nvSpPr>
          <p:spPr bwMode="auto">
            <a:xfrm>
              <a:off x="7963" y="9140"/>
              <a:ext cx="1133" cy="0"/>
            </a:xfrm>
            <a:prstGeom prst="line">
              <a:avLst/>
            </a:prstGeom>
            <a:noFill/>
            <a:ln w="19050" cap="sq">
              <a:solidFill>
                <a:schemeClr val="tx2">
                  <a:lumMod val="75000"/>
                </a:schemeClr>
              </a:solidFill>
              <a:round/>
              <a:headEnd type="none" w="med" len="med"/>
              <a:tailEnd type="oval" w="med" len="med"/>
            </a:ln>
            <a:effectLst>
              <a:outerShdw blurRad="50800" dist="38100" dir="2700000" algn="tl" rotWithShape="0">
                <a:prstClr val="black">
                  <a:alpha val="40000"/>
                </a:prstClr>
              </a:outerShdw>
            </a:effectLst>
          </p:spPr>
        </p:sp>
        <p:sp>
          <p:nvSpPr>
            <p:cNvPr id="9288" name="Oval 319"/>
            <p:cNvSpPr/>
            <p:nvPr/>
          </p:nvSpPr>
          <p:spPr bwMode="auto">
            <a:xfrm>
              <a:off x="7848" y="9028"/>
              <a:ext cx="158" cy="157"/>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9289" name="Oval 320"/>
            <p:cNvSpPr/>
            <p:nvPr/>
          </p:nvSpPr>
          <p:spPr bwMode="auto">
            <a:xfrm>
              <a:off x="7735" y="5853"/>
              <a:ext cx="158" cy="157"/>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p>
              <a:endParaRPr lang="zh-CN" altLang="en-US" dirty="0">
                <a:solidFill>
                  <a:schemeClr val="tx1"/>
                </a:solidFill>
                <a:latin typeface="Arial" panose="020B0604020202020204" pitchFamily="34" charset="0"/>
              </a:endParaRPr>
            </a:p>
          </p:txBody>
        </p:sp>
        <p:sp>
          <p:nvSpPr>
            <p:cNvPr id="9290" name="Text Box 321"/>
            <p:cNvSpPr txBox="1"/>
            <p:nvPr/>
          </p:nvSpPr>
          <p:spPr>
            <a:xfrm>
              <a:off x="11963" y="8008"/>
              <a:ext cx="1495"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0.5</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9291" name="Text Box 322"/>
            <p:cNvSpPr txBox="1"/>
            <p:nvPr/>
          </p:nvSpPr>
          <p:spPr>
            <a:xfrm>
              <a:off x="11963" y="6195"/>
              <a:ext cx="1493"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0.5</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9292" name="Rectangle 323"/>
            <p:cNvSpPr/>
            <p:nvPr/>
          </p:nvSpPr>
          <p:spPr bwMode="auto">
            <a:xfrm>
              <a:off x="9095" y="5963"/>
              <a:ext cx="2685" cy="3175"/>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9293" name="Line 324"/>
            <p:cNvSpPr/>
            <p:nvPr/>
          </p:nvSpPr>
          <p:spPr bwMode="auto">
            <a:xfrm flipV="1">
              <a:off x="9095" y="7550"/>
              <a:ext cx="2695" cy="2"/>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9294" name="Text Box 325"/>
            <p:cNvSpPr txBox="1"/>
            <p:nvPr/>
          </p:nvSpPr>
          <p:spPr>
            <a:xfrm>
              <a:off x="7898" y="6303"/>
              <a:ext cx="1753"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9295" name="Line 326"/>
            <p:cNvSpPr/>
            <p:nvPr/>
          </p:nvSpPr>
          <p:spPr>
            <a:xfrm flipH="1">
              <a:off x="9240" y="7555"/>
              <a:ext cx="795"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9296" name="Rectangle 328"/>
            <p:cNvSpPr/>
            <p:nvPr/>
          </p:nvSpPr>
          <p:spPr bwMode="auto">
            <a:xfrm>
              <a:off x="11638" y="8005"/>
              <a:ext cx="330"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9297" name="Rectangle 329"/>
            <p:cNvSpPr/>
            <p:nvPr/>
          </p:nvSpPr>
          <p:spPr bwMode="auto">
            <a:xfrm>
              <a:off x="8910" y="7890"/>
              <a:ext cx="330"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9298" name="Rectangle 330"/>
            <p:cNvSpPr/>
            <p:nvPr/>
          </p:nvSpPr>
          <p:spPr bwMode="auto">
            <a:xfrm>
              <a:off x="11624" y="6303"/>
              <a:ext cx="330"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9299" name="Rectangle 331"/>
            <p:cNvSpPr/>
            <p:nvPr/>
          </p:nvSpPr>
          <p:spPr bwMode="auto">
            <a:xfrm>
              <a:off x="8938" y="6303"/>
              <a:ext cx="330"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9301" name="Text Box 336"/>
            <p:cNvSpPr txBox="1"/>
            <p:nvPr/>
          </p:nvSpPr>
          <p:spPr>
            <a:xfrm>
              <a:off x="9923" y="7895"/>
              <a:ext cx="1360" cy="817"/>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9302" name="Text Box 337"/>
            <p:cNvSpPr txBox="1"/>
            <p:nvPr/>
          </p:nvSpPr>
          <p:spPr>
            <a:xfrm>
              <a:off x="9468" y="7530"/>
              <a:ext cx="400"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9303" name="Text Box 338"/>
            <p:cNvSpPr txBox="1"/>
            <p:nvPr/>
          </p:nvSpPr>
          <p:spPr>
            <a:xfrm>
              <a:off x="10830" y="7555"/>
              <a:ext cx="605"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graphicFrame>
          <p:nvGraphicFramePr>
            <p:cNvPr id="3" name="对象 2"/>
            <p:cNvGraphicFramePr/>
            <p:nvPr/>
          </p:nvGraphicFramePr>
          <p:xfrm>
            <a:off x="9288" y="6080"/>
            <a:ext cx="914" cy="1294"/>
          </p:xfrm>
          <a:graphic>
            <a:graphicData uri="http://schemas.openxmlformats.org/presentationml/2006/ole">
              <mc:AlternateContent xmlns:mc="http://schemas.openxmlformats.org/markup-compatibility/2006">
                <mc:Choice xmlns:v="urn:schemas-microsoft-com:vml" Requires="v">
                  <p:oleObj spid="_x0000_s5" name="" r:id="rId3" imgW="545465" imgH="760095" progId="Equation.KSEE3">
                    <p:embed/>
                  </p:oleObj>
                </mc:Choice>
                <mc:Fallback>
                  <p:oleObj name="" r:id="rId3" imgW="545465" imgH="760095" progId="Equation.KSEE3">
                    <p:embed/>
                    <p:pic>
                      <p:nvPicPr>
                        <p:cNvPr id="0" name="图片 4"/>
                        <p:cNvPicPr/>
                        <p:nvPr/>
                      </p:nvPicPr>
                      <p:blipFill>
                        <a:blip r:embed="rId4"/>
                        <a:stretch>
                          <a:fillRect/>
                        </a:stretch>
                      </p:blipFill>
                      <p:spPr>
                        <a:xfrm>
                          <a:off x="9288" y="6080"/>
                          <a:ext cx="914" cy="1294"/>
                        </a:xfrm>
                        <a:prstGeom prst="rect">
                          <a:avLst/>
                        </a:prstGeom>
                      </p:spPr>
                    </p:pic>
                  </p:oleObj>
                </mc:Fallback>
              </mc:AlternateContent>
            </a:graphicData>
          </a:graphic>
        </p:graphicFrame>
        <p:grpSp>
          <p:nvGrpSpPr>
            <p:cNvPr id="7" name="组合 6"/>
            <p:cNvGrpSpPr/>
            <p:nvPr/>
          </p:nvGrpSpPr>
          <p:grpSpPr>
            <a:xfrm>
              <a:off x="10035" y="7094"/>
              <a:ext cx="908" cy="908"/>
              <a:chOff x="505193" y="3720552"/>
              <a:chExt cx="432197" cy="432197"/>
            </a:xfrm>
            <a:solidFill>
              <a:schemeClr val="accent6">
                <a:lumMod val="40000"/>
                <a:lumOff val="60000"/>
              </a:schemeClr>
            </a:solidFill>
          </p:grpSpPr>
          <p:sp>
            <p:nvSpPr>
              <p:cNvPr id="8"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16" name="直接连接符 15"/>
              <p:cNvCxnSpPr>
                <a:stCxn id="8" idx="0"/>
                <a:endCxn id="8"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 name="组合 19"/>
          <p:cNvGrpSpPr/>
          <p:nvPr/>
        </p:nvGrpSpPr>
        <p:grpSpPr>
          <a:xfrm>
            <a:off x="1364615" y="4287520"/>
            <a:ext cx="2773680" cy="2016125"/>
            <a:chOff x="2096" y="5968"/>
            <a:chExt cx="4368" cy="3175"/>
          </a:xfrm>
        </p:grpSpPr>
        <p:sp>
          <p:nvSpPr>
            <p:cNvPr id="9306" name="Freeform 270"/>
            <p:cNvSpPr/>
            <p:nvPr/>
          </p:nvSpPr>
          <p:spPr bwMode="auto">
            <a:xfrm>
              <a:off x="5675" y="7555"/>
              <a:ext cx="620" cy="3"/>
            </a:xfrm>
            <a:custGeom>
              <a:avLst/>
              <a:gdLst>
                <a:gd name="txL" fmla="*/ 0 w 240"/>
                <a:gd name="txT" fmla="*/ 0 h 1"/>
                <a:gd name="txR" fmla="*/ 240 w 240"/>
                <a:gd name="txB" fmla="*/ 1 h 1"/>
              </a:gdLst>
              <a:ahLst/>
              <a:cxnLst>
                <a:cxn ang="0">
                  <a:pos x="0" y="0"/>
                </a:cxn>
                <a:cxn ang="0">
                  <a:pos x="248" y="0"/>
                </a:cxn>
              </a:cxnLst>
              <a:rect l="txL" t="txT" r="txR" b="txB"/>
              <a:pathLst>
                <a:path w="240" h="1">
                  <a:moveTo>
                    <a:pt x="0" y="0"/>
                  </a:moveTo>
                  <a:lnTo>
                    <a:pt x="240" y="0"/>
                  </a:lnTo>
                </a:path>
              </a:pathLst>
            </a:custGeom>
            <a:noFill/>
            <a:ln w="19050" cap="sq">
              <a:solidFill>
                <a:schemeClr val="tx2">
                  <a:lumMod val="75000"/>
                </a:schemeClr>
              </a:solidFill>
              <a:round/>
              <a:headEnd type="none" w="med" len="med"/>
              <a:tailEnd type="oval"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9307" name="Text Box 271"/>
            <p:cNvSpPr txBox="1"/>
            <p:nvPr/>
          </p:nvSpPr>
          <p:spPr>
            <a:xfrm>
              <a:off x="4337" y="7508"/>
              <a:ext cx="41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9308" name="Text Box 272"/>
            <p:cNvSpPr txBox="1"/>
            <p:nvPr/>
          </p:nvSpPr>
          <p:spPr>
            <a:xfrm>
              <a:off x="5556" y="7622"/>
              <a:ext cx="625" cy="739"/>
            </a:xfrm>
            <a:prstGeom prst="rect">
              <a:avLst/>
            </a:prstGeom>
            <a:noFill/>
            <a:ln w="9525">
              <a:noFill/>
            </a:ln>
          </p:spPr>
          <p:txBody>
            <a:bodyPr>
              <a:no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9309" name="Text Box 273"/>
            <p:cNvSpPr txBox="1"/>
            <p:nvPr/>
          </p:nvSpPr>
          <p:spPr>
            <a:xfrm>
              <a:off x="4708" y="7440"/>
              <a:ext cx="968" cy="725"/>
            </a:xfrm>
            <a:prstGeom prst="rect">
              <a:avLst/>
            </a:prstGeom>
            <a:noFill/>
            <a:ln w="9525">
              <a:noFill/>
            </a:ln>
          </p:spPr>
          <p:txBody>
            <a:bodyPr wrap="square">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9310" name="Freeform 274"/>
            <p:cNvSpPr/>
            <p:nvPr/>
          </p:nvSpPr>
          <p:spPr bwMode="auto">
            <a:xfrm flipV="1">
              <a:off x="4253" y="7440"/>
              <a:ext cx="340" cy="115"/>
            </a:xfrm>
            <a:custGeom>
              <a:avLst/>
              <a:gdLst>
                <a:gd name="txL" fmla="*/ 0 w 222"/>
                <a:gd name="txT" fmla="*/ 0 h 1"/>
                <a:gd name="txR" fmla="*/ 222 w 222"/>
                <a:gd name="txB" fmla="*/ 1 h 1"/>
              </a:gdLst>
              <a:ahLst/>
              <a:cxnLst>
                <a:cxn ang="0">
                  <a:pos x="0" y="0"/>
                </a:cxn>
                <a:cxn ang="0">
                  <a:pos x="136" y="0"/>
                </a:cxn>
              </a:cxnLst>
              <a:rect l="txL" t="txT" r="txR" b="txB"/>
              <a:pathLst>
                <a:path w="222" h="1">
                  <a:moveTo>
                    <a:pt x="0" y="0"/>
                  </a:moveTo>
                  <a:lnTo>
                    <a:pt x="222" y="0"/>
                  </a:lnTo>
                </a:path>
              </a:pathLst>
            </a:custGeom>
            <a:solidFill>
              <a:schemeClr val="bg2">
                <a:lumMod val="90000"/>
              </a:schemeClr>
            </a:solidFill>
            <a:ln w="19050" cap="sq">
              <a:solidFill>
                <a:schemeClr val="tx2">
                  <a:lumMod val="75000"/>
                </a:schemeClr>
              </a:solidFill>
              <a:round/>
              <a:headEnd type="oval" w="med" len="med"/>
              <a:tailEnd type="none"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9311" name="Oval 275"/>
            <p:cNvSpPr/>
            <p:nvPr/>
          </p:nvSpPr>
          <p:spPr bwMode="auto">
            <a:xfrm>
              <a:off x="4593" y="7440"/>
              <a:ext cx="188" cy="183"/>
            </a:xfrm>
            <a:prstGeom prst="ellips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9312" name="Oval 276"/>
            <p:cNvSpPr/>
            <p:nvPr/>
          </p:nvSpPr>
          <p:spPr bwMode="auto">
            <a:xfrm>
              <a:off x="5500" y="7440"/>
              <a:ext cx="190" cy="183"/>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9313" name="Text Box 277"/>
            <p:cNvSpPr txBox="1"/>
            <p:nvPr/>
          </p:nvSpPr>
          <p:spPr>
            <a:xfrm>
              <a:off x="4820" y="8120"/>
              <a:ext cx="144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0.5</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9314" name="Text Box 278"/>
            <p:cNvSpPr txBox="1"/>
            <p:nvPr/>
          </p:nvSpPr>
          <p:spPr>
            <a:xfrm>
              <a:off x="4708" y="6080"/>
              <a:ext cx="144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0.5</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9315" name="Rectangle 279"/>
            <p:cNvSpPr/>
            <p:nvPr/>
          </p:nvSpPr>
          <p:spPr bwMode="auto">
            <a:xfrm>
              <a:off x="2553" y="5968"/>
              <a:ext cx="3743" cy="3175"/>
            </a:xfrm>
            <a:prstGeom prst="rect">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9316" name="Line 280"/>
            <p:cNvSpPr/>
            <p:nvPr/>
          </p:nvSpPr>
          <p:spPr bwMode="auto">
            <a:xfrm>
              <a:off x="4230" y="5968"/>
              <a:ext cx="23" cy="3175"/>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9317" name="Text Box 281"/>
            <p:cNvSpPr txBox="1"/>
            <p:nvPr/>
          </p:nvSpPr>
          <p:spPr>
            <a:xfrm>
              <a:off x="3118" y="6308"/>
              <a:ext cx="1688"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9318" name="Line 282"/>
            <p:cNvSpPr/>
            <p:nvPr/>
          </p:nvSpPr>
          <p:spPr>
            <a:xfrm flipV="1">
              <a:off x="2550" y="6305"/>
              <a:ext cx="0" cy="795"/>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9319" name="Text Box 283"/>
            <p:cNvSpPr txBox="1"/>
            <p:nvPr/>
          </p:nvSpPr>
          <p:spPr>
            <a:xfrm>
              <a:off x="2535" y="6308"/>
              <a:ext cx="72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9320" name="Text Box 284"/>
            <p:cNvSpPr txBox="1"/>
            <p:nvPr/>
          </p:nvSpPr>
          <p:spPr>
            <a:xfrm>
              <a:off x="2665" y="8008"/>
              <a:ext cx="1359" cy="725"/>
            </a:xfrm>
            <a:prstGeom prst="rect">
              <a:avLst/>
            </a:prstGeom>
            <a:noFill/>
            <a:ln w="9525">
              <a:noFill/>
            </a:ln>
          </p:spPr>
          <p:txBody>
            <a:bodyPr wrap="square">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0.5</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9321" name="Rectangle 285"/>
            <p:cNvSpPr/>
            <p:nvPr/>
          </p:nvSpPr>
          <p:spPr bwMode="auto">
            <a:xfrm>
              <a:off x="6132" y="8008"/>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9322" name="Rectangle 286"/>
            <p:cNvSpPr/>
            <p:nvPr/>
          </p:nvSpPr>
          <p:spPr bwMode="auto">
            <a:xfrm>
              <a:off x="4067" y="7895"/>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9323" name="Rectangle 287"/>
            <p:cNvSpPr/>
            <p:nvPr/>
          </p:nvSpPr>
          <p:spPr bwMode="auto">
            <a:xfrm>
              <a:off x="6146" y="6193"/>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9324" name="Rectangle 288"/>
            <p:cNvSpPr/>
            <p:nvPr/>
          </p:nvSpPr>
          <p:spPr bwMode="auto">
            <a:xfrm>
              <a:off x="4067" y="6308"/>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grpSp>
          <p:nvGrpSpPr>
            <p:cNvPr id="73" name="组合 72"/>
            <p:cNvGrpSpPr/>
            <p:nvPr/>
          </p:nvGrpSpPr>
          <p:grpSpPr>
            <a:xfrm>
              <a:off x="2096" y="7095"/>
              <a:ext cx="908" cy="908"/>
              <a:chOff x="5907581" y="4495572"/>
              <a:chExt cx="576263" cy="576263"/>
            </a:xfrm>
          </p:grpSpPr>
          <p:sp>
            <p:nvSpPr>
              <p:cNvPr id="74"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75" name="直接连接符 74"/>
              <p:cNvCxnSpPr>
                <a:stCxn id="74" idx="4"/>
                <a:endCxn id="74"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 name="组合 3"/>
          <p:cNvGrpSpPr/>
          <p:nvPr/>
        </p:nvGrpSpPr>
        <p:grpSpPr>
          <a:xfrm>
            <a:off x="4386580" y="958850"/>
            <a:ext cx="4465955" cy="2663825"/>
            <a:chOff x="6405" y="978"/>
            <a:chExt cx="7033" cy="4195"/>
          </a:xfrm>
        </p:grpSpPr>
        <p:grpSp>
          <p:nvGrpSpPr>
            <p:cNvPr id="9" name="Group 353"/>
            <p:cNvGrpSpPr/>
            <p:nvPr/>
          </p:nvGrpSpPr>
          <p:grpSpPr>
            <a:xfrm>
              <a:off x="6405" y="1318"/>
              <a:ext cx="6328" cy="3425"/>
              <a:chOff x="2562" y="527"/>
              <a:chExt cx="2531" cy="1370"/>
            </a:xfrm>
          </p:grpSpPr>
          <p:sp>
            <p:nvSpPr>
              <p:cNvPr id="9258" name="Oval 221"/>
              <p:cNvSpPr/>
              <p:nvPr/>
            </p:nvSpPr>
            <p:spPr>
              <a:xfrm>
                <a:off x="3016" y="1253"/>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9259" name="Text Box 222"/>
              <p:cNvSpPr txBox="1"/>
              <p:nvPr/>
            </p:nvSpPr>
            <p:spPr>
              <a:xfrm>
                <a:off x="4422" y="1470"/>
                <a:ext cx="576"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0.5</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9260" name="Text Box 223"/>
              <p:cNvSpPr txBox="1"/>
              <p:nvPr/>
            </p:nvSpPr>
            <p:spPr>
              <a:xfrm>
                <a:off x="4422" y="572"/>
                <a:ext cx="576"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0.5</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9261" name="Rectangle 224"/>
              <p:cNvSpPr/>
              <p:nvPr/>
            </p:nvSpPr>
            <p:spPr>
              <a:xfrm>
                <a:off x="3197" y="527"/>
                <a:ext cx="1824" cy="1344"/>
              </a:xfrm>
              <a:prstGeom prst="rect">
                <a:avLst/>
              </a:prstGeom>
              <a:noFill/>
              <a:ln w="28575" cap="flat" cmpd="sng">
                <a:solidFill>
                  <a:srgbClr val="FFCC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9262" name="Line 225"/>
              <p:cNvSpPr/>
              <p:nvPr/>
            </p:nvSpPr>
            <p:spPr>
              <a:xfrm>
                <a:off x="3969" y="527"/>
                <a:ext cx="0" cy="1344"/>
              </a:xfrm>
              <a:prstGeom prst="line">
                <a:avLst/>
              </a:prstGeom>
              <a:ln w="28575" cap="flat" cmpd="sng">
                <a:solidFill>
                  <a:srgbClr val="FFCC00"/>
                </a:solidFill>
                <a:prstDash val="solid"/>
                <a:headEnd type="oval" w="med" len="med"/>
                <a:tailEnd type="oval" w="med" len="med"/>
              </a:ln>
            </p:spPr>
          </p:sp>
          <p:sp>
            <p:nvSpPr>
              <p:cNvPr id="9263" name="Line 226"/>
              <p:cNvSpPr/>
              <p:nvPr/>
            </p:nvSpPr>
            <p:spPr>
              <a:xfrm>
                <a:off x="3969" y="1162"/>
                <a:ext cx="1056" cy="0"/>
              </a:xfrm>
              <a:prstGeom prst="line">
                <a:avLst/>
              </a:prstGeom>
              <a:ln w="28575" cap="flat" cmpd="sng">
                <a:solidFill>
                  <a:srgbClr val="FFCC00"/>
                </a:solidFill>
                <a:prstDash val="solid"/>
                <a:headEnd type="oval" w="med" len="med"/>
                <a:tailEnd type="oval" w="med" len="med"/>
              </a:ln>
            </p:spPr>
          </p:sp>
          <p:sp>
            <p:nvSpPr>
              <p:cNvPr id="9264" name="Text Box 227"/>
              <p:cNvSpPr txBox="1"/>
              <p:nvPr/>
            </p:nvSpPr>
            <p:spPr>
              <a:xfrm>
                <a:off x="2562" y="1298"/>
                <a:ext cx="635"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10V</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9265" name="Text Box 228"/>
              <p:cNvSpPr txBox="1"/>
              <p:nvPr/>
            </p:nvSpPr>
            <p:spPr>
              <a:xfrm>
                <a:off x="2789" y="754"/>
                <a:ext cx="582"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3</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9266" name="Text Box 229"/>
              <p:cNvSpPr txBox="1"/>
              <p:nvPr/>
            </p:nvSpPr>
            <p:spPr>
              <a:xfrm>
                <a:off x="3520" y="572"/>
                <a:ext cx="675"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1</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9267" name="Text Box 230"/>
              <p:cNvSpPr txBox="1"/>
              <p:nvPr/>
            </p:nvSpPr>
            <p:spPr>
              <a:xfrm>
                <a:off x="4286" y="754"/>
                <a:ext cx="384" cy="327"/>
              </a:xfrm>
              <a:prstGeom prst="rect">
                <a:avLst/>
              </a:prstGeom>
              <a:noFill/>
              <a:ln w="9525">
                <a:noFill/>
              </a:ln>
            </p:spPr>
            <p:txBody>
              <a:bodyPr>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R</a:t>
                </a:r>
                <a:r>
                  <a:rPr lang="en-US" altLang="zh-CN" b="0" i="1" baseline="-25000" dirty="0">
                    <a:solidFill>
                      <a:schemeClr val="bg1"/>
                    </a:solidFill>
                    <a:latin typeface="Times New Roman" panose="02020603050405020304" pitchFamily="18" charset="0"/>
                    <a:ea typeface="宋体" panose="02010600030101010101" pitchFamily="2" charset="-122"/>
                  </a:rPr>
                  <a:t>x</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9268" name="Line 231"/>
              <p:cNvSpPr/>
              <p:nvPr/>
            </p:nvSpPr>
            <p:spPr>
              <a:xfrm flipH="1">
                <a:off x="4014" y="1162"/>
                <a:ext cx="288" cy="0"/>
              </a:xfrm>
              <a:prstGeom prst="line">
                <a:avLst/>
              </a:prstGeom>
              <a:ln w="28575" cap="flat" cmpd="sng">
                <a:solidFill>
                  <a:srgbClr val="66FFFF"/>
                </a:solidFill>
                <a:prstDash val="solid"/>
                <a:headEnd type="none" w="med" len="med"/>
                <a:tailEnd type="triangle" w="med" len="med"/>
              </a:ln>
            </p:spPr>
          </p:sp>
          <p:sp>
            <p:nvSpPr>
              <p:cNvPr id="9269" name="Text Box 232"/>
              <p:cNvSpPr txBox="1"/>
              <p:nvPr/>
            </p:nvSpPr>
            <p:spPr>
              <a:xfrm>
                <a:off x="4014" y="754"/>
                <a:ext cx="288" cy="327"/>
              </a:xfrm>
              <a:prstGeom prst="rect">
                <a:avLst/>
              </a:prstGeom>
              <a:noFill/>
              <a:ln w="9525">
                <a:noFill/>
              </a:ln>
            </p:spPr>
            <p:txBody>
              <a:bodyPr>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i="1" baseline="-25000" dirty="0">
                    <a:solidFill>
                      <a:schemeClr val="bg1"/>
                    </a:solidFill>
                    <a:latin typeface="Times New Roman" panose="02020603050405020304" pitchFamily="18" charset="0"/>
                    <a:ea typeface="宋体" panose="02010600030101010101" pitchFamily="2" charset="-122"/>
                  </a:rPr>
                  <a:t>x</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9270" name="Text Box 233"/>
              <p:cNvSpPr txBox="1"/>
              <p:nvPr/>
            </p:nvSpPr>
            <p:spPr>
              <a:xfrm>
                <a:off x="4105" y="1117"/>
                <a:ext cx="192"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9271" name="Text Box 234"/>
              <p:cNvSpPr txBox="1"/>
              <p:nvPr/>
            </p:nvSpPr>
            <p:spPr>
              <a:xfrm>
                <a:off x="4649" y="1117"/>
                <a:ext cx="288"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9272" name="Text Box 235"/>
              <p:cNvSpPr txBox="1"/>
              <p:nvPr/>
            </p:nvSpPr>
            <p:spPr>
              <a:xfrm>
                <a:off x="4377" y="1153"/>
                <a:ext cx="288" cy="327"/>
              </a:xfrm>
              <a:prstGeom prst="rect">
                <a:avLst/>
              </a:prstGeom>
              <a:noFill/>
              <a:ln w="9525">
                <a:noFill/>
              </a:ln>
            </p:spPr>
            <p:txBody>
              <a:bodyPr>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U</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9273" name="Line 236"/>
              <p:cNvSpPr/>
              <p:nvPr/>
            </p:nvSpPr>
            <p:spPr>
              <a:xfrm flipH="1">
                <a:off x="3379" y="1870"/>
                <a:ext cx="336" cy="0"/>
              </a:xfrm>
              <a:prstGeom prst="line">
                <a:avLst/>
              </a:prstGeom>
              <a:ln w="28575" cap="flat" cmpd="sng">
                <a:solidFill>
                  <a:srgbClr val="66FFFF"/>
                </a:solidFill>
                <a:prstDash val="solid"/>
                <a:headEnd type="none" w="med" len="med"/>
                <a:tailEnd type="triangle" w="med" len="med"/>
              </a:ln>
            </p:spPr>
          </p:sp>
          <p:sp>
            <p:nvSpPr>
              <p:cNvPr id="9274" name="Text Box 237"/>
              <p:cNvSpPr txBox="1"/>
              <p:nvPr/>
            </p:nvSpPr>
            <p:spPr>
              <a:xfrm>
                <a:off x="3424" y="1570"/>
                <a:ext cx="288" cy="327"/>
              </a:xfrm>
              <a:prstGeom prst="rect">
                <a:avLst/>
              </a:prstGeom>
              <a:noFill/>
              <a:ln w="9525">
                <a:noFill/>
              </a:ln>
            </p:spPr>
            <p:txBody>
              <a:bodyPr>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I</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9275" name="Text Box 238"/>
              <p:cNvSpPr txBox="1"/>
              <p:nvPr/>
            </p:nvSpPr>
            <p:spPr>
              <a:xfrm>
                <a:off x="3379" y="1207"/>
                <a:ext cx="816"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0.5</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9276" name="Text Box 239"/>
              <p:cNvSpPr txBox="1"/>
              <p:nvPr/>
            </p:nvSpPr>
            <p:spPr>
              <a:xfrm>
                <a:off x="2835" y="981"/>
                <a:ext cx="408" cy="327"/>
              </a:xfrm>
              <a:prstGeom prst="rect">
                <a:avLst/>
              </a:prstGeom>
              <a:noFill/>
              <a:ln w="9525">
                <a:noFill/>
              </a:ln>
            </p:spPr>
            <p:txBody>
              <a:bodyPr>
                <a:spAutoFit/>
              </a:bodyPr>
              <a:p>
                <a:pPr>
                  <a:spcBef>
                    <a:spcPct val="50000"/>
                  </a:spcBef>
                </a:pPr>
                <a:r>
                  <a:rPr lang="zh-CN" altLang="en-US" b="0" dirty="0">
                    <a:solidFill>
                      <a:schemeClr val="bg1"/>
                    </a:solidFill>
                    <a:latin typeface="Arial" panose="020B0604020202020204" pitchFamily="34" charset="0"/>
                    <a:ea typeface="仿宋_GB2312" pitchFamily="49" charset="-122"/>
                  </a:rPr>
                  <a:t>＋</a:t>
                </a:r>
                <a:endParaRPr lang="zh-CN" altLang="en-US" b="0" dirty="0">
                  <a:solidFill>
                    <a:schemeClr val="bg1"/>
                  </a:solidFill>
                  <a:latin typeface="Arial" panose="020B0604020202020204" pitchFamily="34" charset="0"/>
                  <a:ea typeface="仿宋_GB2312" pitchFamily="49" charset="-122"/>
                </a:endParaRPr>
              </a:p>
            </p:txBody>
          </p:sp>
          <p:sp>
            <p:nvSpPr>
              <p:cNvPr id="9277" name="Text Box 240"/>
              <p:cNvSpPr txBox="1"/>
              <p:nvPr/>
            </p:nvSpPr>
            <p:spPr>
              <a:xfrm>
                <a:off x="2835" y="1570"/>
                <a:ext cx="408" cy="327"/>
              </a:xfrm>
              <a:prstGeom prst="rect">
                <a:avLst/>
              </a:prstGeom>
              <a:noFill/>
              <a:ln w="9525">
                <a:noFill/>
              </a:ln>
            </p:spPr>
            <p:txBody>
              <a:bodyPr>
                <a:spAutoFit/>
              </a:bodyPr>
              <a:p>
                <a:pPr>
                  <a:spcBef>
                    <a:spcPct val="50000"/>
                  </a:spcBef>
                </a:pPr>
                <a:r>
                  <a:rPr lang="zh-CN" altLang="en-US" b="0" dirty="0">
                    <a:solidFill>
                      <a:schemeClr val="bg1"/>
                    </a:solidFill>
                    <a:latin typeface="Arial" panose="020B0604020202020204" pitchFamily="34" charset="0"/>
                    <a:ea typeface="仿宋_GB2312" pitchFamily="49" charset="-122"/>
                  </a:rPr>
                  <a:t>－</a:t>
                </a:r>
                <a:endParaRPr lang="zh-CN" altLang="en-US" b="0" dirty="0">
                  <a:solidFill>
                    <a:schemeClr val="bg1"/>
                  </a:solidFill>
                  <a:latin typeface="Arial" panose="020B0604020202020204" pitchFamily="34" charset="0"/>
                  <a:ea typeface="仿宋_GB2312" pitchFamily="49" charset="-122"/>
                </a:endParaRPr>
              </a:p>
            </p:txBody>
          </p:sp>
          <p:sp>
            <p:nvSpPr>
              <p:cNvPr id="9278" name="Rectangle 241"/>
              <p:cNvSpPr/>
              <p:nvPr/>
            </p:nvSpPr>
            <p:spPr>
              <a:xfrm>
                <a:off x="4966" y="1344"/>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9279" name="Rectangle 242"/>
              <p:cNvSpPr/>
              <p:nvPr/>
            </p:nvSpPr>
            <p:spPr>
              <a:xfrm>
                <a:off x="3887" y="1344"/>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9280" name="Rectangle 243"/>
              <p:cNvSpPr/>
              <p:nvPr/>
            </p:nvSpPr>
            <p:spPr>
              <a:xfrm>
                <a:off x="4966" y="663"/>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9281" name="Rectangle 244"/>
              <p:cNvSpPr/>
              <p:nvPr/>
            </p:nvSpPr>
            <p:spPr>
              <a:xfrm>
                <a:off x="3887" y="663"/>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9282" name="Rectangle 245"/>
              <p:cNvSpPr/>
              <p:nvPr/>
            </p:nvSpPr>
            <p:spPr>
              <a:xfrm>
                <a:off x="3152" y="753"/>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9283" name="Rectangle 246"/>
              <p:cNvSpPr/>
              <p:nvPr/>
            </p:nvSpPr>
            <p:spPr>
              <a:xfrm>
                <a:off x="4331" y="1071"/>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grpSp>
        <p:sp>
          <p:nvSpPr>
            <p:cNvPr id="9236" name="Rectangle 355"/>
            <p:cNvSpPr/>
            <p:nvPr/>
          </p:nvSpPr>
          <p:spPr>
            <a:xfrm>
              <a:off x="6520" y="978"/>
              <a:ext cx="6918" cy="4195"/>
            </a:xfrm>
            <a:prstGeom prst="rect">
              <a:avLst/>
            </a:prstGeom>
            <a:solidFill>
              <a:schemeClr val="bg2"/>
            </a:solidFill>
            <a:ln w="9525">
              <a:noFill/>
            </a:ln>
          </p:spPr>
          <p:txBody>
            <a:bodyPr wrap="none" anchor="ctr" anchorCtr="0"/>
            <a:p>
              <a:endParaRPr lang="zh-CN" altLang="en-US" dirty="0">
                <a:latin typeface="Arial" panose="020B0604020202020204" pitchFamily="34" charset="0"/>
              </a:endParaRPr>
            </a:p>
          </p:txBody>
        </p:sp>
        <p:sp>
          <p:nvSpPr>
            <p:cNvPr id="9237" name="Text Box 356"/>
            <p:cNvSpPr txBox="1"/>
            <p:nvPr/>
          </p:nvSpPr>
          <p:spPr>
            <a:xfrm>
              <a:off x="11918" y="3585"/>
              <a:ext cx="149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0.5</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9238" name="Text Box 357"/>
            <p:cNvSpPr txBox="1"/>
            <p:nvPr/>
          </p:nvSpPr>
          <p:spPr>
            <a:xfrm>
              <a:off x="11873" y="1770"/>
              <a:ext cx="1493"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0.5</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9239" name="Rectangle 358"/>
            <p:cNvSpPr/>
            <p:nvPr/>
          </p:nvSpPr>
          <p:spPr bwMode="auto">
            <a:xfrm>
              <a:off x="7313" y="1543"/>
              <a:ext cx="4468" cy="3175"/>
            </a:xfrm>
            <a:prstGeom prst="rect">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9240" name="Line 359"/>
            <p:cNvSpPr/>
            <p:nvPr/>
          </p:nvSpPr>
          <p:spPr bwMode="auto">
            <a:xfrm>
              <a:off x="9085" y="1543"/>
              <a:ext cx="23" cy="3175"/>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9241" name="Line 360"/>
            <p:cNvSpPr/>
            <p:nvPr/>
          </p:nvSpPr>
          <p:spPr bwMode="auto">
            <a:xfrm>
              <a:off x="9085" y="3130"/>
              <a:ext cx="2738" cy="0"/>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9242" name="Text Box 361"/>
            <p:cNvSpPr txBox="1"/>
            <p:nvPr/>
          </p:nvSpPr>
          <p:spPr>
            <a:xfrm>
              <a:off x="7930" y="1883"/>
              <a:ext cx="1753"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9243" name="Line 362"/>
            <p:cNvSpPr/>
            <p:nvPr/>
          </p:nvSpPr>
          <p:spPr>
            <a:xfrm flipH="1">
              <a:off x="9355" y="3130"/>
              <a:ext cx="680"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9244" name="Text Box 363"/>
            <p:cNvSpPr txBox="1"/>
            <p:nvPr/>
          </p:nvSpPr>
          <p:spPr>
            <a:xfrm>
              <a:off x="7360" y="1885"/>
              <a:ext cx="748"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9245" name="Text Box 364"/>
            <p:cNvSpPr txBox="1"/>
            <p:nvPr/>
          </p:nvSpPr>
          <p:spPr>
            <a:xfrm>
              <a:off x="7460" y="3583"/>
              <a:ext cx="2118"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0.5</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9246" name="Rectangle 365"/>
            <p:cNvSpPr/>
            <p:nvPr/>
          </p:nvSpPr>
          <p:spPr bwMode="auto">
            <a:xfrm>
              <a:off x="11625" y="3585"/>
              <a:ext cx="330"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9247" name="Rectangle 366"/>
            <p:cNvSpPr/>
            <p:nvPr/>
          </p:nvSpPr>
          <p:spPr bwMode="auto">
            <a:xfrm>
              <a:off x="8929" y="3470"/>
              <a:ext cx="330"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9248" name="Rectangle 367"/>
            <p:cNvSpPr/>
            <p:nvPr/>
          </p:nvSpPr>
          <p:spPr bwMode="auto">
            <a:xfrm>
              <a:off x="11625" y="1883"/>
              <a:ext cx="330"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9249" name="Rectangle 368"/>
            <p:cNvSpPr/>
            <p:nvPr/>
          </p:nvSpPr>
          <p:spPr bwMode="auto">
            <a:xfrm>
              <a:off x="8915" y="1883"/>
              <a:ext cx="330"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9250" name="Line 370"/>
            <p:cNvSpPr/>
            <p:nvPr/>
          </p:nvSpPr>
          <p:spPr>
            <a:xfrm flipV="1">
              <a:off x="7313" y="1883"/>
              <a:ext cx="0" cy="795"/>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aphicFrame>
          <p:nvGraphicFramePr>
            <p:cNvPr id="10" name="对象 9"/>
            <p:cNvGraphicFramePr/>
            <p:nvPr/>
          </p:nvGraphicFramePr>
          <p:xfrm>
            <a:off x="9545" y="2010"/>
            <a:ext cx="1929" cy="723"/>
          </p:xfrm>
          <a:graphic>
            <a:graphicData uri="http://schemas.openxmlformats.org/presentationml/2006/ole">
              <mc:AlternateContent xmlns:mc="http://schemas.openxmlformats.org/markup-compatibility/2006">
                <mc:Choice xmlns:v="urn:schemas-microsoft-com:vml" Requires="v">
                  <p:oleObj spid="_x0000_s11" name="" r:id="rId5" imgW="1118235" imgH="521335" progId="Equation.KSEE3">
                    <p:embed/>
                  </p:oleObj>
                </mc:Choice>
                <mc:Fallback>
                  <p:oleObj name="" r:id="rId5" imgW="1118235" imgH="521335" progId="Equation.KSEE3">
                    <p:embed/>
                    <p:pic>
                      <p:nvPicPr>
                        <p:cNvPr id="0" name="图片 7"/>
                        <p:cNvPicPr/>
                        <p:nvPr/>
                      </p:nvPicPr>
                      <p:blipFill>
                        <a:blip r:embed="rId6"/>
                        <a:stretch>
                          <a:fillRect/>
                        </a:stretch>
                      </p:blipFill>
                      <p:spPr>
                        <a:xfrm>
                          <a:off x="9545" y="2010"/>
                          <a:ext cx="1929" cy="723"/>
                        </a:xfrm>
                        <a:prstGeom prst="rect">
                          <a:avLst/>
                        </a:prstGeom>
                      </p:spPr>
                    </p:pic>
                  </p:oleObj>
                </mc:Fallback>
              </mc:AlternateContent>
            </a:graphicData>
          </a:graphic>
        </p:graphicFrame>
        <p:grpSp>
          <p:nvGrpSpPr>
            <p:cNvPr id="79" name="组合 78"/>
            <p:cNvGrpSpPr/>
            <p:nvPr/>
          </p:nvGrpSpPr>
          <p:grpSpPr>
            <a:xfrm>
              <a:off x="10025" y="2700"/>
              <a:ext cx="908" cy="908"/>
              <a:chOff x="505193" y="3720552"/>
              <a:chExt cx="432197" cy="432197"/>
            </a:xfrm>
            <a:solidFill>
              <a:schemeClr val="accent6">
                <a:lumMod val="40000"/>
                <a:lumOff val="60000"/>
              </a:schemeClr>
            </a:solidFill>
          </p:grpSpPr>
          <p:sp>
            <p:nvSpPr>
              <p:cNvPr id="80"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81" name="直接连接符 80"/>
              <p:cNvCxnSpPr>
                <a:stCxn id="80" idx="0"/>
                <a:endCxn id="80"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a:xfrm>
              <a:off x="6827" y="2701"/>
              <a:ext cx="908" cy="908"/>
              <a:chOff x="5907581" y="4495572"/>
              <a:chExt cx="576263" cy="576263"/>
            </a:xfrm>
          </p:grpSpPr>
          <p:sp>
            <p:nvSpPr>
              <p:cNvPr id="18"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19" name="直接连接符 18"/>
              <p:cNvCxnSpPr>
                <a:stCxn id="18" idx="4"/>
                <a:endCxn id="18"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48232"/>
                                        </p:tgtEl>
                                        <p:attrNameLst>
                                          <p:attrName>style.visibility</p:attrName>
                                        </p:attrNameLst>
                                      </p:cBhvr>
                                      <p:to>
                                        <p:strVal val="visible"/>
                                      </p:to>
                                    </p:set>
                                    <p:anim calcmode="lin" valueType="num">
                                      <p:cBhvr additive="base">
                                        <p:cTn id="7" dur="500" fill="hold"/>
                                        <p:tgtEl>
                                          <p:spTgt spid="48232"/>
                                        </p:tgtEl>
                                        <p:attrNameLst>
                                          <p:attrName>ppt_x</p:attrName>
                                        </p:attrNameLst>
                                      </p:cBhvr>
                                      <p:tavLst>
                                        <p:tav tm="0">
                                          <p:val>
                                            <p:strVal val="0-#ppt_w/2"/>
                                          </p:val>
                                        </p:tav>
                                        <p:tav tm="100000">
                                          <p:val>
                                            <p:strVal val="#ppt_x"/>
                                          </p:val>
                                        </p:tav>
                                      </p:tavLst>
                                    </p:anim>
                                    <p:anim calcmode="lin" valueType="num">
                                      <p:cBhvr additive="base">
                                        <p:cTn id="8" dur="500" fill="hold"/>
                                        <p:tgtEl>
                                          <p:spTgt spid="4823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5"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p:cTn id="13" dur="1000" fill="hold"/>
                                        <p:tgtEl>
                                          <p:spTgt spid="14"/>
                                        </p:tgtEl>
                                        <p:attrNameLst>
                                          <p:attrName>ppt_w</p:attrName>
                                        </p:attrNameLst>
                                      </p:cBhvr>
                                      <p:tavLst>
                                        <p:tav tm="0">
                                          <p:val>
                                            <p:fltVal val="0"/>
                                          </p:val>
                                        </p:tav>
                                        <p:tav tm="100000">
                                          <p:val>
                                            <p:strVal val="#ppt_w"/>
                                          </p:val>
                                        </p:tav>
                                      </p:tavLst>
                                    </p:anim>
                                    <p:anim calcmode="lin" valueType="num">
                                      <p:cBhvr>
                                        <p:cTn id="14" dur="1000" fill="hold"/>
                                        <p:tgtEl>
                                          <p:spTgt spid="14"/>
                                        </p:tgtEl>
                                        <p:attrNameLst>
                                          <p:attrName>ppt_h</p:attrName>
                                        </p:attrNameLst>
                                      </p:cBhvr>
                                      <p:tavLst>
                                        <p:tav tm="0">
                                          <p:val>
                                            <p:fltVal val="0"/>
                                          </p:val>
                                        </p:tav>
                                        <p:tav tm="100000">
                                          <p:val>
                                            <p:strVal val="#ppt_h"/>
                                          </p:val>
                                        </p:tav>
                                      </p:tavLst>
                                    </p:anim>
                                    <p:anim calcmode="lin" valueType="num">
                                      <p:cBhvr>
                                        <p:cTn id="15" dur="1000" fill="hold"/>
                                        <p:tgtEl>
                                          <p:spTgt spid="14"/>
                                        </p:tgtEl>
                                        <p:attrNameLst>
                                          <p:attrName>ppt_x</p:attrName>
                                        </p:attrNameLst>
                                      </p:cBhvr>
                                      <p:tavLst>
                                        <p:tav tm="0" fmla="#ppt_x+(cos(-2*pi*(1-$))*-#ppt_x-sin(-2*pi*(1-$))*(1-#ppt_y))*(1-$)">
                                          <p:val>
                                            <p:fltVal val="0"/>
                                          </p:val>
                                        </p:tav>
                                        <p:tav tm="100000">
                                          <p:val>
                                            <p:fltVal val="1"/>
                                          </p:val>
                                        </p:tav>
                                      </p:tavLst>
                                    </p:anim>
                                    <p:anim calcmode="lin" valueType="num">
                                      <p:cBhvr>
                                        <p:cTn id="16" dur="1000" fill="hold"/>
                                        <p:tgtEl>
                                          <p:spTgt spid="14"/>
                                        </p:tgtEl>
                                        <p:attrNameLst>
                                          <p:attrName>ppt_y</p:attrName>
                                        </p:attrNameLst>
                                      </p:cBhvr>
                                      <p:tavLst>
                                        <p:tav tm="0" fmla="#ppt_y+(sin(-2*pi*(1-$))*-#ppt_x+cos(-2*pi*(1-$))*(1-#ppt_y))*(1-$)">
                                          <p:val>
                                            <p:fltVal val="0"/>
                                          </p:val>
                                        </p:tav>
                                        <p:tav tm="100000">
                                          <p:val>
                                            <p:fltVal val="1"/>
                                          </p:val>
                                        </p:tav>
                                      </p:tavLst>
                                    </p:anim>
                                  </p:childTnLst>
                                </p:cTn>
                              </p:par>
                            </p:childTnLst>
                          </p:cTn>
                        </p:par>
                        <p:par>
                          <p:cTn id="17" fill="hold">
                            <p:stCondLst>
                              <p:cond delay="1000"/>
                            </p:stCondLst>
                            <p:childTnLst>
                              <p:par>
                                <p:cTn id="18" presetID="22" presetClass="entr" presetSubtype="4" fill="hold" nodeType="after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wipe(down)">
                                      <p:cBhvr>
                                        <p:cTn id="20" dur="500"/>
                                        <p:tgtEl>
                                          <p:spTgt spid="21"/>
                                        </p:tgtEl>
                                      </p:cBhvr>
                                    </p:animEffect>
                                  </p:childTnLst>
                                </p:cTn>
                              </p:par>
                            </p:childTnLst>
                          </p:cTn>
                        </p:par>
                        <p:par>
                          <p:cTn id="21" fill="hold">
                            <p:stCondLst>
                              <p:cond delay="1500"/>
                            </p:stCondLst>
                            <p:childTnLst>
                              <p:par>
                                <p:cTn id="22" presetID="3" presetClass="entr" presetSubtype="10" fill="hold" nodeType="after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blinds(horizontal)">
                                      <p:cBhvr>
                                        <p:cTn id="24" dur="500"/>
                                        <p:tgtEl>
                                          <p:spTgt spid="4"/>
                                        </p:tgtEl>
                                      </p:cBhvr>
                                    </p:animEffect>
                                  </p:childTnLst>
                                </p:cTn>
                              </p:par>
                            </p:childTnLst>
                          </p:cTn>
                        </p:par>
                        <p:par>
                          <p:cTn id="25" fill="hold">
                            <p:stCondLst>
                              <p:cond delay="2000"/>
                            </p:stCondLst>
                            <p:childTnLst>
                              <p:par>
                                <p:cTn id="26" presetID="22" presetClass="entr" presetSubtype="8" fill="hold" grpId="0" nodeType="afterEffect">
                                  <p:stCondLst>
                                    <p:cond delay="1000"/>
                                  </p:stCondLst>
                                  <p:childTnLst>
                                    <p:set>
                                      <p:cBhvr>
                                        <p:cTn id="27" dur="1" fill="hold">
                                          <p:stCondLst>
                                            <p:cond delay="0"/>
                                          </p:stCondLst>
                                        </p:cTn>
                                        <p:tgtEl>
                                          <p:spTgt spid="48137"/>
                                        </p:tgtEl>
                                        <p:attrNameLst>
                                          <p:attrName>style.visibility</p:attrName>
                                        </p:attrNameLst>
                                      </p:cBhvr>
                                      <p:to>
                                        <p:strVal val="visible"/>
                                      </p:to>
                                    </p:set>
                                    <p:animEffect transition="in" filter="wipe(left)">
                                      <p:cBhvr>
                                        <p:cTn id="28" dur="1000"/>
                                        <p:tgtEl>
                                          <p:spTgt spid="48137"/>
                                        </p:tgtEl>
                                      </p:cBhvr>
                                    </p:animEffect>
                                  </p:childTnLst>
                                </p:cTn>
                              </p:par>
                            </p:childTnLst>
                          </p:cTn>
                        </p:par>
                      </p:childTnLst>
                    </p:cTn>
                  </p:par>
                  <p:par>
                    <p:cTn id="29" fill="hold">
                      <p:stCondLst>
                        <p:cond delay="indefinite"/>
                      </p:stCondLst>
                      <p:childTnLst>
                        <p:par>
                          <p:cTn id="30" fill="hold">
                            <p:stCondLst>
                              <p:cond delay="0"/>
                            </p:stCondLst>
                            <p:childTnLst>
                              <p:par>
                                <p:cTn id="31" presetID="15" presetClass="entr" presetSubtype="0" fill="hold" grpId="1" nodeType="clickEffect">
                                  <p:stCondLst>
                                    <p:cond delay="0"/>
                                  </p:stCondLst>
                                  <p:childTnLst>
                                    <p:set>
                                      <p:cBhvr>
                                        <p:cTn id="32" dur="1" fill="hold">
                                          <p:stCondLst>
                                            <p:cond delay="0"/>
                                          </p:stCondLst>
                                        </p:cTn>
                                        <p:tgtEl>
                                          <p:spTgt spid="15"/>
                                        </p:tgtEl>
                                        <p:attrNameLst>
                                          <p:attrName>style.visibility</p:attrName>
                                        </p:attrNameLst>
                                      </p:cBhvr>
                                      <p:to>
                                        <p:strVal val="visible"/>
                                      </p:to>
                                    </p:set>
                                    <p:anim calcmode="lin" valueType="num">
                                      <p:cBhvr>
                                        <p:cTn id="33" dur="1000" fill="hold"/>
                                        <p:tgtEl>
                                          <p:spTgt spid="15"/>
                                        </p:tgtEl>
                                        <p:attrNameLst>
                                          <p:attrName>ppt_w</p:attrName>
                                        </p:attrNameLst>
                                      </p:cBhvr>
                                      <p:tavLst>
                                        <p:tav tm="0">
                                          <p:val>
                                            <p:fltVal val="0"/>
                                          </p:val>
                                        </p:tav>
                                        <p:tav tm="100000">
                                          <p:val>
                                            <p:strVal val="#ppt_w"/>
                                          </p:val>
                                        </p:tav>
                                      </p:tavLst>
                                    </p:anim>
                                    <p:anim calcmode="lin" valueType="num">
                                      <p:cBhvr>
                                        <p:cTn id="34" dur="1000" fill="hold"/>
                                        <p:tgtEl>
                                          <p:spTgt spid="15"/>
                                        </p:tgtEl>
                                        <p:attrNameLst>
                                          <p:attrName>ppt_h</p:attrName>
                                        </p:attrNameLst>
                                      </p:cBhvr>
                                      <p:tavLst>
                                        <p:tav tm="0">
                                          <p:val>
                                            <p:fltVal val="0"/>
                                          </p:val>
                                        </p:tav>
                                        <p:tav tm="100000">
                                          <p:val>
                                            <p:strVal val="#ppt_h"/>
                                          </p:val>
                                        </p:tav>
                                      </p:tavLst>
                                    </p:anim>
                                    <p:anim calcmode="lin" valueType="num">
                                      <p:cBhvr>
                                        <p:cTn id="35" dur="1000" fill="hold"/>
                                        <p:tgtEl>
                                          <p:spTgt spid="15"/>
                                        </p:tgtEl>
                                        <p:attrNameLst>
                                          <p:attrName>ppt_x</p:attrName>
                                        </p:attrNameLst>
                                      </p:cBhvr>
                                      <p:tavLst>
                                        <p:tav tm="0" fmla="#ppt_x+(cos(-2*pi*(1-$))*-#ppt_x-sin(-2*pi*(1-$))*(1-#ppt_y))*(1-$)">
                                          <p:val>
                                            <p:fltVal val="0"/>
                                          </p:val>
                                        </p:tav>
                                        <p:tav tm="100000">
                                          <p:val>
                                            <p:fltVal val="1"/>
                                          </p:val>
                                        </p:tav>
                                      </p:tavLst>
                                    </p:anim>
                                    <p:anim calcmode="lin" valueType="num">
                                      <p:cBhvr>
                                        <p:cTn id="36" dur="1000" fill="hold"/>
                                        <p:tgtEl>
                                          <p:spTgt spid="15"/>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7" fill="hold">
                      <p:stCondLst>
                        <p:cond delay="indefinite"/>
                      </p:stCondLst>
                      <p:childTnLst>
                        <p:par>
                          <p:cTn id="38" fill="hold">
                            <p:stCondLst>
                              <p:cond delay="0"/>
                            </p:stCondLst>
                            <p:childTnLst>
                              <p:par>
                                <p:cTn id="39" presetID="4" presetClass="entr" presetSubtype="32" fill="hold" grpId="0" nodeType="clickEffect">
                                  <p:stCondLst>
                                    <p:cond delay="0"/>
                                  </p:stCondLst>
                                  <p:childTnLst>
                                    <p:set>
                                      <p:cBhvr>
                                        <p:cTn id="40" dur="1" fill="hold">
                                          <p:stCondLst>
                                            <p:cond delay="0"/>
                                          </p:stCondLst>
                                        </p:cTn>
                                        <p:tgtEl>
                                          <p:spTgt spid="48237"/>
                                        </p:tgtEl>
                                        <p:attrNameLst>
                                          <p:attrName>style.visibility</p:attrName>
                                        </p:attrNameLst>
                                      </p:cBhvr>
                                      <p:to>
                                        <p:strVal val="visible"/>
                                      </p:to>
                                    </p:set>
                                    <p:animEffect transition="in" filter="box(out)">
                                      <p:cBhvr>
                                        <p:cTn id="41" dur="500"/>
                                        <p:tgtEl>
                                          <p:spTgt spid="48237"/>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499"/>
                                          </p:stCondLst>
                                        </p:cTn>
                                        <p:tgtEl>
                                          <p:spTgt spid="48242"/>
                                        </p:tgtEl>
                                        <p:attrNameLst>
                                          <p:attrName>style.visibility</p:attrName>
                                        </p:attrNameLst>
                                      </p:cBhvr>
                                      <p:to>
                                        <p:strVal val="visible"/>
                                      </p:to>
                                    </p:set>
                                  </p:childTnLst>
                                </p:cTn>
                              </p:par>
                            </p:childTnLst>
                          </p:cTn>
                        </p:par>
                        <p:par>
                          <p:cTn id="46" fill="hold">
                            <p:stCondLst>
                              <p:cond delay="500"/>
                            </p:stCondLst>
                            <p:childTnLst>
                              <p:par>
                                <p:cTn id="47" presetID="22" presetClass="entr" presetSubtype="8" fill="hold" nodeType="after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wipe(left)">
                                      <p:cBhvr>
                                        <p:cTn id="49" dur="500"/>
                                        <p:tgtEl>
                                          <p:spTgt spid="20"/>
                                        </p:tgtEl>
                                      </p:cBhvr>
                                    </p:animEffect>
                                  </p:childTnLst>
                                </p:cTn>
                              </p:par>
                            </p:childTnLst>
                          </p:cTn>
                        </p:par>
                        <p:par>
                          <p:cTn id="50" fill="hold">
                            <p:stCondLst>
                              <p:cond delay="1000"/>
                            </p:stCondLst>
                            <p:childTnLst>
                              <p:par>
                                <p:cTn id="51" presetID="23" presetClass="entr" presetSubtype="32" fill="hold" grpId="0" nodeType="afterEffect">
                                  <p:stCondLst>
                                    <p:cond delay="0"/>
                                  </p:stCondLst>
                                  <p:childTnLst>
                                    <p:set>
                                      <p:cBhvr>
                                        <p:cTn id="52" dur="1" fill="hold">
                                          <p:stCondLst>
                                            <p:cond delay="0"/>
                                          </p:stCondLst>
                                        </p:cTn>
                                        <p:tgtEl>
                                          <p:spTgt spid="48243"/>
                                        </p:tgtEl>
                                        <p:attrNameLst>
                                          <p:attrName>style.visibility</p:attrName>
                                        </p:attrNameLst>
                                      </p:cBhvr>
                                      <p:to>
                                        <p:strVal val="visible"/>
                                      </p:to>
                                    </p:set>
                                    <p:anim calcmode="lin" valueType="num">
                                      <p:cBhvr>
                                        <p:cTn id="53" dur="500" fill="hold"/>
                                        <p:tgtEl>
                                          <p:spTgt spid="48243"/>
                                        </p:tgtEl>
                                        <p:attrNameLst>
                                          <p:attrName>ppt_w</p:attrName>
                                        </p:attrNameLst>
                                      </p:cBhvr>
                                      <p:tavLst>
                                        <p:tav tm="0">
                                          <p:val>
                                            <p:strVal val="4*#ppt_w"/>
                                          </p:val>
                                        </p:tav>
                                        <p:tav tm="100000">
                                          <p:val>
                                            <p:strVal val="#ppt_w"/>
                                          </p:val>
                                        </p:tav>
                                      </p:tavLst>
                                    </p:anim>
                                    <p:anim calcmode="lin" valueType="num">
                                      <p:cBhvr>
                                        <p:cTn id="54" dur="500" fill="hold"/>
                                        <p:tgtEl>
                                          <p:spTgt spid="48243"/>
                                        </p:tgtEl>
                                        <p:attrNameLst>
                                          <p:attrName>ppt_h</p:attrName>
                                        </p:attrNameLst>
                                      </p:cBhvr>
                                      <p:tavLst>
                                        <p:tav tm="0">
                                          <p:val>
                                            <p:strVal val="4*#ppt_h"/>
                                          </p:val>
                                        </p:tav>
                                        <p:tav tm="100000">
                                          <p:val>
                                            <p:strVal val="#ppt_h"/>
                                          </p:val>
                                        </p:tav>
                                      </p:tavLst>
                                    </p:anim>
                                  </p:childTnLst>
                                </p:cTn>
                              </p:par>
                            </p:childTnLst>
                          </p:cTn>
                        </p:par>
                        <p:par>
                          <p:cTn id="55" fill="hold">
                            <p:stCondLst>
                              <p:cond delay="1500"/>
                            </p:stCondLst>
                            <p:childTnLst>
                              <p:par>
                                <p:cTn id="56" presetID="22" presetClass="entr" presetSubtype="8" fill="hold" nodeType="afterEffect">
                                  <p:stCondLst>
                                    <p:cond delay="0"/>
                                  </p:stCondLst>
                                  <p:childTnLst>
                                    <p:set>
                                      <p:cBhvr>
                                        <p:cTn id="57" dur="1" fill="hold">
                                          <p:stCondLst>
                                            <p:cond delay="0"/>
                                          </p:stCondLst>
                                        </p:cTn>
                                        <p:tgtEl>
                                          <p:spTgt spid="6"/>
                                        </p:tgtEl>
                                        <p:attrNameLst>
                                          <p:attrName>style.visibility</p:attrName>
                                        </p:attrNameLst>
                                      </p:cBhvr>
                                      <p:to>
                                        <p:strVal val="visible"/>
                                      </p:to>
                                    </p:set>
                                    <p:animEffect transition="in" filter="wipe(left)">
                                      <p:cBhvr>
                                        <p:cTn id="5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7" grpId="0"/>
      <p:bldP spid="48232" grpId="0"/>
      <p:bldP spid="48237" grpId="0"/>
      <p:bldP spid="48242" grpId="0"/>
      <p:bldP spid="48243" grpId="0"/>
      <p:bldP spid="14" grpId="0" bldLvl="0" animBg="1"/>
      <p:bldP spid="15"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4-2 替代定理</a:t>
            </a:r>
            <a:endParaRPr lang="zh-CN" altLang="en-US"/>
          </a:p>
        </p:txBody>
      </p:sp>
      <p:grpSp>
        <p:nvGrpSpPr>
          <p:cNvPr id="3" name="组合 2"/>
          <p:cNvGrpSpPr/>
          <p:nvPr/>
        </p:nvGrpSpPr>
        <p:grpSpPr>
          <a:xfrm>
            <a:off x="4553585" y="1101090"/>
            <a:ext cx="3660775" cy="2089150"/>
            <a:chOff x="7126" y="1090"/>
            <a:chExt cx="5765" cy="3290"/>
          </a:xfrm>
        </p:grpSpPr>
        <p:sp>
          <p:nvSpPr>
            <p:cNvPr id="10254" name="Text Box 165"/>
            <p:cNvSpPr txBox="1"/>
            <p:nvPr/>
          </p:nvSpPr>
          <p:spPr>
            <a:xfrm>
              <a:off x="7140" y="3198"/>
              <a:ext cx="2118"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0.5</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0256" name="Line 167"/>
            <p:cNvSpPr/>
            <p:nvPr/>
          </p:nvSpPr>
          <p:spPr bwMode="auto">
            <a:xfrm>
              <a:off x="7281" y="1160"/>
              <a:ext cx="1285" cy="0"/>
            </a:xfrm>
            <a:prstGeom prst="line">
              <a:avLst/>
            </a:prstGeom>
            <a:noFill/>
            <a:ln w="19050" cap="sq">
              <a:solidFill>
                <a:schemeClr val="tx2">
                  <a:lumMod val="75000"/>
                </a:schemeClr>
              </a:solidFill>
              <a:round/>
              <a:headEnd type="none" w="med" len="med"/>
              <a:tailEnd type="oval" w="med" len="med"/>
            </a:ln>
            <a:effectLst>
              <a:outerShdw blurRad="50800" dist="38100" dir="2700000" algn="tl" rotWithShape="0">
                <a:prstClr val="black">
                  <a:alpha val="40000"/>
                </a:prstClr>
              </a:outerShdw>
            </a:effectLst>
          </p:spPr>
        </p:sp>
        <p:sp>
          <p:nvSpPr>
            <p:cNvPr id="10257" name="Line 168"/>
            <p:cNvSpPr/>
            <p:nvPr/>
          </p:nvSpPr>
          <p:spPr bwMode="auto">
            <a:xfrm>
              <a:off x="7396" y="4321"/>
              <a:ext cx="1133" cy="0"/>
            </a:xfrm>
            <a:prstGeom prst="line">
              <a:avLst/>
            </a:prstGeom>
            <a:noFill/>
            <a:ln w="19050" cap="sq">
              <a:solidFill>
                <a:schemeClr val="tx2">
                  <a:lumMod val="75000"/>
                </a:schemeClr>
              </a:solidFill>
              <a:round/>
              <a:headEnd type="none" w="med" len="med"/>
              <a:tailEnd type="oval" w="med" len="med"/>
            </a:ln>
            <a:effectLst>
              <a:outerShdw blurRad="50800" dist="38100" dir="2700000" algn="tl" rotWithShape="0">
                <a:prstClr val="black">
                  <a:alpha val="40000"/>
                </a:prstClr>
              </a:outerShdw>
            </a:effectLst>
          </p:spPr>
        </p:sp>
        <p:sp>
          <p:nvSpPr>
            <p:cNvPr id="10258" name="Oval 169"/>
            <p:cNvSpPr/>
            <p:nvPr/>
          </p:nvSpPr>
          <p:spPr bwMode="auto">
            <a:xfrm>
              <a:off x="7281" y="4223"/>
              <a:ext cx="158" cy="157"/>
            </a:xfrm>
            <a:prstGeom prst="ellips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anchor="ctr" anchorCtr="0"/>
            <a:p>
              <a:endParaRPr lang="zh-CN" altLang="en-US" dirty="0">
                <a:solidFill>
                  <a:schemeClr val="tx1"/>
                </a:solidFill>
                <a:latin typeface="Arial" panose="020B0604020202020204" pitchFamily="34" charset="0"/>
              </a:endParaRPr>
            </a:p>
          </p:txBody>
        </p:sp>
        <p:sp>
          <p:nvSpPr>
            <p:cNvPr id="10260" name="Text Box 171"/>
            <p:cNvSpPr txBox="1"/>
            <p:nvPr/>
          </p:nvSpPr>
          <p:spPr>
            <a:xfrm>
              <a:off x="11396" y="3203"/>
              <a:ext cx="1495"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0.5</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0261" name="Text Box 172"/>
            <p:cNvSpPr txBox="1"/>
            <p:nvPr/>
          </p:nvSpPr>
          <p:spPr>
            <a:xfrm>
              <a:off x="11396" y="1390"/>
              <a:ext cx="1493"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0.5</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0262" name="Rectangle 173"/>
            <p:cNvSpPr/>
            <p:nvPr/>
          </p:nvSpPr>
          <p:spPr bwMode="auto">
            <a:xfrm>
              <a:off x="8528" y="1158"/>
              <a:ext cx="2685" cy="3175"/>
            </a:xfrm>
            <a:prstGeom prst="rect">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0263" name="Line 174"/>
            <p:cNvSpPr/>
            <p:nvPr/>
          </p:nvSpPr>
          <p:spPr bwMode="auto">
            <a:xfrm flipV="1">
              <a:off x="8528" y="2745"/>
              <a:ext cx="2695" cy="2"/>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10264" name="Text Box 175"/>
            <p:cNvSpPr txBox="1"/>
            <p:nvPr/>
          </p:nvSpPr>
          <p:spPr>
            <a:xfrm>
              <a:off x="7331" y="1498"/>
              <a:ext cx="1753"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0265" name="Line 176"/>
            <p:cNvSpPr/>
            <p:nvPr/>
          </p:nvSpPr>
          <p:spPr>
            <a:xfrm flipH="1">
              <a:off x="8673" y="2750"/>
              <a:ext cx="795"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10266" name="Rectangle 177"/>
            <p:cNvSpPr/>
            <p:nvPr/>
          </p:nvSpPr>
          <p:spPr bwMode="auto">
            <a:xfrm>
              <a:off x="11057" y="3214"/>
              <a:ext cx="330"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0267" name="Rectangle 178"/>
            <p:cNvSpPr/>
            <p:nvPr/>
          </p:nvSpPr>
          <p:spPr bwMode="auto">
            <a:xfrm>
              <a:off x="8357" y="3085"/>
              <a:ext cx="330"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0268" name="Rectangle 179"/>
            <p:cNvSpPr/>
            <p:nvPr/>
          </p:nvSpPr>
          <p:spPr bwMode="auto">
            <a:xfrm>
              <a:off x="11071" y="1498"/>
              <a:ext cx="330"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0269" name="Rectangle 180"/>
            <p:cNvSpPr/>
            <p:nvPr/>
          </p:nvSpPr>
          <p:spPr bwMode="auto">
            <a:xfrm>
              <a:off x="8357" y="1498"/>
              <a:ext cx="330"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0271" name="Text Box 185"/>
            <p:cNvSpPr txBox="1"/>
            <p:nvPr/>
          </p:nvSpPr>
          <p:spPr>
            <a:xfrm>
              <a:off x="9356" y="3090"/>
              <a:ext cx="1360" cy="817"/>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10272" name="Text Box 186"/>
            <p:cNvSpPr txBox="1"/>
            <p:nvPr/>
          </p:nvSpPr>
          <p:spPr>
            <a:xfrm>
              <a:off x="8901" y="2725"/>
              <a:ext cx="400"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0273" name="Text Box 187"/>
            <p:cNvSpPr txBox="1"/>
            <p:nvPr/>
          </p:nvSpPr>
          <p:spPr>
            <a:xfrm>
              <a:off x="10263" y="2750"/>
              <a:ext cx="605"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graphicFrame>
          <p:nvGraphicFramePr>
            <p:cNvPr id="6" name="对象 5"/>
            <p:cNvGraphicFramePr/>
            <p:nvPr/>
          </p:nvGraphicFramePr>
          <p:xfrm>
            <a:off x="8900" y="1275"/>
            <a:ext cx="994" cy="1249"/>
          </p:xfrm>
          <a:graphic>
            <a:graphicData uri="http://schemas.openxmlformats.org/presentationml/2006/ole">
              <mc:AlternateContent xmlns:mc="http://schemas.openxmlformats.org/markup-compatibility/2006">
                <mc:Choice xmlns:v="urn:schemas-microsoft-com:vml" Requires="v">
                  <p:oleObj spid="_x0000_s7" name="" r:id="rId1" imgW="637540" imgH="837565" progId="Equation.KSEE3">
                    <p:embed/>
                  </p:oleObj>
                </mc:Choice>
                <mc:Fallback>
                  <p:oleObj name="" r:id="rId1" imgW="637540" imgH="837565" progId="Equation.KSEE3">
                    <p:embed/>
                    <p:pic>
                      <p:nvPicPr>
                        <p:cNvPr id="0" name="图片 6"/>
                        <p:cNvPicPr/>
                        <p:nvPr/>
                      </p:nvPicPr>
                      <p:blipFill>
                        <a:blip r:embed="rId2"/>
                        <a:stretch>
                          <a:fillRect/>
                        </a:stretch>
                      </p:blipFill>
                      <p:spPr>
                        <a:xfrm>
                          <a:off x="8900" y="1275"/>
                          <a:ext cx="994" cy="1249"/>
                        </a:xfrm>
                        <a:prstGeom prst="rect">
                          <a:avLst/>
                        </a:prstGeom>
                      </p:spPr>
                    </p:pic>
                  </p:oleObj>
                </mc:Fallback>
              </mc:AlternateContent>
            </a:graphicData>
          </a:graphic>
        </p:graphicFrame>
        <p:grpSp>
          <p:nvGrpSpPr>
            <p:cNvPr id="79" name="组合 78"/>
            <p:cNvGrpSpPr/>
            <p:nvPr/>
          </p:nvGrpSpPr>
          <p:grpSpPr>
            <a:xfrm>
              <a:off x="9468" y="2315"/>
              <a:ext cx="908" cy="908"/>
              <a:chOff x="505193" y="3720552"/>
              <a:chExt cx="432197" cy="432197"/>
            </a:xfrm>
            <a:solidFill>
              <a:schemeClr val="accent6">
                <a:lumMod val="40000"/>
                <a:lumOff val="60000"/>
              </a:schemeClr>
            </a:solidFill>
          </p:grpSpPr>
          <p:sp>
            <p:nvSpPr>
              <p:cNvPr id="80"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81" name="直接连接符 80"/>
              <p:cNvCxnSpPr>
                <a:stCxn id="80" idx="0"/>
                <a:endCxn id="80"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259" name="Oval 170"/>
            <p:cNvSpPr/>
            <p:nvPr/>
          </p:nvSpPr>
          <p:spPr bwMode="auto">
            <a:xfrm>
              <a:off x="7126" y="1090"/>
              <a:ext cx="158" cy="157"/>
            </a:xfrm>
            <a:prstGeom prst="ellips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grpSp>
      <p:grpSp>
        <p:nvGrpSpPr>
          <p:cNvPr id="4" name="组合 3"/>
          <p:cNvGrpSpPr/>
          <p:nvPr/>
        </p:nvGrpSpPr>
        <p:grpSpPr>
          <a:xfrm>
            <a:off x="948055" y="1147445"/>
            <a:ext cx="2755900" cy="2016125"/>
            <a:chOff x="1529" y="1163"/>
            <a:chExt cx="4340" cy="3175"/>
          </a:xfrm>
        </p:grpSpPr>
        <p:sp>
          <p:nvSpPr>
            <p:cNvPr id="10276" name="Freeform 142"/>
            <p:cNvSpPr/>
            <p:nvPr/>
          </p:nvSpPr>
          <p:spPr bwMode="auto">
            <a:xfrm>
              <a:off x="5108" y="2750"/>
              <a:ext cx="620" cy="3"/>
            </a:xfrm>
            <a:custGeom>
              <a:avLst/>
              <a:gdLst>
                <a:gd name="txL" fmla="*/ 0 w 240"/>
                <a:gd name="txT" fmla="*/ 0 h 1"/>
                <a:gd name="txR" fmla="*/ 240 w 240"/>
                <a:gd name="txB" fmla="*/ 1 h 1"/>
              </a:gdLst>
              <a:ahLst/>
              <a:cxnLst>
                <a:cxn ang="0">
                  <a:pos x="0" y="0"/>
                </a:cxn>
                <a:cxn ang="0">
                  <a:pos x="248" y="0"/>
                </a:cxn>
              </a:cxnLst>
              <a:rect l="txL" t="txT" r="txR" b="txB"/>
              <a:pathLst>
                <a:path w="240" h="1">
                  <a:moveTo>
                    <a:pt x="0" y="0"/>
                  </a:moveTo>
                  <a:lnTo>
                    <a:pt x="240" y="0"/>
                  </a:lnTo>
                </a:path>
              </a:pathLst>
            </a:custGeom>
            <a:noFill/>
            <a:ln w="19050" cap="sq">
              <a:solidFill>
                <a:schemeClr val="tx2">
                  <a:lumMod val="75000"/>
                </a:schemeClr>
              </a:solidFill>
              <a:round/>
              <a:headEnd type="none" w="med" len="med"/>
              <a:tailEnd type="oval"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0277" name="Text Box 143"/>
            <p:cNvSpPr txBox="1"/>
            <p:nvPr/>
          </p:nvSpPr>
          <p:spPr>
            <a:xfrm>
              <a:off x="3685" y="2523"/>
              <a:ext cx="41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0278" name="Text Box 144"/>
            <p:cNvSpPr txBox="1"/>
            <p:nvPr/>
          </p:nvSpPr>
          <p:spPr>
            <a:xfrm>
              <a:off x="4933" y="2635"/>
              <a:ext cx="476" cy="588"/>
            </a:xfrm>
            <a:prstGeom prst="rect">
              <a:avLst/>
            </a:prstGeom>
            <a:noFill/>
            <a:ln w="9525">
              <a:noFill/>
            </a:ln>
          </p:spPr>
          <p:txBody>
            <a:bodyPr wrap="square">
              <a:no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0279" name="Text Box 145"/>
            <p:cNvSpPr txBox="1"/>
            <p:nvPr/>
          </p:nvSpPr>
          <p:spPr>
            <a:xfrm>
              <a:off x="4140" y="2635"/>
              <a:ext cx="1268" cy="725"/>
            </a:xfrm>
            <a:prstGeom prst="rect">
              <a:avLst/>
            </a:prstGeom>
            <a:noFill/>
            <a:ln w="9525">
              <a:noFill/>
            </a:ln>
          </p:spPr>
          <p:txBody>
            <a:bodyPr wrap="square">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10280" name="Freeform 146"/>
            <p:cNvSpPr/>
            <p:nvPr/>
          </p:nvSpPr>
          <p:spPr>
            <a:xfrm flipV="1">
              <a:off x="3685" y="2633"/>
              <a:ext cx="340" cy="120"/>
            </a:xfrm>
            <a:custGeom>
              <a:avLst/>
              <a:gdLst>
                <a:gd name="txL" fmla="*/ 0 w 222"/>
                <a:gd name="txT" fmla="*/ 0 h 1"/>
                <a:gd name="txR" fmla="*/ 222 w 222"/>
                <a:gd name="txB" fmla="*/ 1 h 1"/>
              </a:gdLst>
              <a:ahLst/>
              <a:cxnLst>
                <a:cxn ang="0">
                  <a:pos x="0" y="0"/>
                </a:cxn>
                <a:cxn ang="0">
                  <a:pos x="136" y="0"/>
                </a:cxn>
              </a:cxnLst>
              <a:rect l="txL" t="txT" r="txR" b="txB"/>
              <a:pathLst>
                <a:path w="222" h="1">
                  <a:moveTo>
                    <a:pt x="0" y="0"/>
                  </a:moveTo>
                  <a:lnTo>
                    <a:pt x="222" y="0"/>
                  </a:lnTo>
                </a:path>
              </a:pathLst>
            </a:custGeom>
            <a:noFill/>
            <a:ln w="28575" cap="flat" cmpd="sng">
              <a:solidFill>
                <a:schemeClr val="tx2">
                  <a:lumMod val="75000"/>
                </a:schemeClr>
              </a:solidFill>
              <a:prstDash val="solid"/>
              <a:round/>
              <a:headEnd type="oval" w="med" len="med"/>
              <a:tailEnd type="none" w="med" len="med"/>
            </a:ln>
          </p:spPr>
          <p:txBody>
            <a:bodyPr wrap="none" anchor="ctr" anchorCtr="0"/>
            <a:p>
              <a:endParaRPr lang="zh-CN" altLang="en-US" dirty="0">
                <a:solidFill>
                  <a:schemeClr val="tx1"/>
                </a:solidFill>
                <a:latin typeface="Arial" panose="020B0604020202020204" pitchFamily="34" charset="0"/>
              </a:endParaRPr>
            </a:p>
          </p:txBody>
        </p:sp>
        <p:sp>
          <p:nvSpPr>
            <p:cNvPr id="10281" name="Oval 147"/>
            <p:cNvSpPr/>
            <p:nvPr/>
          </p:nvSpPr>
          <p:spPr bwMode="auto">
            <a:xfrm>
              <a:off x="4025" y="2663"/>
              <a:ext cx="188" cy="183"/>
            </a:xfrm>
            <a:prstGeom prst="ellips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0282" name="Oval 148"/>
            <p:cNvSpPr/>
            <p:nvPr/>
          </p:nvSpPr>
          <p:spPr>
            <a:xfrm>
              <a:off x="4933" y="2635"/>
              <a:ext cx="190" cy="183"/>
            </a:xfrm>
            <a:prstGeom prst="ellipse">
              <a:avLst/>
            </a:prstGeom>
            <a:noFill/>
            <a:ln w="19050" cap="flat" cmpd="sng">
              <a:solidFill>
                <a:schemeClr val="tx2">
                  <a:lumMod val="75000"/>
                </a:schemeClr>
              </a:solidFill>
              <a:prstDash val="solid"/>
              <a:headEnd type="none" w="med" len="med"/>
              <a:tailEnd type="none" w="med" len="med"/>
            </a:ln>
          </p:spPr>
          <p:txBody>
            <a:bodyPr wrap="none" anchor="ctr" anchorCtr="0"/>
            <a:p>
              <a:endParaRPr lang="zh-CN" altLang="en-US" dirty="0">
                <a:solidFill>
                  <a:schemeClr val="tx1"/>
                </a:solidFill>
                <a:latin typeface="Arial" panose="020B0604020202020204" pitchFamily="34" charset="0"/>
              </a:endParaRPr>
            </a:p>
          </p:txBody>
        </p:sp>
        <p:sp>
          <p:nvSpPr>
            <p:cNvPr id="10283" name="Text Box 149"/>
            <p:cNvSpPr txBox="1"/>
            <p:nvPr/>
          </p:nvSpPr>
          <p:spPr>
            <a:xfrm>
              <a:off x="4253" y="3198"/>
              <a:ext cx="144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0.5</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0284" name="Text Box 150"/>
            <p:cNvSpPr txBox="1"/>
            <p:nvPr/>
          </p:nvSpPr>
          <p:spPr>
            <a:xfrm>
              <a:off x="4140" y="1275"/>
              <a:ext cx="144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0.5</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0285" name="Rectangle 151"/>
            <p:cNvSpPr/>
            <p:nvPr/>
          </p:nvSpPr>
          <p:spPr bwMode="auto">
            <a:xfrm>
              <a:off x="1985" y="1163"/>
              <a:ext cx="3743" cy="3175"/>
            </a:xfrm>
            <a:prstGeom prst="rect">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0286" name="Line 152"/>
            <p:cNvSpPr/>
            <p:nvPr/>
          </p:nvSpPr>
          <p:spPr bwMode="auto">
            <a:xfrm>
              <a:off x="3663" y="1163"/>
              <a:ext cx="23" cy="3175"/>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10287" name="Text Box 153"/>
            <p:cNvSpPr txBox="1"/>
            <p:nvPr/>
          </p:nvSpPr>
          <p:spPr>
            <a:xfrm>
              <a:off x="2550" y="1503"/>
              <a:ext cx="1688"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0288" name="Line 154"/>
            <p:cNvSpPr/>
            <p:nvPr/>
          </p:nvSpPr>
          <p:spPr>
            <a:xfrm flipV="1">
              <a:off x="1983" y="1500"/>
              <a:ext cx="0" cy="795"/>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10289" name="Text Box 155"/>
            <p:cNvSpPr txBox="1"/>
            <p:nvPr/>
          </p:nvSpPr>
          <p:spPr>
            <a:xfrm>
              <a:off x="1998" y="1503"/>
              <a:ext cx="72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10290" name="Text Box 156"/>
            <p:cNvSpPr txBox="1"/>
            <p:nvPr/>
          </p:nvSpPr>
          <p:spPr>
            <a:xfrm>
              <a:off x="2098" y="3203"/>
              <a:ext cx="204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0.5</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0291" name="Rectangle 157"/>
            <p:cNvSpPr/>
            <p:nvPr/>
          </p:nvSpPr>
          <p:spPr bwMode="auto">
            <a:xfrm>
              <a:off x="5551" y="3203"/>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0292" name="Rectangle 158"/>
            <p:cNvSpPr/>
            <p:nvPr/>
          </p:nvSpPr>
          <p:spPr bwMode="auto">
            <a:xfrm>
              <a:off x="3514" y="3090"/>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0293" name="Rectangle 159"/>
            <p:cNvSpPr/>
            <p:nvPr/>
          </p:nvSpPr>
          <p:spPr bwMode="auto">
            <a:xfrm>
              <a:off x="5551" y="1388"/>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0294" name="Rectangle 160"/>
            <p:cNvSpPr/>
            <p:nvPr/>
          </p:nvSpPr>
          <p:spPr bwMode="auto">
            <a:xfrm>
              <a:off x="3486" y="1503"/>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grpSp>
          <p:nvGrpSpPr>
            <p:cNvPr id="73" name="组合 72"/>
            <p:cNvGrpSpPr/>
            <p:nvPr/>
          </p:nvGrpSpPr>
          <p:grpSpPr>
            <a:xfrm>
              <a:off x="1529" y="2093"/>
              <a:ext cx="908" cy="908"/>
              <a:chOff x="5907581" y="4495572"/>
              <a:chExt cx="576263" cy="576263"/>
            </a:xfrm>
          </p:grpSpPr>
          <p:sp>
            <p:nvSpPr>
              <p:cNvPr id="74"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75" name="直接连接符 74"/>
              <p:cNvCxnSpPr>
                <a:stCxn id="74" idx="4"/>
                <a:endCxn id="74"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aphicFrame>
        <p:nvGraphicFramePr>
          <p:cNvPr id="17" name="对象 16"/>
          <p:cNvGraphicFramePr/>
          <p:nvPr>
            <p:custDataLst>
              <p:tags r:id="rId3"/>
            </p:custDataLst>
          </p:nvPr>
        </p:nvGraphicFramePr>
        <p:xfrm>
          <a:off x="1583690" y="3339465"/>
          <a:ext cx="4798695" cy="773430"/>
        </p:xfrm>
        <a:graphic>
          <a:graphicData uri="http://schemas.openxmlformats.org/presentationml/2006/ole">
            <mc:AlternateContent xmlns:mc="http://schemas.openxmlformats.org/markup-compatibility/2006">
              <mc:Choice xmlns:v="urn:schemas-microsoft-com:vml" Requires="v">
                <p:oleObj spid="_x0000_s18" name="" r:id="rId4" imgW="1981200" imgH="393700" progId="Equation.KSEE3">
                  <p:embed/>
                </p:oleObj>
              </mc:Choice>
              <mc:Fallback>
                <p:oleObj name="" r:id="rId4" imgW="1981200" imgH="393700" progId="Equation.KSEE3">
                  <p:embed/>
                  <p:pic>
                    <p:nvPicPr>
                      <p:cNvPr id="0" name="图片 17"/>
                      <p:cNvPicPr/>
                      <p:nvPr/>
                    </p:nvPicPr>
                    <p:blipFill>
                      <a:blip r:embed="rId5"/>
                      <a:stretch>
                        <a:fillRect/>
                      </a:stretch>
                    </p:blipFill>
                    <p:spPr>
                      <a:xfrm>
                        <a:off x="1583690" y="3339465"/>
                        <a:ext cx="4798695" cy="773430"/>
                      </a:xfrm>
                      <a:prstGeom prst="rect">
                        <a:avLst/>
                      </a:prstGeom>
                    </p:spPr>
                  </p:pic>
                </p:oleObj>
              </mc:Fallback>
            </mc:AlternateContent>
          </a:graphicData>
        </a:graphic>
      </p:graphicFrame>
      <p:graphicFrame>
        <p:nvGraphicFramePr>
          <p:cNvPr id="5" name="对象 4"/>
          <p:cNvGraphicFramePr/>
          <p:nvPr>
            <p:custDataLst>
              <p:tags r:id="rId6"/>
            </p:custDataLst>
          </p:nvPr>
        </p:nvGraphicFramePr>
        <p:xfrm>
          <a:off x="1583690" y="4112260"/>
          <a:ext cx="4351020" cy="781685"/>
        </p:xfrm>
        <a:graphic>
          <a:graphicData uri="http://schemas.openxmlformats.org/presentationml/2006/ole">
            <mc:AlternateContent xmlns:mc="http://schemas.openxmlformats.org/markup-compatibility/2006">
              <mc:Choice xmlns:v="urn:schemas-microsoft-com:vml" Requires="v">
                <p:oleObj spid="_x0000_s12" name="" r:id="rId7" imgW="1816100" imgH="393700" progId="Equation.KSEE3">
                  <p:embed/>
                </p:oleObj>
              </mc:Choice>
              <mc:Fallback>
                <p:oleObj name="" r:id="rId7" imgW="1816100" imgH="393700" progId="Equation.KSEE3">
                  <p:embed/>
                  <p:pic>
                    <p:nvPicPr>
                      <p:cNvPr id="0" name="图片 17"/>
                      <p:cNvPicPr/>
                      <p:nvPr/>
                    </p:nvPicPr>
                    <p:blipFill>
                      <a:blip r:embed="rId8"/>
                      <a:stretch>
                        <a:fillRect/>
                      </a:stretch>
                    </p:blipFill>
                    <p:spPr>
                      <a:xfrm>
                        <a:off x="1583690" y="4112260"/>
                        <a:ext cx="4351020" cy="781685"/>
                      </a:xfrm>
                      <a:prstGeom prst="rect">
                        <a:avLst/>
                      </a:prstGeom>
                    </p:spPr>
                  </p:pic>
                </p:oleObj>
              </mc:Fallback>
            </mc:AlternateContent>
          </a:graphicData>
        </a:graphic>
      </p:graphicFrame>
      <p:sp>
        <p:nvSpPr>
          <p:cNvPr id="19" name="Text Box 113"/>
          <p:cNvSpPr txBox="1"/>
          <p:nvPr>
            <p:custDataLst>
              <p:tags r:id="rId9"/>
            </p:custDataLst>
          </p:nvPr>
        </p:nvSpPr>
        <p:spPr>
          <a:xfrm>
            <a:off x="1524635" y="5163820"/>
            <a:ext cx="5236210" cy="579120"/>
          </a:xfrm>
          <a:prstGeom prst="rect">
            <a:avLst/>
          </a:prstGeom>
          <a:noFill/>
          <a:ln w="9525">
            <a:noFill/>
          </a:ln>
        </p:spPr>
        <p:txBody>
          <a:bodyPr>
            <a:noAutofit/>
          </a:bodyPr>
          <a:p>
            <a:pPr>
              <a:spcBef>
                <a:spcPct val="50000"/>
              </a:spcBef>
            </a:pPr>
            <a:r>
              <a:rPr lang="en-US" altLang="zh-CN" sz="2600" b="0" i="1" dirty="0">
                <a:solidFill>
                  <a:schemeClr val="tx1"/>
                </a:solidFill>
                <a:latin typeface="Times New Roman" panose="02020603050405020304" pitchFamily="18" charset="0"/>
                <a:ea typeface="宋体" panose="02010600030101010101" pitchFamily="2" charset="-122"/>
              </a:rPr>
              <a:t>U</a:t>
            </a:r>
            <a:r>
              <a:rPr lang="en-US" altLang="zh-CN" sz="2600" b="0" dirty="0">
                <a:solidFill>
                  <a:schemeClr val="tx1"/>
                </a:solidFill>
                <a:latin typeface="Times New Roman" panose="02020603050405020304" pitchFamily="18" charset="0"/>
                <a:ea typeface="宋体" panose="02010600030101010101" pitchFamily="2" charset="-122"/>
              </a:rPr>
              <a:t>=</a:t>
            </a:r>
            <a:r>
              <a:rPr lang="en-US" altLang="zh-CN" sz="2600" b="0" i="1" dirty="0">
                <a:solidFill>
                  <a:schemeClr val="tx1"/>
                </a:solidFill>
                <a:latin typeface="Times New Roman" panose="02020603050405020304" pitchFamily="18" charset="0"/>
                <a:ea typeface="宋体" panose="02010600030101010101" pitchFamily="2" charset="-122"/>
              </a:rPr>
              <a:t>U</a:t>
            </a:r>
            <a:r>
              <a:rPr lang="en-US" altLang="zh-CN" sz="2600" b="0" i="1" baseline="30000" dirty="0">
                <a:solidFill>
                  <a:schemeClr val="tx1"/>
                </a:solidFill>
                <a:latin typeface="Times New Roman" panose="02020603050405020304" pitchFamily="18" charset="0"/>
                <a:ea typeface="宋体" panose="02010600030101010101" pitchFamily="2" charset="-122"/>
              </a:rPr>
              <a:t>'</a:t>
            </a:r>
            <a:r>
              <a:rPr lang="en-US" altLang="zh-CN" sz="2600" b="0" dirty="0">
                <a:solidFill>
                  <a:schemeClr val="tx1"/>
                </a:solidFill>
                <a:latin typeface="Times New Roman" panose="02020603050405020304" pitchFamily="18" charset="0"/>
                <a:ea typeface="宋体" panose="02010600030101010101" pitchFamily="2" charset="-122"/>
              </a:rPr>
              <a:t>+</a:t>
            </a:r>
            <a:r>
              <a:rPr lang="en-US" altLang="zh-CN" sz="2600" b="0" i="1" dirty="0">
                <a:solidFill>
                  <a:schemeClr val="tx1"/>
                </a:solidFill>
                <a:latin typeface="Times New Roman" panose="02020603050405020304" pitchFamily="18" charset="0"/>
                <a:ea typeface="宋体" panose="02010600030101010101" pitchFamily="2" charset="-122"/>
              </a:rPr>
              <a:t>U</a:t>
            </a:r>
            <a:r>
              <a:rPr lang="en-US" altLang="zh-CN" sz="2600" b="0" i="1" baseline="30000" dirty="0">
                <a:solidFill>
                  <a:schemeClr val="tx1"/>
                </a:solidFill>
                <a:latin typeface="Times New Roman" panose="02020603050405020304" pitchFamily="18" charset="0"/>
                <a:ea typeface="宋体" panose="02010600030101010101" pitchFamily="2" charset="-122"/>
              </a:rPr>
              <a:t>"</a:t>
            </a:r>
            <a:r>
              <a:rPr lang="en-US" altLang="zh-CN" sz="2600" b="0" dirty="0">
                <a:solidFill>
                  <a:schemeClr val="tx1"/>
                </a:solidFill>
                <a:latin typeface="Times New Roman" panose="02020603050405020304" pitchFamily="18" charset="0"/>
                <a:ea typeface="宋体" panose="02010600030101010101" pitchFamily="2" charset="-122"/>
              </a:rPr>
              <a:t>=(0.1</a:t>
            </a:r>
            <a:r>
              <a:rPr lang="en-US" altLang="zh-CN" sz="2600" b="0" dirty="0">
                <a:solidFill>
                  <a:schemeClr val="tx1"/>
                </a:solidFill>
                <a:latin typeface="宋体" panose="02010600030101010101" pitchFamily="2" charset="-122"/>
                <a:ea typeface="宋体" panose="02010600030101010101" pitchFamily="2" charset="-122"/>
              </a:rPr>
              <a:t>-</a:t>
            </a:r>
            <a:r>
              <a:rPr lang="en-US" altLang="zh-CN" sz="2600" b="0" dirty="0">
                <a:solidFill>
                  <a:schemeClr val="tx1"/>
                </a:solidFill>
                <a:latin typeface="Times New Roman" panose="02020603050405020304" pitchFamily="18" charset="0"/>
                <a:ea typeface="宋体" panose="02010600030101010101" pitchFamily="2" charset="-122"/>
              </a:rPr>
              <a:t>0.075)</a:t>
            </a:r>
            <a:r>
              <a:rPr lang="en-US" altLang="zh-CN" sz="2600" b="0" i="1" dirty="0">
                <a:solidFill>
                  <a:schemeClr val="tx1"/>
                </a:solidFill>
                <a:latin typeface="Times New Roman" panose="02020603050405020304" pitchFamily="18" charset="0"/>
                <a:ea typeface="宋体" panose="02010600030101010101" pitchFamily="2" charset="-122"/>
              </a:rPr>
              <a:t>I</a:t>
            </a:r>
            <a:r>
              <a:rPr lang="en-US" altLang="zh-CN" sz="2600" b="0" dirty="0">
                <a:solidFill>
                  <a:schemeClr val="tx1"/>
                </a:solidFill>
                <a:latin typeface="Times New Roman" panose="02020603050405020304" pitchFamily="18" charset="0"/>
                <a:ea typeface="宋体" panose="02010600030101010101" pitchFamily="2" charset="-122"/>
              </a:rPr>
              <a:t>=0.025</a:t>
            </a:r>
            <a:r>
              <a:rPr lang="en-US" altLang="zh-CN" sz="2600" b="0" i="1" dirty="0">
                <a:solidFill>
                  <a:schemeClr val="tx1"/>
                </a:solidFill>
                <a:latin typeface="Times New Roman" panose="02020603050405020304" pitchFamily="18" charset="0"/>
                <a:ea typeface="宋体" panose="02010600030101010101" pitchFamily="2" charset="-122"/>
              </a:rPr>
              <a:t>I</a:t>
            </a:r>
            <a:endParaRPr lang="en-US" altLang="zh-CN" sz="2600" b="0" i="1" dirty="0">
              <a:solidFill>
                <a:schemeClr val="tx1"/>
              </a:solidFill>
              <a:latin typeface="Times New Roman" panose="02020603050405020304" pitchFamily="18" charset="0"/>
              <a:ea typeface="宋体" panose="02010600030101010101" pitchFamily="2" charset="-122"/>
            </a:endParaRPr>
          </a:p>
        </p:txBody>
      </p:sp>
      <p:sp>
        <p:nvSpPr>
          <p:cNvPr id="20" name="Text Box 114"/>
          <p:cNvSpPr txBox="1"/>
          <p:nvPr>
            <p:custDataLst>
              <p:tags r:id="rId10"/>
            </p:custDataLst>
          </p:nvPr>
        </p:nvSpPr>
        <p:spPr>
          <a:xfrm>
            <a:off x="1596073" y="5971858"/>
            <a:ext cx="7127875" cy="491490"/>
          </a:xfrm>
          <a:prstGeom prst="rect">
            <a:avLst/>
          </a:prstGeom>
          <a:noFill/>
          <a:ln w="9525">
            <a:noFill/>
          </a:ln>
        </p:spPr>
        <p:txBody>
          <a:bodyPr>
            <a:spAutoFit/>
          </a:bodyPr>
          <a:p>
            <a:pPr>
              <a:spcBef>
                <a:spcPct val="50000"/>
              </a:spcBef>
            </a:pPr>
            <a:r>
              <a:rPr lang="en-US" altLang="zh-CN" sz="2600" b="0" i="1" dirty="0">
                <a:solidFill>
                  <a:schemeClr val="tx1"/>
                </a:solidFill>
                <a:latin typeface="Times New Roman" panose="02020603050405020304" pitchFamily="18" charset="0"/>
                <a:ea typeface="宋体" panose="02010600030101010101" pitchFamily="2" charset="-122"/>
              </a:rPr>
              <a:t>R</a:t>
            </a:r>
            <a:r>
              <a:rPr lang="en-US" altLang="zh-CN" sz="2600" b="0" baseline="-25000" dirty="0">
                <a:solidFill>
                  <a:schemeClr val="tx1"/>
                </a:solidFill>
                <a:latin typeface="Times New Roman" panose="02020603050405020304" pitchFamily="18" charset="0"/>
                <a:ea typeface="宋体" panose="02010600030101010101" pitchFamily="2" charset="-122"/>
              </a:rPr>
              <a:t>x</a:t>
            </a:r>
            <a:r>
              <a:rPr lang="en-US" altLang="zh-CN" sz="2600" b="0" dirty="0">
                <a:solidFill>
                  <a:schemeClr val="tx1"/>
                </a:solidFill>
                <a:latin typeface="Times New Roman" panose="02020603050405020304" pitchFamily="18" charset="0"/>
                <a:ea typeface="宋体" panose="02010600030101010101" pitchFamily="2" charset="-122"/>
              </a:rPr>
              <a:t>=</a:t>
            </a:r>
            <a:r>
              <a:rPr lang="en-US" altLang="zh-CN" sz="2600" b="0" i="1" dirty="0">
                <a:solidFill>
                  <a:schemeClr val="tx1"/>
                </a:solidFill>
                <a:latin typeface="Times New Roman" panose="02020603050405020304" pitchFamily="18" charset="0"/>
                <a:ea typeface="宋体" panose="02010600030101010101" pitchFamily="2" charset="-122"/>
              </a:rPr>
              <a:t>U</a:t>
            </a:r>
            <a:r>
              <a:rPr lang="en-US" altLang="zh-CN" sz="2600" b="0" dirty="0">
                <a:solidFill>
                  <a:schemeClr val="tx1"/>
                </a:solidFill>
                <a:latin typeface="Times New Roman" panose="02020603050405020304" pitchFamily="18" charset="0"/>
                <a:ea typeface="宋体" panose="02010600030101010101" pitchFamily="2" charset="-122"/>
              </a:rPr>
              <a:t>/0.125</a:t>
            </a:r>
            <a:r>
              <a:rPr lang="en-US" altLang="zh-CN" sz="2600" b="0" i="1" dirty="0">
                <a:solidFill>
                  <a:schemeClr val="tx1"/>
                </a:solidFill>
                <a:latin typeface="Times New Roman" panose="02020603050405020304" pitchFamily="18" charset="0"/>
                <a:ea typeface="宋体" panose="02010600030101010101" pitchFamily="2" charset="-122"/>
              </a:rPr>
              <a:t>I</a:t>
            </a:r>
            <a:r>
              <a:rPr lang="en-US" altLang="zh-CN" sz="2600" b="0" dirty="0">
                <a:solidFill>
                  <a:schemeClr val="tx1"/>
                </a:solidFill>
                <a:latin typeface="Times New Roman" panose="02020603050405020304" pitchFamily="18" charset="0"/>
                <a:ea typeface="宋体" panose="02010600030101010101" pitchFamily="2" charset="-122"/>
              </a:rPr>
              <a:t>=0.025</a:t>
            </a:r>
            <a:r>
              <a:rPr lang="en-US" altLang="zh-CN" sz="2600" b="0" i="1" dirty="0">
                <a:solidFill>
                  <a:schemeClr val="tx1"/>
                </a:solidFill>
                <a:latin typeface="Times New Roman" panose="02020603050405020304" pitchFamily="18" charset="0"/>
                <a:ea typeface="宋体" panose="02010600030101010101" pitchFamily="2" charset="-122"/>
              </a:rPr>
              <a:t>I</a:t>
            </a:r>
            <a:r>
              <a:rPr lang="en-US" altLang="zh-CN" sz="2600" b="0" dirty="0">
                <a:solidFill>
                  <a:schemeClr val="tx1"/>
                </a:solidFill>
                <a:latin typeface="Times New Roman" panose="02020603050405020304" pitchFamily="18" charset="0"/>
                <a:ea typeface="宋体" panose="02010600030101010101" pitchFamily="2" charset="-122"/>
              </a:rPr>
              <a:t>/0.125</a:t>
            </a:r>
            <a:r>
              <a:rPr lang="en-US" altLang="zh-CN" sz="2600" b="0" i="1" dirty="0">
                <a:solidFill>
                  <a:schemeClr val="tx1"/>
                </a:solidFill>
                <a:latin typeface="Times New Roman" panose="02020603050405020304" pitchFamily="18" charset="0"/>
                <a:ea typeface="宋体" panose="02010600030101010101" pitchFamily="2" charset="-122"/>
              </a:rPr>
              <a:t>I</a:t>
            </a:r>
            <a:r>
              <a:rPr lang="en-US" altLang="zh-CN" sz="2600" b="0" dirty="0">
                <a:solidFill>
                  <a:schemeClr val="tx1"/>
                </a:solidFill>
                <a:latin typeface="Times New Roman" panose="02020603050405020304" pitchFamily="18" charset="0"/>
                <a:ea typeface="宋体" panose="02010600030101010101" pitchFamily="2" charset="-122"/>
              </a:rPr>
              <a:t>=0.2</a:t>
            </a:r>
            <a:r>
              <a:rPr lang="en-US" altLang="zh-CN" sz="2600"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600"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3000" fill="hold">
                                          <p:stCondLst>
                                            <p:cond delay="0"/>
                                          </p:stCondLst>
                                        </p:cTn>
                                        <p:tgtEl>
                                          <p:spTgt spid="17"/>
                                        </p:tgtEl>
                                        <p:attrNameLst>
                                          <p:attrName>style.visibility</p:attrName>
                                        </p:attrNameLst>
                                      </p:cBhvr>
                                      <p:to>
                                        <p:strVal val="visible"/>
                                      </p:to>
                                    </p:set>
                                    <p:animEffect transition="in" filter="wipe(left)">
                                      <p:cBhvr>
                                        <p:cTn id="7" dur="30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7" presetClass="entr" presetSubtype="1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 calcmode="lin" valueType="num">
                                      <p:cBhvr>
                                        <p:cTn id="17" dur="500" fill="hold"/>
                                        <p:tgtEl>
                                          <p:spTgt spid="19"/>
                                        </p:tgtEl>
                                        <p:attrNameLst>
                                          <p:attrName>ppt_w</p:attrName>
                                        </p:attrNameLst>
                                      </p:cBhvr>
                                      <p:tavLst>
                                        <p:tav tm="0">
                                          <p:val>
                                            <p:fltVal val="0.000000"/>
                                          </p:val>
                                        </p:tav>
                                        <p:tav tm="100000">
                                          <p:val>
                                            <p:strVal val="#ppt_w"/>
                                          </p:val>
                                        </p:tav>
                                      </p:tavLst>
                                    </p:anim>
                                    <p:anim calcmode="lin" valueType="num">
                                      <p:cBhvr>
                                        <p:cTn id="18" dur="500" fill="hold"/>
                                        <p:tgtEl>
                                          <p:spTgt spid="19"/>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box(out)">
                                      <p:cBhvr>
                                        <p:cTn id="2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4-2 替代定理</a:t>
            </a:r>
            <a:endParaRPr lang="zh-CN" altLang="en-US"/>
          </a:p>
        </p:txBody>
      </p:sp>
      <p:sp>
        <p:nvSpPr>
          <p:cNvPr id="47110" name="Text Box 6"/>
          <p:cNvSpPr txBox="1"/>
          <p:nvPr/>
        </p:nvSpPr>
        <p:spPr>
          <a:xfrm>
            <a:off x="1547813" y="816293"/>
            <a:ext cx="2376487" cy="521970"/>
          </a:xfrm>
          <a:prstGeom prst="rect">
            <a:avLst/>
          </a:prstGeom>
          <a:noFill/>
          <a:ln w="9525">
            <a:noFill/>
          </a:ln>
        </p:spPr>
        <p:txBody>
          <a:bodyPr>
            <a:spAutoFit/>
          </a:bodyPr>
          <a:p>
            <a:pPr>
              <a:spcBef>
                <a:spcPct val="50000"/>
              </a:spcBef>
            </a:pPr>
            <a:r>
              <a:rPr kumimoji="1" lang="zh-CN" altLang="en-US" sz="2800" dirty="0" smtClean="0">
                <a:solidFill>
                  <a:schemeClr val="tx1"/>
                </a:solidFill>
                <a:latin typeface="华文楷体" panose="02010600040101010101" pitchFamily="2" charset="-122"/>
                <a:ea typeface="华文楷体" panose="02010600040101010101" pitchFamily="2" charset="-122"/>
              </a:rPr>
              <a:t>求电流</a:t>
            </a:r>
            <a:r>
              <a:rPr lang="en-US" altLang="zh-CN" b="0" i="1" dirty="0">
                <a:solidFill>
                  <a:schemeClr val="tx1"/>
                </a:solidFill>
                <a:latin typeface="Times New Roman" panose="02020603050405020304" pitchFamily="18" charset="0"/>
              </a:rPr>
              <a:t>I</a:t>
            </a:r>
            <a:r>
              <a:rPr lang="en-US" altLang="zh-CN" b="0" baseline="-25000" dirty="0">
                <a:solidFill>
                  <a:schemeClr val="tx1"/>
                </a:solidFill>
                <a:latin typeface="Times New Roman" panose="02020603050405020304" pitchFamily="18" charset="0"/>
              </a:rPr>
              <a:t>1 </a:t>
            </a:r>
            <a:r>
              <a:rPr lang="zh-CN" altLang="en-US" dirty="0">
                <a:solidFill>
                  <a:schemeClr val="tx1"/>
                </a:solidFill>
                <a:latin typeface="楷体_GB2312" pitchFamily="49" charset="-122"/>
              </a:rPr>
              <a:t>。</a:t>
            </a:r>
            <a:endParaRPr lang="zh-CN" altLang="en-US" dirty="0">
              <a:solidFill>
                <a:schemeClr val="tx1"/>
              </a:solidFill>
              <a:latin typeface="楷体_GB2312" pitchFamily="49" charset="-122"/>
            </a:endParaRPr>
          </a:p>
        </p:txBody>
      </p:sp>
      <p:sp>
        <p:nvSpPr>
          <p:cNvPr id="47113" name="Text Box 9"/>
          <p:cNvSpPr txBox="1"/>
          <p:nvPr/>
        </p:nvSpPr>
        <p:spPr>
          <a:xfrm>
            <a:off x="1063625" y="1664653"/>
            <a:ext cx="2592388" cy="521970"/>
          </a:xfrm>
          <a:prstGeom prst="rect">
            <a:avLst/>
          </a:prstGeom>
          <a:no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用替代定理：</a:t>
            </a:r>
            <a:endParaRPr kumimoji="1" lang="zh-CN" altLang="en-US" sz="2800" dirty="0" smtClean="0">
              <a:latin typeface="华文楷体" panose="02010600040101010101" pitchFamily="2" charset="-122"/>
              <a:ea typeface="华文楷体" panose="02010600040101010101" pitchFamily="2" charset="-122"/>
            </a:endParaRPr>
          </a:p>
        </p:txBody>
      </p:sp>
      <p:sp>
        <p:nvSpPr>
          <p:cNvPr id="47268" name="AutoShape 164"/>
          <p:cNvSpPr/>
          <p:nvPr/>
        </p:nvSpPr>
        <p:spPr>
          <a:xfrm rot="3875726">
            <a:off x="2324100" y="1584643"/>
            <a:ext cx="749300" cy="2159000"/>
          </a:xfrm>
          <a:prstGeom prst="curvedRightArrow">
            <a:avLst>
              <a:gd name="adj1" fmla="val 17607"/>
              <a:gd name="adj2" fmla="val 75235"/>
              <a:gd name="adj3" fmla="val 33333"/>
            </a:avLst>
          </a:prstGeom>
          <a:solidFill>
            <a:srgbClr val="00CCFF"/>
          </a:solidFill>
          <a:ln w="9525" cap="flat" cmpd="sng">
            <a:solidFill>
              <a:srgbClr val="00CC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9" name="Text Box 22"/>
          <p:cNvSpPr txBox="1">
            <a:spLocks noChangeArrowheads="1"/>
          </p:cNvSpPr>
          <p:nvPr/>
        </p:nvSpPr>
        <p:spPr bwMode="auto">
          <a:xfrm>
            <a:off x="235585" y="798830"/>
            <a:ext cx="1217930" cy="575945"/>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例</a:t>
            </a:r>
            <a:r>
              <a:rPr kumimoji="1" lang="en-US" altLang="zh-CN" sz="3200" dirty="0">
                <a:solidFill>
                  <a:schemeClr val="bg1"/>
                </a:solidFill>
                <a:latin typeface="华文新魏" panose="02010800040101010101" pitchFamily="2" charset="-122"/>
                <a:ea typeface="华文新魏" panose="02010800040101010101" pitchFamily="2" charset="-122"/>
              </a:rPr>
              <a:t>2-3</a:t>
            </a:r>
            <a:endParaRPr kumimoji="1" lang="en-US" altLang="zh-CN" sz="3200" dirty="0">
              <a:solidFill>
                <a:schemeClr val="bg1"/>
              </a:solidFill>
              <a:latin typeface="华文新魏" panose="02010800040101010101" pitchFamily="2" charset="-122"/>
              <a:ea typeface="华文新魏" panose="02010800040101010101" pitchFamily="2" charset="-122"/>
            </a:endParaRPr>
          </a:p>
        </p:txBody>
      </p:sp>
      <p:sp>
        <p:nvSpPr>
          <p:cNvPr id="10" name="Text Box 22"/>
          <p:cNvSpPr txBox="1">
            <a:spLocks noChangeArrowheads="1"/>
          </p:cNvSpPr>
          <p:nvPr/>
        </p:nvSpPr>
        <p:spPr bwMode="auto">
          <a:xfrm>
            <a:off x="234229" y="1639088"/>
            <a:ext cx="648000" cy="576000"/>
          </a:xfrm>
          <a:prstGeom prst="rect">
            <a:avLst/>
          </a:pr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解</a:t>
            </a:r>
            <a:endParaRPr kumimoji="1" lang="zh-CN" altLang="en-US" sz="3200" dirty="0">
              <a:solidFill>
                <a:schemeClr val="bg1"/>
              </a:solidFill>
              <a:latin typeface="华文新魏" panose="02010800040101010101" pitchFamily="2" charset="-122"/>
              <a:ea typeface="华文新魏" panose="02010800040101010101" pitchFamily="2" charset="-122"/>
            </a:endParaRPr>
          </a:p>
        </p:txBody>
      </p:sp>
      <p:graphicFrame>
        <p:nvGraphicFramePr>
          <p:cNvPr id="3" name="对象 2"/>
          <p:cNvGraphicFramePr/>
          <p:nvPr/>
        </p:nvGraphicFramePr>
        <p:xfrm>
          <a:off x="4600575" y="4521835"/>
          <a:ext cx="3568700" cy="1889760"/>
        </p:xfrm>
        <a:graphic>
          <a:graphicData uri="http://schemas.openxmlformats.org/presentationml/2006/ole">
            <mc:AlternateContent xmlns:mc="http://schemas.openxmlformats.org/markup-compatibility/2006">
              <mc:Choice xmlns:v="urn:schemas-microsoft-com:vml" Requires="v">
                <p:oleObj spid="_x0000_s5" name="" r:id="rId1" imgW="1079500" imgH="812800" progId="Equation.KSEE3">
                  <p:embed/>
                </p:oleObj>
              </mc:Choice>
              <mc:Fallback>
                <p:oleObj name="" r:id="rId1" imgW="1079500" imgH="812800" progId="Equation.KSEE3">
                  <p:embed/>
                  <p:pic>
                    <p:nvPicPr>
                      <p:cNvPr id="0" name="图片 4"/>
                      <p:cNvPicPr/>
                      <p:nvPr/>
                    </p:nvPicPr>
                    <p:blipFill>
                      <a:blip r:embed="rId2"/>
                      <a:stretch>
                        <a:fillRect/>
                      </a:stretch>
                    </p:blipFill>
                    <p:spPr>
                      <a:xfrm>
                        <a:off x="4600575" y="4521835"/>
                        <a:ext cx="3568700" cy="1889760"/>
                      </a:xfrm>
                      <a:prstGeom prst="rect">
                        <a:avLst/>
                      </a:prstGeom>
                    </p:spPr>
                  </p:pic>
                </p:oleObj>
              </mc:Fallback>
            </mc:AlternateContent>
          </a:graphicData>
        </a:graphic>
      </p:graphicFrame>
      <p:grpSp>
        <p:nvGrpSpPr>
          <p:cNvPr id="4" name="组合 3"/>
          <p:cNvGrpSpPr/>
          <p:nvPr/>
        </p:nvGrpSpPr>
        <p:grpSpPr>
          <a:xfrm>
            <a:off x="3837305" y="1071245"/>
            <a:ext cx="4795520" cy="3196590"/>
            <a:chOff x="6043" y="1090"/>
            <a:chExt cx="7552" cy="5034"/>
          </a:xfrm>
        </p:grpSpPr>
        <p:sp>
          <p:nvSpPr>
            <p:cNvPr id="11299" name="Text Box 130"/>
            <p:cNvSpPr txBox="1"/>
            <p:nvPr/>
          </p:nvSpPr>
          <p:spPr>
            <a:xfrm>
              <a:off x="12078" y="1883"/>
              <a:ext cx="144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6</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1300" name="Text Box 131"/>
            <p:cNvSpPr txBox="1"/>
            <p:nvPr/>
          </p:nvSpPr>
          <p:spPr>
            <a:xfrm>
              <a:off x="9583" y="1315"/>
              <a:ext cx="1247"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5</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1301" name="Rectangle 132"/>
            <p:cNvSpPr/>
            <p:nvPr/>
          </p:nvSpPr>
          <p:spPr bwMode="auto">
            <a:xfrm>
              <a:off x="7088" y="1203"/>
              <a:ext cx="6050" cy="4195"/>
            </a:xfrm>
            <a:prstGeom prst="rect">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1302" name="Line 133"/>
            <p:cNvSpPr/>
            <p:nvPr/>
          </p:nvSpPr>
          <p:spPr bwMode="auto">
            <a:xfrm flipH="1">
              <a:off x="9015" y="1203"/>
              <a:ext cx="0" cy="4195"/>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11303" name="Line 134"/>
            <p:cNvSpPr/>
            <p:nvPr/>
          </p:nvSpPr>
          <p:spPr bwMode="auto">
            <a:xfrm>
              <a:off x="7088" y="2790"/>
              <a:ext cx="1925" cy="0"/>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11304" name="Text Box 135"/>
            <p:cNvSpPr txBox="1"/>
            <p:nvPr/>
          </p:nvSpPr>
          <p:spPr>
            <a:xfrm>
              <a:off x="7655" y="4150"/>
              <a:ext cx="12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7V</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1305" name="Text Box 136"/>
            <p:cNvSpPr txBox="1"/>
            <p:nvPr/>
          </p:nvSpPr>
          <p:spPr>
            <a:xfrm>
              <a:off x="6043" y="1543"/>
              <a:ext cx="136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3</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1306" name="Text Box 137"/>
            <p:cNvSpPr txBox="1"/>
            <p:nvPr/>
          </p:nvSpPr>
          <p:spPr>
            <a:xfrm>
              <a:off x="7883" y="1543"/>
              <a:ext cx="136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6</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1307" name="Text Box 138"/>
            <p:cNvSpPr txBox="1"/>
            <p:nvPr/>
          </p:nvSpPr>
          <p:spPr>
            <a:xfrm>
              <a:off x="8389" y="2678"/>
              <a:ext cx="72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r>
                <a:rPr lang="en-US" altLang="zh-CN" b="0" baseline="-25000" dirty="0">
                  <a:solidFill>
                    <a:schemeClr val="tx1"/>
                  </a:solidFill>
                  <a:latin typeface="Times New Roman" panose="02020603050405020304" pitchFamily="18" charset="0"/>
                  <a:ea typeface="宋体" panose="02010600030101010101" pitchFamily="2" charset="-122"/>
                </a:rPr>
                <a:t>1</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11308" name="Text Box 139"/>
            <p:cNvSpPr txBox="1"/>
            <p:nvPr/>
          </p:nvSpPr>
          <p:spPr>
            <a:xfrm>
              <a:off x="10715" y="4355"/>
              <a:ext cx="48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1309" name="Text Box 140"/>
            <p:cNvSpPr txBox="1"/>
            <p:nvPr/>
          </p:nvSpPr>
          <p:spPr>
            <a:xfrm>
              <a:off x="10603" y="2993"/>
              <a:ext cx="72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1310" name="Line 141"/>
            <p:cNvSpPr/>
            <p:nvPr/>
          </p:nvSpPr>
          <p:spPr>
            <a:xfrm flipH="1" flipV="1">
              <a:off x="9015" y="2793"/>
              <a:ext cx="0" cy="793"/>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11311" name="Text Box 142"/>
            <p:cNvSpPr txBox="1"/>
            <p:nvPr/>
          </p:nvSpPr>
          <p:spPr>
            <a:xfrm>
              <a:off x="10303" y="1883"/>
              <a:ext cx="132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1312" name="Text Box 143"/>
            <p:cNvSpPr txBox="1"/>
            <p:nvPr/>
          </p:nvSpPr>
          <p:spPr>
            <a:xfrm>
              <a:off x="7995" y="3585"/>
              <a:ext cx="1020" cy="818"/>
            </a:xfrm>
            <a:prstGeom prst="rect">
              <a:avLst/>
            </a:prstGeom>
            <a:noFill/>
            <a:ln w="9525">
              <a:noFill/>
            </a:ln>
          </p:spPr>
          <p:txBody>
            <a:bodyPr>
              <a:spAutoFit/>
            </a:bodyPr>
            <a:p>
              <a:pPr>
                <a:spcBef>
                  <a:spcPct val="50000"/>
                </a:spcBef>
              </a:pPr>
              <a:r>
                <a:rPr lang="zh-CN" altLang="en-US" b="0" dirty="0">
                  <a:solidFill>
                    <a:schemeClr val="tx1"/>
                  </a:solidFill>
                  <a:latin typeface="Arial" panose="020B0604020202020204" pitchFamily="34" charset="0"/>
                  <a:ea typeface="仿宋_GB2312" pitchFamily="49" charset="-122"/>
                </a:rPr>
                <a:t>＋</a:t>
              </a:r>
              <a:endParaRPr lang="zh-CN" altLang="en-US" b="0" dirty="0">
                <a:solidFill>
                  <a:schemeClr val="tx1"/>
                </a:solidFill>
                <a:latin typeface="Arial" panose="020B0604020202020204" pitchFamily="34" charset="0"/>
                <a:ea typeface="仿宋_GB2312" pitchFamily="49" charset="-122"/>
              </a:endParaRPr>
            </a:p>
          </p:txBody>
        </p:sp>
        <p:sp>
          <p:nvSpPr>
            <p:cNvPr id="11313" name="Text Box 144"/>
            <p:cNvSpPr txBox="1"/>
            <p:nvPr/>
          </p:nvSpPr>
          <p:spPr>
            <a:xfrm>
              <a:off x="7995" y="4808"/>
              <a:ext cx="1020" cy="818"/>
            </a:xfrm>
            <a:prstGeom prst="rect">
              <a:avLst/>
            </a:prstGeom>
            <a:noFill/>
            <a:ln w="9525">
              <a:noFill/>
            </a:ln>
          </p:spPr>
          <p:txBody>
            <a:bodyPr>
              <a:spAutoFit/>
            </a:bodyPr>
            <a:p>
              <a:pPr>
                <a:spcBef>
                  <a:spcPct val="50000"/>
                </a:spcBef>
              </a:pPr>
              <a:r>
                <a:rPr lang="zh-CN" altLang="en-US" b="0" dirty="0">
                  <a:solidFill>
                    <a:schemeClr val="tx1"/>
                  </a:solidFill>
                  <a:latin typeface="Arial" panose="020B0604020202020204" pitchFamily="34" charset="0"/>
                  <a:ea typeface="仿宋_GB2312" pitchFamily="49" charset="-122"/>
                </a:rPr>
                <a:t>－</a:t>
              </a:r>
              <a:endParaRPr lang="zh-CN" altLang="en-US" b="0" dirty="0">
                <a:solidFill>
                  <a:schemeClr val="tx1"/>
                </a:solidFill>
                <a:latin typeface="Arial" panose="020B0604020202020204" pitchFamily="34" charset="0"/>
                <a:ea typeface="仿宋_GB2312" pitchFamily="49" charset="-122"/>
              </a:endParaRPr>
            </a:p>
          </p:txBody>
        </p:sp>
        <p:sp>
          <p:nvSpPr>
            <p:cNvPr id="11314" name="Line 146"/>
            <p:cNvSpPr/>
            <p:nvPr/>
          </p:nvSpPr>
          <p:spPr>
            <a:xfrm flipH="1">
              <a:off x="9240" y="5400"/>
              <a:ext cx="795"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11315" name="Line 145"/>
            <p:cNvSpPr/>
            <p:nvPr/>
          </p:nvSpPr>
          <p:spPr bwMode="auto">
            <a:xfrm>
              <a:off x="11395" y="1203"/>
              <a:ext cx="0" cy="4195"/>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11316" name="Text Box 147"/>
            <p:cNvSpPr txBox="1"/>
            <p:nvPr/>
          </p:nvSpPr>
          <p:spPr>
            <a:xfrm>
              <a:off x="6043" y="3470"/>
              <a:ext cx="147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2</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1317" name="Text Box 148"/>
            <p:cNvSpPr txBox="1"/>
            <p:nvPr/>
          </p:nvSpPr>
          <p:spPr>
            <a:xfrm>
              <a:off x="12303" y="2880"/>
              <a:ext cx="72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1318" name="Text Box 149"/>
            <p:cNvSpPr txBox="1"/>
            <p:nvPr/>
          </p:nvSpPr>
          <p:spPr>
            <a:xfrm>
              <a:off x="12303" y="4355"/>
              <a:ext cx="720" cy="720"/>
            </a:xfrm>
            <a:prstGeom prst="rect">
              <a:avLst/>
            </a:prstGeom>
            <a:noFill/>
            <a:ln w="9525">
              <a:noFill/>
            </a:ln>
          </p:spPr>
          <p:txBody>
            <a:bodyPr>
              <a:spAutoFit/>
            </a:bodyPr>
            <a:p>
              <a:pPr>
                <a:spcBef>
                  <a:spcPct val="50000"/>
                </a:spcBef>
              </a:pPr>
              <a:r>
                <a:rPr lang="zh-CN" altLang="en-US" sz="2400" b="0" dirty="0">
                  <a:solidFill>
                    <a:schemeClr val="tx1"/>
                  </a:solidFill>
                  <a:latin typeface="Times New Roman" panose="02020603050405020304" pitchFamily="18" charset="0"/>
                  <a:ea typeface="宋体" panose="02010600030101010101" pitchFamily="2" charset="-122"/>
                </a:rPr>
                <a:t>－</a:t>
              </a:r>
              <a:endParaRPr lang="zh-CN" altLang="en-US" sz="2400" b="0" dirty="0">
                <a:solidFill>
                  <a:schemeClr val="tx1"/>
                </a:solidFill>
                <a:latin typeface="Times New Roman" panose="02020603050405020304" pitchFamily="18" charset="0"/>
                <a:ea typeface="宋体" panose="02010600030101010101" pitchFamily="2" charset="-122"/>
              </a:endParaRPr>
            </a:p>
          </p:txBody>
        </p:sp>
        <p:sp>
          <p:nvSpPr>
            <p:cNvPr id="11319" name="Text Box 150"/>
            <p:cNvSpPr txBox="1"/>
            <p:nvPr/>
          </p:nvSpPr>
          <p:spPr>
            <a:xfrm>
              <a:off x="10035" y="3675"/>
              <a:ext cx="12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6V</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1320" name="Text Box 151"/>
            <p:cNvSpPr txBox="1"/>
            <p:nvPr/>
          </p:nvSpPr>
          <p:spPr>
            <a:xfrm>
              <a:off x="11803" y="3675"/>
              <a:ext cx="12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3V</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1321" name="Text Box 152"/>
            <p:cNvSpPr txBox="1"/>
            <p:nvPr/>
          </p:nvSpPr>
          <p:spPr>
            <a:xfrm>
              <a:off x="9240" y="5306"/>
              <a:ext cx="108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4A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1322" name="Text Box 153"/>
            <p:cNvSpPr txBox="1"/>
            <p:nvPr/>
          </p:nvSpPr>
          <p:spPr>
            <a:xfrm>
              <a:off x="9060" y="3133"/>
              <a:ext cx="102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4</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1323" name="Rectangle 154"/>
            <p:cNvSpPr/>
            <p:nvPr/>
          </p:nvSpPr>
          <p:spPr bwMode="auto">
            <a:xfrm>
              <a:off x="11238" y="1883"/>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1324" name="Rectangle 155"/>
            <p:cNvSpPr/>
            <p:nvPr/>
          </p:nvSpPr>
          <p:spPr bwMode="auto">
            <a:xfrm>
              <a:off x="12983" y="1883"/>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1325" name="Rectangle 156"/>
            <p:cNvSpPr/>
            <p:nvPr/>
          </p:nvSpPr>
          <p:spPr bwMode="auto">
            <a:xfrm>
              <a:off x="9695" y="1090"/>
              <a:ext cx="792"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1326" name="Rectangle 157"/>
            <p:cNvSpPr/>
            <p:nvPr/>
          </p:nvSpPr>
          <p:spPr bwMode="auto">
            <a:xfrm>
              <a:off x="8855" y="3220"/>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1327" name="Rectangle 158"/>
            <p:cNvSpPr/>
            <p:nvPr/>
          </p:nvSpPr>
          <p:spPr bwMode="auto">
            <a:xfrm>
              <a:off x="8855" y="1543"/>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1328" name="Rectangle 159"/>
            <p:cNvSpPr/>
            <p:nvPr/>
          </p:nvSpPr>
          <p:spPr bwMode="auto">
            <a:xfrm>
              <a:off x="6928" y="1543"/>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1329" name="Rectangle 160"/>
            <p:cNvSpPr/>
            <p:nvPr/>
          </p:nvSpPr>
          <p:spPr bwMode="auto">
            <a:xfrm>
              <a:off x="6928" y="3585"/>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grpSp>
          <p:nvGrpSpPr>
            <p:cNvPr id="79" name="组合 78"/>
            <p:cNvGrpSpPr/>
            <p:nvPr/>
          </p:nvGrpSpPr>
          <p:grpSpPr>
            <a:xfrm>
              <a:off x="10941" y="3560"/>
              <a:ext cx="908" cy="908"/>
              <a:chOff x="505193" y="3720552"/>
              <a:chExt cx="432197" cy="432197"/>
            </a:xfrm>
            <a:solidFill>
              <a:schemeClr val="accent6">
                <a:lumMod val="40000"/>
                <a:lumOff val="60000"/>
              </a:schemeClr>
            </a:solidFill>
          </p:grpSpPr>
          <p:sp>
            <p:nvSpPr>
              <p:cNvPr id="80"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81" name="直接连接符 80"/>
              <p:cNvCxnSpPr>
                <a:stCxn id="80" idx="0"/>
                <a:endCxn id="80"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 name="组合 7"/>
            <p:cNvGrpSpPr/>
            <p:nvPr/>
          </p:nvGrpSpPr>
          <p:grpSpPr>
            <a:xfrm>
              <a:off x="10034" y="4968"/>
              <a:ext cx="908" cy="908"/>
              <a:chOff x="505193" y="3720552"/>
              <a:chExt cx="432197" cy="432197"/>
            </a:xfrm>
            <a:solidFill>
              <a:schemeClr val="accent6">
                <a:lumMod val="40000"/>
                <a:lumOff val="60000"/>
              </a:schemeClr>
            </a:solidFill>
          </p:grpSpPr>
          <p:sp>
            <p:nvSpPr>
              <p:cNvPr id="11"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12" name="直接连接符 11"/>
              <p:cNvCxnSpPr>
                <a:stCxn id="11" idx="0"/>
                <a:endCxn id="11"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nvGrpSpPr>
          <p:grpSpPr>
            <a:xfrm>
              <a:off x="8561" y="4258"/>
              <a:ext cx="908" cy="908"/>
              <a:chOff x="505193" y="3814837"/>
              <a:chExt cx="432197" cy="432204"/>
            </a:xfrm>
            <a:solidFill>
              <a:schemeClr val="accent6">
                <a:lumMod val="40000"/>
                <a:lumOff val="60000"/>
              </a:schemeClr>
            </a:solidFill>
          </p:grpSpPr>
          <p:sp>
            <p:nvSpPr>
              <p:cNvPr id="14" name="Oval 953"/>
              <p:cNvSpPr>
                <a:spLocks noChangeArrowheads="1"/>
              </p:cNvSpPr>
              <p:nvPr/>
            </p:nvSpPr>
            <p:spPr bwMode="auto">
              <a:xfrm>
                <a:off x="505193" y="3814837"/>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15" name="直接连接符 14"/>
              <p:cNvCxnSpPr>
                <a:stCxn id="14" idx="0"/>
                <a:endCxn id="14" idx="4"/>
              </p:cNvCxnSpPr>
              <p:nvPr/>
            </p:nvCxnSpPr>
            <p:spPr>
              <a:xfrm>
                <a:off x="721292" y="3814936"/>
                <a:ext cx="0" cy="432105"/>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12687" y="3560"/>
              <a:ext cx="908" cy="908"/>
              <a:chOff x="505193" y="3720552"/>
              <a:chExt cx="432197" cy="432197"/>
            </a:xfrm>
            <a:solidFill>
              <a:schemeClr val="accent6">
                <a:lumMod val="40000"/>
                <a:lumOff val="60000"/>
              </a:schemeClr>
            </a:solidFill>
          </p:grpSpPr>
          <p:sp>
            <p:nvSpPr>
              <p:cNvPr id="17"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18" name="直接连接符 17"/>
              <p:cNvCxnSpPr>
                <a:stCxn id="17" idx="0"/>
                <a:endCxn id="17"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6" name="组合 5"/>
          <p:cNvGrpSpPr/>
          <p:nvPr/>
        </p:nvGrpSpPr>
        <p:grpSpPr>
          <a:xfrm>
            <a:off x="468630" y="3874135"/>
            <a:ext cx="3528060" cy="1978025"/>
            <a:chOff x="738" y="5513"/>
            <a:chExt cx="5556" cy="3115"/>
          </a:xfrm>
        </p:grpSpPr>
        <p:sp>
          <p:nvSpPr>
            <p:cNvPr id="11280" name="Text Box 167"/>
            <p:cNvSpPr txBox="1"/>
            <p:nvPr/>
          </p:nvSpPr>
          <p:spPr>
            <a:xfrm>
              <a:off x="738" y="6420"/>
              <a:ext cx="112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2</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1281" name="Rectangle 168"/>
            <p:cNvSpPr/>
            <p:nvPr/>
          </p:nvSpPr>
          <p:spPr bwMode="auto">
            <a:xfrm>
              <a:off x="1890" y="5628"/>
              <a:ext cx="3958" cy="3000"/>
            </a:xfrm>
            <a:prstGeom prst="rect">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1282" name="Freeform 169"/>
            <p:cNvSpPr/>
            <p:nvPr/>
          </p:nvSpPr>
          <p:spPr bwMode="auto">
            <a:xfrm>
              <a:off x="3773" y="5643"/>
              <a:ext cx="30" cy="2985"/>
            </a:xfrm>
            <a:custGeom>
              <a:avLst/>
              <a:gdLst>
                <a:gd name="txL" fmla="*/ 0 w 12"/>
                <a:gd name="txT" fmla="*/ 0 h 1194"/>
                <a:gd name="txR" fmla="*/ 12 w 12"/>
                <a:gd name="txB" fmla="*/ 1194 h 1194"/>
              </a:gdLst>
              <a:ahLst/>
              <a:cxnLst>
                <a:cxn ang="0">
                  <a:pos x="0" y="0"/>
                </a:cxn>
                <a:cxn ang="0">
                  <a:pos x="12" y="1194"/>
                </a:cxn>
              </a:cxnLst>
              <a:rect l="txL" t="txT" r="txR" b="txB"/>
              <a:pathLst>
                <a:path w="12" h="1194">
                  <a:moveTo>
                    <a:pt x="0" y="0"/>
                  </a:moveTo>
                  <a:lnTo>
                    <a:pt x="12" y="1194"/>
                  </a:lnTo>
                </a:path>
              </a:pathLst>
            </a:cu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1283" name="Text Box 170"/>
            <p:cNvSpPr txBox="1"/>
            <p:nvPr/>
          </p:nvSpPr>
          <p:spPr>
            <a:xfrm>
              <a:off x="2550" y="5968"/>
              <a:ext cx="102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4</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1284" name="Line 171"/>
            <p:cNvSpPr/>
            <p:nvPr/>
          </p:nvSpPr>
          <p:spPr>
            <a:xfrm rot="16200000" flipH="1" flipV="1">
              <a:off x="5445" y="7493"/>
              <a:ext cx="790" cy="3"/>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11285" name="Text Box 172"/>
            <p:cNvSpPr txBox="1"/>
            <p:nvPr/>
          </p:nvSpPr>
          <p:spPr>
            <a:xfrm>
              <a:off x="4799" y="7100"/>
              <a:ext cx="1213"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4A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1286" name="Text Box 173"/>
            <p:cNvSpPr txBox="1"/>
            <p:nvPr/>
          </p:nvSpPr>
          <p:spPr>
            <a:xfrm>
              <a:off x="2890" y="6648"/>
              <a:ext cx="1143" cy="720"/>
            </a:xfrm>
            <a:prstGeom prst="rect">
              <a:avLst/>
            </a:prstGeom>
            <a:noFill/>
            <a:ln w="9525">
              <a:noFill/>
            </a:ln>
          </p:spPr>
          <p:txBody>
            <a:bodyPr>
              <a:spAutoFit/>
            </a:bodyPr>
            <a:p>
              <a:pPr>
                <a:spcBef>
                  <a:spcPct val="50000"/>
                </a:spcBef>
              </a:pPr>
              <a:r>
                <a:rPr lang="zh-CN" altLang="en-US" sz="2400" b="0" dirty="0">
                  <a:solidFill>
                    <a:schemeClr val="tx1"/>
                  </a:solidFill>
                  <a:latin typeface="Times New Roman" panose="02020603050405020304" pitchFamily="18" charset="0"/>
                  <a:ea typeface="宋体" panose="02010600030101010101" pitchFamily="2" charset="-122"/>
                </a:rPr>
                <a:t>＋</a:t>
              </a:r>
              <a:endParaRPr lang="zh-CN" altLang="en-US" sz="2400"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1287" name="Text Box 174"/>
            <p:cNvSpPr txBox="1"/>
            <p:nvPr/>
          </p:nvSpPr>
          <p:spPr>
            <a:xfrm>
              <a:off x="2908" y="7895"/>
              <a:ext cx="1143" cy="720"/>
            </a:xfrm>
            <a:prstGeom prst="rect">
              <a:avLst/>
            </a:prstGeom>
            <a:noFill/>
            <a:ln w="9525">
              <a:noFill/>
            </a:ln>
          </p:spPr>
          <p:txBody>
            <a:bodyPr>
              <a:spAutoFit/>
            </a:bodyPr>
            <a:p>
              <a:pPr>
                <a:spcBef>
                  <a:spcPct val="50000"/>
                </a:spcBef>
              </a:pPr>
              <a:r>
                <a:rPr lang="zh-CN" altLang="en-US" sz="2400" b="0" dirty="0">
                  <a:solidFill>
                    <a:schemeClr val="tx1"/>
                  </a:solidFill>
                  <a:latin typeface="Times New Roman" panose="02020603050405020304" pitchFamily="18" charset="0"/>
                  <a:ea typeface="宋体" panose="02010600030101010101" pitchFamily="2" charset="-122"/>
                </a:rPr>
                <a:t>－</a:t>
              </a:r>
              <a:endParaRPr lang="zh-CN" altLang="en-US" sz="2400"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1288" name="Text Box 175"/>
            <p:cNvSpPr txBox="1"/>
            <p:nvPr/>
          </p:nvSpPr>
          <p:spPr>
            <a:xfrm>
              <a:off x="2438" y="7328"/>
              <a:ext cx="1213"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7V</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1289" name="Line 176"/>
            <p:cNvSpPr/>
            <p:nvPr/>
          </p:nvSpPr>
          <p:spPr>
            <a:xfrm flipV="1">
              <a:off x="3775" y="5628"/>
              <a:ext cx="0" cy="68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11290" name="Text Box 177"/>
            <p:cNvSpPr txBox="1"/>
            <p:nvPr/>
          </p:nvSpPr>
          <p:spPr>
            <a:xfrm>
              <a:off x="3771" y="5513"/>
              <a:ext cx="102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仿宋_GB2312" pitchFamily="49" charset="-122"/>
                </a:rPr>
                <a:t>I</a:t>
              </a:r>
              <a:r>
                <a:rPr lang="en-US" altLang="zh-CN" b="0" baseline="-25000" dirty="0">
                  <a:solidFill>
                    <a:schemeClr val="tx1"/>
                  </a:solidFill>
                  <a:latin typeface="Times New Roman" panose="02020603050405020304" pitchFamily="18" charset="0"/>
                  <a:ea typeface="仿宋_GB2312" pitchFamily="49" charset="-122"/>
                </a:rPr>
                <a:t>1</a:t>
              </a:r>
              <a:endParaRPr lang="en-US" altLang="zh-CN" b="0" baseline="-25000" dirty="0">
                <a:solidFill>
                  <a:schemeClr val="tx1"/>
                </a:solidFill>
                <a:latin typeface="Times New Roman" panose="02020603050405020304" pitchFamily="18" charset="0"/>
                <a:ea typeface="仿宋_GB2312" pitchFamily="49" charset="-122"/>
              </a:endParaRPr>
            </a:p>
          </p:txBody>
        </p:sp>
        <p:sp>
          <p:nvSpPr>
            <p:cNvPr id="11292" name="Rectangle 181"/>
            <p:cNvSpPr/>
            <p:nvPr/>
          </p:nvSpPr>
          <p:spPr bwMode="auto">
            <a:xfrm>
              <a:off x="1744" y="6533"/>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1293" name="Rectangle 182"/>
            <p:cNvSpPr/>
            <p:nvPr/>
          </p:nvSpPr>
          <p:spPr bwMode="auto">
            <a:xfrm>
              <a:off x="3601" y="6148"/>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grpSp>
          <p:nvGrpSpPr>
            <p:cNvPr id="19" name="组合 18"/>
            <p:cNvGrpSpPr/>
            <p:nvPr/>
          </p:nvGrpSpPr>
          <p:grpSpPr>
            <a:xfrm>
              <a:off x="3342" y="7169"/>
              <a:ext cx="908" cy="908"/>
              <a:chOff x="505193" y="3720552"/>
              <a:chExt cx="432197" cy="432197"/>
            </a:xfrm>
            <a:solidFill>
              <a:schemeClr val="accent6">
                <a:lumMod val="40000"/>
                <a:lumOff val="60000"/>
              </a:schemeClr>
            </a:solidFill>
          </p:grpSpPr>
          <p:sp>
            <p:nvSpPr>
              <p:cNvPr id="20"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21" name="直接连接符 20"/>
              <p:cNvCxnSpPr>
                <a:stCxn id="20" idx="0"/>
                <a:endCxn id="20"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3" name="组合 72"/>
            <p:cNvGrpSpPr/>
            <p:nvPr/>
          </p:nvGrpSpPr>
          <p:grpSpPr>
            <a:xfrm>
              <a:off x="5386" y="6195"/>
              <a:ext cx="908" cy="908"/>
              <a:chOff x="5907581" y="4495572"/>
              <a:chExt cx="576263" cy="576263"/>
            </a:xfrm>
          </p:grpSpPr>
          <p:sp>
            <p:nvSpPr>
              <p:cNvPr id="74"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75" name="直接连接符 74"/>
              <p:cNvCxnSpPr>
                <a:stCxn id="74" idx="4"/>
                <a:endCxn id="74"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fltVal val="0"/>
                                          </p:val>
                                        </p:tav>
                                        <p:tav tm="100000">
                                          <p:val>
                                            <p:strVal val="#ppt_w"/>
                                          </p:val>
                                        </p:tav>
                                      </p:tavLst>
                                    </p:anim>
                                    <p:anim calcmode="lin" valueType="num">
                                      <p:cBhvr>
                                        <p:cTn id="8" dur="1000" fill="hold"/>
                                        <p:tgtEl>
                                          <p:spTgt spid="9"/>
                                        </p:tgtEl>
                                        <p:attrNameLst>
                                          <p:attrName>ppt_h</p:attrName>
                                        </p:attrNameLst>
                                      </p:cBhvr>
                                      <p:tavLst>
                                        <p:tav tm="0">
                                          <p:val>
                                            <p:fltVal val="0"/>
                                          </p:val>
                                        </p:tav>
                                        <p:tav tm="100000">
                                          <p:val>
                                            <p:strVal val="#ppt_h"/>
                                          </p:val>
                                        </p:tav>
                                      </p:tavLst>
                                    </p:anim>
                                    <p:anim calcmode="lin" valueType="num">
                                      <p:cBhvr>
                                        <p:cTn id="9" dur="1000" fill="hold"/>
                                        <p:tgtEl>
                                          <p:spTgt spid="9"/>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9"/>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blinds(horizontal)">
                                      <p:cBhvr>
                                        <p:cTn id="14" dur="500"/>
                                        <p:tgtEl>
                                          <p:spTgt spid="4"/>
                                        </p:tgtEl>
                                      </p:cBhvr>
                                    </p:animEffect>
                                  </p:childTnLst>
                                </p:cTn>
                              </p:par>
                            </p:childTnLst>
                          </p:cTn>
                        </p:par>
                        <p:par>
                          <p:cTn id="15" fill="hold">
                            <p:stCondLst>
                              <p:cond delay="1500"/>
                            </p:stCondLst>
                            <p:childTnLst>
                              <p:par>
                                <p:cTn id="16" presetID="2" presetClass="entr" presetSubtype="6" fill="hold" grpId="0" nodeType="afterEffect">
                                  <p:stCondLst>
                                    <p:cond delay="1000"/>
                                  </p:stCondLst>
                                  <p:childTnLst>
                                    <p:set>
                                      <p:cBhvr>
                                        <p:cTn id="17" dur="1" fill="hold">
                                          <p:stCondLst>
                                            <p:cond delay="0"/>
                                          </p:stCondLst>
                                        </p:cTn>
                                        <p:tgtEl>
                                          <p:spTgt spid="47110"/>
                                        </p:tgtEl>
                                        <p:attrNameLst>
                                          <p:attrName>style.visibility</p:attrName>
                                        </p:attrNameLst>
                                      </p:cBhvr>
                                      <p:to>
                                        <p:strVal val="visible"/>
                                      </p:to>
                                    </p:set>
                                    <p:anim calcmode="lin" valueType="num">
                                      <p:cBhvr additive="base">
                                        <p:cTn id="18" dur="500" fill="hold"/>
                                        <p:tgtEl>
                                          <p:spTgt spid="47110"/>
                                        </p:tgtEl>
                                        <p:attrNameLst>
                                          <p:attrName>ppt_x</p:attrName>
                                        </p:attrNameLst>
                                      </p:cBhvr>
                                      <p:tavLst>
                                        <p:tav tm="0">
                                          <p:val>
                                            <p:strVal val="1+#ppt_w/2"/>
                                          </p:val>
                                        </p:tav>
                                        <p:tav tm="100000">
                                          <p:val>
                                            <p:strVal val="#ppt_x"/>
                                          </p:val>
                                        </p:tav>
                                      </p:tavLst>
                                    </p:anim>
                                    <p:anim calcmode="lin" valueType="num">
                                      <p:cBhvr additive="base">
                                        <p:cTn id="19" dur="500" fill="hold"/>
                                        <p:tgtEl>
                                          <p:spTgt spid="47110"/>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5"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p:cTn id="24" dur="1000" fill="hold"/>
                                        <p:tgtEl>
                                          <p:spTgt spid="10"/>
                                        </p:tgtEl>
                                        <p:attrNameLst>
                                          <p:attrName>ppt_w</p:attrName>
                                        </p:attrNameLst>
                                      </p:cBhvr>
                                      <p:tavLst>
                                        <p:tav tm="0">
                                          <p:val>
                                            <p:fltVal val="0"/>
                                          </p:val>
                                        </p:tav>
                                        <p:tav tm="100000">
                                          <p:val>
                                            <p:strVal val="#ppt_w"/>
                                          </p:val>
                                        </p:tav>
                                      </p:tavLst>
                                    </p:anim>
                                    <p:anim calcmode="lin" valueType="num">
                                      <p:cBhvr>
                                        <p:cTn id="25" dur="1000" fill="hold"/>
                                        <p:tgtEl>
                                          <p:spTgt spid="10"/>
                                        </p:tgtEl>
                                        <p:attrNameLst>
                                          <p:attrName>ppt_h</p:attrName>
                                        </p:attrNameLst>
                                      </p:cBhvr>
                                      <p:tavLst>
                                        <p:tav tm="0">
                                          <p:val>
                                            <p:fltVal val="0"/>
                                          </p:val>
                                        </p:tav>
                                        <p:tav tm="100000">
                                          <p:val>
                                            <p:strVal val="#ppt_h"/>
                                          </p:val>
                                        </p:tav>
                                      </p:tavLst>
                                    </p:anim>
                                    <p:anim calcmode="lin" valueType="num">
                                      <p:cBhvr>
                                        <p:cTn id="26" dur="1000" fill="hold"/>
                                        <p:tgtEl>
                                          <p:spTgt spid="10"/>
                                        </p:tgtEl>
                                        <p:attrNameLst>
                                          <p:attrName>ppt_x</p:attrName>
                                        </p:attrNameLst>
                                      </p:cBhvr>
                                      <p:tavLst>
                                        <p:tav tm="0" fmla="#ppt_x+(cos(-2*pi*(1-$))*-#ppt_x-sin(-2*pi*(1-$))*(1-#ppt_y))*(1-$)">
                                          <p:val>
                                            <p:fltVal val="0"/>
                                          </p:val>
                                        </p:tav>
                                        <p:tav tm="100000">
                                          <p:val>
                                            <p:fltVal val="1"/>
                                          </p:val>
                                        </p:tav>
                                      </p:tavLst>
                                    </p:anim>
                                    <p:anim calcmode="lin" valueType="num">
                                      <p:cBhvr>
                                        <p:cTn id="27" dur="1000" fill="hold"/>
                                        <p:tgtEl>
                                          <p:spTgt spid="1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47113"/>
                                        </p:tgtEl>
                                        <p:attrNameLst>
                                          <p:attrName>style.visibility</p:attrName>
                                        </p:attrNameLst>
                                      </p:cBhvr>
                                      <p:to>
                                        <p:strVal val="visible"/>
                                      </p:to>
                                    </p:set>
                                    <p:animEffect transition="in" filter="box(out)">
                                      <p:cBhvr>
                                        <p:cTn id="32" dur="500"/>
                                        <p:tgtEl>
                                          <p:spTgt spid="4711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47268"/>
                                        </p:tgtEl>
                                        <p:attrNameLst>
                                          <p:attrName>style.visibility</p:attrName>
                                        </p:attrNameLst>
                                      </p:cBhvr>
                                      <p:to>
                                        <p:strVal val="visible"/>
                                      </p:to>
                                    </p:set>
                                    <p:animEffect transition="in" filter="wipe(up)">
                                      <p:cBhvr>
                                        <p:cTn id="37" dur="500"/>
                                        <p:tgtEl>
                                          <p:spTgt spid="47268"/>
                                        </p:tgtEl>
                                      </p:cBhvr>
                                    </p:animEffect>
                                  </p:childTnLst>
                                </p:cTn>
                              </p:par>
                            </p:childTnLst>
                          </p:cTn>
                        </p:par>
                        <p:par>
                          <p:cTn id="38" fill="hold">
                            <p:stCondLst>
                              <p:cond delay="500"/>
                            </p:stCondLst>
                            <p:childTnLst>
                              <p:par>
                                <p:cTn id="39" presetID="3" presetClass="entr" presetSubtype="10" fill="hold" nodeType="after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blinds(horizontal)">
                                      <p:cBhvr>
                                        <p:cTn id="41" dur="500"/>
                                        <p:tgtEl>
                                          <p:spTgt spid="6"/>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wipe(down)">
                                      <p:cBhvr>
                                        <p:cTn id="4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10" grpId="0"/>
      <p:bldP spid="47113" grpId="0"/>
      <p:bldP spid="47268" grpId="0" bldLvl="0" animBg="1"/>
      <p:bldP spid="9" grpId="0" bldLvl="0" animBg="1"/>
      <p:bldP spid="1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4-2 替代定理</a:t>
            </a:r>
            <a:endParaRPr lang="zh-CN" altLang="en-US"/>
          </a:p>
        </p:txBody>
      </p:sp>
      <p:sp>
        <p:nvSpPr>
          <p:cNvPr id="46083" name="Text Box 3"/>
          <p:cNvSpPr txBox="1"/>
          <p:nvPr/>
        </p:nvSpPr>
        <p:spPr>
          <a:xfrm>
            <a:off x="1374775" y="714375"/>
            <a:ext cx="4608513" cy="521970"/>
          </a:xfrm>
          <a:prstGeom prst="rect">
            <a:avLst/>
          </a:prstGeom>
          <a:noFill/>
          <a:ln w="9525">
            <a:noFill/>
          </a:ln>
        </p:spPr>
        <p:txBody>
          <a:bodyPr>
            <a:spAutoFit/>
          </a:bodyPr>
          <a:p>
            <a:pPr>
              <a:spcBef>
                <a:spcPct val="50000"/>
              </a:spcBef>
            </a:pPr>
            <a:r>
              <a:rPr kumimoji="1" lang="zh-CN" altLang="en-US" sz="2800" dirty="0" smtClean="0">
                <a:solidFill>
                  <a:schemeClr val="tx1"/>
                </a:solidFill>
                <a:latin typeface="华文楷体" panose="02010600040101010101" pitchFamily="2" charset="-122"/>
                <a:ea typeface="华文楷体" panose="02010600040101010101" pitchFamily="2" charset="-122"/>
              </a:rPr>
              <a:t>已知:</a:t>
            </a:r>
            <a:r>
              <a:rPr lang="en-US" altLang="zh-CN" b="0" i="1" dirty="0">
                <a:solidFill>
                  <a:schemeClr val="tx1"/>
                </a:solidFill>
                <a:latin typeface="Times New Roman" panose="02020603050405020304" pitchFamily="18" charset="0"/>
              </a:rPr>
              <a:t>u</a:t>
            </a:r>
            <a:r>
              <a:rPr lang="en-US" altLang="zh-CN" b="0" i="1" baseline="-25000" dirty="0">
                <a:solidFill>
                  <a:schemeClr val="tx1"/>
                </a:solidFill>
                <a:latin typeface="Times New Roman" panose="02020603050405020304" pitchFamily="18" charset="0"/>
              </a:rPr>
              <a:t>ab</a:t>
            </a:r>
            <a:r>
              <a:rPr lang="en-US" altLang="zh-CN" b="0" dirty="0">
                <a:solidFill>
                  <a:schemeClr val="tx1"/>
                </a:solidFill>
                <a:latin typeface="Times New Roman" panose="02020603050405020304" pitchFamily="18" charset="0"/>
              </a:rPr>
              <a:t>=0</a:t>
            </a:r>
            <a:r>
              <a:rPr kumimoji="1" lang="zh-CN" altLang="en-US" sz="2800" b="0" dirty="0" smtClean="0">
                <a:solidFill>
                  <a:schemeClr val="tx1"/>
                </a:solidFill>
                <a:latin typeface="华文楷体" panose="02010600040101010101" pitchFamily="2" charset="-122"/>
                <a:ea typeface="华文楷体" panose="02010600040101010101" pitchFamily="2" charset="-122"/>
              </a:rPr>
              <a:t>,</a:t>
            </a:r>
            <a:r>
              <a:rPr kumimoji="1" lang="zh-CN" altLang="en-US" sz="2800" dirty="0" smtClean="0">
                <a:solidFill>
                  <a:schemeClr val="tx1"/>
                </a:solidFill>
                <a:latin typeface="华文楷体" panose="02010600040101010101" pitchFamily="2" charset="-122"/>
                <a:ea typeface="华文楷体" panose="02010600040101010101" pitchFamily="2" charset="-122"/>
              </a:rPr>
              <a:t> 求电阻</a:t>
            </a:r>
            <a:r>
              <a:rPr lang="en-US" altLang="zh-CN" b="0" i="1" dirty="0">
                <a:solidFill>
                  <a:schemeClr val="tx1"/>
                </a:solidFill>
                <a:latin typeface="Times New Roman" panose="02020603050405020304" pitchFamily="18" charset="0"/>
              </a:rPr>
              <a:t>R</a:t>
            </a:r>
            <a:r>
              <a:rPr lang="zh-CN" altLang="en-US" b="0" dirty="0">
                <a:solidFill>
                  <a:schemeClr val="tx1"/>
                </a:solidFill>
                <a:latin typeface="Times New Roman" panose="02020603050405020304" pitchFamily="18" charset="0"/>
              </a:rPr>
              <a:t>。</a:t>
            </a:r>
            <a:endParaRPr lang="zh-CN" altLang="en-US" b="0" dirty="0">
              <a:solidFill>
                <a:schemeClr val="tx1"/>
              </a:solidFill>
              <a:latin typeface="Times New Roman" panose="02020603050405020304" pitchFamily="18" charset="0"/>
            </a:endParaRPr>
          </a:p>
        </p:txBody>
      </p:sp>
      <p:sp>
        <p:nvSpPr>
          <p:cNvPr id="46168" name="Text Box 88"/>
          <p:cNvSpPr txBox="1"/>
          <p:nvPr/>
        </p:nvSpPr>
        <p:spPr>
          <a:xfrm>
            <a:off x="1116013" y="1302703"/>
            <a:ext cx="2592387" cy="521970"/>
          </a:xfrm>
          <a:prstGeom prst="rect">
            <a:avLst/>
          </a:prstGeom>
          <a:noFill/>
          <a:ln w="9525">
            <a:noFill/>
          </a:ln>
        </p:spPr>
        <p:txBody>
          <a:bodyPr>
            <a:spAutoFit/>
          </a:bodyPr>
          <a:p>
            <a:r>
              <a:rPr kumimoji="1" lang="zh-CN" altLang="en-US" sz="2800" dirty="0" smtClean="0">
                <a:latin typeface="华文楷体" panose="02010600040101010101" pitchFamily="2" charset="-122"/>
                <a:ea typeface="华文楷体" panose="02010600040101010101" pitchFamily="2" charset="-122"/>
              </a:rPr>
              <a:t>用替代定理：</a:t>
            </a:r>
            <a:endParaRPr kumimoji="1" lang="zh-CN" altLang="en-US" sz="2800" dirty="0" smtClean="0">
              <a:latin typeface="华文楷体" panose="02010600040101010101" pitchFamily="2" charset="-122"/>
              <a:ea typeface="华文楷体" panose="02010600040101010101" pitchFamily="2" charset="-122"/>
            </a:endParaRPr>
          </a:p>
        </p:txBody>
      </p:sp>
      <p:sp>
        <p:nvSpPr>
          <p:cNvPr id="46171" name="Text Box 91"/>
          <p:cNvSpPr txBox="1"/>
          <p:nvPr/>
        </p:nvSpPr>
        <p:spPr>
          <a:xfrm>
            <a:off x="468313" y="2932430"/>
            <a:ext cx="2447925" cy="521970"/>
          </a:xfrm>
          <a:prstGeom prst="rect">
            <a:avLst/>
          </a:prstGeom>
          <a:noFill/>
          <a:ln w="9525">
            <a:noFill/>
          </a:ln>
        </p:spPr>
        <p:txBody>
          <a:bodyPr>
            <a:spAutoFit/>
          </a:bodyPr>
          <a:p>
            <a:r>
              <a:rPr kumimoji="1" lang="zh-CN" altLang="en-US" sz="2800" dirty="0" smtClean="0">
                <a:latin typeface="华文楷体" panose="02010600040101010101" pitchFamily="2" charset="-122"/>
                <a:ea typeface="华文楷体" panose="02010600040101010101" pitchFamily="2" charset="-122"/>
              </a:rPr>
              <a:t>用节点法：</a:t>
            </a:r>
            <a:endParaRPr kumimoji="1" lang="zh-CN" altLang="en-US" sz="2800" dirty="0" smtClean="0">
              <a:latin typeface="华文楷体" panose="02010600040101010101" pitchFamily="2" charset="-122"/>
              <a:ea typeface="华文楷体" panose="02010600040101010101" pitchFamily="2" charset="-122"/>
            </a:endParaRPr>
          </a:p>
        </p:txBody>
      </p:sp>
      <p:sp>
        <p:nvSpPr>
          <p:cNvPr id="46175" name="AutoShape 95"/>
          <p:cNvSpPr/>
          <p:nvPr/>
        </p:nvSpPr>
        <p:spPr>
          <a:xfrm>
            <a:off x="396875" y="4677410"/>
            <a:ext cx="647700" cy="215900"/>
          </a:xfrm>
          <a:prstGeom prst="rightArrow">
            <a:avLst>
              <a:gd name="adj1" fmla="val 50000"/>
              <a:gd name="adj2" fmla="val 75000"/>
            </a:avLst>
          </a:prstGeom>
          <a:solidFill>
            <a:srgbClr val="00CCFF"/>
          </a:solidFill>
          <a:ln w="9525">
            <a:noFill/>
          </a:ln>
        </p:spPr>
        <p:txBody>
          <a:bodyPr wrap="none" anchor="ctr" anchorCtr="0"/>
          <a:p>
            <a:endParaRPr lang="zh-CN" altLang="en-US" dirty="0">
              <a:latin typeface="Arial" panose="020B0604020202020204" pitchFamily="34" charset="0"/>
            </a:endParaRPr>
          </a:p>
        </p:txBody>
      </p:sp>
      <p:graphicFrame>
        <p:nvGraphicFramePr>
          <p:cNvPr id="3" name="对象 2"/>
          <p:cNvGraphicFramePr/>
          <p:nvPr/>
        </p:nvGraphicFramePr>
        <p:xfrm>
          <a:off x="1374775" y="1860550"/>
          <a:ext cx="2929255" cy="922655"/>
        </p:xfrm>
        <a:graphic>
          <a:graphicData uri="http://schemas.openxmlformats.org/presentationml/2006/ole">
            <mc:AlternateContent xmlns:mc="http://schemas.openxmlformats.org/markup-compatibility/2006">
              <mc:Choice xmlns:v="urn:schemas-microsoft-com:vml" Requires="v">
                <p:oleObj spid="_x0000_s5" name="" r:id="rId1" imgW="1041400" imgH="405765" progId="Equation.KSEE3">
                  <p:embed/>
                </p:oleObj>
              </mc:Choice>
              <mc:Fallback>
                <p:oleObj name="" r:id="rId1" imgW="1041400" imgH="405765" progId="Equation.KSEE3">
                  <p:embed/>
                  <p:pic>
                    <p:nvPicPr>
                      <p:cNvPr id="0" name="图片 4"/>
                      <p:cNvPicPr/>
                      <p:nvPr/>
                    </p:nvPicPr>
                    <p:blipFill>
                      <a:blip r:embed="rId2"/>
                      <a:stretch>
                        <a:fillRect/>
                      </a:stretch>
                    </p:blipFill>
                    <p:spPr>
                      <a:xfrm>
                        <a:off x="1374775" y="1860550"/>
                        <a:ext cx="2929255" cy="922655"/>
                      </a:xfrm>
                      <a:prstGeom prst="rect">
                        <a:avLst/>
                      </a:prstGeom>
                    </p:spPr>
                  </p:pic>
                </p:oleObj>
              </mc:Fallback>
            </mc:AlternateContent>
          </a:graphicData>
        </a:graphic>
      </p:graphicFrame>
      <p:graphicFrame>
        <p:nvGraphicFramePr>
          <p:cNvPr id="7" name="对象 6"/>
          <p:cNvGraphicFramePr/>
          <p:nvPr/>
        </p:nvGraphicFramePr>
        <p:xfrm>
          <a:off x="1116330" y="3564255"/>
          <a:ext cx="3047365" cy="815975"/>
        </p:xfrm>
        <a:graphic>
          <a:graphicData uri="http://schemas.openxmlformats.org/presentationml/2006/ole">
            <mc:AlternateContent xmlns:mc="http://schemas.openxmlformats.org/markup-compatibility/2006">
              <mc:Choice xmlns:v="urn:schemas-microsoft-com:vml" Requires="v">
                <p:oleObj spid="_x0000_s8" name="" r:id="rId3" imgW="1625600" imgH="393700" progId="Equation.KSEE3">
                  <p:embed/>
                </p:oleObj>
              </mc:Choice>
              <mc:Fallback>
                <p:oleObj name="" r:id="rId3" imgW="1625600" imgH="393700" progId="Equation.KSEE3">
                  <p:embed/>
                  <p:pic>
                    <p:nvPicPr>
                      <p:cNvPr id="0" name="图片 7"/>
                      <p:cNvPicPr/>
                      <p:nvPr/>
                    </p:nvPicPr>
                    <p:blipFill>
                      <a:blip r:embed="rId4"/>
                      <a:stretch>
                        <a:fillRect/>
                      </a:stretch>
                    </p:blipFill>
                    <p:spPr>
                      <a:xfrm>
                        <a:off x="1116330" y="3564255"/>
                        <a:ext cx="3047365" cy="815975"/>
                      </a:xfrm>
                      <a:prstGeom prst="rect">
                        <a:avLst/>
                      </a:prstGeom>
                    </p:spPr>
                  </p:pic>
                </p:oleObj>
              </mc:Fallback>
            </mc:AlternateContent>
          </a:graphicData>
        </a:graphic>
      </p:graphicFrame>
      <p:graphicFrame>
        <p:nvGraphicFramePr>
          <p:cNvPr id="12" name="对象 11"/>
          <p:cNvGraphicFramePr/>
          <p:nvPr/>
        </p:nvGraphicFramePr>
        <p:xfrm>
          <a:off x="1116330" y="4510405"/>
          <a:ext cx="2707640" cy="553720"/>
        </p:xfrm>
        <a:graphic>
          <a:graphicData uri="http://schemas.openxmlformats.org/presentationml/2006/ole">
            <mc:AlternateContent xmlns:mc="http://schemas.openxmlformats.org/markup-compatibility/2006">
              <mc:Choice xmlns:v="urn:schemas-microsoft-com:vml" Requires="v">
                <p:oleObj spid="_x0000_s13" name="" r:id="rId5" imgW="812800" imgH="228600" progId="Equation.KSEE3">
                  <p:embed/>
                </p:oleObj>
              </mc:Choice>
              <mc:Fallback>
                <p:oleObj name="" r:id="rId5" imgW="812800" imgH="228600" progId="Equation.KSEE3">
                  <p:embed/>
                  <p:pic>
                    <p:nvPicPr>
                      <p:cNvPr id="0" name="图片 12"/>
                      <p:cNvPicPr/>
                      <p:nvPr/>
                    </p:nvPicPr>
                    <p:blipFill>
                      <a:blip r:embed="rId6"/>
                      <a:stretch>
                        <a:fillRect/>
                      </a:stretch>
                    </p:blipFill>
                    <p:spPr>
                      <a:xfrm>
                        <a:off x="1116330" y="4510405"/>
                        <a:ext cx="2707640" cy="553720"/>
                      </a:xfrm>
                      <a:prstGeom prst="rect">
                        <a:avLst/>
                      </a:prstGeom>
                    </p:spPr>
                  </p:pic>
                </p:oleObj>
              </mc:Fallback>
            </mc:AlternateContent>
          </a:graphicData>
        </a:graphic>
      </p:graphicFrame>
      <p:graphicFrame>
        <p:nvGraphicFramePr>
          <p:cNvPr id="16" name="对象 15"/>
          <p:cNvGraphicFramePr/>
          <p:nvPr/>
        </p:nvGraphicFramePr>
        <p:xfrm>
          <a:off x="3905250" y="4509770"/>
          <a:ext cx="1268730" cy="495935"/>
        </p:xfrm>
        <a:graphic>
          <a:graphicData uri="http://schemas.openxmlformats.org/presentationml/2006/ole">
            <mc:AlternateContent xmlns:mc="http://schemas.openxmlformats.org/markup-compatibility/2006">
              <mc:Choice xmlns:v="urn:schemas-microsoft-com:vml" Requires="v">
                <p:oleObj spid="_x0000_s17" name="" r:id="rId7" imgW="469900" imgH="215900" progId="Equation.KSEE3">
                  <p:embed/>
                </p:oleObj>
              </mc:Choice>
              <mc:Fallback>
                <p:oleObj name="" r:id="rId7" imgW="469900" imgH="215900" progId="Equation.KSEE3">
                  <p:embed/>
                  <p:pic>
                    <p:nvPicPr>
                      <p:cNvPr id="0" name="图片 14"/>
                      <p:cNvPicPr/>
                      <p:nvPr/>
                    </p:nvPicPr>
                    <p:blipFill>
                      <a:blip r:embed="rId8"/>
                      <a:stretch>
                        <a:fillRect/>
                      </a:stretch>
                    </p:blipFill>
                    <p:spPr>
                      <a:xfrm>
                        <a:off x="3905250" y="4509770"/>
                        <a:ext cx="1268730" cy="495935"/>
                      </a:xfrm>
                      <a:prstGeom prst="rect">
                        <a:avLst/>
                      </a:prstGeom>
                    </p:spPr>
                  </p:pic>
                </p:oleObj>
              </mc:Fallback>
            </mc:AlternateContent>
          </a:graphicData>
        </a:graphic>
      </p:graphicFrame>
      <p:graphicFrame>
        <p:nvGraphicFramePr>
          <p:cNvPr id="20" name="对象 19"/>
          <p:cNvGraphicFramePr/>
          <p:nvPr/>
        </p:nvGraphicFramePr>
        <p:xfrm>
          <a:off x="5407660" y="4509770"/>
          <a:ext cx="2600960" cy="495300"/>
        </p:xfrm>
        <a:graphic>
          <a:graphicData uri="http://schemas.openxmlformats.org/presentationml/2006/ole">
            <mc:AlternateContent xmlns:mc="http://schemas.openxmlformats.org/markup-compatibility/2006">
              <mc:Choice xmlns:v="urn:schemas-microsoft-com:vml" Requires="v">
                <p:oleObj spid="_x0000_s21" name="" r:id="rId9" imgW="977900" imgH="215900" progId="Equation.KSEE3">
                  <p:embed/>
                </p:oleObj>
              </mc:Choice>
              <mc:Fallback>
                <p:oleObj name="" r:id="rId9" imgW="977900" imgH="215900" progId="Equation.KSEE3">
                  <p:embed/>
                  <p:pic>
                    <p:nvPicPr>
                      <p:cNvPr id="0" name="图片 20"/>
                      <p:cNvPicPr/>
                      <p:nvPr/>
                    </p:nvPicPr>
                    <p:blipFill>
                      <a:blip r:embed="rId10"/>
                      <a:stretch>
                        <a:fillRect/>
                      </a:stretch>
                    </p:blipFill>
                    <p:spPr>
                      <a:xfrm>
                        <a:off x="5407660" y="4509770"/>
                        <a:ext cx="2600960" cy="495300"/>
                      </a:xfrm>
                      <a:prstGeom prst="rect">
                        <a:avLst/>
                      </a:prstGeom>
                    </p:spPr>
                  </p:pic>
                </p:oleObj>
              </mc:Fallback>
            </mc:AlternateContent>
          </a:graphicData>
        </a:graphic>
      </p:graphicFrame>
      <p:graphicFrame>
        <p:nvGraphicFramePr>
          <p:cNvPr id="22" name="对象 21"/>
          <p:cNvGraphicFramePr/>
          <p:nvPr/>
        </p:nvGraphicFramePr>
        <p:xfrm>
          <a:off x="1220470" y="5242560"/>
          <a:ext cx="4892675" cy="503555"/>
        </p:xfrm>
        <a:graphic>
          <a:graphicData uri="http://schemas.openxmlformats.org/presentationml/2006/ole">
            <mc:AlternateContent xmlns:mc="http://schemas.openxmlformats.org/markup-compatibility/2006">
              <mc:Choice xmlns:v="urn:schemas-microsoft-com:vml" Requires="v">
                <p:oleObj spid="_x0000_s23" name="" r:id="rId11" imgW="1892300" imgH="228600" progId="Equation.KSEE3">
                  <p:embed/>
                </p:oleObj>
              </mc:Choice>
              <mc:Fallback>
                <p:oleObj name="" r:id="rId11" imgW="1892300" imgH="228600" progId="Equation.KSEE3">
                  <p:embed/>
                  <p:pic>
                    <p:nvPicPr>
                      <p:cNvPr id="0" name="图片 22"/>
                      <p:cNvPicPr/>
                      <p:nvPr/>
                    </p:nvPicPr>
                    <p:blipFill>
                      <a:blip r:embed="rId12"/>
                      <a:stretch>
                        <a:fillRect/>
                      </a:stretch>
                    </p:blipFill>
                    <p:spPr>
                      <a:xfrm>
                        <a:off x="1220470" y="5242560"/>
                        <a:ext cx="4892675" cy="503555"/>
                      </a:xfrm>
                      <a:prstGeom prst="rect">
                        <a:avLst/>
                      </a:prstGeom>
                    </p:spPr>
                  </p:pic>
                </p:oleObj>
              </mc:Fallback>
            </mc:AlternateContent>
          </a:graphicData>
        </a:graphic>
      </p:graphicFrame>
      <p:graphicFrame>
        <p:nvGraphicFramePr>
          <p:cNvPr id="24" name="对象 23"/>
          <p:cNvGraphicFramePr/>
          <p:nvPr/>
        </p:nvGraphicFramePr>
        <p:xfrm>
          <a:off x="1220470" y="5882005"/>
          <a:ext cx="3138170" cy="784860"/>
        </p:xfrm>
        <a:graphic>
          <a:graphicData uri="http://schemas.openxmlformats.org/presentationml/2006/ole">
            <mc:AlternateContent xmlns:mc="http://schemas.openxmlformats.org/markup-compatibility/2006">
              <mc:Choice xmlns:v="urn:schemas-microsoft-com:vml" Requires="v">
                <p:oleObj spid="_x0000_s25" name="" r:id="rId13" imgW="939800" imgH="393700" progId="Equation.KSEE3">
                  <p:embed/>
                </p:oleObj>
              </mc:Choice>
              <mc:Fallback>
                <p:oleObj name="" r:id="rId13" imgW="939800" imgH="393700" progId="Equation.KSEE3">
                  <p:embed/>
                  <p:pic>
                    <p:nvPicPr>
                      <p:cNvPr id="0" name="图片 24"/>
                      <p:cNvPicPr/>
                      <p:nvPr/>
                    </p:nvPicPr>
                    <p:blipFill>
                      <a:blip r:embed="rId14"/>
                      <a:stretch>
                        <a:fillRect/>
                      </a:stretch>
                    </p:blipFill>
                    <p:spPr>
                      <a:xfrm>
                        <a:off x="1220470" y="5882005"/>
                        <a:ext cx="3138170" cy="784860"/>
                      </a:xfrm>
                      <a:prstGeom prst="rect">
                        <a:avLst/>
                      </a:prstGeom>
                    </p:spPr>
                  </p:pic>
                </p:oleObj>
              </mc:Fallback>
            </mc:AlternateContent>
          </a:graphicData>
        </a:graphic>
      </p:graphicFrame>
      <p:sp>
        <p:nvSpPr>
          <p:cNvPr id="26" name="Text Box 22"/>
          <p:cNvSpPr txBox="1">
            <a:spLocks noChangeArrowheads="1"/>
          </p:cNvSpPr>
          <p:nvPr/>
        </p:nvSpPr>
        <p:spPr bwMode="auto">
          <a:xfrm>
            <a:off x="70485" y="681355"/>
            <a:ext cx="1255395" cy="575945"/>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例</a:t>
            </a:r>
            <a:r>
              <a:rPr kumimoji="1" lang="en-US" altLang="zh-CN" sz="3200" dirty="0">
                <a:solidFill>
                  <a:schemeClr val="bg1"/>
                </a:solidFill>
                <a:latin typeface="华文新魏" panose="02010800040101010101" pitchFamily="2" charset="-122"/>
                <a:ea typeface="华文新魏" panose="02010800040101010101" pitchFamily="2" charset="-122"/>
              </a:rPr>
              <a:t>2-4</a:t>
            </a:r>
            <a:endParaRPr kumimoji="1" lang="en-US" altLang="zh-CN" sz="3200" dirty="0">
              <a:solidFill>
                <a:schemeClr val="bg1"/>
              </a:solidFill>
              <a:latin typeface="华文新魏" panose="02010800040101010101" pitchFamily="2" charset="-122"/>
              <a:ea typeface="华文新魏" panose="02010800040101010101" pitchFamily="2" charset="-122"/>
            </a:endParaRPr>
          </a:p>
        </p:txBody>
      </p:sp>
      <p:sp>
        <p:nvSpPr>
          <p:cNvPr id="27" name="Text Box 22"/>
          <p:cNvSpPr txBox="1">
            <a:spLocks noChangeArrowheads="1"/>
          </p:cNvSpPr>
          <p:nvPr/>
        </p:nvSpPr>
        <p:spPr bwMode="auto">
          <a:xfrm>
            <a:off x="155489" y="1341908"/>
            <a:ext cx="648000" cy="576000"/>
          </a:xfrm>
          <a:prstGeom prst="rect">
            <a:avLst/>
          </a:pr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解</a:t>
            </a:r>
            <a:endParaRPr kumimoji="1" lang="zh-CN" altLang="en-US" sz="3200" dirty="0">
              <a:solidFill>
                <a:schemeClr val="bg1"/>
              </a:solidFill>
              <a:latin typeface="华文新魏" panose="02010800040101010101" pitchFamily="2" charset="-122"/>
              <a:ea typeface="华文新魏" panose="02010800040101010101" pitchFamily="2" charset="-122"/>
            </a:endParaRPr>
          </a:p>
        </p:txBody>
      </p:sp>
      <p:grpSp>
        <p:nvGrpSpPr>
          <p:cNvPr id="103" name="组合 102"/>
          <p:cNvGrpSpPr/>
          <p:nvPr/>
        </p:nvGrpSpPr>
        <p:grpSpPr>
          <a:xfrm>
            <a:off x="4989195" y="989965"/>
            <a:ext cx="3781425" cy="2665730"/>
            <a:chOff x="7787" y="1773"/>
            <a:chExt cx="5955" cy="4198"/>
          </a:xfrm>
        </p:grpSpPr>
        <p:sp>
          <p:nvSpPr>
            <p:cNvPr id="12325" name="Line 216"/>
            <p:cNvSpPr/>
            <p:nvPr/>
          </p:nvSpPr>
          <p:spPr bwMode="auto">
            <a:xfrm>
              <a:off x="11481" y="1773"/>
              <a:ext cx="0" cy="4198"/>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2326" name="Line 217"/>
            <p:cNvSpPr/>
            <p:nvPr/>
          </p:nvSpPr>
          <p:spPr bwMode="auto">
            <a:xfrm flipV="1">
              <a:off x="8306" y="3813"/>
              <a:ext cx="3177" cy="3"/>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12322" name="Text Box 213"/>
            <p:cNvSpPr txBox="1"/>
            <p:nvPr/>
          </p:nvSpPr>
          <p:spPr>
            <a:xfrm>
              <a:off x="10758" y="2088"/>
              <a:ext cx="792" cy="818"/>
            </a:xfrm>
            <a:prstGeom prst="rect">
              <a:avLst/>
            </a:prstGeom>
            <a:noFill/>
            <a:ln w="9525">
              <a:noFill/>
            </a:ln>
          </p:spPr>
          <p:txBody>
            <a:bodyPr>
              <a:spAutoFit/>
            </a:bodyPr>
            <a:p>
              <a:r>
                <a:rPr lang="en-US" altLang="zh-CN" b="0" i="1" dirty="0">
                  <a:solidFill>
                    <a:schemeClr val="tx1"/>
                  </a:solidFill>
                  <a:latin typeface="Times New Roman" panose="02020603050405020304" pitchFamily="18" charset="0"/>
                  <a:ea typeface="宋体" panose="02010600030101010101" pitchFamily="2" charset="-122"/>
                </a:rPr>
                <a:t>R</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12323" name="Text Box 214"/>
            <p:cNvSpPr txBox="1"/>
            <p:nvPr/>
          </p:nvSpPr>
          <p:spPr>
            <a:xfrm>
              <a:off x="10461" y="4360"/>
              <a:ext cx="1247"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8</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2324" name="Rectangle 215"/>
            <p:cNvSpPr/>
            <p:nvPr/>
          </p:nvSpPr>
          <p:spPr bwMode="auto">
            <a:xfrm>
              <a:off x="8306" y="1773"/>
              <a:ext cx="4990" cy="4195"/>
            </a:xfrm>
            <a:prstGeom prst="rect">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2327" name="Text Box 218"/>
            <p:cNvSpPr txBox="1"/>
            <p:nvPr/>
          </p:nvSpPr>
          <p:spPr>
            <a:xfrm>
              <a:off x="8423" y="2228"/>
              <a:ext cx="1360"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4</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2329" name="Text Box 220"/>
            <p:cNvSpPr txBox="1"/>
            <p:nvPr/>
          </p:nvSpPr>
          <p:spPr>
            <a:xfrm>
              <a:off x="8421" y="4495"/>
              <a:ext cx="1360"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2</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2330" name="Text Box 221"/>
            <p:cNvSpPr txBox="1"/>
            <p:nvPr/>
          </p:nvSpPr>
          <p:spPr>
            <a:xfrm>
              <a:off x="12612" y="2340"/>
              <a:ext cx="721" cy="822"/>
            </a:xfrm>
            <a:prstGeom prst="rect">
              <a:avLst/>
            </a:prstGeom>
            <a:noFill/>
            <a:ln w="9525">
              <a:noFill/>
            </a:ln>
          </p:spPr>
          <p:txBody>
            <a:bodyPr wrap="square">
              <a:spAutoFit/>
            </a:bodyPr>
            <a:p>
              <a:r>
                <a:rPr lang="en-US" altLang="zh-CN" sz="2800" b="0" dirty="0">
                  <a:solidFill>
                    <a:schemeClr val="tx1"/>
                  </a:solidFill>
                  <a:latin typeface="Times New Roman" panose="02020603050405020304" pitchFamily="18" charset="0"/>
                  <a:ea typeface="宋体" panose="02010600030101010101" pitchFamily="2" charset="-122"/>
                </a:rPr>
                <a:t>+</a:t>
              </a:r>
              <a:endParaRPr lang="en-US" altLang="zh-CN" sz="2800" b="0" dirty="0">
                <a:solidFill>
                  <a:schemeClr val="tx1"/>
                </a:solidFill>
                <a:latin typeface="Times New Roman" panose="02020603050405020304" pitchFamily="18" charset="0"/>
                <a:ea typeface="宋体" panose="02010600030101010101" pitchFamily="2" charset="-122"/>
              </a:endParaRPr>
            </a:p>
          </p:txBody>
        </p:sp>
        <p:sp>
          <p:nvSpPr>
            <p:cNvPr id="12331" name="Text Box 222"/>
            <p:cNvSpPr txBox="1"/>
            <p:nvPr/>
          </p:nvSpPr>
          <p:spPr>
            <a:xfrm>
              <a:off x="12501" y="4043"/>
              <a:ext cx="720" cy="720"/>
            </a:xfrm>
            <a:prstGeom prst="rect">
              <a:avLst/>
            </a:prstGeom>
            <a:noFill/>
            <a:ln w="9525">
              <a:noFill/>
            </a:ln>
          </p:spPr>
          <p:txBody>
            <a:bodyPr>
              <a:spAutoFit/>
            </a:bodyPr>
            <a:p>
              <a:r>
                <a:rPr lang="zh-CN" altLang="en-US" sz="2400" b="0" dirty="0">
                  <a:solidFill>
                    <a:schemeClr val="tx1"/>
                  </a:solidFill>
                  <a:latin typeface="Times New Roman" panose="02020603050405020304" pitchFamily="18" charset="0"/>
                  <a:ea typeface="宋体" panose="02010600030101010101" pitchFamily="2" charset="-122"/>
                </a:rPr>
                <a:t>－</a:t>
              </a:r>
              <a:endParaRPr lang="zh-CN" altLang="en-US" sz="2400" b="0" dirty="0">
                <a:solidFill>
                  <a:schemeClr val="tx1"/>
                </a:solidFill>
                <a:latin typeface="Times New Roman" panose="02020603050405020304" pitchFamily="18" charset="0"/>
                <a:ea typeface="宋体" panose="02010600030101010101" pitchFamily="2" charset="-122"/>
              </a:endParaRPr>
            </a:p>
          </p:txBody>
        </p:sp>
        <p:sp>
          <p:nvSpPr>
            <p:cNvPr id="12333" name="Text Box 224"/>
            <p:cNvSpPr txBox="1"/>
            <p:nvPr/>
          </p:nvSpPr>
          <p:spPr>
            <a:xfrm>
              <a:off x="11708" y="3020"/>
              <a:ext cx="1587"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20V</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2334" name="Rectangle 225"/>
            <p:cNvSpPr/>
            <p:nvPr/>
          </p:nvSpPr>
          <p:spPr bwMode="auto">
            <a:xfrm>
              <a:off x="8148" y="2228"/>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2335" name="Rectangle 226"/>
            <p:cNvSpPr/>
            <p:nvPr/>
          </p:nvSpPr>
          <p:spPr bwMode="auto">
            <a:xfrm>
              <a:off x="8171" y="4498"/>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2336" name="Rectangle 227"/>
            <p:cNvSpPr/>
            <p:nvPr/>
          </p:nvSpPr>
          <p:spPr bwMode="auto">
            <a:xfrm>
              <a:off x="11343" y="4428"/>
              <a:ext cx="320"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2337" name="Rectangle 228"/>
            <p:cNvSpPr/>
            <p:nvPr/>
          </p:nvSpPr>
          <p:spPr bwMode="auto">
            <a:xfrm>
              <a:off x="11323" y="2228"/>
              <a:ext cx="320"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grpSp>
          <p:nvGrpSpPr>
            <p:cNvPr id="79" name="组合 78"/>
            <p:cNvGrpSpPr/>
            <p:nvPr/>
          </p:nvGrpSpPr>
          <p:grpSpPr>
            <a:xfrm rot="0">
              <a:off x="12834" y="3132"/>
              <a:ext cx="908" cy="908"/>
              <a:chOff x="511857" y="3720552"/>
              <a:chExt cx="432197" cy="432197"/>
            </a:xfrm>
            <a:solidFill>
              <a:schemeClr val="accent6">
                <a:lumMod val="40000"/>
                <a:lumOff val="60000"/>
              </a:schemeClr>
            </a:solidFill>
          </p:grpSpPr>
          <p:sp>
            <p:nvSpPr>
              <p:cNvPr id="80" name="Oval 953"/>
              <p:cNvSpPr>
                <a:spLocks noChangeArrowheads="1"/>
              </p:cNvSpPr>
              <p:nvPr/>
            </p:nvSpPr>
            <p:spPr bwMode="auto">
              <a:xfrm>
                <a:off x="511857"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81" name="直接连接符 80"/>
              <p:cNvCxnSpPr>
                <a:stCxn id="80" idx="0"/>
                <a:endCxn id="80" idx="4"/>
              </p:cNvCxnSpPr>
              <p:nvPr/>
            </p:nvCxnSpPr>
            <p:spPr>
              <a:xfrm>
                <a:off x="727956"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2" name="组合 91"/>
            <p:cNvGrpSpPr/>
            <p:nvPr/>
          </p:nvGrpSpPr>
          <p:grpSpPr>
            <a:xfrm rot="5400000">
              <a:off x="10091" y="3354"/>
              <a:ext cx="908" cy="908"/>
              <a:chOff x="505193" y="3720552"/>
              <a:chExt cx="432197" cy="432197"/>
            </a:xfrm>
            <a:solidFill>
              <a:schemeClr val="accent6">
                <a:lumMod val="40000"/>
                <a:lumOff val="60000"/>
              </a:schemeClr>
            </a:solidFill>
          </p:grpSpPr>
          <p:sp>
            <p:nvSpPr>
              <p:cNvPr id="93" name="Oval 953"/>
              <p:cNvSpPr>
                <a:spLocks noChangeArrowheads="1"/>
              </p:cNvSpPr>
              <p:nvPr>
                <p:custDataLst>
                  <p:tags r:id="rId15"/>
                </p:custDataLst>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94" name="直接连接符 93"/>
              <p:cNvCxnSpPr>
                <a:stCxn id="93" idx="0"/>
                <a:endCxn id="93" idx="4"/>
              </p:cNvCxnSpPr>
              <p:nvPr>
                <p:custDataLst>
                  <p:tags r:id="rId16"/>
                </p:custDataLst>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5" name="Rectangle 227"/>
            <p:cNvSpPr/>
            <p:nvPr>
              <p:custDataLst>
                <p:tags r:id="rId17"/>
              </p:custDataLst>
            </p:nvPr>
          </p:nvSpPr>
          <p:spPr bwMode="auto">
            <a:xfrm rot="16200000">
              <a:off x="9188" y="3414"/>
              <a:ext cx="320"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96" name="Text Box 221"/>
            <p:cNvSpPr txBox="1"/>
            <p:nvPr>
              <p:custDataLst>
                <p:tags r:id="rId18"/>
              </p:custDataLst>
            </p:nvPr>
          </p:nvSpPr>
          <p:spPr>
            <a:xfrm>
              <a:off x="9516" y="2978"/>
              <a:ext cx="721" cy="822"/>
            </a:xfrm>
            <a:prstGeom prst="rect">
              <a:avLst/>
            </a:prstGeom>
            <a:noFill/>
            <a:ln w="9525">
              <a:noFill/>
            </a:ln>
          </p:spPr>
          <p:txBody>
            <a:bodyPr wrap="square">
              <a:spAutoFit/>
            </a:bodyPr>
            <a:p>
              <a:r>
                <a:rPr lang="en-US" altLang="zh-CN" sz="2800" b="0" dirty="0">
                  <a:solidFill>
                    <a:schemeClr val="tx1"/>
                  </a:solidFill>
                  <a:latin typeface="Times New Roman" panose="02020603050405020304" pitchFamily="18" charset="0"/>
                  <a:ea typeface="宋体" panose="02010600030101010101" pitchFamily="2" charset="-122"/>
                </a:rPr>
                <a:t>+</a:t>
              </a:r>
              <a:endParaRPr lang="en-US" altLang="zh-CN" sz="2800" b="0" dirty="0">
                <a:solidFill>
                  <a:schemeClr val="tx1"/>
                </a:solidFill>
                <a:latin typeface="Times New Roman" panose="02020603050405020304" pitchFamily="18" charset="0"/>
                <a:ea typeface="宋体" panose="02010600030101010101" pitchFamily="2" charset="-122"/>
              </a:endParaRPr>
            </a:p>
          </p:txBody>
        </p:sp>
        <p:sp>
          <p:nvSpPr>
            <p:cNvPr id="98" name="Text Box 222"/>
            <p:cNvSpPr txBox="1"/>
            <p:nvPr>
              <p:custDataLst>
                <p:tags r:id="rId19"/>
              </p:custDataLst>
            </p:nvPr>
          </p:nvSpPr>
          <p:spPr>
            <a:xfrm>
              <a:off x="10830" y="3014"/>
              <a:ext cx="720" cy="720"/>
            </a:xfrm>
            <a:prstGeom prst="rect">
              <a:avLst/>
            </a:prstGeom>
            <a:noFill/>
            <a:ln w="9525">
              <a:noFill/>
            </a:ln>
          </p:spPr>
          <p:txBody>
            <a:bodyPr>
              <a:spAutoFit/>
            </a:bodyPr>
            <a:p>
              <a:r>
                <a:rPr lang="zh-CN" altLang="en-US" sz="2400" b="0" dirty="0">
                  <a:solidFill>
                    <a:schemeClr val="tx1"/>
                  </a:solidFill>
                  <a:latin typeface="Times New Roman" panose="02020603050405020304" pitchFamily="18" charset="0"/>
                  <a:ea typeface="宋体" panose="02010600030101010101" pitchFamily="2" charset="-122"/>
                </a:rPr>
                <a:t>－</a:t>
              </a:r>
              <a:endParaRPr lang="zh-CN" altLang="en-US" sz="2400" b="0" dirty="0">
                <a:solidFill>
                  <a:schemeClr val="tx1"/>
                </a:solidFill>
                <a:latin typeface="Times New Roman" panose="02020603050405020304" pitchFamily="18" charset="0"/>
                <a:ea typeface="宋体" panose="02010600030101010101" pitchFamily="2" charset="-122"/>
              </a:endParaRPr>
            </a:p>
          </p:txBody>
        </p:sp>
        <p:sp>
          <p:nvSpPr>
            <p:cNvPr id="99" name="Text Box 224"/>
            <p:cNvSpPr txBox="1"/>
            <p:nvPr>
              <p:custDataLst>
                <p:tags r:id="rId20"/>
              </p:custDataLst>
            </p:nvPr>
          </p:nvSpPr>
          <p:spPr>
            <a:xfrm>
              <a:off x="10007" y="2747"/>
              <a:ext cx="1161" cy="725"/>
            </a:xfrm>
            <a:prstGeom prst="rect">
              <a:avLst/>
            </a:prstGeom>
            <a:noFill/>
            <a:ln w="9525">
              <a:noFill/>
            </a:ln>
          </p:spPr>
          <p:txBody>
            <a:bodyPr wrap="square">
              <a:spAutoFit/>
            </a:bodyPr>
            <a:p>
              <a:r>
                <a:rPr lang="en-US" altLang="zh-CN" b="0" dirty="0">
                  <a:solidFill>
                    <a:schemeClr val="tx1"/>
                  </a:solidFill>
                  <a:latin typeface="Times New Roman" panose="02020603050405020304" pitchFamily="18" charset="0"/>
                  <a:ea typeface="宋体" panose="02010600030101010101" pitchFamily="2" charset="-122"/>
                </a:rPr>
                <a:t>3V</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00" name="Text Box 214"/>
            <p:cNvSpPr txBox="1"/>
            <p:nvPr>
              <p:custDataLst>
                <p:tags r:id="rId21"/>
              </p:custDataLst>
            </p:nvPr>
          </p:nvSpPr>
          <p:spPr>
            <a:xfrm>
              <a:off x="8604" y="2948"/>
              <a:ext cx="1247" cy="725"/>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3</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01" name="Text Box 214"/>
            <p:cNvSpPr txBox="1"/>
            <p:nvPr>
              <p:custDataLst>
                <p:tags r:id="rId22"/>
              </p:custDataLst>
            </p:nvPr>
          </p:nvSpPr>
          <p:spPr>
            <a:xfrm>
              <a:off x="7787" y="3397"/>
              <a:ext cx="678" cy="725"/>
            </a:xfrm>
            <a:prstGeom prst="rect">
              <a:avLst/>
            </a:prstGeom>
            <a:noFill/>
            <a:ln w="9525">
              <a:noFill/>
            </a:ln>
          </p:spPr>
          <p:txBody>
            <a:bodyPr wrap="square">
              <a:spAutoFit/>
            </a:bodyPr>
            <a:p>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02" name="Text Box 214"/>
            <p:cNvSpPr txBox="1"/>
            <p:nvPr>
              <p:custDataLst>
                <p:tags r:id="rId23"/>
              </p:custDataLst>
            </p:nvPr>
          </p:nvSpPr>
          <p:spPr>
            <a:xfrm>
              <a:off x="11481" y="3397"/>
              <a:ext cx="678" cy="725"/>
            </a:xfrm>
            <a:prstGeom prst="rect">
              <a:avLst/>
            </a:prstGeom>
            <a:noFill/>
            <a:ln w="9525">
              <a:noFill/>
            </a:ln>
          </p:spPr>
          <p:txBody>
            <a:bodyPr wrap="square">
              <a:spAutoFit/>
            </a:bodyPr>
            <a:p>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grpSp>
      <p:grpSp>
        <p:nvGrpSpPr>
          <p:cNvPr id="106" name="组合 105"/>
          <p:cNvGrpSpPr/>
          <p:nvPr/>
        </p:nvGrpSpPr>
        <p:grpSpPr>
          <a:xfrm>
            <a:off x="5318760" y="2249805"/>
            <a:ext cx="470535" cy="460375"/>
            <a:chOff x="8516" y="3543"/>
            <a:chExt cx="741" cy="725"/>
          </a:xfrm>
        </p:grpSpPr>
        <p:sp>
          <p:nvSpPr>
            <p:cNvPr id="104" name="Line 232"/>
            <p:cNvSpPr/>
            <p:nvPr>
              <p:custDataLst>
                <p:tags r:id="rId24"/>
              </p:custDataLst>
            </p:nvPr>
          </p:nvSpPr>
          <p:spPr>
            <a:xfrm flipH="1" flipV="1">
              <a:off x="8516" y="3602"/>
              <a:ext cx="646" cy="22"/>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105" name="Text Box 214"/>
            <p:cNvSpPr txBox="1"/>
            <p:nvPr>
              <p:custDataLst>
                <p:tags r:id="rId25"/>
              </p:custDataLst>
            </p:nvPr>
          </p:nvSpPr>
          <p:spPr>
            <a:xfrm>
              <a:off x="8579" y="3543"/>
              <a:ext cx="678" cy="725"/>
            </a:xfrm>
            <a:prstGeom prst="rect">
              <a:avLst/>
            </a:prstGeom>
            <a:noFill/>
            <a:ln w="9525">
              <a:noFill/>
            </a:ln>
          </p:spPr>
          <p:txBody>
            <a:bodyPr wrap="square">
              <a:spAutoFit/>
            </a:bodyPr>
            <a:p>
              <a:r>
                <a:rPr lang="en-US" altLang="zh-CN" b="0" i="1" dirty="0">
                  <a:solidFill>
                    <a:schemeClr val="tx1"/>
                  </a:solidFill>
                  <a:latin typeface="Times New Roman" panose="02020603050405020304" pitchFamily="18" charset="0"/>
                  <a:ea typeface="宋体" panose="02010600030101010101" pitchFamily="2" charset="-122"/>
                </a:rPr>
                <a:t>I</a:t>
              </a:r>
              <a:endParaRPr lang="en-US" altLang="zh-CN" b="0" i="1"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grpSp>
      <p:grpSp>
        <p:nvGrpSpPr>
          <p:cNvPr id="10" name="组合 9"/>
          <p:cNvGrpSpPr/>
          <p:nvPr/>
        </p:nvGrpSpPr>
        <p:grpSpPr>
          <a:xfrm>
            <a:off x="4989195" y="829310"/>
            <a:ext cx="4103370" cy="2879725"/>
            <a:chOff x="7556" y="5212"/>
            <a:chExt cx="6462" cy="4535"/>
          </a:xfrm>
        </p:grpSpPr>
        <p:sp>
          <p:nvSpPr>
            <p:cNvPr id="57" name="Rectangle 211"/>
            <p:cNvSpPr/>
            <p:nvPr>
              <p:custDataLst>
                <p:tags r:id="rId26"/>
              </p:custDataLst>
            </p:nvPr>
          </p:nvSpPr>
          <p:spPr>
            <a:xfrm>
              <a:off x="7556" y="5212"/>
              <a:ext cx="6462" cy="4535"/>
            </a:xfrm>
            <a:prstGeom prst="rect">
              <a:avLst/>
            </a:prstGeom>
            <a:solidFill>
              <a:schemeClr val="bg2"/>
            </a:solidFill>
            <a:ln w="9525">
              <a:noFill/>
            </a:ln>
          </p:spPr>
          <p:txBody>
            <a:bodyPr wrap="none" anchor="ctr" anchorCtr="0"/>
            <a:p>
              <a:endParaRPr lang="zh-CN" altLang="en-US" dirty="0">
                <a:latin typeface="Arial" panose="020B0604020202020204" pitchFamily="34" charset="0"/>
              </a:endParaRPr>
            </a:p>
          </p:txBody>
        </p:sp>
        <p:grpSp>
          <p:nvGrpSpPr>
            <p:cNvPr id="58" name="组合 57"/>
            <p:cNvGrpSpPr/>
            <p:nvPr/>
          </p:nvGrpSpPr>
          <p:grpSpPr>
            <a:xfrm rot="0">
              <a:off x="7896" y="5440"/>
              <a:ext cx="5608" cy="4198"/>
              <a:chOff x="8148" y="1773"/>
              <a:chExt cx="5608" cy="4198"/>
            </a:xfrm>
          </p:grpSpPr>
          <p:grpSp>
            <p:nvGrpSpPr>
              <p:cNvPr id="59" name="组合 58"/>
              <p:cNvGrpSpPr/>
              <p:nvPr/>
            </p:nvGrpSpPr>
            <p:grpSpPr>
              <a:xfrm>
                <a:off x="8306" y="1773"/>
                <a:ext cx="3176" cy="4198"/>
                <a:chOff x="8306" y="1773"/>
                <a:chExt cx="3176" cy="4198"/>
              </a:xfrm>
            </p:grpSpPr>
            <p:sp>
              <p:nvSpPr>
                <p:cNvPr id="60" name="Line 216"/>
                <p:cNvSpPr/>
                <p:nvPr>
                  <p:custDataLst>
                    <p:tags r:id="rId27"/>
                  </p:custDataLst>
                </p:nvPr>
              </p:nvSpPr>
              <p:spPr bwMode="auto">
                <a:xfrm>
                  <a:off x="11481" y="1773"/>
                  <a:ext cx="0" cy="4198"/>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61" name="Line 217"/>
                <p:cNvSpPr/>
                <p:nvPr>
                  <p:custDataLst>
                    <p:tags r:id="rId28"/>
                  </p:custDataLst>
                </p:nvPr>
              </p:nvSpPr>
              <p:spPr bwMode="auto">
                <a:xfrm flipV="1">
                  <a:off x="8306" y="3813"/>
                  <a:ext cx="3177" cy="3"/>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grpSp>
          <p:grpSp>
            <p:nvGrpSpPr>
              <p:cNvPr id="62" name="组合 61"/>
              <p:cNvGrpSpPr/>
              <p:nvPr/>
            </p:nvGrpSpPr>
            <p:grpSpPr>
              <a:xfrm>
                <a:off x="8148" y="1773"/>
                <a:ext cx="5608" cy="4195"/>
                <a:chOff x="8148" y="1773"/>
                <a:chExt cx="5608" cy="4195"/>
              </a:xfrm>
            </p:grpSpPr>
            <p:sp>
              <p:nvSpPr>
                <p:cNvPr id="63" name="Line 232"/>
                <p:cNvSpPr/>
                <p:nvPr>
                  <p:custDataLst>
                    <p:tags r:id="rId29"/>
                  </p:custDataLst>
                </p:nvPr>
              </p:nvSpPr>
              <p:spPr>
                <a:xfrm flipH="1">
                  <a:off x="8516" y="3813"/>
                  <a:ext cx="890"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64" name="Text Box 213"/>
                <p:cNvSpPr txBox="1"/>
                <p:nvPr>
                  <p:custDataLst>
                    <p:tags r:id="rId30"/>
                  </p:custDataLst>
                </p:nvPr>
              </p:nvSpPr>
              <p:spPr>
                <a:xfrm>
                  <a:off x="10688" y="2228"/>
                  <a:ext cx="792" cy="818"/>
                </a:xfrm>
                <a:prstGeom prst="rect">
                  <a:avLst/>
                </a:prstGeom>
                <a:noFill/>
                <a:ln w="9525">
                  <a:noFill/>
                </a:ln>
              </p:spPr>
              <p:txBody>
                <a:bodyPr>
                  <a:spAutoFit/>
                </a:bodyPr>
                <a:p>
                  <a:r>
                    <a:rPr lang="en-US" altLang="zh-CN" b="0" i="1" dirty="0">
                      <a:solidFill>
                        <a:schemeClr val="tx1"/>
                      </a:solidFill>
                      <a:latin typeface="Times New Roman" panose="02020603050405020304" pitchFamily="18" charset="0"/>
                      <a:ea typeface="宋体" panose="02010600030101010101" pitchFamily="2" charset="-122"/>
                    </a:rPr>
                    <a:t>R</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65" name="Text Box 214"/>
                <p:cNvSpPr txBox="1"/>
                <p:nvPr>
                  <p:custDataLst>
                    <p:tags r:id="rId31"/>
                  </p:custDataLst>
                </p:nvPr>
              </p:nvSpPr>
              <p:spPr>
                <a:xfrm>
                  <a:off x="10461" y="4360"/>
                  <a:ext cx="1247"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8</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66" name="Rectangle 215"/>
                <p:cNvSpPr/>
                <p:nvPr>
                  <p:custDataLst>
                    <p:tags r:id="rId32"/>
                  </p:custDataLst>
                </p:nvPr>
              </p:nvSpPr>
              <p:spPr bwMode="auto">
                <a:xfrm>
                  <a:off x="8306" y="1773"/>
                  <a:ext cx="4990" cy="4195"/>
                </a:xfrm>
                <a:prstGeom prst="rect">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67" name="Text Box 218"/>
                <p:cNvSpPr txBox="1"/>
                <p:nvPr>
                  <p:custDataLst>
                    <p:tags r:id="rId33"/>
                  </p:custDataLst>
                </p:nvPr>
              </p:nvSpPr>
              <p:spPr>
                <a:xfrm>
                  <a:off x="8353" y="2228"/>
                  <a:ext cx="1360"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4</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68" name="Text Box 220"/>
                <p:cNvSpPr txBox="1"/>
                <p:nvPr>
                  <p:custDataLst>
                    <p:tags r:id="rId34"/>
                  </p:custDataLst>
                </p:nvPr>
              </p:nvSpPr>
              <p:spPr>
                <a:xfrm>
                  <a:off x="8421" y="4495"/>
                  <a:ext cx="1360"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2</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69" name="Text Box 221"/>
                <p:cNvSpPr txBox="1"/>
                <p:nvPr>
                  <p:custDataLst>
                    <p:tags r:id="rId35"/>
                  </p:custDataLst>
                </p:nvPr>
              </p:nvSpPr>
              <p:spPr>
                <a:xfrm>
                  <a:off x="12613" y="2340"/>
                  <a:ext cx="720"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0" name="Text Box 222"/>
                <p:cNvSpPr txBox="1"/>
                <p:nvPr>
                  <p:custDataLst>
                    <p:tags r:id="rId36"/>
                  </p:custDataLst>
                </p:nvPr>
              </p:nvSpPr>
              <p:spPr>
                <a:xfrm>
                  <a:off x="12501" y="4043"/>
                  <a:ext cx="720" cy="720"/>
                </a:xfrm>
                <a:prstGeom prst="rect">
                  <a:avLst/>
                </a:prstGeom>
                <a:noFill/>
                <a:ln w="9525">
                  <a:noFill/>
                </a:ln>
              </p:spPr>
              <p:txBody>
                <a:bodyPr>
                  <a:spAutoFit/>
                </a:bodyPr>
                <a:p>
                  <a:r>
                    <a:rPr lang="zh-CN" altLang="en-US" sz="2400" b="0" dirty="0">
                      <a:solidFill>
                        <a:schemeClr val="tx1"/>
                      </a:solidFill>
                      <a:latin typeface="Times New Roman" panose="02020603050405020304" pitchFamily="18" charset="0"/>
                      <a:ea typeface="宋体" panose="02010600030101010101" pitchFamily="2" charset="-122"/>
                    </a:rPr>
                    <a:t>－</a:t>
                  </a:r>
                  <a:endParaRPr lang="zh-CN" altLang="en-US" sz="2400" b="0" dirty="0">
                    <a:solidFill>
                      <a:schemeClr val="tx1"/>
                    </a:solidFill>
                    <a:latin typeface="Times New Roman" panose="02020603050405020304" pitchFamily="18" charset="0"/>
                    <a:ea typeface="宋体" panose="02010600030101010101" pitchFamily="2" charset="-122"/>
                  </a:endParaRPr>
                </a:p>
              </p:txBody>
            </p:sp>
            <p:sp>
              <p:nvSpPr>
                <p:cNvPr id="71" name="Text Box 224"/>
                <p:cNvSpPr txBox="1"/>
                <p:nvPr>
                  <p:custDataLst>
                    <p:tags r:id="rId37"/>
                  </p:custDataLst>
                </p:nvPr>
              </p:nvSpPr>
              <p:spPr>
                <a:xfrm>
                  <a:off x="11708" y="3020"/>
                  <a:ext cx="1587"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20V</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2" name="Rectangle 225"/>
                <p:cNvSpPr/>
                <p:nvPr>
                  <p:custDataLst>
                    <p:tags r:id="rId38"/>
                  </p:custDataLst>
                </p:nvPr>
              </p:nvSpPr>
              <p:spPr bwMode="auto">
                <a:xfrm>
                  <a:off x="8148" y="2228"/>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73" name="Rectangle 226"/>
                <p:cNvSpPr/>
                <p:nvPr>
                  <p:custDataLst>
                    <p:tags r:id="rId39"/>
                  </p:custDataLst>
                </p:nvPr>
              </p:nvSpPr>
              <p:spPr bwMode="auto">
                <a:xfrm>
                  <a:off x="8171" y="4498"/>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74" name="Rectangle 227"/>
                <p:cNvSpPr/>
                <p:nvPr>
                  <p:custDataLst>
                    <p:tags r:id="rId40"/>
                  </p:custDataLst>
                </p:nvPr>
              </p:nvSpPr>
              <p:spPr bwMode="auto">
                <a:xfrm>
                  <a:off x="11343" y="4260"/>
                  <a:ext cx="320"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76" name="Text Box 233"/>
                <p:cNvSpPr txBox="1"/>
                <p:nvPr>
                  <p:custDataLst>
                    <p:tags r:id="rId41"/>
                  </p:custDataLst>
                </p:nvPr>
              </p:nvSpPr>
              <p:spPr>
                <a:xfrm>
                  <a:off x="8516" y="3119"/>
                  <a:ext cx="1245"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1A</a:t>
                  </a:r>
                  <a:endParaRPr lang="en-US" altLang="zh-CN" b="0" dirty="0">
                    <a:solidFill>
                      <a:schemeClr val="tx1"/>
                    </a:solidFill>
                    <a:latin typeface="Times New Roman" panose="02020603050405020304" pitchFamily="18" charset="0"/>
                    <a:ea typeface="宋体" panose="02010600030101010101" pitchFamily="2" charset="-122"/>
                  </a:endParaRPr>
                </a:p>
              </p:txBody>
            </p:sp>
            <p:grpSp>
              <p:nvGrpSpPr>
                <p:cNvPr id="77" name="组合 76"/>
                <p:cNvGrpSpPr/>
                <p:nvPr/>
              </p:nvGrpSpPr>
              <p:grpSpPr>
                <a:xfrm rot="0">
                  <a:off x="12848" y="3132"/>
                  <a:ext cx="908" cy="908"/>
                  <a:chOff x="518521" y="3720552"/>
                  <a:chExt cx="432197" cy="432197"/>
                </a:xfrm>
                <a:solidFill>
                  <a:schemeClr val="accent6">
                    <a:lumMod val="40000"/>
                    <a:lumOff val="60000"/>
                  </a:schemeClr>
                </a:solidFill>
              </p:grpSpPr>
              <p:sp>
                <p:nvSpPr>
                  <p:cNvPr id="78" name="Oval 953"/>
                  <p:cNvSpPr>
                    <a:spLocks noChangeArrowheads="1"/>
                  </p:cNvSpPr>
                  <p:nvPr>
                    <p:custDataLst>
                      <p:tags r:id="rId42"/>
                    </p:custDataLst>
                  </p:nvPr>
                </p:nvSpPr>
                <p:spPr bwMode="auto">
                  <a:xfrm>
                    <a:off x="518521"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82" name="直接连接符 81"/>
                  <p:cNvCxnSpPr>
                    <a:stCxn id="78" idx="0"/>
                    <a:endCxn id="78" idx="4"/>
                  </p:cNvCxnSpPr>
                  <p:nvPr>
                    <p:custDataLst>
                      <p:tags r:id="rId43"/>
                    </p:custDataLst>
                  </p:nvPr>
                </p:nvCxnSpPr>
                <p:spPr>
                  <a:xfrm>
                    <a:off x="734620"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5" name="Rectangle 228"/>
                <p:cNvSpPr/>
                <p:nvPr>
                  <p:custDataLst>
                    <p:tags r:id="rId44"/>
                  </p:custDataLst>
                </p:nvPr>
              </p:nvSpPr>
              <p:spPr bwMode="auto">
                <a:xfrm>
                  <a:off x="11323" y="2228"/>
                  <a:ext cx="320"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grpSp>
          <p:grpSp>
            <p:nvGrpSpPr>
              <p:cNvPr id="83" name="组合 82"/>
              <p:cNvGrpSpPr/>
              <p:nvPr/>
            </p:nvGrpSpPr>
            <p:grpSpPr>
              <a:xfrm rot="0">
                <a:off x="9408" y="3360"/>
                <a:ext cx="908" cy="908"/>
                <a:chOff x="505193" y="3720552"/>
                <a:chExt cx="432197" cy="432197"/>
              </a:xfrm>
              <a:solidFill>
                <a:schemeClr val="accent6">
                  <a:lumMod val="40000"/>
                  <a:lumOff val="60000"/>
                </a:schemeClr>
              </a:solidFill>
            </p:grpSpPr>
            <p:sp>
              <p:nvSpPr>
                <p:cNvPr id="84" name="Oval 953"/>
                <p:cNvSpPr>
                  <a:spLocks noChangeArrowheads="1"/>
                </p:cNvSpPr>
                <p:nvPr>
                  <p:custDataLst>
                    <p:tags r:id="rId45"/>
                  </p:custDataLst>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85" name="直接连接符 84"/>
                <p:cNvCxnSpPr>
                  <a:stCxn id="84" idx="0"/>
                  <a:endCxn id="84" idx="4"/>
                </p:cNvCxnSpPr>
                <p:nvPr>
                  <p:custDataLst>
                    <p:tags r:id="rId46"/>
                  </p:custDataLst>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86" name="组合 85"/>
          <p:cNvGrpSpPr/>
          <p:nvPr/>
        </p:nvGrpSpPr>
        <p:grpSpPr>
          <a:xfrm rot="0">
            <a:off x="7322820" y="3109595"/>
            <a:ext cx="603885" cy="503555"/>
            <a:chOff x="11492" y="5172"/>
            <a:chExt cx="951" cy="793"/>
          </a:xfrm>
        </p:grpSpPr>
        <p:sp>
          <p:nvSpPr>
            <p:cNvPr id="87" name="Line 46"/>
            <p:cNvSpPr/>
            <p:nvPr>
              <p:custDataLst>
                <p:tags r:id="rId47"/>
              </p:custDataLst>
            </p:nvPr>
          </p:nvSpPr>
          <p:spPr>
            <a:xfrm>
              <a:off x="11492" y="5223"/>
              <a:ext cx="1" cy="742"/>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88" name="Text Box 48"/>
            <p:cNvSpPr txBox="1"/>
            <p:nvPr>
              <p:custDataLst>
                <p:tags r:id="rId48"/>
              </p:custDataLst>
            </p:nvPr>
          </p:nvSpPr>
          <p:spPr>
            <a:xfrm>
              <a:off x="11648" y="5172"/>
              <a:ext cx="795" cy="720"/>
            </a:xfrm>
            <a:prstGeom prst="rect">
              <a:avLst/>
            </a:prstGeom>
            <a:noFill/>
            <a:ln w="28575">
              <a:noFill/>
            </a:ln>
          </p:spPr>
          <p:txBody>
            <a:bodyPr>
              <a:spAutoFit/>
            </a:bodyPr>
            <a:p>
              <a:pPr>
                <a:spcBef>
                  <a:spcPct val="50000"/>
                </a:spcBef>
              </a:pPr>
              <a:r>
                <a:rPr lang="en-US" altLang="zh-CN" sz="2400" b="0" i="1" dirty="0">
                  <a:solidFill>
                    <a:schemeClr val="tx1"/>
                  </a:solidFill>
                  <a:latin typeface="Times New Roman" panose="02020603050405020304" pitchFamily="18" charset="0"/>
                  <a:ea typeface="仿宋_GB2312" pitchFamily="49" charset="-122"/>
                </a:rPr>
                <a:t>I</a:t>
              </a:r>
              <a:r>
                <a:rPr lang="en-US" altLang="zh-CN" sz="2400" b="0" baseline="-25000" dirty="0">
                  <a:solidFill>
                    <a:schemeClr val="tx1"/>
                  </a:solidFill>
                  <a:latin typeface="Times New Roman" panose="02020603050405020304" pitchFamily="18" charset="0"/>
                  <a:ea typeface="仿宋_GB2312" pitchFamily="49" charset="-122"/>
                </a:rPr>
                <a:t>1</a:t>
              </a:r>
              <a:endParaRPr lang="en-US" altLang="zh-CN" sz="2400" b="0" baseline="-25000" dirty="0">
                <a:solidFill>
                  <a:schemeClr val="tx1"/>
                </a:solidFill>
                <a:latin typeface="Times New Roman" panose="02020603050405020304" pitchFamily="18" charset="0"/>
                <a:ea typeface="仿宋_GB2312" pitchFamily="49" charset="-122"/>
              </a:endParaRPr>
            </a:p>
          </p:txBody>
        </p:sp>
      </p:grpSp>
      <p:grpSp>
        <p:nvGrpSpPr>
          <p:cNvPr id="89" name="组合 88"/>
          <p:cNvGrpSpPr/>
          <p:nvPr/>
        </p:nvGrpSpPr>
        <p:grpSpPr>
          <a:xfrm rot="0">
            <a:off x="6745605" y="1701800"/>
            <a:ext cx="574040" cy="532765"/>
            <a:chOff x="10574" y="2973"/>
            <a:chExt cx="904" cy="839"/>
          </a:xfrm>
        </p:grpSpPr>
        <p:sp>
          <p:nvSpPr>
            <p:cNvPr id="90" name="Line 45"/>
            <p:cNvSpPr/>
            <p:nvPr>
              <p:custDataLst>
                <p:tags r:id="rId49"/>
              </p:custDataLst>
            </p:nvPr>
          </p:nvSpPr>
          <p:spPr>
            <a:xfrm>
              <a:off x="11474" y="3125"/>
              <a:ext cx="4" cy="687"/>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91" name="Text Box 49"/>
            <p:cNvSpPr txBox="1"/>
            <p:nvPr>
              <p:custDataLst>
                <p:tags r:id="rId50"/>
              </p:custDataLst>
            </p:nvPr>
          </p:nvSpPr>
          <p:spPr>
            <a:xfrm>
              <a:off x="10574" y="2973"/>
              <a:ext cx="795" cy="818"/>
            </a:xfrm>
            <a:prstGeom prst="rect">
              <a:avLst/>
            </a:prstGeom>
            <a:noFill/>
            <a:ln w="28575">
              <a:noFill/>
            </a:ln>
          </p:spPr>
          <p:txBody>
            <a:bodyPr>
              <a:spAutoFit/>
            </a:bodyPr>
            <a:p>
              <a:r>
                <a:rPr lang="en-US" altLang="zh-CN" b="0" i="1" dirty="0">
                  <a:solidFill>
                    <a:schemeClr val="tx1"/>
                  </a:solidFill>
                  <a:latin typeface="Times New Roman" panose="02020603050405020304" pitchFamily="18" charset="0"/>
                  <a:ea typeface="仿宋_GB2312" pitchFamily="49" charset="-122"/>
                </a:rPr>
                <a:t>I</a:t>
              </a:r>
              <a:r>
                <a:rPr lang="en-US" altLang="zh-CN" b="0" i="1" baseline="-25000" dirty="0">
                  <a:solidFill>
                    <a:schemeClr val="tx1"/>
                  </a:solidFill>
                  <a:latin typeface="Times New Roman" panose="02020603050405020304" pitchFamily="18" charset="0"/>
                  <a:ea typeface="仿宋_GB2312" pitchFamily="49" charset="-122"/>
                </a:rPr>
                <a:t>R</a:t>
              </a:r>
              <a:endParaRPr lang="en-US" altLang="zh-CN" b="0" i="1" baseline="-25000" dirty="0">
                <a:solidFill>
                  <a:schemeClr val="tx1"/>
                </a:solidFill>
                <a:latin typeface="Times New Roman" panose="02020603050405020304" pitchFamily="18" charset="0"/>
                <a:ea typeface="仿宋_GB2312" pitchFamily="49" charset="-122"/>
              </a:endParaRPr>
            </a:p>
          </p:txBody>
        </p:sp>
      </p:grpSp>
      <p:grpSp>
        <p:nvGrpSpPr>
          <p:cNvPr id="11" name="组合 10"/>
          <p:cNvGrpSpPr/>
          <p:nvPr/>
        </p:nvGrpSpPr>
        <p:grpSpPr>
          <a:xfrm>
            <a:off x="4926965" y="917575"/>
            <a:ext cx="3117850" cy="3033395"/>
            <a:chOff x="7741" y="1545"/>
            <a:chExt cx="4910" cy="4777"/>
          </a:xfrm>
        </p:grpSpPr>
        <p:sp>
          <p:nvSpPr>
            <p:cNvPr id="12328" name="Text Box 219"/>
            <p:cNvSpPr txBox="1"/>
            <p:nvPr/>
          </p:nvSpPr>
          <p:spPr>
            <a:xfrm>
              <a:off x="11634" y="3475"/>
              <a:ext cx="1017"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2332" name="Text Box 223"/>
            <p:cNvSpPr txBox="1"/>
            <p:nvPr/>
          </p:nvSpPr>
          <p:spPr>
            <a:xfrm>
              <a:off x="7741" y="3360"/>
              <a:ext cx="565"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2316" name="Text Box 22"/>
            <p:cNvSpPr txBox="1"/>
            <p:nvPr/>
          </p:nvSpPr>
          <p:spPr>
            <a:xfrm>
              <a:off x="11583" y="1545"/>
              <a:ext cx="720" cy="818"/>
            </a:xfrm>
            <a:prstGeom prst="rect">
              <a:avLst/>
            </a:prstGeom>
            <a:noFill/>
            <a:ln w="9525">
              <a:noFill/>
            </a:ln>
          </p:spPr>
          <p:txBody>
            <a:bodyPr>
              <a:spAutoFit/>
            </a:bodyPr>
            <a:p>
              <a:r>
                <a:rPr lang="en-US" altLang="zh-CN" b="0" dirty="0">
                  <a:latin typeface="Times New Roman" panose="02020603050405020304" pitchFamily="18" charset="0"/>
                  <a:ea typeface="宋体" panose="02010600030101010101" pitchFamily="2" charset="-122"/>
                </a:rPr>
                <a:t>c</a:t>
              </a:r>
              <a:endParaRPr lang="en-US" altLang="zh-CN" b="0" dirty="0">
                <a:latin typeface="Arial" panose="020B0604020202020204" pitchFamily="34" charset="0"/>
                <a:ea typeface="仿宋_GB2312" pitchFamily="49" charset="-122"/>
              </a:endParaRPr>
            </a:p>
          </p:txBody>
        </p:sp>
        <p:sp>
          <p:nvSpPr>
            <p:cNvPr id="12317" name="Line 55"/>
            <p:cNvSpPr/>
            <p:nvPr/>
          </p:nvSpPr>
          <p:spPr bwMode="auto">
            <a:xfrm>
              <a:off x="11144" y="6322"/>
              <a:ext cx="795" cy="0"/>
            </a:xfrm>
            <a:prstGeom prst="line">
              <a:avLst/>
            </a:prstGeom>
            <a:noFill/>
            <a:ln w="28575"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2318" name="Line 197"/>
            <p:cNvSpPr/>
            <p:nvPr/>
          </p:nvSpPr>
          <p:spPr bwMode="auto">
            <a:xfrm>
              <a:off x="11512" y="5853"/>
              <a:ext cx="0" cy="455"/>
            </a:xfrm>
            <a:prstGeom prst="line">
              <a:avLst/>
            </a:prstGeom>
            <a:noFill/>
            <a:ln w="28575"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1" nodeType="with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1000" fill="hold"/>
                                        <p:tgtEl>
                                          <p:spTgt spid="26"/>
                                        </p:tgtEl>
                                        <p:attrNameLst>
                                          <p:attrName>ppt_w</p:attrName>
                                        </p:attrNameLst>
                                      </p:cBhvr>
                                      <p:tavLst>
                                        <p:tav tm="0">
                                          <p:val>
                                            <p:fltVal val="0"/>
                                          </p:val>
                                        </p:tav>
                                        <p:tav tm="100000">
                                          <p:val>
                                            <p:strVal val="#ppt_w"/>
                                          </p:val>
                                        </p:tav>
                                      </p:tavLst>
                                    </p:anim>
                                    <p:anim calcmode="lin" valueType="num">
                                      <p:cBhvr>
                                        <p:cTn id="8" dur="1000" fill="hold"/>
                                        <p:tgtEl>
                                          <p:spTgt spid="26"/>
                                        </p:tgtEl>
                                        <p:attrNameLst>
                                          <p:attrName>ppt_h</p:attrName>
                                        </p:attrNameLst>
                                      </p:cBhvr>
                                      <p:tavLst>
                                        <p:tav tm="0">
                                          <p:val>
                                            <p:fltVal val="0"/>
                                          </p:val>
                                        </p:tav>
                                        <p:tav tm="100000">
                                          <p:val>
                                            <p:strVal val="#ppt_h"/>
                                          </p:val>
                                        </p:tav>
                                      </p:tavLst>
                                    </p:anim>
                                    <p:anim calcmode="lin" valueType="num">
                                      <p:cBhvr>
                                        <p:cTn id="9" dur="1000" fill="hold"/>
                                        <p:tgtEl>
                                          <p:spTgt spid="26"/>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6"/>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103"/>
                                        </p:tgtEl>
                                        <p:attrNameLst>
                                          <p:attrName>style.visibility</p:attrName>
                                        </p:attrNameLst>
                                      </p:cBhvr>
                                      <p:to>
                                        <p:strVal val="visible"/>
                                      </p:to>
                                    </p:set>
                                    <p:animEffect transition="in" filter="blinds(horizontal)">
                                      <p:cBhvr>
                                        <p:cTn id="14" dur="500"/>
                                        <p:tgtEl>
                                          <p:spTgt spid="103"/>
                                        </p:tgtEl>
                                      </p:cBhvr>
                                    </p:animEffect>
                                  </p:childTnLst>
                                </p:cTn>
                              </p:par>
                            </p:childTnLst>
                          </p:cTn>
                        </p:par>
                        <p:par>
                          <p:cTn id="15" fill="hold">
                            <p:stCondLst>
                              <p:cond delay="1500"/>
                            </p:stCondLst>
                            <p:childTnLst>
                              <p:par>
                                <p:cTn id="16" presetID="2" presetClass="entr" presetSubtype="6" fill="hold" grpId="0" nodeType="afterEffect">
                                  <p:stCondLst>
                                    <p:cond delay="500"/>
                                  </p:stCondLst>
                                  <p:childTnLst>
                                    <p:set>
                                      <p:cBhvr>
                                        <p:cTn id="17" dur="1" fill="hold">
                                          <p:stCondLst>
                                            <p:cond delay="0"/>
                                          </p:stCondLst>
                                        </p:cTn>
                                        <p:tgtEl>
                                          <p:spTgt spid="46083"/>
                                        </p:tgtEl>
                                        <p:attrNameLst>
                                          <p:attrName>style.visibility</p:attrName>
                                        </p:attrNameLst>
                                      </p:cBhvr>
                                      <p:to>
                                        <p:strVal val="visible"/>
                                      </p:to>
                                    </p:set>
                                    <p:anim calcmode="lin" valueType="num">
                                      <p:cBhvr additive="base">
                                        <p:cTn id="18" dur="500" fill="hold"/>
                                        <p:tgtEl>
                                          <p:spTgt spid="46083"/>
                                        </p:tgtEl>
                                        <p:attrNameLst>
                                          <p:attrName>ppt_x</p:attrName>
                                        </p:attrNameLst>
                                      </p:cBhvr>
                                      <p:tavLst>
                                        <p:tav tm="0">
                                          <p:val>
                                            <p:strVal val="1+#ppt_w/2"/>
                                          </p:val>
                                        </p:tav>
                                        <p:tav tm="100000">
                                          <p:val>
                                            <p:strVal val="#ppt_x"/>
                                          </p:val>
                                        </p:tav>
                                      </p:tavLst>
                                    </p:anim>
                                    <p:anim calcmode="lin" valueType="num">
                                      <p:cBhvr additive="base">
                                        <p:cTn id="19" dur="500" fill="hold"/>
                                        <p:tgtEl>
                                          <p:spTgt spid="46083"/>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5" presetClass="entr" presetSubtype="0" fill="hold" grpId="0" nodeType="clickEffect">
                                  <p:stCondLst>
                                    <p:cond delay="0"/>
                                  </p:stCondLst>
                                  <p:childTnLst>
                                    <p:set>
                                      <p:cBhvr>
                                        <p:cTn id="23" dur="1" fill="hold">
                                          <p:stCondLst>
                                            <p:cond delay="0"/>
                                          </p:stCondLst>
                                        </p:cTn>
                                        <p:tgtEl>
                                          <p:spTgt spid="27"/>
                                        </p:tgtEl>
                                        <p:attrNameLst>
                                          <p:attrName>style.visibility</p:attrName>
                                        </p:attrNameLst>
                                      </p:cBhvr>
                                      <p:to>
                                        <p:strVal val="visible"/>
                                      </p:to>
                                    </p:set>
                                    <p:anim calcmode="lin" valueType="num">
                                      <p:cBhvr>
                                        <p:cTn id="24" dur="1000" fill="hold"/>
                                        <p:tgtEl>
                                          <p:spTgt spid="27"/>
                                        </p:tgtEl>
                                        <p:attrNameLst>
                                          <p:attrName>ppt_w</p:attrName>
                                        </p:attrNameLst>
                                      </p:cBhvr>
                                      <p:tavLst>
                                        <p:tav tm="0">
                                          <p:val>
                                            <p:fltVal val="0"/>
                                          </p:val>
                                        </p:tav>
                                        <p:tav tm="100000">
                                          <p:val>
                                            <p:strVal val="#ppt_w"/>
                                          </p:val>
                                        </p:tav>
                                      </p:tavLst>
                                    </p:anim>
                                    <p:anim calcmode="lin" valueType="num">
                                      <p:cBhvr>
                                        <p:cTn id="25" dur="1000" fill="hold"/>
                                        <p:tgtEl>
                                          <p:spTgt spid="27"/>
                                        </p:tgtEl>
                                        <p:attrNameLst>
                                          <p:attrName>ppt_h</p:attrName>
                                        </p:attrNameLst>
                                      </p:cBhvr>
                                      <p:tavLst>
                                        <p:tav tm="0">
                                          <p:val>
                                            <p:fltVal val="0"/>
                                          </p:val>
                                        </p:tav>
                                        <p:tav tm="100000">
                                          <p:val>
                                            <p:strVal val="#ppt_h"/>
                                          </p:val>
                                        </p:tav>
                                      </p:tavLst>
                                    </p:anim>
                                    <p:anim calcmode="lin" valueType="num">
                                      <p:cBhvr>
                                        <p:cTn id="26" dur="1000" fill="hold"/>
                                        <p:tgtEl>
                                          <p:spTgt spid="27"/>
                                        </p:tgtEl>
                                        <p:attrNameLst>
                                          <p:attrName>ppt_x</p:attrName>
                                        </p:attrNameLst>
                                      </p:cBhvr>
                                      <p:tavLst>
                                        <p:tav tm="0" fmla="#ppt_x+(cos(-2*pi*(1-$))*-#ppt_x-sin(-2*pi*(1-$))*(1-#ppt_y))*(1-$)">
                                          <p:val>
                                            <p:fltVal val="0"/>
                                          </p:val>
                                        </p:tav>
                                        <p:tav tm="100000">
                                          <p:val>
                                            <p:fltVal val="1"/>
                                          </p:val>
                                        </p:tav>
                                      </p:tavLst>
                                    </p:anim>
                                    <p:anim calcmode="lin" valueType="num">
                                      <p:cBhvr>
                                        <p:cTn id="27" dur="1000" fill="hold"/>
                                        <p:tgtEl>
                                          <p:spTgt spid="2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46168"/>
                                        </p:tgtEl>
                                        <p:attrNameLst>
                                          <p:attrName>style.visibility</p:attrName>
                                        </p:attrNameLst>
                                      </p:cBhvr>
                                      <p:to>
                                        <p:strVal val="visible"/>
                                      </p:to>
                                    </p:set>
                                    <p:animEffect transition="in" filter="box(out)">
                                      <p:cBhvr>
                                        <p:cTn id="32" dur="500"/>
                                        <p:tgtEl>
                                          <p:spTgt spid="46168"/>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0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
                                        </p:tgtEl>
                                        <p:attrNameLst>
                                          <p:attrName>style.visibility</p:attrName>
                                        </p:attrNameLst>
                                      </p:cBhvr>
                                      <p:to>
                                        <p:strVal val="visible"/>
                                      </p:to>
                                    </p:set>
                                    <p:anim calcmode="lin" valueType="num">
                                      <p:cBhvr additive="base">
                                        <p:cTn id="41" dur="500" fill="hold"/>
                                        <p:tgtEl>
                                          <p:spTgt spid="3"/>
                                        </p:tgtEl>
                                        <p:attrNameLst>
                                          <p:attrName>ppt_x</p:attrName>
                                        </p:attrNameLst>
                                      </p:cBhvr>
                                      <p:tavLst>
                                        <p:tav tm="0">
                                          <p:val>
                                            <p:strVal val="#ppt_x"/>
                                          </p:val>
                                        </p:tav>
                                        <p:tav tm="100000">
                                          <p:val>
                                            <p:strVal val="#ppt_x"/>
                                          </p:val>
                                        </p:tav>
                                      </p:tavLst>
                                    </p:anim>
                                    <p:anim calcmode="lin" valueType="num">
                                      <p:cBhvr additive="base">
                                        <p:cTn id="4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blinds(horizontal)">
                                      <p:cBhvr>
                                        <p:cTn id="47" dur="500"/>
                                        <p:tgtEl>
                                          <p:spTgt spid="10"/>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46171"/>
                                        </p:tgtEl>
                                        <p:attrNameLst>
                                          <p:attrName>style.visibility</p:attrName>
                                        </p:attrNameLst>
                                      </p:cBhvr>
                                      <p:to>
                                        <p:strVal val="visible"/>
                                      </p:to>
                                    </p:set>
                                    <p:animEffect transition="in" filter="box(out)">
                                      <p:cBhvr>
                                        <p:cTn id="52" dur="500"/>
                                        <p:tgtEl>
                                          <p:spTgt spid="46171"/>
                                        </p:tgtEl>
                                      </p:cBhvr>
                                    </p:animEffect>
                                  </p:childTnLst>
                                </p:cTn>
                              </p:par>
                            </p:childTnLst>
                          </p:cTn>
                        </p:par>
                      </p:childTnLst>
                    </p:cTn>
                  </p:par>
                  <p:par>
                    <p:cTn id="53" fill="hold">
                      <p:stCondLst>
                        <p:cond delay="indefinite"/>
                      </p:stCondLst>
                      <p:childTnLst>
                        <p:par>
                          <p:cTn id="54" fill="hold">
                            <p:stCondLst>
                              <p:cond delay="0"/>
                            </p:stCondLst>
                            <p:childTnLst>
                              <p:par>
                                <p:cTn id="55" presetID="23" presetClass="entr" presetSubtype="16" fill="hold" nodeType="clickEffect">
                                  <p:stCondLst>
                                    <p:cond delay="0"/>
                                  </p:stCondLst>
                                  <p:childTnLst>
                                    <p:set>
                                      <p:cBhvr>
                                        <p:cTn id="56" dur="1" fill="hold">
                                          <p:stCondLst>
                                            <p:cond delay="0"/>
                                          </p:stCondLst>
                                        </p:cTn>
                                        <p:tgtEl>
                                          <p:spTgt spid="11"/>
                                        </p:tgtEl>
                                        <p:attrNameLst>
                                          <p:attrName>style.visibility</p:attrName>
                                        </p:attrNameLst>
                                      </p:cBhvr>
                                      <p:to>
                                        <p:strVal val="visible"/>
                                      </p:to>
                                    </p:set>
                                    <p:anim calcmode="lin" valueType="num">
                                      <p:cBhvr>
                                        <p:cTn id="57" dur="500" fill="hold"/>
                                        <p:tgtEl>
                                          <p:spTgt spid="11"/>
                                        </p:tgtEl>
                                        <p:attrNameLst>
                                          <p:attrName>ppt_w</p:attrName>
                                        </p:attrNameLst>
                                      </p:cBhvr>
                                      <p:tavLst>
                                        <p:tav tm="0">
                                          <p:val>
                                            <p:fltVal val="0"/>
                                          </p:val>
                                        </p:tav>
                                        <p:tav tm="100000">
                                          <p:val>
                                            <p:strVal val="#ppt_w"/>
                                          </p:val>
                                        </p:tav>
                                      </p:tavLst>
                                    </p:anim>
                                    <p:anim calcmode="lin" valueType="num">
                                      <p:cBhvr>
                                        <p:cTn id="58" dur="500" fill="hold"/>
                                        <p:tgtEl>
                                          <p:spTgt spid="11"/>
                                        </p:tgtEl>
                                        <p:attrNameLst>
                                          <p:attrName>ppt_h</p:attrName>
                                        </p:attrNameLst>
                                      </p:cBhvr>
                                      <p:tavLst>
                                        <p:tav tm="0">
                                          <p:val>
                                            <p:fltVal val="0"/>
                                          </p:val>
                                        </p:tav>
                                        <p:tav tm="100000">
                                          <p:val>
                                            <p:strVal val="#ppt_h"/>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7"/>
                                        </p:tgtEl>
                                        <p:attrNameLst>
                                          <p:attrName>style.visibility</p:attrName>
                                        </p:attrNameLst>
                                      </p:cBhvr>
                                      <p:to>
                                        <p:strVal val="visible"/>
                                      </p:to>
                                    </p:set>
                                    <p:anim calcmode="lin" valueType="num">
                                      <p:cBhvr additive="base">
                                        <p:cTn id="63" dur="500" fill="hold"/>
                                        <p:tgtEl>
                                          <p:spTgt spid="7"/>
                                        </p:tgtEl>
                                        <p:attrNameLst>
                                          <p:attrName>ppt_x</p:attrName>
                                        </p:attrNameLst>
                                      </p:cBhvr>
                                      <p:tavLst>
                                        <p:tav tm="0">
                                          <p:val>
                                            <p:strVal val="#ppt_x"/>
                                          </p:val>
                                        </p:tav>
                                        <p:tav tm="100000">
                                          <p:val>
                                            <p:strVal val="#ppt_x"/>
                                          </p:val>
                                        </p:tav>
                                      </p:tavLst>
                                    </p:anim>
                                    <p:anim calcmode="lin" valueType="num">
                                      <p:cBhvr additive="base">
                                        <p:cTn id="6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12" presetClass="entr" presetSubtype="8" fill="hold" grpId="0" nodeType="clickEffect">
                                  <p:stCondLst>
                                    <p:cond delay="0"/>
                                  </p:stCondLst>
                                  <p:childTnLst>
                                    <p:set>
                                      <p:cBhvr>
                                        <p:cTn id="68" dur="1" fill="hold">
                                          <p:stCondLst>
                                            <p:cond delay="0"/>
                                          </p:stCondLst>
                                        </p:cTn>
                                        <p:tgtEl>
                                          <p:spTgt spid="46175"/>
                                        </p:tgtEl>
                                        <p:attrNameLst>
                                          <p:attrName>style.visibility</p:attrName>
                                        </p:attrNameLst>
                                      </p:cBhvr>
                                      <p:to>
                                        <p:strVal val="visible"/>
                                      </p:to>
                                    </p:set>
                                    <p:animEffect transition="in" filter="slide(fromLeft)">
                                      <p:cBhvr>
                                        <p:cTn id="69" dur="500"/>
                                        <p:tgtEl>
                                          <p:spTgt spid="46175"/>
                                        </p:tgtEl>
                                      </p:cBhvr>
                                    </p:animEffect>
                                  </p:childTnLst>
                                </p:cTn>
                              </p:par>
                            </p:childTnLst>
                          </p:cTn>
                        </p:par>
                        <p:par>
                          <p:cTn id="70" fill="hold">
                            <p:stCondLst>
                              <p:cond delay="500"/>
                            </p:stCondLst>
                            <p:childTnLst>
                              <p:par>
                                <p:cTn id="71" presetID="22" presetClass="entr" presetSubtype="8" fill="hold" nodeType="afterEffect">
                                  <p:stCondLst>
                                    <p:cond delay="0"/>
                                  </p:stCondLst>
                                  <p:childTnLst>
                                    <p:set>
                                      <p:cBhvr>
                                        <p:cTn id="72" dur="3000" fill="hold">
                                          <p:stCondLst>
                                            <p:cond delay="0"/>
                                          </p:stCondLst>
                                        </p:cTn>
                                        <p:tgtEl>
                                          <p:spTgt spid="12"/>
                                        </p:tgtEl>
                                        <p:attrNameLst>
                                          <p:attrName>style.visibility</p:attrName>
                                        </p:attrNameLst>
                                      </p:cBhvr>
                                      <p:to>
                                        <p:strVal val="visible"/>
                                      </p:to>
                                    </p:set>
                                    <p:animEffect transition="in" filter="wipe(left)">
                                      <p:cBhvr>
                                        <p:cTn id="73" dur="3000"/>
                                        <p:tgtEl>
                                          <p:spTgt spid="12"/>
                                        </p:tgtEl>
                                      </p:cBhvr>
                                    </p:animEffect>
                                  </p:childTnLst>
                                </p:cTn>
                              </p:par>
                            </p:childTnLst>
                          </p:cTn>
                        </p:par>
                      </p:childTnLst>
                    </p:cTn>
                  </p:par>
                  <p:par>
                    <p:cTn id="74" fill="hold">
                      <p:stCondLst>
                        <p:cond delay="indefinite"/>
                      </p:stCondLst>
                      <p:childTnLst>
                        <p:par>
                          <p:cTn id="75" fill="hold">
                            <p:stCondLst>
                              <p:cond delay="0"/>
                            </p:stCondLst>
                            <p:childTnLst>
                              <p:par>
                                <p:cTn id="76" presetID="2" presetClass="entr" presetSubtype="4" fill="hold" nodeType="clickEffect">
                                  <p:stCondLst>
                                    <p:cond delay="0"/>
                                  </p:stCondLst>
                                  <p:childTnLst>
                                    <p:set>
                                      <p:cBhvr>
                                        <p:cTn id="77" dur="1" fill="hold">
                                          <p:stCondLst>
                                            <p:cond delay="0"/>
                                          </p:stCondLst>
                                        </p:cTn>
                                        <p:tgtEl>
                                          <p:spTgt spid="86"/>
                                        </p:tgtEl>
                                        <p:attrNameLst>
                                          <p:attrName>style.visibility</p:attrName>
                                        </p:attrNameLst>
                                      </p:cBhvr>
                                      <p:to>
                                        <p:strVal val="visible"/>
                                      </p:to>
                                    </p:set>
                                    <p:anim calcmode="lin" valueType="num">
                                      <p:cBhvr additive="base">
                                        <p:cTn id="78" dur="500" fill="hold"/>
                                        <p:tgtEl>
                                          <p:spTgt spid="86"/>
                                        </p:tgtEl>
                                        <p:attrNameLst>
                                          <p:attrName>ppt_x</p:attrName>
                                        </p:attrNameLst>
                                      </p:cBhvr>
                                      <p:tavLst>
                                        <p:tav tm="0">
                                          <p:val>
                                            <p:strVal val="#ppt_x"/>
                                          </p:val>
                                        </p:tav>
                                        <p:tav tm="100000">
                                          <p:val>
                                            <p:strVal val="#ppt_x"/>
                                          </p:val>
                                        </p:tav>
                                      </p:tavLst>
                                    </p:anim>
                                    <p:anim calcmode="lin" valueType="num">
                                      <p:cBhvr additive="base">
                                        <p:cTn id="79" dur="500" fill="hold"/>
                                        <p:tgtEl>
                                          <p:spTgt spid="86"/>
                                        </p:tgtEl>
                                        <p:attrNameLst>
                                          <p:attrName>ppt_y</p:attrName>
                                        </p:attrNameLst>
                                      </p:cBhvr>
                                      <p:tavLst>
                                        <p:tav tm="0">
                                          <p:val>
                                            <p:strVal val="1+#ppt_h/2"/>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22" presetClass="entr" presetSubtype="4" fill="hold" nodeType="clickEffect">
                                  <p:stCondLst>
                                    <p:cond delay="0"/>
                                  </p:stCondLst>
                                  <p:childTnLst>
                                    <p:set>
                                      <p:cBhvr>
                                        <p:cTn id="83" dur="1" fill="hold">
                                          <p:stCondLst>
                                            <p:cond delay="0"/>
                                          </p:stCondLst>
                                        </p:cTn>
                                        <p:tgtEl>
                                          <p:spTgt spid="16"/>
                                        </p:tgtEl>
                                        <p:attrNameLst>
                                          <p:attrName>style.visibility</p:attrName>
                                        </p:attrNameLst>
                                      </p:cBhvr>
                                      <p:to>
                                        <p:strVal val="visible"/>
                                      </p:to>
                                    </p:set>
                                    <p:animEffect transition="in" filter="wipe(down)">
                                      <p:cBhvr>
                                        <p:cTn id="84" dur="500"/>
                                        <p:tgtEl>
                                          <p:spTgt spid="16"/>
                                        </p:tgtEl>
                                      </p:cBhvr>
                                    </p:animEffect>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nodeType="clickEffect">
                                  <p:stCondLst>
                                    <p:cond delay="0"/>
                                  </p:stCondLst>
                                  <p:childTnLst>
                                    <p:set>
                                      <p:cBhvr>
                                        <p:cTn id="88" dur="1" fill="hold">
                                          <p:stCondLst>
                                            <p:cond delay="0"/>
                                          </p:stCondLst>
                                        </p:cTn>
                                        <p:tgtEl>
                                          <p:spTgt spid="89"/>
                                        </p:tgtEl>
                                        <p:attrNameLst>
                                          <p:attrName>style.visibility</p:attrName>
                                        </p:attrNameLst>
                                      </p:cBhvr>
                                      <p:to>
                                        <p:strVal val="visible"/>
                                      </p:to>
                                    </p:set>
                                    <p:anim calcmode="lin" valueType="num">
                                      <p:cBhvr additive="base">
                                        <p:cTn id="89" dur="500" fill="hold"/>
                                        <p:tgtEl>
                                          <p:spTgt spid="89"/>
                                        </p:tgtEl>
                                        <p:attrNameLst>
                                          <p:attrName>ppt_x</p:attrName>
                                        </p:attrNameLst>
                                      </p:cBhvr>
                                      <p:tavLst>
                                        <p:tav tm="0">
                                          <p:val>
                                            <p:strVal val="#ppt_x"/>
                                          </p:val>
                                        </p:tav>
                                        <p:tav tm="100000">
                                          <p:val>
                                            <p:strVal val="#ppt_x"/>
                                          </p:val>
                                        </p:tav>
                                      </p:tavLst>
                                    </p:anim>
                                    <p:anim calcmode="lin" valueType="num">
                                      <p:cBhvr additive="base">
                                        <p:cTn id="90" dur="500" fill="hold"/>
                                        <p:tgtEl>
                                          <p:spTgt spid="89"/>
                                        </p:tgtEl>
                                        <p:attrNameLst>
                                          <p:attrName>ppt_y</p:attrName>
                                        </p:attrNameLst>
                                      </p:cBhvr>
                                      <p:tavLst>
                                        <p:tav tm="0">
                                          <p:val>
                                            <p:strVal val="1+#ppt_h/2"/>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nodeType="clickEffect">
                                  <p:stCondLst>
                                    <p:cond delay="0"/>
                                  </p:stCondLst>
                                  <p:childTnLst>
                                    <p:set>
                                      <p:cBhvr>
                                        <p:cTn id="94" dur="1" fill="hold">
                                          <p:stCondLst>
                                            <p:cond delay="0"/>
                                          </p:stCondLst>
                                        </p:cTn>
                                        <p:tgtEl>
                                          <p:spTgt spid="20"/>
                                        </p:tgtEl>
                                        <p:attrNameLst>
                                          <p:attrName>style.visibility</p:attrName>
                                        </p:attrNameLst>
                                      </p:cBhvr>
                                      <p:to>
                                        <p:strVal val="visible"/>
                                      </p:to>
                                    </p:set>
                                    <p:animEffect transition="in" filter="wipe(left)">
                                      <p:cBhvr>
                                        <p:cTn id="95" dur="500"/>
                                        <p:tgtEl>
                                          <p:spTgt spid="20"/>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nodeType="clickEffect">
                                  <p:stCondLst>
                                    <p:cond delay="0"/>
                                  </p:stCondLst>
                                  <p:childTnLst>
                                    <p:set>
                                      <p:cBhvr>
                                        <p:cTn id="99" dur="2000" fill="hold">
                                          <p:stCondLst>
                                            <p:cond delay="0"/>
                                          </p:stCondLst>
                                        </p:cTn>
                                        <p:tgtEl>
                                          <p:spTgt spid="22"/>
                                        </p:tgtEl>
                                        <p:attrNameLst>
                                          <p:attrName>style.visibility</p:attrName>
                                        </p:attrNameLst>
                                      </p:cBhvr>
                                      <p:to>
                                        <p:strVal val="visible"/>
                                      </p:to>
                                    </p:set>
                                    <p:animEffect transition="in" filter="wipe(left)">
                                      <p:cBhvr>
                                        <p:cTn id="100" dur="2000"/>
                                        <p:tgtEl>
                                          <p:spTgt spid="22"/>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8" fill="hold" nodeType="clickEffect">
                                  <p:stCondLst>
                                    <p:cond delay="0"/>
                                  </p:stCondLst>
                                  <p:childTnLst>
                                    <p:set>
                                      <p:cBhvr>
                                        <p:cTn id="104" dur="2000" fill="hold">
                                          <p:stCondLst>
                                            <p:cond delay="0"/>
                                          </p:stCondLst>
                                        </p:cTn>
                                        <p:tgtEl>
                                          <p:spTgt spid="24"/>
                                        </p:tgtEl>
                                        <p:attrNameLst>
                                          <p:attrName>style.visibility</p:attrName>
                                        </p:attrNameLst>
                                      </p:cBhvr>
                                      <p:to>
                                        <p:strVal val="visible"/>
                                      </p:to>
                                    </p:set>
                                    <p:animEffect transition="in" filter="wipe(left)">
                                      <p:cBhvr>
                                        <p:cTn id="105" dur="2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p:bldP spid="46168" grpId="0"/>
      <p:bldP spid="46171" grpId="0"/>
      <p:bldP spid="46175" grpId="0" bldLvl="0" animBg="1"/>
      <p:bldP spid="27" grpId="0" animBg="1"/>
      <p:bldP spid="26"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4-2 替代定理</a:t>
            </a:r>
            <a:endParaRPr lang="zh-CN" altLang="en-US"/>
          </a:p>
        </p:txBody>
      </p:sp>
      <p:sp>
        <p:nvSpPr>
          <p:cNvPr id="45063" name="Text Box 7"/>
          <p:cNvSpPr txBox="1"/>
          <p:nvPr/>
        </p:nvSpPr>
        <p:spPr>
          <a:xfrm>
            <a:off x="1239838" y="677545"/>
            <a:ext cx="7812087" cy="521970"/>
          </a:xfrm>
          <a:prstGeom prst="rect">
            <a:avLst/>
          </a:prstGeom>
          <a:no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用多大电阻替代</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2V</a:t>
            </a:r>
            <a:r>
              <a:rPr kumimoji="1" lang="zh-CN" altLang="en-US" sz="2800" dirty="0" smtClean="0">
                <a:latin typeface="华文楷体" panose="02010600040101010101" pitchFamily="2" charset="-122"/>
                <a:ea typeface="华文楷体" panose="02010600040101010101" pitchFamily="2" charset="-122"/>
              </a:rPr>
              <a:t>电压源且不影响电路的工作？</a:t>
            </a:r>
            <a:endParaRPr kumimoji="1" lang="zh-CN" altLang="en-US" sz="2800" dirty="0" smtClean="0">
              <a:latin typeface="华文楷体" panose="02010600040101010101" pitchFamily="2" charset="-122"/>
              <a:ea typeface="华文楷体" panose="02010600040101010101" pitchFamily="2" charset="-122"/>
            </a:endParaRPr>
          </a:p>
        </p:txBody>
      </p:sp>
      <p:sp>
        <p:nvSpPr>
          <p:cNvPr id="45152" name="Text Box 96"/>
          <p:cNvSpPr txBox="1"/>
          <p:nvPr/>
        </p:nvSpPr>
        <p:spPr>
          <a:xfrm>
            <a:off x="971550" y="3947478"/>
            <a:ext cx="5184775" cy="521970"/>
          </a:xfrm>
          <a:prstGeom prst="rect">
            <a:avLst/>
          </a:prstGeom>
          <a:no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应求电流</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I</a:t>
            </a:r>
            <a:r>
              <a:rPr kumimoji="1" lang="zh-CN" altLang="en-US" sz="2800" dirty="0" smtClean="0">
                <a:latin typeface="华文楷体" panose="02010600040101010101" pitchFamily="2" charset="-122"/>
                <a:ea typeface="华文楷体" panose="02010600040101010101" pitchFamily="2" charset="-122"/>
              </a:rPr>
              <a:t>，先化简电路。</a:t>
            </a:r>
            <a:endParaRPr kumimoji="1" lang="zh-CN" altLang="en-US" sz="2800" dirty="0" smtClean="0">
              <a:latin typeface="华文楷体" panose="02010600040101010101" pitchFamily="2" charset="-122"/>
              <a:ea typeface="华文楷体" panose="02010600040101010101" pitchFamily="2" charset="-122"/>
            </a:endParaRPr>
          </a:p>
        </p:txBody>
      </p:sp>
      <p:sp>
        <p:nvSpPr>
          <p:cNvPr id="45155" name="AutoShape 99"/>
          <p:cNvSpPr/>
          <p:nvPr/>
        </p:nvSpPr>
        <p:spPr>
          <a:xfrm>
            <a:off x="4859338" y="5010785"/>
            <a:ext cx="649287" cy="144463"/>
          </a:xfrm>
          <a:prstGeom prst="rightArrow">
            <a:avLst>
              <a:gd name="adj1" fmla="val 50000"/>
              <a:gd name="adj2" fmla="val 112362"/>
            </a:avLst>
          </a:prstGeom>
          <a:solidFill>
            <a:srgbClr val="00CCFF"/>
          </a:solidFill>
          <a:ln w="9525" cap="flat" cmpd="sng">
            <a:solidFill>
              <a:srgbClr val="00CC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5160" name="Text Box 104"/>
          <p:cNvSpPr txBox="1"/>
          <p:nvPr/>
        </p:nvSpPr>
        <p:spPr>
          <a:xfrm>
            <a:off x="5076825" y="3938270"/>
            <a:ext cx="2808288" cy="521970"/>
          </a:xfrm>
          <a:prstGeom prst="rect">
            <a:avLst/>
          </a:prstGeom>
          <a:no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应用节点法得</a:t>
            </a:r>
            <a:endParaRPr kumimoji="1" lang="zh-CN" altLang="en-US" sz="2800" dirty="0" smtClean="0">
              <a:latin typeface="华文楷体" panose="02010600040101010101" pitchFamily="2" charset="-122"/>
              <a:ea typeface="华文楷体" panose="02010600040101010101" pitchFamily="2" charset="-122"/>
            </a:endParaRPr>
          </a:p>
        </p:txBody>
      </p:sp>
      <p:sp>
        <p:nvSpPr>
          <p:cNvPr id="12" name="Text Box 22"/>
          <p:cNvSpPr txBox="1">
            <a:spLocks noChangeArrowheads="1"/>
          </p:cNvSpPr>
          <p:nvPr/>
        </p:nvSpPr>
        <p:spPr bwMode="auto">
          <a:xfrm>
            <a:off x="193589" y="3876193"/>
            <a:ext cx="648000" cy="576000"/>
          </a:xfrm>
          <a:prstGeom prst="rect">
            <a:avLst/>
          </a:pr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解</a:t>
            </a:r>
            <a:endParaRPr kumimoji="1" lang="zh-CN" altLang="en-US" sz="3200" dirty="0">
              <a:solidFill>
                <a:schemeClr val="bg1"/>
              </a:solidFill>
              <a:latin typeface="华文新魏" panose="02010800040101010101" pitchFamily="2" charset="-122"/>
              <a:ea typeface="华文新魏" panose="02010800040101010101" pitchFamily="2" charset="-122"/>
            </a:endParaRPr>
          </a:p>
        </p:txBody>
      </p:sp>
      <p:sp>
        <p:nvSpPr>
          <p:cNvPr id="13" name="Text Box 22"/>
          <p:cNvSpPr txBox="1">
            <a:spLocks noChangeArrowheads="1"/>
          </p:cNvSpPr>
          <p:nvPr/>
        </p:nvSpPr>
        <p:spPr bwMode="auto">
          <a:xfrm>
            <a:off x="72390" y="678180"/>
            <a:ext cx="1218565" cy="525780"/>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例</a:t>
            </a:r>
            <a:r>
              <a:rPr kumimoji="1" lang="en-US" altLang="zh-CN" sz="3200" dirty="0">
                <a:solidFill>
                  <a:schemeClr val="bg1"/>
                </a:solidFill>
                <a:latin typeface="华文新魏" panose="02010800040101010101" pitchFamily="2" charset="-122"/>
                <a:ea typeface="华文新魏" panose="02010800040101010101" pitchFamily="2" charset="-122"/>
              </a:rPr>
              <a:t>2-5</a:t>
            </a:r>
            <a:endParaRPr kumimoji="1" lang="en-US" altLang="zh-CN" sz="3200" dirty="0">
              <a:solidFill>
                <a:schemeClr val="bg1"/>
              </a:solidFill>
              <a:latin typeface="华文新魏" panose="02010800040101010101" pitchFamily="2" charset="-122"/>
              <a:ea typeface="华文新魏" panose="02010800040101010101" pitchFamily="2" charset="-122"/>
            </a:endParaRPr>
          </a:p>
        </p:txBody>
      </p:sp>
      <p:graphicFrame>
        <p:nvGraphicFramePr>
          <p:cNvPr id="14" name="对象 13"/>
          <p:cNvGraphicFramePr/>
          <p:nvPr/>
        </p:nvGraphicFramePr>
        <p:xfrm>
          <a:off x="913130" y="4636770"/>
          <a:ext cx="3742055" cy="806450"/>
        </p:xfrm>
        <a:graphic>
          <a:graphicData uri="http://schemas.openxmlformats.org/presentationml/2006/ole">
            <mc:AlternateContent xmlns:mc="http://schemas.openxmlformats.org/markup-compatibility/2006">
              <mc:Choice xmlns:v="urn:schemas-microsoft-com:vml" Requires="v">
                <p:oleObj spid="_x0000_s15" name="" r:id="rId1" imgW="1663700" imgH="393700" progId="Equation.KSEE3">
                  <p:embed/>
                </p:oleObj>
              </mc:Choice>
              <mc:Fallback>
                <p:oleObj name="" r:id="rId1" imgW="1663700" imgH="393700" progId="Equation.KSEE3">
                  <p:embed/>
                  <p:pic>
                    <p:nvPicPr>
                      <p:cNvPr id="0" name="图片 14"/>
                      <p:cNvPicPr/>
                      <p:nvPr/>
                    </p:nvPicPr>
                    <p:blipFill>
                      <a:blip r:embed="rId2"/>
                      <a:stretch>
                        <a:fillRect/>
                      </a:stretch>
                    </p:blipFill>
                    <p:spPr>
                      <a:xfrm>
                        <a:off x="913130" y="4636770"/>
                        <a:ext cx="3742055" cy="806450"/>
                      </a:xfrm>
                      <a:prstGeom prst="rect">
                        <a:avLst/>
                      </a:prstGeom>
                    </p:spPr>
                  </p:pic>
                </p:oleObj>
              </mc:Fallback>
            </mc:AlternateContent>
          </a:graphicData>
        </a:graphic>
      </p:graphicFrame>
      <p:graphicFrame>
        <p:nvGraphicFramePr>
          <p:cNvPr id="16" name="对象 15"/>
          <p:cNvGraphicFramePr/>
          <p:nvPr/>
        </p:nvGraphicFramePr>
        <p:xfrm>
          <a:off x="5651500" y="4823460"/>
          <a:ext cx="2531745" cy="478155"/>
        </p:xfrm>
        <a:graphic>
          <a:graphicData uri="http://schemas.openxmlformats.org/presentationml/2006/ole">
            <mc:AlternateContent xmlns:mc="http://schemas.openxmlformats.org/markup-compatibility/2006">
              <mc:Choice xmlns:v="urn:schemas-microsoft-com:vml" Requires="v">
                <p:oleObj spid="_x0000_s17" name="" r:id="rId3" imgW="1117600" imgH="215900" progId="Equation.KSEE3">
                  <p:embed/>
                </p:oleObj>
              </mc:Choice>
              <mc:Fallback>
                <p:oleObj name="" r:id="rId3" imgW="1117600" imgH="215900" progId="Equation.KSEE3">
                  <p:embed/>
                  <p:pic>
                    <p:nvPicPr>
                      <p:cNvPr id="0" name="图片 16"/>
                      <p:cNvPicPr/>
                      <p:nvPr/>
                    </p:nvPicPr>
                    <p:blipFill>
                      <a:blip r:embed="rId4"/>
                      <a:stretch>
                        <a:fillRect/>
                      </a:stretch>
                    </p:blipFill>
                    <p:spPr>
                      <a:xfrm>
                        <a:off x="5651500" y="4823460"/>
                        <a:ext cx="2531745" cy="478155"/>
                      </a:xfrm>
                      <a:prstGeom prst="rect">
                        <a:avLst/>
                      </a:prstGeom>
                    </p:spPr>
                  </p:pic>
                </p:oleObj>
              </mc:Fallback>
            </mc:AlternateContent>
          </a:graphicData>
        </a:graphic>
      </p:graphicFrame>
      <p:graphicFrame>
        <p:nvGraphicFramePr>
          <p:cNvPr id="18" name="对象 17"/>
          <p:cNvGraphicFramePr/>
          <p:nvPr/>
        </p:nvGraphicFramePr>
        <p:xfrm>
          <a:off x="971550" y="5600700"/>
          <a:ext cx="3560445" cy="441960"/>
        </p:xfrm>
        <a:graphic>
          <a:graphicData uri="http://schemas.openxmlformats.org/presentationml/2006/ole">
            <mc:AlternateContent xmlns:mc="http://schemas.openxmlformats.org/markup-compatibility/2006">
              <mc:Choice xmlns:v="urn:schemas-microsoft-com:vml" Requires="v">
                <p:oleObj spid="_x0000_s19" name="" r:id="rId5" imgW="1422400" imgH="215900" progId="Equation.KSEE3">
                  <p:embed/>
                </p:oleObj>
              </mc:Choice>
              <mc:Fallback>
                <p:oleObj name="" r:id="rId5" imgW="1422400" imgH="215900" progId="Equation.KSEE3">
                  <p:embed/>
                  <p:pic>
                    <p:nvPicPr>
                      <p:cNvPr id="0" name="图片 18"/>
                      <p:cNvPicPr/>
                      <p:nvPr/>
                    </p:nvPicPr>
                    <p:blipFill>
                      <a:blip r:embed="rId6"/>
                      <a:stretch>
                        <a:fillRect/>
                      </a:stretch>
                    </p:blipFill>
                    <p:spPr>
                      <a:xfrm>
                        <a:off x="971550" y="5600700"/>
                        <a:ext cx="3560445" cy="441960"/>
                      </a:xfrm>
                      <a:prstGeom prst="rect">
                        <a:avLst/>
                      </a:prstGeom>
                    </p:spPr>
                  </p:pic>
                </p:oleObj>
              </mc:Fallback>
            </mc:AlternateContent>
          </a:graphicData>
        </a:graphic>
      </p:graphicFrame>
      <p:graphicFrame>
        <p:nvGraphicFramePr>
          <p:cNvPr id="20" name="对象 19"/>
          <p:cNvGraphicFramePr/>
          <p:nvPr/>
        </p:nvGraphicFramePr>
        <p:xfrm>
          <a:off x="5651500" y="5600700"/>
          <a:ext cx="2453640" cy="442595"/>
        </p:xfrm>
        <a:graphic>
          <a:graphicData uri="http://schemas.openxmlformats.org/presentationml/2006/ole">
            <mc:AlternateContent xmlns:mc="http://schemas.openxmlformats.org/markup-compatibility/2006">
              <mc:Choice xmlns:v="urn:schemas-microsoft-com:vml" Requires="v">
                <p:oleObj spid="_x0000_s21" name="" r:id="rId7" imgW="1308100" imgH="203200" progId="Equation.KSEE3">
                  <p:embed/>
                </p:oleObj>
              </mc:Choice>
              <mc:Fallback>
                <p:oleObj name="" r:id="rId7" imgW="1308100" imgH="203200" progId="Equation.KSEE3">
                  <p:embed/>
                  <p:pic>
                    <p:nvPicPr>
                      <p:cNvPr id="0" name="图片 20"/>
                      <p:cNvPicPr/>
                      <p:nvPr/>
                    </p:nvPicPr>
                    <p:blipFill>
                      <a:blip r:embed="rId8"/>
                      <a:stretch>
                        <a:fillRect/>
                      </a:stretch>
                    </p:blipFill>
                    <p:spPr>
                      <a:xfrm>
                        <a:off x="5651500" y="5600700"/>
                        <a:ext cx="2453640" cy="442595"/>
                      </a:xfrm>
                      <a:prstGeom prst="rect">
                        <a:avLst/>
                      </a:prstGeom>
                    </p:spPr>
                  </p:pic>
                </p:oleObj>
              </mc:Fallback>
            </mc:AlternateContent>
          </a:graphicData>
        </a:graphic>
      </p:graphicFrame>
      <p:graphicFrame>
        <p:nvGraphicFramePr>
          <p:cNvPr id="8" name="对象 7"/>
          <p:cNvGraphicFramePr/>
          <p:nvPr/>
        </p:nvGraphicFramePr>
        <p:xfrm>
          <a:off x="971550" y="6251575"/>
          <a:ext cx="2630170" cy="376555"/>
        </p:xfrm>
        <a:graphic>
          <a:graphicData uri="http://schemas.openxmlformats.org/presentationml/2006/ole">
            <mc:AlternateContent xmlns:mc="http://schemas.openxmlformats.org/markup-compatibility/2006">
              <mc:Choice xmlns:v="urn:schemas-microsoft-com:vml" Requires="v">
                <p:oleObj spid="_x0000_s10" name="" r:id="rId9" imgW="977900" imgH="177165" progId="Equation.KSEE3">
                  <p:embed/>
                </p:oleObj>
              </mc:Choice>
              <mc:Fallback>
                <p:oleObj name="" r:id="rId9" imgW="977900" imgH="177165" progId="Equation.KSEE3">
                  <p:embed/>
                  <p:pic>
                    <p:nvPicPr>
                      <p:cNvPr id="0" name="图片 9"/>
                      <p:cNvPicPr/>
                      <p:nvPr/>
                    </p:nvPicPr>
                    <p:blipFill>
                      <a:blip r:embed="rId10"/>
                      <a:stretch>
                        <a:fillRect/>
                      </a:stretch>
                    </p:blipFill>
                    <p:spPr>
                      <a:xfrm>
                        <a:off x="971550" y="6251575"/>
                        <a:ext cx="2630170" cy="376555"/>
                      </a:xfrm>
                      <a:prstGeom prst="rect">
                        <a:avLst/>
                      </a:prstGeom>
                    </p:spPr>
                  </p:pic>
                </p:oleObj>
              </mc:Fallback>
            </mc:AlternateContent>
          </a:graphicData>
        </a:graphic>
      </p:graphicFrame>
      <p:grpSp>
        <p:nvGrpSpPr>
          <p:cNvPr id="32" name="组合 31"/>
          <p:cNvGrpSpPr/>
          <p:nvPr/>
        </p:nvGrpSpPr>
        <p:grpSpPr>
          <a:xfrm>
            <a:off x="4787900" y="1390015"/>
            <a:ext cx="3907790" cy="2315210"/>
            <a:chOff x="7540" y="2189"/>
            <a:chExt cx="6154" cy="3646"/>
          </a:xfrm>
        </p:grpSpPr>
        <p:sp>
          <p:nvSpPr>
            <p:cNvPr id="45101" name="AutoShape 45"/>
            <p:cNvSpPr/>
            <p:nvPr/>
          </p:nvSpPr>
          <p:spPr>
            <a:xfrm>
              <a:off x="7540" y="3339"/>
              <a:ext cx="795" cy="340"/>
            </a:xfrm>
            <a:prstGeom prst="rightArrow">
              <a:avLst>
                <a:gd name="adj1" fmla="val 50000"/>
                <a:gd name="adj2" fmla="val 58455"/>
              </a:avLst>
            </a:prstGeom>
            <a:solidFill>
              <a:srgbClr val="00CCFF"/>
            </a:solidFill>
            <a:ln w="9525" cap="flat" cmpd="sng">
              <a:solidFill>
                <a:srgbClr val="00CC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348" name="Rectangle 153"/>
            <p:cNvSpPr/>
            <p:nvPr/>
          </p:nvSpPr>
          <p:spPr bwMode="auto">
            <a:xfrm>
              <a:off x="8614" y="3227"/>
              <a:ext cx="4915" cy="2155"/>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p>
              <a:endParaRPr lang="zh-CN" altLang="en-US" dirty="0">
                <a:solidFill>
                  <a:schemeClr val="tx1"/>
                </a:solidFill>
                <a:latin typeface="Arial" panose="020B0604020202020204" pitchFamily="34" charset="0"/>
              </a:endParaRPr>
            </a:p>
          </p:txBody>
        </p:sp>
        <p:sp>
          <p:nvSpPr>
            <p:cNvPr id="13349" name="Line 154"/>
            <p:cNvSpPr/>
            <p:nvPr/>
          </p:nvSpPr>
          <p:spPr bwMode="auto">
            <a:xfrm>
              <a:off x="10879" y="3227"/>
              <a:ext cx="0" cy="2155"/>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13350" name="Text Box 155"/>
            <p:cNvSpPr txBox="1"/>
            <p:nvPr/>
          </p:nvSpPr>
          <p:spPr>
            <a:xfrm>
              <a:off x="8954" y="3992"/>
              <a:ext cx="1700"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10V</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3351" name="Text Box 156"/>
            <p:cNvSpPr txBox="1"/>
            <p:nvPr/>
          </p:nvSpPr>
          <p:spPr>
            <a:xfrm>
              <a:off x="8614" y="3339"/>
              <a:ext cx="1020" cy="818"/>
            </a:xfrm>
            <a:prstGeom prst="rect">
              <a:avLst/>
            </a:prstGeom>
            <a:noFill/>
            <a:ln w="9525">
              <a:noFill/>
            </a:ln>
          </p:spPr>
          <p:txBody>
            <a:bodyPr>
              <a:spAutoFit/>
            </a:bodyPr>
            <a:p>
              <a:r>
                <a:rPr lang="zh-CN" altLang="en-US" b="0" dirty="0">
                  <a:solidFill>
                    <a:schemeClr val="tx1"/>
                  </a:solidFill>
                  <a:latin typeface="Arial" panose="020B0604020202020204" pitchFamily="34" charset="0"/>
                  <a:ea typeface="仿宋_GB2312" pitchFamily="49" charset="-122"/>
                </a:rPr>
                <a:t>＋</a:t>
              </a:r>
              <a:endParaRPr lang="zh-CN" altLang="en-US" b="0" dirty="0">
                <a:solidFill>
                  <a:schemeClr val="tx1"/>
                </a:solidFill>
                <a:latin typeface="Arial" panose="020B0604020202020204" pitchFamily="34" charset="0"/>
                <a:ea typeface="仿宋_GB2312" pitchFamily="49" charset="-122"/>
              </a:endParaRPr>
            </a:p>
          </p:txBody>
        </p:sp>
        <p:sp>
          <p:nvSpPr>
            <p:cNvPr id="13352" name="Text Box 157"/>
            <p:cNvSpPr txBox="1"/>
            <p:nvPr/>
          </p:nvSpPr>
          <p:spPr>
            <a:xfrm>
              <a:off x="8614" y="4587"/>
              <a:ext cx="1020" cy="818"/>
            </a:xfrm>
            <a:prstGeom prst="rect">
              <a:avLst/>
            </a:prstGeom>
            <a:noFill/>
            <a:ln w="9525">
              <a:noFill/>
            </a:ln>
          </p:spPr>
          <p:txBody>
            <a:bodyPr>
              <a:spAutoFit/>
            </a:bodyPr>
            <a:p>
              <a:r>
                <a:rPr lang="zh-CN" altLang="en-US" b="0" dirty="0">
                  <a:solidFill>
                    <a:schemeClr val="tx1"/>
                  </a:solidFill>
                  <a:latin typeface="Arial" panose="020B0604020202020204" pitchFamily="34" charset="0"/>
                  <a:ea typeface="仿宋_GB2312" pitchFamily="49" charset="-122"/>
                </a:rPr>
                <a:t>－</a:t>
              </a:r>
              <a:endParaRPr lang="zh-CN" altLang="en-US" b="0" dirty="0">
                <a:solidFill>
                  <a:schemeClr val="tx1"/>
                </a:solidFill>
                <a:latin typeface="Arial" panose="020B0604020202020204" pitchFamily="34" charset="0"/>
                <a:ea typeface="仿宋_GB2312" pitchFamily="49" charset="-122"/>
              </a:endParaRPr>
            </a:p>
          </p:txBody>
        </p:sp>
        <p:sp>
          <p:nvSpPr>
            <p:cNvPr id="13353" name="Text Box 158"/>
            <p:cNvSpPr txBox="1"/>
            <p:nvPr/>
          </p:nvSpPr>
          <p:spPr>
            <a:xfrm>
              <a:off x="9179" y="2319"/>
              <a:ext cx="1475"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2</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3354" name="Text Box 159"/>
            <p:cNvSpPr txBox="1"/>
            <p:nvPr/>
          </p:nvSpPr>
          <p:spPr>
            <a:xfrm>
              <a:off x="11109" y="2432"/>
              <a:ext cx="720"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3355" name="Text Box 160"/>
            <p:cNvSpPr txBox="1"/>
            <p:nvPr/>
          </p:nvSpPr>
          <p:spPr>
            <a:xfrm>
              <a:off x="12697" y="2432"/>
              <a:ext cx="720" cy="720"/>
            </a:xfrm>
            <a:prstGeom prst="rect">
              <a:avLst/>
            </a:prstGeom>
            <a:noFill/>
            <a:ln w="9525">
              <a:noFill/>
            </a:ln>
          </p:spPr>
          <p:txBody>
            <a:bodyPr>
              <a:spAutoFit/>
            </a:bodyPr>
            <a:p>
              <a:r>
                <a:rPr lang="zh-CN" altLang="en-US" sz="2400" b="0" dirty="0">
                  <a:solidFill>
                    <a:schemeClr val="tx1"/>
                  </a:solidFill>
                  <a:latin typeface="Times New Roman" panose="02020603050405020304" pitchFamily="18" charset="0"/>
                  <a:ea typeface="宋体" panose="02010600030101010101" pitchFamily="2" charset="-122"/>
                </a:rPr>
                <a:t>－</a:t>
              </a:r>
              <a:endParaRPr lang="zh-CN" altLang="en-US" sz="2400" b="0" dirty="0">
                <a:solidFill>
                  <a:schemeClr val="tx1"/>
                </a:solidFill>
                <a:latin typeface="Times New Roman" panose="02020603050405020304" pitchFamily="18" charset="0"/>
                <a:ea typeface="宋体" panose="02010600030101010101" pitchFamily="2" charset="-122"/>
              </a:endParaRPr>
            </a:p>
          </p:txBody>
        </p:sp>
        <p:sp>
          <p:nvSpPr>
            <p:cNvPr id="13356" name="Text Box 161"/>
            <p:cNvSpPr txBox="1"/>
            <p:nvPr/>
          </p:nvSpPr>
          <p:spPr>
            <a:xfrm>
              <a:off x="11802" y="2189"/>
              <a:ext cx="1200"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2V</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3357" name="Text Box 162"/>
            <p:cNvSpPr txBox="1"/>
            <p:nvPr/>
          </p:nvSpPr>
          <p:spPr>
            <a:xfrm>
              <a:off x="12469" y="4134"/>
              <a:ext cx="1020"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2</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3358" name="Text Box 163"/>
            <p:cNvSpPr txBox="1"/>
            <p:nvPr/>
          </p:nvSpPr>
          <p:spPr>
            <a:xfrm>
              <a:off x="10882" y="3907"/>
              <a:ext cx="1362"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5</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3359" name="Line 164"/>
            <p:cNvSpPr/>
            <p:nvPr/>
          </p:nvSpPr>
          <p:spPr bwMode="auto">
            <a:xfrm>
              <a:off x="10882" y="5382"/>
              <a:ext cx="0" cy="453"/>
            </a:xfrm>
            <a:prstGeom prst="line">
              <a:avLst/>
            </a:prstGeom>
            <a:noFill/>
            <a:ln w="28575"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3360" name="Line 165"/>
            <p:cNvSpPr/>
            <p:nvPr/>
          </p:nvSpPr>
          <p:spPr bwMode="auto">
            <a:xfrm>
              <a:off x="10427" y="5834"/>
              <a:ext cx="907" cy="0"/>
            </a:xfrm>
            <a:prstGeom prst="line">
              <a:avLst/>
            </a:prstGeom>
            <a:noFill/>
            <a:ln w="28575"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3362" name="Rectangle 167"/>
            <p:cNvSpPr/>
            <p:nvPr/>
          </p:nvSpPr>
          <p:spPr bwMode="auto">
            <a:xfrm>
              <a:off x="13377" y="3907"/>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3363" name="Rectangle 168"/>
            <p:cNvSpPr/>
            <p:nvPr/>
          </p:nvSpPr>
          <p:spPr bwMode="auto">
            <a:xfrm>
              <a:off x="10693" y="4019"/>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3364" name="Rectangle 169"/>
            <p:cNvSpPr/>
            <p:nvPr/>
          </p:nvSpPr>
          <p:spPr bwMode="auto">
            <a:xfrm>
              <a:off x="9294" y="3070"/>
              <a:ext cx="792"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1" name="文本框 10"/>
            <p:cNvSpPr txBox="1"/>
            <p:nvPr/>
          </p:nvSpPr>
          <p:spPr>
            <a:xfrm>
              <a:off x="10467" y="2566"/>
              <a:ext cx="431" cy="546"/>
            </a:xfrm>
            <a:prstGeom prst="rect">
              <a:avLst/>
            </a:prstGeom>
            <a:noFill/>
            <a:ln w="12700">
              <a:noFill/>
              <a:miter lim="800000"/>
            </a:ln>
          </p:spPr>
          <p:txBody>
            <a:bodyPr wrap="none" rtlCol="0" anchor="ctr">
              <a:noAutofit/>
            </a:bodyPr>
            <a:p>
              <a:pPr algn="just" eaLnBrk="0" hangingPunct="0">
                <a:lnSpc>
                  <a:spcPct val="110000"/>
                </a:lnSpc>
              </a:pPr>
              <a:r>
                <a:rPr kumimoji="1" lang="zh-CN" altLang="en-US" sz="2800" dirty="0" smtClean="0">
                  <a:latin typeface="Calibri" panose="020F0502020204030204" charset="0"/>
                  <a:ea typeface="华文中宋" panose="02010600040101010101" pitchFamily="2" charset="-122"/>
                  <a:cs typeface="Times New Roman" panose="02020603050405020304" pitchFamily="18" charset="0"/>
                </a:rPr>
                <a:t>①</a:t>
              </a:r>
              <a:endParaRPr kumimoji="1" lang="zh-CN" altLang="en-US" sz="2800" dirty="0" smtClean="0">
                <a:latin typeface="Calibri" panose="020F0502020204030204" charset="0"/>
                <a:ea typeface="华文中宋" panose="02010600040101010101" pitchFamily="2" charset="-122"/>
                <a:cs typeface="Times New Roman" panose="02020603050405020304" pitchFamily="18" charset="0"/>
              </a:endParaRPr>
            </a:p>
          </p:txBody>
        </p:sp>
        <p:grpSp>
          <p:nvGrpSpPr>
            <p:cNvPr id="79" name="组合 78"/>
            <p:cNvGrpSpPr/>
            <p:nvPr/>
          </p:nvGrpSpPr>
          <p:grpSpPr>
            <a:xfrm rot="0">
              <a:off x="8162" y="3882"/>
              <a:ext cx="908" cy="908"/>
              <a:chOff x="505193" y="3720552"/>
              <a:chExt cx="432197" cy="432197"/>
            </a:xfrm>
            <a:solidFill>
              <a:schemeClr val="accent6">
                <a:lumMod val="40000"/>
                <a:lumOff val="60000"/>
              </a:schemeClr>
            </a:solidFill>
          </p:grpSpPr>
          <p:sp>
            <p:nvSpPr>
              <p:cNvPr id="80"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81" name="直接连接符 80"/>
              <p:cNvCxnSpPr>
                <a:stCxn id="80" idx="0"/>
                <a:endCxn id="80"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3" name="组合 72"/>
            <p:cNvGrpSpPr/>
            <p:nvPr/>
          </p:nvGrpSpPr>
          <p:grpSpPr>
            <a:xfrm rot="0">
              <a:off x="11829" y="2796"/>
              <a:ext cx="908" cy="908"/>
              <a:chOff x="5907581" y="4495572"/>
              <a:chExt cx="576263" cy="576263"/>
            </a:xfrm>
          </p:grpSpPr>
          <p:sp>
            <p:nvSpPr>
              <p:cNvPr id="74"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75" name="直接连接符 74"/>
              <p:cNvCxnSpPr>
                <a:stCxn id="74" idx="4"/>
                <a:endCxn id="74"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 name="组合 3"/>
          <p:cNvGrpSpPr/>
          <p:nvPr/>
        </p:nvGrpSpPr>
        <p:grpSpPr>
          <a:xfrm>
            <a:off x="347980" y="1212850"/>
            <a:ext cx="4262755" cy="2483485"/>
            <a:chOff x="562" y="1924"/>
            <a:chExt cx="6713" cy="3911"/>
          </a:xfrm>
        </p:grpSpPr>
        <p:sp>
          <p:nvSpPr>
            <p:cNvPr id="13367" name="Line 120"/>
            <p:cNvSpPr/>
            <p:nvPr/>
          </p:nvSpPr>
          <p:spPr bwMode="auto">
            <a:xfrm flipV="1">
              <a:off x="4631" y="2719"/>
              <a:ext cx="2495"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3368" name="Text Box 121"/>
            <p:cNvSpPr txBox="1"/>
            <p:nvPr/>
          </p:nvSpPr>
          <p:spPr>
            <a:xfrm>
              <a:off x="5426" y="1924"/>
              <a:ext cx="1248"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4</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3369" name="Rectangle 122"/>
            <p:cNvSpPr/>
            <p:nvPr/>
          </p:nvSpPr>
          <p:spPr bwMode="auto">
            <a:xfrm>
              <a:off x="1003" y="3657"/>
              <a:ext cx="6123" cy="2155"/>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3370" name="Line 123"/>
            <p:cNvSpPr/>
            <p:nvPr/>
          </p:nvSpPr>
          <p:spPr bwMode="auto">
            <a:xfrm>
              <a:off x="4631" y="3657"/>
              <a:ext cx="0" cy="2155"/>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13371" name="Line 124"/>
            <p:cNvSpPr/>
            <p:nvPr/>
          </p:nvSpPr>
          <p:spPr bwMode="auto">
            <a:xfrm>
              <a:off x="3383" y="3657"/>
              <a:ext cx="0" cy="2155"/>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13372" name="Text Box 125"/>
            <p:cNvSpPr txBox="1"/>
            <p:nvPr/>
          </p:nvSpPr>
          <p:spPr>
            <a:xfrm>
              <a:off x="1343" y="4449"/>
              <a:ext cx="1200"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4V</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3373" name="Text Box 126"/>
            <p:cNvSpPr txBox="1"/>
            <p:nvPr/>
          </p:nvSpPr>
          <p:spPr>
            <a:xfrm>
              <a:off x="4631" y="4622"/>
              <a:ext cx="1363"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10</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3374" name="Text Box 127"/>
            <p:cNvSpPr txBox="1"/>
            <p:nvPr/>
          </p:nvSpPr>
          <p:spPr>
            <a:xfrm>
              <a:off x="2251" y="2610"/>
              <a:ext cx="1020"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3A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3375" name="Text Box 128"/>
            <p:cNvSpPr txBox="1"/>
            <p:nvPr/>
          </p:nvSpPr>
          <p:spPr>
            <a:xfrm>
              <a:off x="1003" y="3769"/>
              <a:ext cx="1020" cy="818"/>
            </a:xfrm>
            <a:prstGeom prst="rect">
              <a:avLst/>
            </a:prstGeom>
            <a:noFill/>
            <a:ln w="9525">
              <a:noFill/>
            </a:ln>
          </p:spPr>
          <p:txBody>
            <a:bodyPr>
              <a:spAutoFit/>
            </a:bodyPr>
            <a:p>
              <a:r>
                <a:rPr lang="zh-CN" altLang="en-US" b="0" dirty="0">
                  <a:solidFill>
                    <a:schemeClr val="tx1"/>
                  </a:solidFill>
                  <a:latin typeface="Arial" panose="020B0604020202020204" pitchFamily="34" charset="0"/>
                  <a:ea typeface="仿宋_GB2312" pitchFamily="49" charset="-122"/>
                </a:rPr>
                <a:t>＋</a:t>
              </a:r>
              <a:endParaRPr lang="zh-CN" altLang="en-US" b="0" dirty="0">
                <a:solidFill>
                  <a:schemeClr val="tx1"/>
                </a:solidFill>
                <a:latin typeface="Arial" panose="020B0604020202020204" pitchFamily="34" charset="0"/>
                <a:ea typeface="仿宋_GB2312" pitchFamily="49" charset="-122"/>
              </a:endParaRPr>
            </a:p>
          </p:txBody>
        </p:sp>
        <p:sp>
          <p:nvSpPr>
            <p:cNvPr id="13376" name="Text Box 129"/>
            <p:cNvSpPr txBox="1"/>
            <p:nvPr/>
          </p:nvSpPr>
          <p:spPr>
            <a:xfrm>
              <a:off x="1003" y="5017"/>
              <a:ext cx="1020" cy="818"/>
            </a:xfrm>
            <a:prstGeom prst="rect">
              <a:avLst/>
            </a:prstGeom>
            <a:noFill/>
            <a:ln w="9525">
              <a:noFill/>
            </a:ln>
          </p:spPr>
          <p:txBody>
            <a:bodyPr>
              <a:spAutoFit/>
            </a:bodyPr>
            <a:p>
              <a:r>
                <a:rPr lang="zh-CN" altLang="en-US" b="0" dirty="0">
                  <a:solidFill>
                    <a:schemeClr val="tx1"/>
                  </a:solidFill>
                  <a:latin typeface="Arial" panose="020B0604020202020204" pitchFamily="34" charset="0"/>
                  <a:ea typeface="仿宋_GB2312" pitchFamily="49" charset="-122"/>
                </a:rPr>
                <a:t>－</a:t>
              </a:r>
              <a:endParaRPr lang="zh-CN" altLang="en-US" b="0" dirty="0">
                <a:solidFill>
                  <a:schemeClr val="tx1"/>
                </a:solidFill>
                <a:latin typeface="Arial" panose="020B0604020202020204" pitchFamily="34" charset="0"/>
                <a:ea typeface="仿宋_GB2312" pitchFamily="49" charset="-122"/>
              </a:endParaRPr>
            </a:p>
          </p:txBody>
        </p:sp>
        <p:sp>
          <p:nvSpPr>
            <p:cNvPr id="13377" name="Text Box 130"/>
            <p:cNvSpPr txBox="1"/>
            <p:nvPr/>
          </p:nvSpPr>
          <p:spPr>
            <a:xfrm>
              <a:off x="1796" y="3739"/>
              <a:ext cx="1360"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2</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3378" name="Text Box 131"/>
            <p:cNvSpPr txBox="1"/>
            <p:nvPr/>
          </p:nvSpPr>
          <p:spPr>
            <a:xfrm>
              <a:off x="4858" y="3657"/>
              <a:ext cx="720" cy="822"/>
            </a:xfrm>
            <a:prstGeom prst="rect">
              <a:avLst/>
            </a:prstGeom>
            <a:noFill/>
            <a:ln w="9525">
              <a:noFill/>
            </a:ln>
          </p:spPr>
          <p:txBody>
            <a:bodyPr>
              <a:spAutoFit/>
            </a:bodyPr>
            <a:p>
              <a:r>
                <a:rPr lang="en-US" altLang="zh-CN" sz="2800" b="0" dirty="0">
                  <a:solidFill>
                    <a:schemeClr val="tx1"/>
                  </a:solidFill>
                  <a:latin typeface="Times New Roman" panose="02020603050405020304" pitchFamily="18" charset="0"/>
                  <a:ea typeface="宋体" panose="02010600030101010101" pitchFamily="2" charset="-122"/>
                </a:rPr>
                <a:t>+</a:t>
              </a:r>
              <a:endParaRPr lang="en-US" altLang="zh-CN" sz="2800" b="0" dirty="0">
                <a:solidFill>
                  <a:schemeClr val="tx1"/>
                </a:solidFill>
                <a:latin typeface="Times New Roman" panose="02020603050405020304" pitchFamily="18" charset="0"/>
                <a:ea typeface="宋体" panose="02010600030101010101" pitchFamily="2" charset="-122"/>
              </a:endParaRPr>
            </a:p>
          </p:txBody>
        </p:sp>
        <p:sp>
          <p:nvSpPr>
            <p:cNvPr id="13379" name="Text Box 132"/>
            <p:cNvSpPr txBox="1"/>
            <p:nvPr/>
          </p:nvSpPr>
          <p:spPr>
            <a:xfrm>
              <a:off x="6218" y="3683"/>
              <a:ext cx="720" cy="720"/>
            </a:xfrm>
            <a:prstGeom prst="rect">
              <a:avLst/>
            </a:prstGeom>
            <a:noFill/>
            <a:ln w="9525">
              <a:noFill/>
            </a:ln>
          </p:spPr>
          <p:txBody>
            <a:bodyPr>
              <a:spAutoFit/>
            </a:bodyPr>
            <a:p>
              <a:r>
                <a:rPr lang="zh-CN" altLang="en-US" sz="2400" b="0" dirty="0">
                  <a:solidFill>
                    <a:schemeClr val="tx1"/>
                  </a:solidFill>
                  <a:latin typeface="Times New Roman" panose="02020603050405020304" pitchFamily="18" charset="0"/>
                  <a:ea typeface="宋体" panose="02010600030101010101" pitchFamily="2" charset="-122"/>
                </a:rPr>
                <a:t>－</a:t>
              </a:r>
              <a:endParaRPr lang="zh-CN" altLang="en-US" sz="2400" b="0" dirty="0">
                <a:solidFill>
                  <a:schemeClr val="tx1"/>
                </a:solidFill>
                <a:latin typeface="Times New Roman" panose="02020603050405020304" pitchFamily="18" charset="0"/>
                <a:ea typeface="宋体" panose="02010600030101010101" pitchFamily="2" charset="-122"/>
              </a:endParaRPr>
            </a:p>
          </p:txBody>
        </p:sp>
        <p:sp>
          <p:nvSpPr>
            <p:cNvPr id="13380" name="Text Box 133"/>
            <p:cNvSpPr txBox="1"/>
            <p:nvPr/>
          </p:nvSpPr>
          <p:spPr>
            <a:xfrm>
              <a:off x="5369" y="4036"/>
              <a:ext cx="1200"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2V</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3381" name="Text Box 134"/>
            <p:cNvSpPr txBox="1"/>
            <p:nvPr/>
          </p:nvSpPr>
          <p:spPr>
            <a:xfrm>
              <a:off x="6106" y="4534"/>
              <a:ext cx="1020"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2</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3382" name="Line 135"/>
            <p:cNvSpPr/>
            <p:nvPr/>
          </p:nvSpPr>
          <p:spPr bwMode="auto">
            <a:xfrm flipV="1">
              <a:off x="1003" y="2719"/>
              <a:ext cx="0" cy="938"/>
            </a:xfrm>
            <a:prstGeom prst="line">
              <a:avLst/>
            </a:prstGeom>
            <a:noFill/>
            <a:ln w="19050" cap="sq">
              <a:solidFill>
                <a:schemeClr val="tx2">
                  <a:lumMod val="75000"/>
                </a:schemeClr>
              </a:solidFill>
              <a:round/>
              <a:headEnd type="oval" w="med" len="med"/>
              <a:tailEnd type="none" w="med" len="med"/>
            </a:ln>
            <a:effectLst>
              <a:outerShdw blurRad="50800" dist="38100" dir="2700000" algn="tl" rotWithShape="0">
                <a:prstClr val="black">
                  <a:alpha val="40000"/>
                </a:prstClr>
              </a:outerShdw>
            </a:effectLst>
          </p:spPr>
        </p:sp>
        <p:sp>
          <p:nvSpPr>
            <p:cNvPr id="13383" name="Line 136"/>
            <p:cNvSpPr/>
            <p:nvPr/>
          </p:nvSpPr>
          <p:spPr bwMode="auto">
            <a:xfrm>
              <a:off x="1003" y="2719"/>
              <a:ext cx="2380"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3384" name="Line 137"/>
            <p:cNvSpPr/>
            <p:nvPr/>
          </p:nvSpPr>
          <p:spPr bwMode="auto">
            <a:xfrm>
              <a:off x="3383" y="2719"/>
              <a:ext cx="0" cy="938"/>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3385" name="Line 138"/>
            <p:cNvSpPr/>
            <p:nvPr/>
          </p:nvSpPr>
          <p:spPr bwMode="auto">
            <a:xfrm flipV="1">
              <a:off x="4631" y="2749"/>
              <a:ext cx="0" cy="908"/>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3386" name="Line 139"/>
            <p:cNvSpPr/>
            <p:nvPr/>
          </p:nvSpPr>
          <p:spPr bwMode="auto">
            <a:xfrm>
              <a:off x="7126" y="2719"/>
              <a:ext cx="0" cy="908"/>
            </a:xfrm>
            <a:prstGeom prst="line">
              <a:avLst/>
            </a:prstGeom>
            <a:noFill/>
            <a:ln w="19050" cap="sq">
              <a:solidFill>
                <a:schemeClr val="tx2">
                  <a:lumMod val="75000"/>
                </a:schemeClr>
              </a:solidFill>
              <a:round/>
              <a:headEnd type="none" w="med" len="med"/>
              <a:tailEnd type="oval" w="med" len="med"/>
            </a:ln>
            <a:effectLst>
              <a:outerShdw blurRad="50800" dist="38100" dir="2700000" algn="tl" rotWithShape="0">
                <a:prstClr val="black">
                  <a:alpha val="40000"/>
                </a:prstClr>
              </a:outerShdw>
            </a:effectLst>
          </p:spPr>
        </p:sp>
        <p:sp>
          <p:nvSpPr>
            <p:cNvPr id="13387" name="Text Box 140"/>
            <p:cNvSpPr txBox="1"/>
            <p:nvPr/>
          </p:nvSpPr>
          <p:spPr>
            <a:xfrm>
              <a:off x="3383" y="4622"/>
              <a:ext cx="1363"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10</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3388" name="Rectangle 142"/>
            <p:cNvSpPr/>
            <p:nvPr/>
          </p:nvSpPr>
          <p:spPr bwMode="auto">
            <a:xfrm>
              <a:off x="1796" y="3512"/>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3389" name="Rectangle 146"/>
            <p:cNvSpPr/>
            <p:nvPr/>
          </p:nvSpPr>
          <p:spPr bwMode="auto">
            <a:xfrm>
              <a:off x="4462" y="4534"/>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3390" name="Rectangle 147"/>
            <p:cNvSpPr/>
            <p:nvPr/>
          </p:nvSpPr>
          <p:spPr bwMode="auto">
            <a:xfrm>
              <a:off x="3209" y="4532"/>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3391" name="Rectangle 148"/>
            <p:cNvSpPr/>
            <p:nvPr/>
          </p:nvSpPr>
          <p:spPr bwMode="auto">
            <a:xfrm>
              <a:off x="5538" y="2551"/>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3392" name="Rectangle 149"/>
            <p:cNvSpPr/>
            <p:nvPr/>
          </p:nvSpPr>
          <p:spPr bwMode="auto">
            <a:xfrm>
              <a:off x="6957" y="4419"/>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3393" name="Line 141"/>
            <p:cNvSpPr/>
            <p:nvPr/>
          </p:nvSpPr>
          <p:spPr>
            <a:xfrm>
              <a:off x="2248" y="2719"/>
              <a:ext cx="853"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pSp>
          <p:nvGrpSpPr>
            <p:cNvPr id="23" name="组合 22"/>
            <p:cNvGrpSpPr/>
            <p:nvPr/>
          </p:nvGrpSpPr>
          <p:grpSpPr>
            <a:xfrm rot="0">
              <a:off x="562" y="4306"/>
              <a:ext cx="908" cy="908"/>
              <a:chOff x="505193" y="3720552"/>
              <a:chExt cx="432197" cy="432197"/>
            </a:xfrm>
            <a:solidFill>
              <a:schemeClr val="accent6">
                <a:lumMod val="40000"/>
                <a:lumOff val="60000"/>
              </a:schemeClr>
            </a:solidFill>
          </p:grpSpPr>
          <p:sp>
            <p:nvSpPr>
              <p:cNvPr id="24"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25" name="直接连接符 24"/>
              <p:cNvCxnSpPr>
                <a:stCxn id="24" idx="0"/>
                <a:endCxn id="24"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 name="组合 1"/>
            <p:cNvGrpSpPr/>
            <p:nvPr/>
          </p:nvGrpSpPr>
          <p:grpSpPr>
            <a:xfrm rot="0">
              <a:off x="1343" y="2296"/>
              <a:ext cx="908" cy="908"/>
              <a:chOff x="417" y="1885"/>
              <a:chExt cx="908" cy="908"/>
            </a:xfrm>
          </p:grpSpPr>
          <p:sp>
            <p:nvSpPr>
              <p:cNvPr id="27" name="Oval 953"/>
              <p:cNvSpPr>
                <a:spLocks noChangeArrowheads="1"/>
              </p:cNvSpPr>
              <p:nvPr/>
            </p:nvSpPr>
            <p:spPr bwMode="auto">
              <a:xfrm>
                <a:off x="417" y="1885"/>
                <a:ext cx="908" cy="908"/>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28" name="直接连接符 27"/>
              <p:cNvCxnSpPr>
                <a:stCxn id="27" idx="0"/>
                <a:endCxn id="27" idx="4"/>
              </p:cNvCxnSpPr>
              <p:nvPr/>
            </p:nvCxnSpPr>
            <p:spPr>
              <a:xfrm>
                <a:off x="870" y="1885"/>
                <a:ext cx="0" cy="908"/>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9" name="组合 28"/>
            <p:cNvGrpSpPr/>
            <p:nvPr/>
          </p:nvGrpSpPr>
          <p:grpSpPr>
            <a:xfrm rot="0">
              <a:off x="5423" y="3226"/>
              <a:ext cx="908" cy="908"/>
              <a:chOff x="5907581" y="4495572"/>
              <a:chExt cx="576263" cy="576263"/>
            </a:xfrm>
          </p:grpSpPr>
          <p:sp>
            <p:nvSpPr>
              <p:cNvPr id="30"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31" name="直接连接符 30"/>
              <p:cNvCxnSpPr>
                <a:stCxn id="30" idx="4"/>
                <a:endCxn id="30"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6" name="组合 25"/>
          <p:cNvGrpSpPr/>
          <p:nvPr/>
        </p:nvGrpSpPr>
        <p:grpSpPr>
          <a:xfrm>
            <a:off x="8278495" y="1976120"/>
            <a:ext cx="647700" cy="518795"/>
            <a:chOff x="13037" y="3112"/>
            <a:chExt cx="1020" cy="817"/>
          </a:xfrm>
        </p:grpSpPr>
        <p:sp>
          <p:nvSpPr>
            <p:cNvPr id="13340" name="Line 80"/>
            <p:cNvSpPr/>
            <p:nvPr/>
          </p:nvSpPr>
          <p:spPr>
            <a:xfrm flipH="1">
              <a:off x="13537" y="3249"/>
              <a:ext cx="0" cy="68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13341" name="Text Box 81"/>
            <p:cNvSpPr/>
            <p:nvPr/>
          </p:nvSpPr>
          <p:spPr>
            <a:xfrm>
              <a:off x="13037" y="3112"/>
              <a:ext cx="1020" cy="720"/>
            </a:xfrm>
            <a:prstGeom prst="rect">
              <a:avLst/>
            </a:prstGeom>
            <a:ln w="28575">
              <a:noFill/>
              <a:tailEnd type="triangle"/>
            </a:ln>
          </p:spPr>
          <p:style>
            <a:lnRef idx="1">
              <a:schemeClr val="accent1"/>
            </a:lnRef>
            <a:fillRef idx="0">
              <a:schemeClr val="accent1"/>
            </a:fillRef>
            <a:effectRef idx="0">
              <a:schemeClr val="accent1"/>
            </a:effectRef>
            <a:fontRef idx="minor">
              <a:schemeClr val="tx1"/>
            </a:fontRef>
          </p:style>
          <p:txBody>
            <a:bodyPr>
              <a:spAutoFit/>
            </a:bodyPr>
            <a:p>
              <a:pPr>
                <a:spcBef>
                  <a:spcPct val="50000"/>
                </a:spcBef>
              </a:pPr>
              <a:r>
                <a:rPr lang="en-US" altLang="zh-CN" sz="2400" b="0" i="1" dirty="0">
                  <a:solidFill>
                    <a:schemeClr val="tx1"/>
                  </a:solidFill>
                  <a:latin typeface="Times New Roman" panose="02020603050405020304" pitchFamily="18" charset="0"/>
                  <a:ea typeface="仿宋_GB2312" pitchFamily="49" charset="-122"/>
                </a:rPr>
                <a:t>I</a:t>
              </a:r>
              <a:r>
                <a:rPr lang="en-US" altLang="zh-CN" sz="2400" b="0" baseline="-25000" dirty="0">
                  <a:solidFill>
                    <a:schemeClr val="tx1"/>
                  </a:solidFill>
                  <a:latin typeface="Times New Roman" panose="02020603050405020304" pitchFamily="18" charset="0"/>
                  <a:ea typeface="仿宋_GB2312" pitchFamily="49" charset="-122"/>
                </a:rPr>
                <a:t>1</a:t>
              </a:r>
              <a:endParaRPr lang="en-US" altLang="zh-CN" sz="2400" b="0" baseline="-25000" dirty="0">
                <a:solidFill>
                  <a:schemeClr val="tx1"/>
                </a:solidFill>
                <a:latin typeface="Times New Roman" panose="02020603050405020304" pitchFamily="18" charset="0"/>
                <a:ea typeface="仿宋_GB2312" pitchFamily="49" charset="-122"/>
              </a:endParaRPr>
            </a:p>
          </p:txBody>
        </p:sp>
      </p:grpSp>
      <p:grpSp>
        <p:nvGrpSpPr>
          <p:cNvPr id="7" name="组合 6"/>
          <p:cNvGrpSpPr/>
          <p:nvPr/>
        </p:nvGrpSpPr>
        <p:grpSpPr>
          <a:xfrm>
            <a:off x="4523105" y="1674495"/>
            <a:ext cx="988695" cy="518160"/>
            <a:chOff x="7137" y="2637"/>
            <a:chExt cx="1557" cy="816"/>
          </a:xfrm>
        </p:grpSpPr>
        <p:sp>
          <p:nvSpPr>
            <p:cNvPr id="13345" name="Text Box 84"/>
            <p:cNvSpPr txBox="1"/>
            <p:nvPr/>
          </p:nvSpPr>
          <p:spPr>
            <a:xfrm>
              <a:off x="7220" y="2637"/>
              <a:ext cx="1475"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0.5A</a:t>
              </a:r>
              <a:endParaRPr lang="en-US" altLang="zh-CN" b="0" dirty="0">
                <a:solidFill>
                  <a:schemeClr val="tx1"/>
                </a:solidFill>
                <a:latin typeface="Times New Roman" panose="02020603050405020304" pitchFamily="18" charset="0"/>
                <a:ea typeface="仿宋_GB2312" pitchFamily="49" charset="-122"/>
              </a:endParaRPr>
            </a:p>
          </p:txBody>
        </p:sp>
        <p:sp>
          <p:nvSpPr>
            <p:cNvPr id="13344" name="Line 83"/>
            <p:cNvSpPr/>
            <p:nvPr/>
          </p:nvSpPr>
          <p:spPr>
            <a:xfrm>
              <a:off x="7137" y="2749"/>
              <a:ext cx="0" cy="567"/>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pSp>
      <p:grpSp>
        <p:nvGrpSpPr>
          <p:cNvPr id="6" name="组合 5"/>
          <p:cNvGrpSpPr/>
          <p:nvPr/>
        </p:nvGrpSpPr>
        <p:grpSpPr>
          <a:xfrm>
            <a:off x="4021455" y="1821180"/>
            <a:ext cx="431800" cy="501015"/>
            <a:chOff x="6333" y="2868"/>
            <a:chExt cx="680" cy="789"/>
          </a:xfrm>
        </p:grpSpPr>
        <p:sp>
          <p:nvSpPr>
            <p:cNvPr id="13342" name="Line 86"/>
            <p:cNvSpPr/>
            <p:nvPr/>
          </p:nvSpPr>
          <p:spPr>
            <a:xfrm>
              <a:off x="6446" y="3657"/>
              <a:ext cx="455"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13343" name="Text Box 87"/>
            <p:cNvSpPr txBox="1"/>
            <p:nvPr/>
          </p:nvSpPr>
          <p:spPr>
            <a:xfrm>
              <a:off x="6333" y="2868"/>
              <a:ext cx="680" cy="720"/>
            </a:xfrm>
            <a:prstGeom prst="rect">
              <a:avLst/>
            </a:prstGeom>
            <a:noFill/>
            <a:ln w="28575">
              <a:noFill/>
            </a:ln>
          </p:spPr>
          <p:txBody>
            <a:bodyPr>
              <a:spAutoFit/>
            </a:bodyPr>
            <a:p>
              <a:pPr>
                <a:spcBef>
                  <a:spcPct val="50000"/>
                </a:spcBef>
              </a:pPr>
              <a:r>
                <a:rPr lang="en-US" altLang="zh-CN" sz="2400" b="0" i="1" dirty="0">
                  <a:solidFill>
                    <a:schemeClr val="tx1"/>
                  </a:solidFill>
                  <a:latin typeface="Times New Roman" panose="02020603050405020304" pitchFamily="18" charset="0"/>
                  <a:ea typeface="仿宋_GB2312" pitchFamily="49" charset="-122"/>
                </a:rPr>
                <a:t>I</a:t>
              </a:r>
              <a:endParaRPr lang="en-US" altLang="zh-CN" sz="2400" b="0" i="1" baseline="-25000" dirty="0">
                <a:solidFill>
                  <a:schemeClr val="tx1"/>
                </a:solidFill>
                <a:latin typeface="Times New Roman" panose="02020603050405020304" pitchFamily="18" charset="0"/>
                <a:ea typeface="仿宋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1000" fill="hold"/>
                                        <p:tgtEl>
                                          <p:spTgt spid="13"/>
                                        </p:tgtEl>
                                        <p:attrNameLst>
                                          <p:attrName>ppt_w</p:attrName>
                                        </p:attrNameLst>
                                      </p:cBhvr>
                                      <p:tavLst>
                                        <p:tav tm="0">
                                          <p:val>
                                            <p:fltVal val="0"/>
                                          </p:val>
                                        </p:tav>
                                        <p:tav tm="100000">
                                          <p:val>
                                            <p:strVal val="#ppt_w"/>
                                          </p:val>
                                        </p:tav>
                                      </p:tavLst>
                                    </p:anim>
                                    <p:anim calcmode="lin" valueType="num">
                                      <p:cBhvr>
                                        <p:cTn id="8" dur="1000" fill="hold"/>
                                        <p:tgtEl>
                                          <p:spTgt spid="13"/>
                                        </p:tgtEl>
                                        <p:attrNameLst>
                                          <p:attrName>ppt_h</p:attrName>
                                        </p:attrNameLst>
                                      </p:cBhvr>
                                      <p:tavLst>
                                        <p:tav tm="0">
                                          <p:val>
                                            <p:fltVal val="0"/>
                                          </p:val>
                                        </p:tav>
                                        <p:tav tm="100000">
                                          <p:val>
                                            <p:strVal val="#ppt_h"/>
                                          </p:val>
                                        </p:tav>
                                      </p:tavLst>
                                    </p:anim>
                                    <p:anim calcmode="lin" valueType="num">
                                      <p:cBhvr>
                                        <p:cTn id="9" dur="1000" fill="hold"/>
                                        <p:tgtEl>
                                          <p:spTgt spid="13"/>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3"/>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2" presetClass="entr" presetSubtype="4"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ppt_x"/>
                                          </p:val>
                                        </p:tav>
                                        <p:tav tm="100000">
                                          <p:val>
                                            <p:strVal val="#ppt_x"/>
                                          </p:val>
                                        </p:tav>
                                      </p:tavLst>
                                    </p:anim>
                                    <p:anim calcmode="lin" valueType="num">
                                      <p:cBhvr additive="base">
                                        <p:cTn id="15" dur="500" fill="hold"/>
                                        <p:tgtEl>
                                          <p:spTgt spid="4"/>
                                        </p:tgtEl>
                                        <p:attrNameLst>
                                          <p:attrName>ppt_y</p:attrName>
                                        </p:attrNameLst>
                                      </p:cBhvr>
                                      <p:tavLst>
                                        <p:tav tm="0">
                                          <p:val>
                                            <p:strVal val="1+#ppt_h/2"/>
                                          </p:val>
                                        </p:tav>
                                        <p:tav tm="100000">
                                          <p:val>
                                            <p:strVal val="#ppt_y"/>
                                          </p:val>
                                        </p:tav>
                                      </p:tavLst>
                                    </p:anim>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45063"/>
                                        </p:tgtEl>
                                        <p:attrNameLst>
                                          <p:attrName>style.visibility</p:attrName>
                                        </p:attrNameLst>
                                      </p:cBhvr>
                                      <p:to>
                                        <p:strVal val="visible"/>
                                      </p:to>
                                    </p:set>
                                    <p:animEffect transition="in" filter="wipe(left)">
                                      <p:cBhvr>
                                        <p:cTn id="19" dur="500"/>
                                        <p:tgtEl>
                                          <p:spTgt spid="45063"/>
                                        </p:tgtEl>
                                      </p:cBhvr>
                                    </p:animEffect>
                                  </p:childTnLst>
                                </p:cTn>
                              </p:par>
                            </p:childTnLst>
                          </p:cTn>
                        </p:par>
                      </p:childTnLst>
                    </p:cTn>
                  </p:par>
                  <p:par>
                    <p:cTn id="20" fill="hold">
                      <p:stCondLst>
                        <p:cond delay="indefinite"/>
                      </p:stCondLst>
                      <p:childTnLst>
                        <p:par>
                          <p:cTn id="21" fill="hold">
                            <p:stCondLst>
                              <p:cond delay="0"/>
                            </p:stCondLst>
                            <p:childTnLst>
                              <p:par>
                                <p:cTn id="22" presetID="15" presetClass="entr" presetSubtype="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 calcmode="lin" valueType="num">
                                      <p:cBhvr>
                                        <p:cTn id="24" dur="1000" fill="hold"/>
                                        <p:tgtEl>
                                          <p:spTgt spid="12"/>
                                        </p:tgtEl>
                                        <p:attrNameLst>
                                          <p:attrName>ppt_w</p:attrName>
                                        </p:attrNameLst>
                                      </p:cBhvr>
                                      <p:tavLst>
                                        <p:tav tm="0">
                                          <p:val>
                                            <p:fltVal val="0"/>
                                          </p:val>
                                        </p:tav>
                                        <p:tav tm="100000">
                                          <p:val>
                                            <p:strVal val="#ppt_w"/>
                                          </p:val>
                                        </p:tav>
                                      </p:tavLst>
                                    </p:anim>
                                    <p:anim calcmode="lin" valueType="num">
                                      <p:cBhvr>
                                        <p:cTn id="25" dur="1000" fill="hold"/>
                                        <p:tgtEl>
                                          <p:spTgt spid="12"/>
                                        </p:tgtEl>
                                        <p:attrNameLst>
                                          <p:attrName>ppt_h</p:attrName>
                                        </p:attrNameLst>
                                      </p:cBhvr>
                                      <p:tavLst>
                                        <p:tav tm="0">
                                          <p:val>
                                            <p:fltVal val="0"/>
                                          </p:val>
                                        </p:tav>
                                        <p:tav tm="100000">
                                          <p:val>
                                            <p:strVal val="#ppt_h"/>
                                          </p:val>
                                        </p:tav>
                                      </p:tavLst>
                                    </p:anim>
                                    <p:anim calcmode="lin" valueType="num">
                                      <p:cBhvr>
                                        <p:cTn id="26" dur="1000" fill="hold"/>
                                        <p:tgtEl>
                                          <p:spTgt spid="12"/>
                                        </p:tgtEl>
                                        <p:attrNameLst>
                                          <p:attrName>ppt_x</p:attrName>
                                        </p:attrNameLst>
                                      </p:cBhvr>
                                      <p:tavLst>
                                        <p:tav tm="0" fmla="#ppt_x+(cos(-2*pi*(1-$))*-#ppt_x-sin(-2*pi*(1-$))*(1-#ppt_y))*(1-$)">
                                          <p:val>
                                            <p:fltVal val="0"/>
                                          </p:val>
                                        </p:tav>
                                        <p:tav tm="100000">
                                          <p:val>
                                            <p:fltVal val="1"/>
                                          </p:val>
                                        </p:tav>
                                      </p:tavLst>
                                    </p:anim>
                                    <p:anim calcmode="lin" valueType="num">
                                      <p:cBhvr>
                                        <p:cTn id="27" dur="1000" fill="hold"/>
                                        <p:tgtEl>
                                          <p:spTgt spid="1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cBhvr additive="base">
                                        <p:cTn id="32" dur="500" fill="hold"/>
                                        <p:tgtEl>
                                          <p:spTgt spid="6"/>
                                        </p:tgtEl>
                                        <p:attrNameLst>
                                          <p:attrName>ppt_x</p:attrName>
                                        </p:attrNameLst>
                                      </p:cBhvr>
                                      <p:tavLst>
                                        <p:tav tm="0">
                                          <p:val>
                                            <p:strVal val="#ppt_x"/>
                                          </p:val>
                                        </p:tav>
                                        <p:tav tm="100000">
                                          <p:val>
                                            <p:strVal val="#ppt_x"/>
                                          </p:val>
                                        </p:tav>
                                      </p:tavLst>
                                    </p:anim>
                                    <p:anim calcmode="lin" valueType="num">
                                      <p:cBhvr additive="base">
                                        <p:cTn id="3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2" fill="hold" grpId="0" nodeType="clickEffect">
                                  <p:stCondLst>
                                    <p:cond delay="0"/>
                                  </p:stCondLst>
                                  <p:childTnLst>
                                    <p:set>
                                      <p:cBhvr>
                                        <p:cTn id="37" dur="1" fill="hold">
                                          <p:stCondLst>
                                            <p:cond delay="0"/>
                                          </p:stCondLst>
                                        </p:cTn>
                                        <p:tgtEl>
                                          <p:spTgt spid="45152"/>
                                        </p:tgtEl>
                                        <p:attrNameLst>
                                          <p:attrName>style.visibility</p:attrName>
                                        </p:attrNameLst>
                                      </p:cBhvr>
                                      <p:to>
                                        <p:strVal val="visible"/>
                                      </p:to>
                                    </p:set>
                                    <p:anim calcmode="lin" valueType="num">
                                      <p:cBhvr additive="base">
                                        <p:cTn id="38" dur="500" fill="hold"/>
                                        <p:tgtEl>
                                          <p:spTgt spid="45152"/>
                                        </p:tgtEl>
                                        <p:attrNameLst>
                                          <p:attrName>ppt_x</p:attrName>
                                        </p:attrNameLst>
                                      </p:cBhvr>
                                      <p:tavLst>
                                        <p:tav tm="0">
                                          <p:val>
                                            <p:strVal val="1+#ppt_w/2"/>
                                          </p:val>
                                        </p:tav>
                                        <p:tav tm="100000">
                                          <p:val>
                                            <p:strVal val="#ppt_x"/>
                                          </p:val>
                                        </p:tav>
                                      </p:tavLst>
                                    </p:anim>
                                    <p:anim calcmode="lin" valueType="num">
                                      <p:cBhvr additive="base">
                                        <p:cTn id="39" dur="500" fill="hold"/>
                                        <p:tgtEl>
                                          <p:spTgt spid="45152"/>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nodeType="clickEffect">
                                  <p:stCondLst>
                                    <p:cond delay="0"/>
                                  </p:stCondLst>
                                  <p:childTnLst>
                                    <p:set>
                                      <p:cBhvr>
                                        <p:cTn id="43" dur="1" fill="hold">
                                          <p:stCondLst>
                                            <p:cond delay="0"/>
                                          </p:stCondLst>
                                        </p:cTn>
                                        <p:tgtEl>
                                          <p:spTgt spid="32"/>
                                        </p:tgtEl>
                                        <p:attrNameLst>
                                          <p:attrName>style.visibility</p:attrName>
                                        </p:attrNameLst>
                                      </p:cBhvr>
                                      <p:to>
                                        <p:strVal val="visible"/>
                                      </p:to>
                                    </p:set>
                                    <p:animEffect transition="in" filter="blinds(horizontal)">
                                      <p:cBhvr>
                                        <p:cTn id="44" dur="500"/>
                                        <p:tgtEl>
                                          <p:spTgt spid="32"/>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45160"/>
                                        </p:tgtEl>
                                        <p:attrNameLst>
                                          <p:attrName>style.visibility</p:attrName>
                                        </p:attrNameLst>
                                      </p:cBhvr>
                                      <p:to>
                                        <p:strVal val="visible"/>
                                      </p:to>
                                    </p:set>
                                    <p:anim calcmode="lin" valueType="num">
                                      <p:cBhvr additive="base">
                                        <p:cTn id="49" dur="500" fill="hold"/>
                                        <p:tgtEl>
                                          <p:spTgt spid="45160"/>
                                        </p:tgtEl>
                                        <p:attrNameLst>
                                          <p:attrName>ppt_x</p:attrName>
                                        </p:attrNameLst>
                                      </p:cBhvr>
                                      <p:tavLst>
                                        <p:tav tm="0">
                                          <p:val>
                                            <p:strVal val="1+#ppt_w/2"/>
                                          </p:val>
                                        </p:tav>
                                        <p:tav tm="100000">
                                          <p:val>
                                            <p:strVal val="#ppt_x"/>
                                          </p:val>
                                        </p:tav>
                                      </p:tavLst>
                                    </p:anim>
                                    <p:anim calcmode="lin" valueType="num">
                                      <p:cBhvr additive="base">
                                        <p:cTn id="50" dur="500" fill="hold"/>
                                        <p:tgtEl>
                                          <p:spTgt spid="45160"/>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nodeType="click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wipe(down)">
                                      <p:cBhvr>
                                        <p:cTn id="55" dur="500"/>
                                        <p:tgtEl>
                                          <p:spTgt spid="14"/>
                                        </p:tgtEl>
                                      </p:cBhvr>
                                    </p:animEffect>
                                  </p:childTnLst>
                                </p:cTn>
                              </p:par>
                            </p:childTnLst>
                          </p:cTn>
                        </p:par>
                      </p:childTnLst>
                    </p:cTn>
                  </p:par>
                  <p:par>
                    <p:cTn id="56" fill="hold">
                      <p:stCondLst>
                        <p:cond delay="indefinite"/>
                      </p:stCondLst>
                      <p:childTnLst>
                        <p:par>
                          <p:cTn id="57" fill="hold">
                            <p:stCondLst>
                              <p:cond delay="0"/>
                            </p:stCondLst>
                            <p:childTnLst>
                              <p:par>
                                <p:cTn id="58" presetID="12" presetClass="entr" presetSubtype="8" fill="hold" grpId="0" nodeType="clickEffect">
                                  <p:stCondLst>
                                    <p:cond delay="0"/>
                                  </p:stCondLst>
                                  <p:childTnLst>
                                    <p:set>
                                      <p:cBhvr>
                                        <p:cTn id="59" dur="1" fill="hold">
                                          <p:stCondLst>
                                            <p:cond delay="0"/>
                                          </p:stCondLst>
                                        </p:cTn>
                                        <p:tgtEl>
                                          <p:spTgt spid="45155"/>
                                        </p:tgtEl>
                                        <p:attrNameLst>
                                          <p:attrName>style.visibility</p:attrName>
                                        </p:attrNameLst>
                                      </p:cBhvr>
                                      <p:to>
                                        <p:strVal val="visible"/>
                                      </p:to>
                                    </p:set>
                                    <p:animEffect transition="in" filter="slide(fromLeft)">
                                      <p:cBhvr>
                                        <p:cTn id="60" dur="500"/>
                                        <p:tgtEl>
                                          <p:spTgt spid="45155"/>
                                        </p:tgtEl>
                                      </p:cBhvr>
                                    </p:animEffect>
                                  </p:childTnLst>
                                </p:cTn>
                              </p:par>
                            </p:childTnLst>
                          </p:cTn>
                        </p:par>
                        <p:par>
                          <p:cTn id="61" fill="hold">
                            <p:stCondLst>
                              <p:cond delay="500"/>
                            </p:stCondLst>
                            <p:childTnLst>
                              <p:par>
                                <p:cTn id="62" presetID="22" presetClass="entr" presetSubtype="8" fill="hold" nodeType="afterEffect">
                                  <p:stCondLst>
                                    <p:cond delay="0"/>
                                  </p:stCondLst>
                                  <p:childTnLst>
                                    <p:set>
                                      <p:cBhvr>
                                        <p:cTn id="63" dur="3000" fill="hold">
                                          <p:stCondLst>
                                            <p:cond delay="0"/>
                                          </p:stCondLst>
                                        </p:cTn>
                                        <p:tgtEl>
                                          <p:spTgt spid="16"/>
                                        </p:tgtEl>
                                        <p:attrNameLst>
                                          <p:attrName>style.visibility</p:attrName>
                                        </p:attrNameLst>
                                      </p:cBhvr>
                                      <p:to>
                                        <p:strVal val="visible"/>
                                      </p:to>
                                    </p:set>
                                    <p:animEffect transition="in" filter="wipe(left)">
                                      <p:cBhvr>
                                        <p:cTn id="64" dur="3000"/>
                                        <p:tgtEl>
                                          <p:spTgt spid="16"/>
                                        </p:tgtEl>
                                      </p:cBhvr>
                                    </p:animEffect>
                                  </p:childTnLst>
                                </p:cTn>
                              </p:par>
                            </p:childTnLst>
                          </p:cTn>
                        </p:par>
                        <p:par>
                          <p:cTn id="65" fill="hold">
                            <p:stCondLst>
                              <p:cond delay="3500"/>
                            </p:stCondLst>
                            <p:childTnLst>
                              <p:par>
                                <p:cTn id="66" presetID="22" presetClass="entr" presetSubtype="4" fill="hold" nodeType="afterEffect">
                                  <p:stCondLst>
                                    <p:cond delay="0"/>
                                  </p:stCondLst>
                                  <p:childTnLst>
                                    <p:set>
                                      <p:cBhvr>
                                        <p:cTn id="67" dur="1" fill="hold">
                                          <p:stCondLst>
                                            <p:cond delay="0"/>
                                          </p:stCondLst>
                                        </p:cTn>
                                        <p:tgtEl>
                                          <p:spTgt spid="18"/>
                                        </p:tgtEl>
                                        <p:attrNameLst>
                                          <p:attrName>style.visibility</p:attrName>
                                        </p:attrNameLst>
                                      </p:cBhvr>
                                      <p:to>
                                        <p:strVal val="visible"/>
                                      </p:to>
                                    </p:set>
                                    <p:animEffect transition="in" filter="wipe(down)">
                                      <p:cBhvr>
                                        <p:cTn id="68" dur="500"/>
                                        <p:tgtEl>
                                          <p:spTgt spid="18"/>
                                        </p:tgtEl>
                                      </p:cBhvr>
                                    </p:animEffect>
                                  </p:childTnLst>
                                </p:cTn>
                              </p:par>
                            </p:childTnLst>
                          </p:cTn>
                        </p:par>
                      </p:childTnLst>
                    </p:cTn>
                  </p:par>
                  <p:par>
                    <p:cTn id="69" fill="hold">
                      <p:stCondLst>
                        <p:cond delay="indefinite"/>
                      </p:stCondLst>
                      <p:childTnLst>
                        <p:par>
                          <p:cTn id="70" fill="hold">
                            <p:stCondLst>
                              <p:cond delay="0"/>
                            </p:stCondLst>
                            <p:childTnLst>
                              <p:par>
                                <p:cTn id="71" presetID="23" presetClass="entr" presetSubtype="32" fill="hold" nodeType="clickEffect">
                                  <p:stCondLst>
                                    <p:cond delay="0"/>
                                  </p:stCondLst>
                                  <p:childTnLst>
                                    <p:set>
                                      <p:cBhvr>
                                        <p:cTn id="72" dur="1" fill="hold">
                                          <p:stCondLst>
                                            <p:cond delay="0"/>
                                          </p:stCondLst>
                                        </p:cTn>
                                        <p:tgtEl>
                                          <p:spTgt spid="26"/>
                                        </p:tgtEl>
                                        <p:attrNameLst>
                                          <p:attrName>style.visibility</p:attrName>
                                        </p:attrNameLst>
                                      </p:cBhvr>
                                      <p:to>
                                        <p:strVal val="visible"/>
                                      </p:to>
                                    </p:set>
                                    <p:anim calcmode="lin" valueType="num">
                                      <p:cBhvr>
                                        <p:cTn id="73" dur="500" fill="hold"/>
                                        <p:tgtEl>
                                          <p:spTgt spid="26"/>
                                        </p:tgtEl>
                                        <p:attrNameLst>
                                          <p:attrName>ppt_w</p:attrName>
                                        </p:attrNameLst>
                                      </p:cBhvr>
                                      <p:tavLst>
                                        <p:tav tm="0">
                                          <p:val>
                                            <p:strVal val="4*#ppt_w"/>
                                          </p:val>
                                        </p:tav>
                                        <p:tav tm="100000">
                                          <p:val>
                                            <p:strVal val="#ppt_w"/>
                                          </p:val>
                                        </p:tav>
                                      </p:tavLst>
                                    </p:anim>
                                    <p:anim calcmode="lin" valueType="num">
                                      <p:cBhvr>
                                        <p:cTn id="74" dur="500" fill="hold"/>
                                        <p:tgtEl>
                                          <p:spTgt spid="26"/>
                                        </p:tgtEl>
                                        <p:attrNameLst>
                                          <p:attrName>ppt_h</p:attrName>
                                        </p:attrNameLst>
                                      </p:cBhvr>
                                      <p:tavLst>
                                        <p:tav tm="0">
                                          <p:val>
                                            <p:strVal val="4*#ppt_h"/>
                                          </p:val>
                                        </p:tav>
                                        <p:tav tm="100000">
                                          <p:val>
                                            <p:strVal val="#ppt_h"/>
                                          </p:val>
                                        </p:tav>
                                      </p:tavLst>
                                    </p:anim>
                                  </p:childTnLst>
                                </p:cTn>
                              </p:par>
                            </p:childTnLst>
                          </p:cTn>
                        </p:par>
                      </p:childTnLst>
                    </p:cTn>
                  </p:par>
                  <p:par>
                    <p:cTn id="75" fill="hold">
                      <p:stCondLst>
                        <p:cond delay="indefinite"/>
                      </p:stCondLst>
                      <p:childTnLst>
                        <p:par>
                          <p:cTn id="76" fill="hold">
                            <p:stCondLst>
                              <p:cond delay="0"/>
                            </p:stCondLst>
                            <p:childTnLst>
                              <p:par>
                                <p:cTn id="77" presetID="23" presetClass="entr" presetSubtype="32" fill="hold" nodeType="clickEffect">
                                  <p:stCondLst>
                                    <p:cond delay="0"/>
                                  </p:stCondLst>
                                  <p:childTnLst>
                                    <p:set>
                                      <p:cBhvr>
                                        <p:cTn id="78" dur="1" fill="hold">
                                          <p:stCondLst>
                                            <p:cond delay="0"/>
                                          </p:stCondLst>
                                        </p:cTn>
                                        <p:tgtEl>
                                          <p:spTgt spid="7"/>
                                        </p:tgtEl>
                                        <p:attrNameLst>
                                          <p:attrName>style.visibility</p:attrName>
                                        </p:attrNameLst>
                                      </p:cBhvr>
                                      <p:to>
                                        <p:strVal val="visible"/>
                                      </p:to>
                                    </p:set>
                                    <p:anim calcmode="lin" valueType="num">
                                      <p:cBhvr>
                                        <p:cTn id="79" dur="500" fill="hold"/>
                                        <p:tgtEl>
                                          <p:spTgt spid="7"/>
                                        </p:tgtEl>
                                        <p:attrNameLst>
                                          <p:attrName>ppt_w</p:attrName>
                                        </p:attrNameLst>
                                      </p:cBhvr>
                                      <p:tavLst>
                                        <p:tav tm="0">
                                          <p:val>
                                            <p:strVal val="4*#ppt_w"/>
                                          </p:val>
                                        </p:tav>
                                        <p:tav tm="100000">
                                          <p:val>
                                            <p:strVal val="#ppt_w"/>
                                          </p:val>
                                        </p:tav>
                                      </p:tavLst>
                                    </p:anim>
                                    <p:anim calcmode="lin" valueType="num">
                                      <p:cBhvr>
                                        <p:cTn id="80" dur="500" fill="hold"/>
                                        <p:tgtEl>
                                          <p:spTgt spid="7"/>
                                        </p:tgtEl>
                                        <p:attrNameLst>
                                          <p:attrName>ppt_h</p:attrName>
                                        </p:attrNameLst>
                                      </p:cBhvr>
                                      <p:tavLst>
                                        <p:tav tm="0">
                                          <p:val>
                                            <p:strVal val="4*#ppt_h"/>
                                          </p:val>
                                        </p:tav>
                                        <p:tav tm="100000">
                                          <p:val>
                                            <p:strVal val="#ppt_h"/>
                                          </p:val>
                                        </p:tav>
                                      </p:tavLst>
                                    </p:anim>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nodeType="clickEffect">
                                  <p:stCondLst>
                                    <p:cond delay="0"/>
                                  </p:stCondLst>
                                  <p:childTnLst>
                                    <p:set>
                                      <p:cBhvr>
                                        <p:cTn id="84" dur="3000" fill="hold">
                                          <p:stCondLst>
                                            <p:cond delay="0"/>
                                          </p:stCondLst>
                                        </p:cTn>
                                        <p:tgtEl>
                                          <p:spTgt spid="20"/>
                                        </p:tgtEl>
                                        <p:attrNameLst>
                                          <p:attrName>style.visibility</p:attrName>
                                        </p:attrNameLst>
                                      </p:cBhvr>
                                      <p:to>
                                        <p:strVal val="visible"/>
                                      </p:to>
                                    </p:set>
                                    <p:animEffect transition="in" filter="wipe(left)">
                                      <p:cBhvr>
                                        <p:cTn id="85" dur="3000"/>
                                        <p:tgtEl>
                                          <p:spTgt spid="20"/>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nodeType="clickEffect">
                                  <p:stCondLst>
                                    <p:cond delay="0"/>
                                  </p:stCondLst>
                                  <p:childTnLst>
                                    <p:set>
                                      <p:cBhvr>
                                        <p:cTn id="89" dur="3000" fill="hold">
                                          <p:stCondLst>
                                            <p:cond delay="0"/>
                                          </p:stCondLst>
                                        </p:cTn>
                                        <p:tgtEl>
                                          <p:spTgt spid="8"/>
                                        </p:tgtEl>
                                        <p:attrNameLst>
                                          <p:attrName>style.visibility</p:attrName>
                                        </p:attrNameLst>
                                      </p:cBhvr>
                                      <p:to>
                                        <p:strVal val="visible"/>
                                      </p:to>
                                    </p:set>
                                    <p:animEffect transition="in" filter="wipe(left)">
                                      <p:cBhvr>
                                        <p:cTn id="90" dur="3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152" grpId="0"/>
      <p:bldP spid="45155" grpId="0" bldLvl="0" animBg="1"/>
      <p:bldP spid="45160" grpId="0"/>
      <p:bldP spid="12" grpId="0" animBg="1"/>
      <p:bldP spid="13" grpId="0" bldLvl="0" animBg="1"/>
      <p:bldP spid="4506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4-2 替代定理</a:t>
            </a:r>
            <a:endParaRPr lang="zh-CN" altLang="en-US"/>
          </a:p>
        </p:txBody>
      </p:sp>
      <p:sp>
        <p:nvSpPr>
          <p:cNvPr id="44035" name="Text Box 3"/>
          <p:cNvSpPr txBox="1"/>
          <p:nvPr/>
        </p:nvSpPr>
        <p:spPr>
          <a:xfrm>
            <a:off x="1619250" y="655320"/>
            <a:ext cx="4608513" cy="521970"/>
          </a:xfrm>
          <a:prstGeom prst="rect">
            <a:avLst/>
          </a:prstGeom>
          <a:noFill/>
          <a:ln w="9525">
            <a:noFill/>
          </a:ln>
        </p:spPr>
        <p:txBody>
          <a:bodyPr>
            <a:spAutoFit/>
          </a:bodyPr>
          <a:p>
            <a:pPr>
              <a:spcBef>
                <a:spcPct val="50000"/>
              </a:spcBef>
            </a:pPr>
            <a:r>
              <a:rPr kumimoji="1" lang="zh-CN" altLang="en-US" sz="2800" dirty="0" smtClean="0">
                <a:solidFill>
                  <a:schemeClr val="tx1"/>
                </a:solidFill>
                <a:latin typeface="华文楷体" panose="02010600040101010101" pitchFamily="2" charset="-122"/>
                <a:ea typeface="华文楷体" panose="02010600040101010101" pitchFamily="2" charset="-122"/>
              </a:rPr>
              <a:t>已知: </a:t>
            </a:r>
            <a:r>
              <a:rPr lang="en-US" altLang="zh-CN" b="0" i="1" dirty="0">
                <a:solidFill>
                  <a:schemeClr val="tx1"/>
                </a:solidFill>
                <a:latin typeface="Times New Roman" panose="02020603050405020304" pitchFamily="18" charset="0"/>
              </a:rPr>
              <a:t>u</a:t>
            </a:r>
            <a:r>
              <a:rPr lang="en-US" altLang="zh-CN" b="0" baseline="-25000" dirty="0">
                <a:solidFill>
                  <a:schemeClr val="tx1"/>
                </a:solidFill>
                <a:latin typeface="Times New Roman" panose="02020603050405020304" pitchFamily="18" charset="0"/>
              </a:rPr>
              <a:t>ab</a:t>
            </a:r>
            <a:r>
              <a:rPr lang="en-US" altLang="zh-CN" b="0" dirty="0">
                <a:solidFill>
                  <a:schemeClr val="tx1"/>
                </a:solidFill>
                <a:latin typeface="Times New Roman" panose="02020603050405020304" pitchFamily="18" charset="0"/>
              </a:rPr>
              <a:t>=0</a:t>
            </a:r>
            <a:r>
              <a:rPr kumimoji="1" lang="zh-CN" altLang="en-US" sz="2800" dirty="0" smtClean="0">
                <a:solidFill>
                  <a:schemeClr val="tx1"/>
                </a:solidFill>
                <a:latin typeface="华文楷体" panose="02010600040101010101" pitchFamily="2" charset="-122"/>
                <a:ea typeface="华文楷体" panose="02010600040101010101" pitchFamily="2" charset="-122"/>
              </a:rPr>
              <a:t>, 求电阻</a:t>
            </a:r>
            <a:r>
              <a:rPr lang="en-US" altLang="zh-CN" b="0" i="1" dirty="0">
                <a:solidFill>
                  <a:schemeClr val="tx1"/>
                </a:solidFill>
                <a:latin typeface="Times New Roman" panose="02020603050405020304" pitchFamily="18" charset="0"/>
              </a:rPr>
              <a:t>R </a:t>
            </a:r>
            <a:r>
              <a:rPr kumimoji="1" lang="zh-CN" altLang="en-US" sz="2800" dirty="0" smtClean="0">
                <a:latin typeface="华文楷体" panose="02010600040101010101" pitchFamily="2" charset="-122"/>
                <a:ea typeface="华文楷体" panose="02010600040101010101" pitchFamily="2" charset="-122"/>
              </a:rPr>
              <a:t>。</a:t>
            </a:r>
            <a:endParaRPr lang="zh-CN" altLang="en-US" dirty="0">
              <a:latin typeface="楷体_GB2312" pitchFamily="49" charset="-122"/>
            </a:endParaRPr>
          </a:p>
        </p:txBody>
      </p:sp>
      <p:sp>
        <p:nvSpPr>
          <p:cNvPr id="44087" name="Text Box 55"/>
          <p:cNvSpPr txBox="1"/>
          <p:nvPr/>
        </p:nvSpPr>
        <p:spPr>
          <a:xfrm>
            <a:off x="551180" y="2702878"/>
            <a:ext cx="3167063" cy="521970"/>
          </a:xfrm>
          <a:prstGeom prst="rect">
            <a:avLst/>
          </a:prstGeom>
          <a:noFill/>
          <a:ln w="9525">
            <a:noFill/>
          </a:ln>
        </p:spPr>
        <p:txBody>
          <a:bodyPr>
            <a:spAutoFit/>
          </a:bodyPr>
          <a:p>
            <a:r>
              <a:rPr kumimoji="1" lang="zh-CN" altLang="en-US" sz="2800" dirty="0" smtClean="0">
                <a:latin typeface="华文楷体" panose="02010600040101010101" pitchFamily="2" charset="-122"/>
                <a:ea typeface="华文楷体" panose="02010600040101010101" pitchFamily="2" charset="-122"/>
              </a:rPr>
              <a:t>用开路替代，得</a:t>
            </a:r>
            <a:endParaRPr kumimoji="1" lang="zh-CN" altLang="en-US" sz="2800" dirty="0" smtClean="0">
              <a:latin typeface="华文楷体" panose="02010600040101010101" pitchFamily="2" charset="-122"/>
              <a:ea typeface="华文楷体" panose="02010600040101010101" pitchFamily="2" charset="-122"/>
            </a:endParaRPr>
          </a:p>
        </p:txBody>
      </p:sp>
      <p:grpSp>
        <p:nvGrpSpPr>
          <p:cNvPr id="4" name="Group 88"/>
          <p:cNvGrpSpPr/>
          <p:nvPr/>
        </p:nvGrpSpPr>
        <p:grpSpPr>
          <a:xfrm>
            <a:off x="468313" y="4115753"/>
            <a:ext cx="2232025" cy="576262"/>
            <a:chOff x="2744" y="2568"/>
            <a:chExt cx="1406" cy="363"/>
          </a:xfrm>
        </p:grpSpPr>
        <p:sp>
          <p:nvSpPr>
            <p:cNvPr id="14362" name="AutoShape 59"/>
            <p:cNvSpPr/>
            <p:nvPr/>
          </p:nvSpPr>
          <p:spPr>
            <a:xfrm>
              <a:off x="2789" y="2841"/>
              <a:ext cx="953" cy="90"/>
            </a:xfrm>
            <a:prstGeom prst="rightArrow">
              <a:avLst>
                <a:gd name="adj1" fmla="val 50000"/>
                <a:gd name="adj2" fmla="val 264722"/>
              </a:avLst>
            </a:prstGeom>
            <a:solidFill>
              <a:srgbClr val="00CCFF"/>
            </a:solidFill>
            <a:ln w="9525" cap="flat" cmpd="sng">
              <a:solidFill>
                <a:srgbClr val="00CC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4363" name="Text Box 60"/>
            <p:cNvSpPr txBox="1"/>
            <p:nvPr/>
          </p:nvSpPr>
          <p:spPr>
            <a:xfrm>
              <a:off x="2744" y="2568"/>
              <a:ext cx="1406" cy="329"/>
            </a:xfrm>
            <a:prstGeom prst="rect">
              <a:avLst/>
            </a:prstGeom>
            <a:noFill/>
            <a:ln w="9525">
              <a:noFill/>
            </a:ln>
          </p:spPr>
          <p:txBody>
            <a:bodyPr>
              <a:spAutoFit/>
            </a:bodyPr>
            <a:p>
              <a:r>
                <a:rPr kumimoji="1" lang="zh-CN" altLang="en-US" sz="2800" dirty="0" smtClean="0">
                  <a:latin typeface="华文楷体" panose="02010600040101010101" pitchFamily="2" charset="-122"/>
                  <a:ea typeface="华文楷体" panose="02010600040101010101" pitchFamily="2" charset="-122"/>
                </a:rPr>
                <a:t>短路替代</a:t>
              </a:r>
              <a:endParaRPr kumimoji="1" lang="zh-CN" altLang="en-US" sz="2800" dirty="0" smtClean="0">
                <a:latin typeface="华文楷体" panose="02010600040101010101" pitchFamily="2" charset="-122"/>
                <a:ea typeface="华文楷体" panose="02010600040101010101" pitchFamily="2" charset="-122"/>
              </a:endParaRPr>
            </a:p>
          </p:txBody>
        </p:sp>
      </p:grpSp>
      <p:sp>
        <p:nvSpPr>
          <p:cNvPr id="9" name="Text Box 22"/>
          <p:cNvSpPr txBox="1">
            <a:spLocks noChangeArrowheads="1"/>
          </p:cNvSpPr>
          <p:nvPr/>
        </p:nvSpPr>
        <p:spPr bwMode="auto">
          <a:xfrm>
            <a:off x="248920" y="692785"/>
            <a:ext cx="1217930" cy="575945"/>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例</a:t>
            </a:r>
            <a:r>
              <a:rPr kumimoji="1" lang="en-US" altLang="zh-CN" sz="3200" dirty="0">
                <a:solidFill>
                  <a:schemeClr val="bg1"/>
                </a:solidFill>
                <a:latin typeface="华文新魏" panose="02010800040101010101" pitchFamily="2" charset="-122"/>
                <a:ea typeface="华文新魏" panose="02010800040101010101" pitchFamily="2" charset="-122"/>
              </a:rPr>
              <a:t>2-6</a:t>
            </a:r>
            <a:endParaRPr kumimoji="1" lang="en-US" altLang="zh-CN" sz="3200" dirty="0">
              <a:solidFill>
                <a:schemeClr val="bg1"/>
              </a:solidFill>
              <a:latin typeface="华文新魏" panose="02010800040101010101" pitchFamily="2" charset="-122"/>
              <a:ea typeface="华文新魏" panose="02010800040101010101" pitchFamily="2" charset="-122"/>
            </a:endParaRPr>
          </a:p>
        </p:txBody>
      </p:sp>
      <p:sp>
        <p:nvSpPr>
          <p:cNvPr id="10" name="Text Box 22"/>
          <p:cNvSpPr txBox="1">
            <a:spLocks noChangeArrowheads="1"/>
          </p:cNvSpPr>
          <p:nvPr/>
        </p:nvSpPr>
        <p:spPr bwMode="auto">
          <a:xfrm>
            <a:off x="274869" y="1413028"/>
            <a:ext cx="648000" cy="576000"/>
          </a:xfrm>
          <a:prstGeom prst="rect">
            <a:avLst/>
          </a:pr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解</a:t>
            </a:r>
            <a:endParaRPr kumimoji="1" lang="zh-CN" altLang="en-US" sz="3200" dirty="0">
              <a:solidFill>
                <a:schemeClr val="bg1"/>
              </a:solidFill>
              <a:latin typeface="华文新魏" panose="02010800040101010101" pitchFamily="2" charset="-122"/>
              <a:ea typeface="华文新魏" panose="02010800040101010101" pitchFamily="2" charset="-122"/>
            </a:endParaRPr>
          </a:p>
        </p:txBody>
      </p:sp>
      <p:graphicFrame>
        <p:nvGraphicFramePr>
          <p:cNvPr id="5" name="对象 4"/>
          <p:cNvGraphicFramePr/>
          <p:nvPr/>
        </p:nvGraphicFramePr>
        <p:xfrm>
          <a:off x="1027430" y="1412875"/>
          <a:ext cx="2749550" cy="1079500"/>
        </p:xfrm>
        <a:graphic>
          <a:graphicData uri="http://schemas.openxmlformats.org/presentationml/2006/ole">
            <mc:AlternateContent xmlns:mc="http://schemas.openxmlformats.org/markup-compatibility/2006">
              <mc:Choice xmlns:v="urn:schemas-microsoft-com:vml" Requires="v">
                <p:oleObj spid="_x0000_s6" name="" r:id="rId1" imgW="889000" imgH="457200" progId="Equation.KSEE3">
                  <p:embed/>
                </p:oleObj>
              </mc:Choice>
              <mc:Fallback>
                <p:oleObj name="" r:id="rId1" imgW="889000" imgH="457200" progId="Equation.KSEE3">
                  <p:embed/>
                  <p:pic>
                    <p:nvPicPr>
                      <p:cNvPr id="0" name="图片 5"/>
                      <p:cNvPicPr/>
                      <p:nvPr/>
                    </p:nvPicPr>
                    <p:blipFill>
                      <a:blip r:embed="rId2"/>
                      <a:stretch>
                        <a:fillRect/>
                      </a:stretch>
                    </p:blipFill>
                    <p:spPr>
                      <a:xfrm>
                        <a:off x="1027430" y="1412875"/>
                        <a:ext cx="2749550" cy="1079500"/>
                      </a:xfrm>
                      <a:prstGeom prst="rect">
                        <a:avLst/>
                      </a:prstGeom>
                    </p:spPr>
                  </p:pic>
                </p:oleObj>
              </mc:Fallback>
            </mc:AlternateContent>
          </a:graphicData>
        </a:graphic>
      </p:graphicFrame>
      <p:graphicFrame>
        <p:nvGraphicFramePr>
          <p:cNvPr id="8" name="对象 7"/>
          <p:cNvGraphicFramePr/>
          <p:nvPr/>
        </p:nvGraphicFramePr>
        <p:xfrm>
          <a:off x="539750" y="3462020"/>
          <a:ext cx="3318510" cy="490220"/>
        </p:xfrm>
        <a:graphic>
          <a:graphicData uri="http://schemas.openxmlformats.org/presentationml/2006/ole">
            <mc:AlternateContent xmlns:mc="http://schemas.openxmlformats.org/markup-compatibility/2006">
              <mc:Choice xmlns:v="urn:schemas-microsoft-com:vml" Requires="v">
                <p:oleObj spid="_x0000_s11" name="" r:id="rId3" imgW="1397000" imgH="228600" progId="Equation.KSEE3">
                  <p:embed/>
                </p:oleObj>
              </mc:Choice>
              <mc:Fallback>
                <p:oleObj name="" r:id="rId3" imgW="1397000" imgH="228600" progId="Equation.KSEE3">
                  <p:embed/>
                  <p:pic>
                    <p:nvPicPr>
                      <p:cNvPr id="0" name="图片 10"/>
                      <p:cNvPicPr/>
                      <p:nvPr/>
                    </p:nvPicPr>
                    <p:blipFill>
                      <a:blip r:embed="rId4"/>
                      <a:stretch>
                        <a:fillRect/>
                      </a:stretch>
                    </p:blipFill>
                    <p:spPr>
                      <a:xfrm>
                        <a:off x="539750" y="3462020"/>
                        <a:ext cx="3318510" cy="490220"/>
                      </a:xfrm>
                      <a:prstGeom prst="rect">
                        <a:avLst/>
                      </a:prstGeom>
                    </p:spPr>
                  </p:pic>
                </p:oleObj>
              </mc:Fallback>
            </mc:AlternateContent>
          </a:graphicData>
        </a:graphic>
      </p:graphicFrame>
      <p:graphicFrame>
        <p:nvGraphicFramePr>
          <p:cNvPr id="12" name="对象 11"/>
          <p:cNvGraphicFramePr/>
          <p:nvPr/>
        </p:nvGraphicFramePr>
        <p:xfrm>
          <a:off x="2246630" y="4258945"/>
          <a:ext cx="1831340" cy="487045"/>
        </p:xfrm>
        <a:graphic>
          <a:graphicData uri="http://schemas.openxmlformats.org/presentationml/2006/ole">
            <mc:AlternateContent xmlns:mc="http://schemas.openxmlformats.org/markup-compatibility/2006">
              <mc:Choice xmlns:v="urn:schemas-microsoft-com:vml" Requires="v">
                <p:oleObj spid="_x0000_s13" name="" r:id="rId5" imgW="660400" imgH="228600" progId="Equation.KSEE3">
                  <p:embed/>
                </p:oleObj>
              </mc:Choice>
              <mc:Fallback>
                <p:oleObj name="" r:id="rId5" imgW="660400" imgH="228600" progId="Equation.KSEE3">
                  <p:embed/>
                  <p:pic>
                    <p:nvPicPr>
                      <p:cNvPr id="0" name="图片 12"/>
                      <p:cNvPicPr/>
                      <p:nvPr/>
                    </p:nvPicPr>
                    <p:blipFill>
                      <a:blip r:embed="rId6"/>
                      <a:stretch>
                        <a:fillRect/>
                      </a:stretch>
                    </p:blipFill>
                    <p:spPr>
                      <a:xfrm>
                        <a:off x="2246630" y="4258945"/>
                        <a:ext cx="1831340" cy="487045"/>
                      </a:xfrm>
                      <a:prstGeom prst="rect">
                        <a:avLst/>
                      </a:prstGeom>
                    </p:spPr>
                  </p:pic>
                </p:oleObj>
              </mc:Fallback>
            </mc:AlternateContent>
          </a:graphicData>
        </a:graphic>
      </p:graphicFrame>
      <p:graphicFrame>
        <p:nvGraphicFramePr>
          <p:cNvPr id="14" name="对象 13"/>
          <p:cNvGraphicFramePr/>
          <p:nvPr/>
        </p:nvGraphicFramePr>
        <p:xfrm>
          <a:off x="480060" y="5052060"/>
          <a:ext cx="3238500" cy="450215"/>
        </p:xfrm>
        <a:graphic>
          <a:graphicData uri="http://schemas.openxmlformats.org/presentationml/2006/ole">
            <mc:AlternateContent xmlns:mc="http://schemas.openxmlformats.org/markup-compatibility/2006">
              <mc:Choice xmlns:v="urn:schemas-microsoft-com:vml" Requires="v">
                <p:oleObj spid="_x0000_s15" name="" r:id="rId7" imgW="1612900" imgH="215900" progId="Equation.KSEE3">
                  <p:embed/>
                </p:oleObj>
              </mc:Choice>
              <mc:Fallback>
                <p:oleObj name="" r:id="rId7" imgW="1612900" imgH="215900" progId="Equation.KSEE3">
                  <p:embed/>
                  <p:pic>
                    <p:nvPicPr>
                      <p:cNvPr id="0" name="图片 14"/>
                      <p:cNvPicPr/>
                      <p:nvPr/>
                    </p:nvPicPr>
                    <p:blipFill>
                      <a:blip r:embed="rId8"/>
                      <a:stretch>
                        <a:fillRect/>
                      </a:stretch>
                    </p:blipFill>
                    <p:spPr>
                      <a:xfrm>
                        <a:off x="480060" y="5052060"/>
                        <a:ext cx="3238500" cy="450215"/>
                      </a:xfrm>
                      <a:prstGeom prst="rect">
                        <a:avLst/>
                      </a:prstGeom>
                    </p:spPr>
                  </p:pic>
                </p:oleObj>
              </mc:Fallback>
            </mc:AlternateContent>
          </a:graphicData>
        </a:graphic>
      </p:graphicFrame>
      <p:graphicFrame>
        <p:nvGraphicFramePr>
          <p:cNvPr id="18" name="对象 17"/>
          <p:cNvGraphicFramePr/>
          <p:nvPr/>
        </p:nvGraphicFramePr>
        <p:xfrm>
          <a:off x="4283075" y="4801870"/>
          <a:ext cx="3982720" cy="949960"/>
        </p:xfrm>
        <a:graphic>
          <a:graphicData uri="http://schemas.openxmlformats.org/presentationml/2006/ole">
            <mc:AlternateContent xmlns:mc="http://schemas.openxmlformats.org/markup-compatibility/2006">
              <mc:Choice xmlns:v="urn:schemas-microsoft-com:vml" Requires="v">
                <p:oleObj spid="_x0000_s19" name="" r:id="rId9" imgW="1384300" imgH="431800" progId="Equation.KSEE3">
                  <p:embed/>
                </p:oleObj>
              </mc:Choice>
              <mc:Fallback>
                <p:oleObj name="" r:id="rId9" imgW="1384300" imgH="431800" progId="Equation.KSEE3">
                  <p:embed/>
                  <p:pic>
                    <p:nvPicPr>
                      <p:cNvPr id="0" name="图片 18"/>
                      <p:cNvPicPr/>
                      <p:nvPr/>
                    </p:nvPicPr>
                    <p:blipFill>
                      <a:blip r:embed="rId10"/>
                      <a:stretch>
                        <a:fillRect/>
                      </a:stretch>
                    </p:blipFill>
                    <p:spPr>
                      <a:xfrm>
                        <a:off x="4283075" y="4801870"/>
                        <a:ext cx="3982720" cy="949960"/>
                      </a:xfrm>
                      <a:prstGeom prst="rect">
                        <a:avLst/>
                      </a:prstGeom>
                    </p:spPr>
                  </p:pic>
                </p:oleObj>
              </mc:Fallback>
            </mc:AlternateContent>
          </a:graphicData>
        </a:graphic>
      </p:graphicFrame>
      <p:graphicFrame>
        <p:nvGraphicFramePr>
          <p:cNvPr id="20" name="对象 19"/>
          <p:cNvGraphicFramePr/>
          <p:nvPr/>
        </p:nvGraphicFramePr>
        <p:xfrm>
          <a:off x="539750" y="5869940"/>
          <a:ext cx="3968750" cy="504190"/>
        </p:xfrm>
        <a:graphic>
          <a:graphicData uri="http://schemas.openxmlformats.org/presentationml/2006/ole">
            <mc:AlternateContent xmlns:mc="http://schemas.openxmlformats.org/markup-compatibility/2006">
              <mc:Choice xmlns:v="urn:schemas-microsoft-com:vml" Requires="v">
                <p:oleObj spid="_x0000_s21" name="" r:id="rId11" imgW="1790700" imgH="215900" progId="Equation.KSEE3">
                  <p:embed/>
                </p:oleObj>
              </mc:Choice>
              <mc:Fallback>
                <p:oleObj name="" r:id="rId11" imgW="1790700" imgH="215900" progId="Equation.KSEE3">
                  <p:embed/>
                  <p:pic>
                    <p:nvPicPr>
                      <p:cNvPr id="0" name="图片 20"/>
                      <p:cNvPicPr/>
                      <p:nvPr/>
                    </p:nvPicPr>
                    <p:blipFill>
                      <a:blip r:embed="rId12"/>
                      <a:stretch>
                        <a:fillRect/>
                      </a:stretch>
                    </p:blipFill>
                    <p:spPr>
                      <a:xfrm>
                        <a:off x="539750" y="5869940"/>
                        <a:ext cx="3968750" cy="504190"/>
                      </a:xfrm>
                      <a:prstGeom prst="rect">
                        <a:avLst/>
                      </a:prstGeom>
                    </p:spPr>
                  </p:pic>
                </p:oleObj>
              </mc:Fallback>
            </mc:AlternateContent>
          </a:graphicData>
        </a:graphic>
      </p:graphicFrame>
      <p:grpSp>
        <p:nvGrpSpPr>
          <p:cNvPr id="16" name="组合 15"/>
          <p:cNvGrpSpPr/>
          <p:nvPr/>
        </p:nvGrpSpPr>
        <p:grpSpPr>
          <a:xfrm>
            <a:off x="4123690" y="985520"/>
            <a:ext cx="4850144" cy="3465195"/>
            <a:chOff x="6494" y="1552"/>
            <a:chExt cx="7638" cy="5457"/>
          </a:xfrm>
        </p:grpSpPr>
        <p:sp>
          <p:nvSpPr>
            <p:cNvPr id="14392" name="Text Box 123"/>
            <p:cNvSpPr txBox="1"/>
            <p:nvPr>
              <p:custDataLst>
                <p:tags r:id="rId13"/>
              </p:custDataLst>
            </p:nvPr>
          </p:nvSpPr>
          <p:spPr>
            <a:xfrm>
              <a:off x="11431" y="6192"/>
              <a:ext cx="568" cy="81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d</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4365" name="Text Box 91"/>
            <p:cNvSpPr txBox="1"/>
            <p:nvPr/>
          </p:nvSpPr>
          <p:spPr>
            <a:xfrm>
              <a:off x="7005" y="2912"/>
              <a:ext cx="1248" cy="81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4</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4366" name="Line 92"/>
            <p:cNvSpPr/>
            <p:nvPr>
              <p:custDataLst>
                <p:tags r:id="rId14"/>
              </p:custDataLst>
            </p:nvPr>
          </p:nvSpPr>
          <p:spPr bwMode="auto">
            <a:xfrm flipH="1">
              <a:off x="8764" y="3819"/>
              <a:ext cx="1360" cy="0"/>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14367" name="Line 93"/>
            <p:cNvSpPr/>
            <p:nvPr>
              <p:custDataLst>
                <p:tags r:id="rId15"/>
              </p:custDataLst>
            </p:nvPr>
          </p:nvSpPr>
          <p:spPr bwMode="auto">
            <a:xfrm>
              <a:off x="8773" y="2344"/>
              <a:ext cx="0" cy="3857"/>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14368" name="Text Box 94"/>
            <p:cNvSpPr txBox="1"/>
            <p:nvPr/>
          </p:nvSpPr>
          <p:spPr>
            <a:xfrm>
              <a:off x="7402" y="4499"/>
              <a:ext cx="1475" cy="81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42V</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4369" name="Text Box 95"/>
            <p:cNvSpPr txBox="1"/>
            <p:nvPr>
              <p:custDataLst>
                <p:tags r:id="rId16"/>
              </p:custDataLst>
            </p:nvPr>
          </p:nvSpPr>
          <p:spPr>
            <a:xfrm>
              <a:off x="8877" y="3909"/>
              <a:ext cx="1363" cy="81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30</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4370" name="Text Box 96"/>
            <p:cNvSpPr txBox="1"/>
            <p:nvPr/>
          </p:nvSpPr>
          <p:spPr>
            <a:xfrm>
              <a:off x="6949" y="3707"/>
              <a:ext cx="1020" cy="817"/>
            </a:xfrm>
            <a:prstGeom prst="rect">
              <a:avLst/>
            </a:prstGeom>
            <a:noFill/>
            <a:ln w="9525">
              <a:noFill/>
            </a:ln>
          </p:spPr>
          <p:txBody>
            <a:bodyPr>
              <a:spAutoFit/>
            </a:bodyPr>
            <a:p>
              <a:r>
                <a:rPr lang="zh-CN" altLang="en-US" b="0" dirty="0">
                  <a:solidFill>
                    <a:schemeClr val="tx1"/>
                  </a:solidFill>
                  <a:latin typeface="Arial" panose="020B0604020202020204" pitchFamily="34" charset="0"/>
                  <a:ea typeface="仿宋_GB2312" pitchFamily="49" charset="-122"/>
                </a:rPr>
                <a:t>＋</a:t>
              </a:r>
              <a:endParaRPr lang="zh-CN" altLang="en-US" b="0" dirty="0">
                <a:solidFill>
                  <a:schemeClr val="tx1"/>
                </a:solidFill>
                <a:latin typeface="Arial" panose="020B0604020202020204" pitchFamily="34" charset="0"/>
                <a:ea typeface="仿宋_GB2312" pitchFamily="49" charset="-122"/>
              </a:endParaRPr>
            </a:p>
          </p:txBody>
        </p:sp>
        <p:sp>
          <p:nvSpPr>
            <p:cNvPr id="14371" name="Text Box 97"/>
            <p:cNvSpPr txBox="1"/>
            <p:nvPr/>
          </p:nvSpPr>
          <p:spPr>
            <a:xfrm>
              <a:off x="6949" y="5179"/>
              <a:ext cx="1020" cy="817"/>
            </a:xfrm>
            <a:prstGeom prst="rect">
              <a:avLst/>
            </a:prstGeom>
            <a:noFill/>
            <a:ln w="9525">
              <a:noFill/>
            </a:ln>
          </p:spPr>
          <p:txBody>
            <a:bodyPr>
              <a:spAutoFit/>
            </a:bodyPr>
            <a:p>
              <a:r>
                <a:rPr lang="zh-CN" altLang="en-US" b="0" dirty="0">
                  <a:solidFill>
                    <a:schemeClr val="tx1"/>
                  </a:solidFill>
                  <a:latin typeface="Arial" panose="020B0604020202020204" pitchFamily="34" charset="0"/>
                  <a:ea typeface="仿宋_GB2312" pitchFamily="49" charset="-122"/>
                </a:rPr>
                <a:t>－</a:t>
              </a:r>
              <a:endParaRPr lang="zh-CN" altLang="en-US" b="0" dirty="0">
                <a:solidFill>
                  <a:schemeClr val="tx1"/>
                </a:solidFill>
                <a:latin typeface="Arial" panose="020B0604020202020204" pitchFamily="34" charset="0"/>
                <a:ea typeface="仿宋_GB2312" pitchFamily="49" charset="-122"/>
              </a:endParaRPr>
            </a:p>
          </p:txBody>
        </p:sp>
        <p:sp>
          <p:nvSpPr>
            <p:cNvPr id="14372" name="Text Box 98"/>
            <p:cNvSpPr txBox="1"/>
            <p:nvPr>
              <p:custDataLst>
                <p:tags r:id="rId17"/>
              </p:custDataLst>
            </p:nvPr>
          </p:nvSpPr>
          <p:spPr>
            <a:xfrm>
              <a:off x="8877" y="2459"/>
              <a:ext cx="1588" cy="81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60</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4373" name="Text Box 99"/>
            <p:cNvSpPr txBox="1"/>
            <p:nvPr>
              <p:custDataLst>
                <p:tags r:id="rId18"/>
              </p:custDataLst>
            </p:nvPr>
          </p:nvSpPr>
          <p:spPr>
            <a:xfrm>
              <a:off x="10239" y="2459"/>
              <a:ext cx="1360" cy="81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25</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4374" name="Text Box 100"/>
            <p:cNvSpPr txBox="1"/>
            <p:nvPr>
              <p:custDataLst>
                <p:tags r:id="rId19"/>
              </p:custDataLst>
            </p:nvPr>
          </p:nvSpPr>
          <p:spPr>
            <a:xfrm>
              <a:off x="10180" y="4727"/>
              <a:ext cx="1363" cy="81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10</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4375" name="Text Box 102"/>
            <p:cNvSpPr txBox="1"/>
            <p:nvPr>
              <p:custDataLst>
                <p:tags r:id="rId20"/>
              </p:custDataLst>
            </p:nvPr>
          </p:nvSpPr>
          <p:spPr>
            <a:xfrm>
              <a:off x="10352" y="3707"/>
              <a:ext cx="1363" cy="81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20</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4376" name="Text Box 103"/>
            <p:cNvSpPr txBox="1"/>
            <p:nvPr>
              <p:custDataLst>
                <p:tags r:id="rId21"/>
              </p:custDataLst>
            </p:nvPr>
          </p:nvSpPr>
          <p:spPr>
            <a:xfrm>
              <a:off x="10352" y="5351"/>
              <a:ext cx="1363" cy="81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40</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4377" name="Text Box 104"/>
            <p:cNvSpPr txBox="1"/>
            <p:nvPr>
              <p:custDataLst>
                <p:tags r:id="rId22"/>
              </p:custDataLst>
            </p:nvPr>
          </p:nvSpPr>
          <p:spPr>
            <a:xfrm>
              <a:off x="11487" y="1552"/>
              <a:ext cx="568" cy="81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4378" name="Text Box 105"/>
            <p:cNvSpPr txBox="1"/>
            <p:nvPr>
              <p:custDataLst>
                <p:tags r:id="rId23"/>
              </p:custDataLst>
            </p:nvPr>
          </p:nvSpPr>
          <p:spPr>
            <a:xfrm>
              <a:off x="9899" y="1552"/>
              <a:ext cx="568" cy="81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4379" name="Text Box 106"/>
            <p:cNvSpPr txBox="1"/>
            <p:nvPr>
              <p:custDataLst>
                <p:tags r:id="rId24"/>
              </p:custDataLst>
            </p:nvPr>
          </p:nvSpPr>
          <p:spPr>
            <a:xfrm>
              <a:off x="8877" y="4727"/>
              <a:ext cx="908" cy="817"/>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仿宋_GB2312" pitchFamily="49" charset="-122"/>
                </a:rPr>
                <a:t>R</a:t>
              </a:r>
              <a:endParaRPr lang="en-US" altLang="zh-CN" b="0" i="1" dirty="0">
                <a:solidFill>
                  <a:schemeClr val="tx1"/>
                </a:solidFill>
                <a:latin typeface="Times New Roman" panose="02020603050405020304" pitchFamily="18" charset="0"/>
                <a:ea typeface="仿宋_GB2312" pitchFamily="49" charset="-122"/>
              </a:endParaRPr>
            </a:p>
          </p:txBody>
        </p:sp>
        <p:sp>
          <p:nvSpPr>
            <p:cNvPr id="14380" name="Rectangle 107"/>
            <p:cNvSpPr/>
            <p:nvPr/>
          </p:nvSpPr>
          <p:spPr bwMode="auto">
            <a:xfrm>
              <a:off x="6949" y="2344"/>
              <a:ext cx="5785" cy="3857"/>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4381" name="Line 108"/>
            <p:cNvSpPr/>
            <p:nvPr>
              <p:custDataLst>
                <p:tags r:id="rId25"/>
              </p:custDataLst>
            </p:nvPr>
          </p:nvSpPr>
          <p:spPr bwMode="auto">
            <a:xfrm>
              <a:off x="11712" y="2344"/>
              <a:ext cx="0" cy="3857"/>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14382" name="Line 109"/>
            <p:cNvSpPr/>
            <p:nvPr>
              <p:custDataLst>
                <p:tags r:id="rId26"/>
              </p:custDataLst>
            </p:nvPr>
          </p:nvSpPr>
          <p:spPr bwMode="auto">
            <a:xfrm>
              <a:off x="10124" y="2344"/>
              <a:ext cx="0" cy="3857"/>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14383" name="Rectangle 110"/>
            <p:cNvSpPr/>
            <p:nvPr>
              <p:custDataLst>
                <p:tags r:id="rId27"/>
              </p:custDataLst>
            </p:nvPr>
          </p:nvSpPr>
          <p:spPr bwMode="auto">
            <a:xfrm>
              <a:off x="11543" y="3707"/>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4384" name="Rectangle 111"/>
            <p:cNvSpPr/>
            <p:nvPr>
              <p:custDataLst>
                <p:tags r:id="rId28"/>
              </p:custDataLst>
            </p:nvPr>
          </p:nvSpPr>
          <p:spPr bwMode="auto">
            <a:xfrm>
              <a:off x="9950" y="4657"/>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4385" name="Rectangle 112"/>
            <p:cNvSpPr/>
            <p:nvPr>
              <p:custDataLst>
                <p:tags r:id="rId29"/>
              </p:custDataLst>
            </p:nvPr>
          </p:nvSpPr>
          <p:spPr bwMode="auto">
            <a:xfrm>
              <a:off x="8596" y="4727"/>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4386" name="Rectangle 113"/>
            <p:cNvSpPr/>
            <p:nvPr/>
          </p:nvSpPr>
          <p:spPr bwMode="auto">
            <a:xfrm>
              <a:off x="6789" y="3027"/>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4387" name="Rectangle 114"/>
            <p:cNvSpPr/>
            <p:nvPr>
              <p:custDataLst>
                <p:tags r:id="rId30"/>
              </p:custDataLst>
            </p:nvPr>
          </p:nvSpPr>
          <p:spPr bwMode="auto">
            <a:xfrm>
              <a:off x="8992" y="3637"/>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4388" name="Rectangle 115"/>
            <p:cNvSpPr/>
            <p:nvPr>
              <p:custDataLst>
                <p:tags r:id="rId31"/>
              </p:custDataLst>
            </p:nvPr>
          </p:nvSpPr>
          <p:spPr bwMode="auto">
            <a:xfrm>
              <a:off x="8992" y="2176"/>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4389" name="Rectangle 116"/>
            <p:cNvSpPr/>
            <p:nvPr>
              <p:custDataLst>
                <p:tags r:id="rId32"/>
              </p:custDataLst>
            </p:nvPr>
          </p:nvSpPr>
          <p:spPr bwMode="auto">
            <a:xfrm>
              <a:off x="10464" y="2148"/>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4390" name="Rectangle 120"/>
            <p:cNvSpPr/>
            <p:nvPr>
              <p:custDataLst>
                <p:tags r:id="rId33"/>
              </p:custDataLst>
            </p:nvPr>
          </p:nvSpPr>
          <p:spPr bwMode="auto">
            <a:xfrm>
              <a:off x="10579" y="6017"/>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4393" name="Text Box 124"/>
            <p:cNvSpPr txBox="1"/>
            <p:nvPr>
              <p:custDataLst>
                <p:tags r:id="rId34"/>
              </p:custDataLst>
            </p:nvPr>
          </p:nvSpPr>
          <p:spPr>
            <a:xfrm>
              <a:off x="9897" y="6089"/>
              <a:ext cx="568" cy="81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c</a:t>
              </a:r>
              <a:endParaRPr lang="en-US" altLang="zh-CN" b="0" dirty="0">
                <a:solidFill>
                  <a:schemeClr val="tx1"/>
                </a:solidFill>
                <a:latin typeface="Times New Roman" panose="02020603050405020304" pitchFamily="18" charset="0"/>
                <a:ea typeface="宋体" panose="02010600030101010101" pitchFamily="2" charset="-122"/>
              </a:endParaRPr>
            </a:p>
          </p:txBody>
        </p:sp>
        <p:grpSp>
          <p:nvGrpSpPr>
            <p:cNvPr id="2" name="组合 1"/>
            <p:cNvGrpSpPr/>
            <p:nvPr/>
          </p:nvGrpSpPr>
          <p:grpSpPr>
            <a:xfrm>
              <a:off x="12746" y="2799"/>
              <a:ext cx="1386" cy="1020"/>
              <a:chOff x="12732" y="2799"/>
              <a:chExt cx="1752" cy="1020"/>
            </a:xfrm>
          </p:grpSpPr>
          <p:sp>
            <p:nvSpPr>
              <p:cNvPr id="14391" name="Text Box 121"/>
              <p:cNvSpPr txBox="1"/>
              <p:nvPr/>
            </p:nvSpPr>
            <p:spPr>
              <a:xfrm>
                <a:off x="12900" y="2912"/>
                <a:ext cx="1584" cy="725"/>
              </a:xfrm>
              <a:prstGeom prst="rect">
                <a:avLst/>
              </a:prstGeom>
              <a:noFill/>
              <a:ln w="9525">
                <a:noFill/>
              </a:ln>
            </p:spPr>
            <p:txBody>
              <a:bodyPr wrap="square">
                <a:spAutoFit/>
              </a:bodyPr>
              <a:p>
                <a:r>
                  <a:rPr lang="en-US" altLang="zh-CN" b="0" dirty="0">
                    <a:solidFill>
                      <a:schemeClr val="tx1"/>
                    </a:solidFill>
                    <a:latin typeface="Times New Roman" panose="02020603050405020304" pitchFamily="18" charset="0"/>
                    <a:ea typeface="宋体" panose="02010600030101010101" pitchFamily="2" charset="-122"/>
                  </a:rPr>
                  <a:t>0.5A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4394" name="Line 101"/>
              <p:cNvSpPr/>
              <p:nvPr/>
            </p:nvSpPr>
            <p:spPr>
              <a:xfrm flipH="1" flipV="1">
                <a:off x="12732" y="2799"/>
                <a:ext cx="0" cy="102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pSp>
        <p:grpSp>
          <p:nvGrpSpPr>
            <p:cNvPr id="79" name="组合 78"/>
            <p:cNvGrpSpPr/>
            <p:nvPr/>
          </p:nvGrpSpPr>
          <p:grpSpPr>
            <a:xfrm rot="0">
              <a:off x="6494" y="4524"/>
              <a:ext cx="908" cy="908"/>
              <a:chOff x="505193" y="3720552"/>
              <a:chExt cx="432197" cy="432197"/>
            </a:xfrm>
            <a:solidFill>
              <a:schemeClr val="accent6">
                <a:lumMod val="40000"/>
                <a:lumOff val="60000"/>
              </a:schemeClr>
            </a:solidFill>
          </p:grpSpPr>
          <p:sp>
            <p:nvSpPr>
              <p:cNvPr id="80"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81" name="直接连接符 80"/>
              <p:cNvCxnSpPr>
                <a:stCxn id="80" idx="0"/>
                <a:endCxn id="80"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3" name="组合 72"/>
            <p:cNvGrpSpPr/>
            <p:nvPr/>
          </p:nvGrpSpPr>
          <p:grpSpPr>
            <a:xfrm rot="0">
              <a:off x="12278" y="3706"/>
              <a:ext cx="908" cy="908"/>
              <a:chOff x="5907581" y="4495572"/>
              <a:chExt cx="576263" cy="576263"/>
            </a:xfrm>
          </p:grpSpPr>
          <p:sp>
            <p:nvSpPr>
              <p:cNvPr id="74"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75" name="直接连接符 74"/>
              <p:cNvCxnSpPr>
                <a:stCxn id="74" idx="4"/>
                <a:endCxn id="74"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7" name="组合 6"/>
          <p:cNvGrpSpPr/>
          <p:nvPr/>
        </p:nvGrpSpPr>
        <p:grpSpPr>
          <a:xfrm>
            <a:off x="5774690" y="3474720"/>
            <a:ext cx="654050" cy="457200"/>
            <a:chOff x="9094" y="5514"/>
            <a:chExt cx="1030" cy="720"/>
          </a:xfrm>
        </p:grpSpPr>
        <p:sp>
          <p:nvSpPr>
            <p:cNvPr id="14356" name="Line 66"/>
            <p:cNvSpPr/>
            <p:nvPr>
              <p:custDataLst>
                <p:tags r:id="rId35"/>
              </p:custDataLst>
            </p:nvPr>
          </p:nvSpPr>
          <p:spPr>
            <a:xfrm flipH="1">
              <a:off x="10124" y="5542"/>
              <a:ext cx="0" cy="683"/>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14357" name="Text Box 67"/>
            <p:cNvSpPr txBox="1"/>
            <p:nvPr>
              <p:custDataLst>
                <p:tags r:id="rId36"/>
              </p:custDataLst>
            </p:nvPr>
          </p:nvSpPr>
          <p:spPr>
            <a:xfrm>
              <a:off x="9094" y="5514"/>
              <a:ext cx="907" cy="720"/>
            </a:xfrm>
            <a:prstGeom prst="rect">
              <a:avLst/>
            </a:prstGeom>
            <a:noFill/>
            <a:ln w="28575">
              <a:noFill/>
            </a:ln>
          </p:spPr>
          <p:txBody>
            <a:bodyPr>
              <a:spAutoFit/>
            </a:bodyPr>
            <a:p>
              <a:pPr>
                <a:spcBef>
                  <a:spcPct val="50000"/>
                </a:spcBef>
              </a:pPr>
              <a:r>
                <a:rPr lang="en-US" altLang="zh-CN" sz="2400" b="0" dirty="0">
                  <a:solidFill>
                    <a:schemeClr val="tx1"/>
                  </a:solidFill>
                  <a:latin typeface="Times New Roman" panose="02020603050405020304" pitchFamily="18" charset="0"/>
                  <a:ea typeface="仿宋_GB2312" pitchFamily="49" charset="-122"/>
                </a:rPr>
                <a:t>1A</a:t>
              </a:r>
              <a:endParaRPr lang="en-US" altLang="zh-CN" sz="2400" b="0" dirty="0">
                <a:solidFill>
                  <a:schemeClr val="tx1"/>
                </a:solidFill>
                <a:latin typeface="Times New Roman" panose="02020603050405020304" pitchFamily="18" charset="0"/>
                <a:ea typeface="仿宋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fltVal val="0"/>
                                          </p:val>
                                        </p:tav>
                                        <p:tav tm="100000">
                                          <p:val>
                                            <p:strVal val="#ppt_w"/>
                                          </p:val>
                                        </p:tav>
                                      </p:tavLst>
                                    </p:anim>
                                    <p:anim calcmode="lin" valueType="num">
                                      <p:cBhvr>
                                        <p:cTn id="8" dur="1000" fill="hold"/>
                                        <p:tgtEl>
                                          <p:spTgt spid="9"/>
                                        </p:tgtEl>
                                        <p:attrNameLst>
                                          <p:attrName>ppt_h</p:attrName>
                                        </p:attrNameLst>
                                      </p:cBhvr>
                                      <p:tavLst>
                                        <p:tav tm="0">
                                          <p:val>
                                            <p:fltVal val="0"/>
                                          </p:val>
                                        </p:tav>
                                        <p:tav tm="100000">
                                          <p:val>
                                            <p:strVal val="#ppt_h"/>
                                          </p:val>
                                        </p:tav>
                                      </p:tavLst>
                                    </p:anim>
                                    <p:anim calcmode="lin" valueType="num">
                                      <p:cBhvr>
                                        <p:cTn id="9" dur="1000" fill="hold"/>
                                        <p:tgtEl>
                                          <p:spTgt spid="9"/>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9"/>
                                        </p:tgtEl>
                                        <p:attrNameLst>
                                          <p:attrName>ppt_y</p:attrName>
                                        </p:attrNameLst>
                                      </p:cBhvr>
                                      <p:tavLst>
                                        <p:tav tm="0" fmla="#ppt_y+(sin(-2*pi*(1-$))*-#ppt_x+cos(-2*pi*(1-$))*(1-#ppt_y))*(1-$)">
                                          <p:val>
                                            <p:fltVal val="0"/>
                                          </p:val>
                                        </p:tav>
                                        <p:tav tm="100000">
                                          <p:val>
                                            <p:fltVal val="1"/>
                                          </p:val>
                                        </p:tav>
                                      </p:tavLst>
                                    </p:anim>
                                  </p:childTnLst>
                                </p:cTn>
                              </p:par>
                              <p:par>
                                <p:cTn id="11" presetID="3" presetClass="entr" presetSubtype="1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blinds(horizontal)">
                                      <p:cBhvr>
                                        <p:cTn id="13" dur="500"/>
                                        <p:tgtEl>
                                          <p:spTgt spid="16"/>
                                        </p:tgtEl>
                                      </p:cBhvr>
                                    </p:animEffect>
                                  </p:childTnLst>
                                </p:cTn>
                              </p:par>
                            </p:childTnLst>
                          </p:cTn>
                        </p:par>
                        <p:par>
                          <p:cTn id="14" fill="hold">
                            <p:stCondLst>
                              <p:cond delay="1000"/>
                            </p:stCondLst>
                            <p:childTnLst>
                              <p:par>
                                <p:cTn id="15" presetID="22" presetClass="entr" presetSubtype="8" fill="hold" grpId="0" nodeType="afterEffect">
                                  <p:stCondLst>
                                    <p:cond delay="0"/>
                                  </p:stCondLst>
                                  <p:childTnLst>
                                    <p:set>
                                      <p:cBhvr>
                                        <p:cTn id="16" dur="1000" fill="hold">
                                          <p:stCondLst>
                                            <p:cond delay="0"/>
                                          </p:stCondLst>
                                        </p:cTn>
                                        <p:tgtEl>
                                          <p:spTgt spid="44035"/>
                                        </p:tgtEl>
                                        <p:attrNameLst>
                                          <p:attrName>style.visibility</p:attrName>
                                        </p:attrNameLst>
                                      </p:cBhvr>
                                      <p:to>
                                        <p:strVal val="visible"/>
                                      </p:to>
                                    </p:set>
                                    <p:animEffect transition="in" filter="wipe(left)">
                                      <p:cBhvr>
                                        <p:cTn id="17" dur="1000"/>
                                        <p:tgtEl>
                                          <p:spTgt spid="44035"/>
                                        </p:tgtEl>
                                      </p:cBhvr>
                                    </p:animEffect>
                                  </p:childTnLst>
                                </p:cTn>
                              </p:par>
                            </p:childTnLst>
                          </p:cTn>
                        </p:par>
                      </p:childTnLst>
                    </p:cTn>
                  </p:par>
                  <p:par>
                    <p:cTn id="18" fill="hold">
                      <p:stCondLst>
                        <p:cond delay="indefinite"/>
                      </p:stCondLst>
                      <p:childTnLst>
                        <p:par>
                          <p:cTn id="19" fill="hold">
                            <p:stCondLst>
                              <p:cond delay="0"/>
                            </p:stCondLst>
                            <p:childTnLst>
                              <p:par>
                                <p:cTn id="20" presetID="15"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p:cTn id="22" dur="1000" fill="hold"/>
                                        <p:tgtEl>
                                          <p:spTgt spid="10"/>
                                        </p:tgtEl>
                                        <p:attrNameLst>
                                          <p:attrName>ppt_w</p:attrName>
                                        </p:attrNameLst>
                                      </p:cBhvr>
                                      <p:tavLst>
                                        <p:tav tm="0">
                                          <p:val>
                                            <p:fltVal val="0"/>
                                          </p:val>
                                        </p:tav>
                                        <p:tav tm="100000">
                                          <p:val>
                                            <p:strVal val="#ppt_w"/>
                                          </p:val>
                                        </p:tav>
                                      </p:tavLst>
                                    </p:anim>
                                    <p:anim calcmode="lin" valueType="num">
                                      <p:cBhvr>
                                        <p:cTn id="23" dur="1000" fill="hold"/>
                                        <p:tgtEl>
                                          <p:spTgt spid="10"/>
                                        </p:tgtEl>
                                        <p:attrNameLst>
                                          <p:attrName>ppt_h</p:attrName>
                                        </p:attrNameLst>
                                      </p:cBhvr>
                                      <p:tavLst>
                                        <p:tav tm="0">
                                          <p:val>
                                            <p:fltVal val="0"/>
                                          </p:val>
                                        </p:tav>
                                        <p:tav tm="100000">
                                          <p:val>
                                            <p:strVal val="#ppt_h"/>
                                          </p:val>
                                        </p:tav>
                                      </p:tavLst>
                                    </p:anim>
                                    <p:anim calcmode="lin" valueType="num">
                                      <p:cBhvr>
                                        <p:cTn id="24" dur="1000" fill="hold"/>
                                        <p:tgtEl>
                                          <p:spTgt spid="10"/>
                                        </p:tgtEl>
                                        <p:attrNameLst>
                                          <p:attrName>ppt_x</p:attrName>
                                        </p:attrNameLst>
                                      </p:cBhvr>
                                      <p:tavLst>
                                        <p:tav tm="0" fmla="#ppt_x+(cos(-2*pi*(1-$))*-#ppt_x-sin(-2*pi*(1-$))*(1-#ppt_y))*(1-$)">
                                          <p:val>
                                            <p:fltVal val="0"/>
                                          </p:val>
                                        </p:tav>
                                        <p:tav tm="100000">
                                          <p:val>
                                            <p:fltVal val="1"/>
                                          </p:val>
                                        </p:tav>
                                      </p:tavLst>
                                    </p:anim>
                                    <p:anim calcmode="lin" valueType="num">
                                      <p:cBhvr>
                                        <p:cTn id="25" dur="1000" fill="hold"/>
                                        <p:tgtEl>
                                          <p:spTgt spid="1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down)">
                                      <p:cBhvr>
                                        <p:cTn id="30" dur="5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4" presetClass="entr" presetSubtype="32" fill="hold" grpId="0" nodeType="clickEffect">
                                  <p:stCondLst>
                                    <p:cond delay="0"/>
                                  </p:stCondLst>
                                  <p:childTnLst>
                                    <p:set>
                                      <p:cBhvr>
                                        <p:cTn id="34" dur="1" fill="hold">
                                          <p:stCondLst>
                                            <p:cond delay="0"/>
                                          </p:stCondLst>
                                        </p:cTn>
                                        <p:tgtEl>
                                          <p:spTgt spid="44087"/>
                                        </p:tgtEl>
                                        <p:attrNameLst>
                                          <p:attrName>style.visibility</p:attrName>
                                        </p:attrNameLst>
                                      </p:cBhvr>
                                      <p:to>
                                        <p:strVal val="visible"/>
                                      </p:to>
                                    </p:set>
                                    <p:animEffect transition="in" filter="box(out)">
                                      <p:cBhvr>
                                        <p:cTn id="35" dur="500"/>
                                        <p:tgtEl>
                                          <p:spTgt spid="44087"/>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wipe(down)">
                                      <p:cBhvr>
                                        <p:cTn id="40" dur="5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12" presetClass="entr" presetSubtype="8" fill="hold" nodeType="clickEffect">
                                  <p:stCondLst>
                                    <p:cond delay="0"/>
                                  </p:stCondLst>
                                  <p:childTnLst>
                                    <p:set>
                                      <p:cBhvr>
                                        <p:cTn id="44" dur="1" fill="hold">
                                          <p:stCondLst>
                                            <p:cond delay="0"/>
                                          </p:stCondLst>
                                        </p:cTn>
                                        <p:tgtEl>
                                          <p:spTgt spid="4"/>
                                        </p:tgtEl>
                                        <p:attrNameLst>
                                          <p:attrName>style.visibility</p:attrName>
                                        </p:attrNameLst>
                                      </p:cBhvr>
                                      <p:to>
                                        <p:strVal val="visible"/>
                                      </p:to>
                                    </p:set>
                                    <p:animEffect transition="in" filter="slide(fromLeft)">
                                      <p:cBhvr>
                                        <p:cTn id="45" dur="500"/>
                                        <p:tgtEl>
                                          <p:spTgt spid="4"/>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nodeType="click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wipe(down)">
                                      <p:cBhvr>
                                        <p:cTn id="50" dur="500"/>
                                        <p:tgtEl>
                                          <p:spTgt spid="12"/>
                                        </p:tgtEl>
                                      </p:cBhvr>
                                    </p:animEffec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7"/>
                                        </p:tgtEl>
                                        <p:attrNameLst>
                                          <p:attrName>style.visibility</p:attrName>
                                        </p:attrNameLst>
                                      </p:cBhvr>
                                      <p:to>
                                        <p:strVal val="visible"/>
                                      </p:to>
                                    </p:set>
                                    <p:anim calcmode="lin" valueType="num">
                                      <p:cBhvr additive="base">
                                        <p:cTn id="55" dur="500" fill="hold"/>
                                        <p:tgtEl>
                                          <p:spTgt spid="7"/>
                                        </p:tgtEl>
                                        <p:attrNameLst>
                                          <p:attrName>ppt_x</p:attrName>
                                        </p:attrNameLst>
                                      </p:cBhvr>
                                      <p:tavLst>
                                        <p:tav tm="0">
                                          <p:val>
                                            <p:strVal val="#ppt_x"/>
                                          </p:val>
                                        </p:tav>
                                        <p:tav tm="100000">
                                          <p:val>
                                            <p:strVal val="#ppt_x"/>
                                          </p:val>
                                        </p:tav>
                                      </p:tavLst>
                                    </p:anim>
                                    <p:anim calcmode="lin" valueType="num">
                                      <p:cBhvr additive="base">
                                        <p:cTn id="5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nodeType="click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wipe(down)">
                                      <p:cBhvr>
                                        <p:cTn id="61" dur="500"/>
                                        <p:tgtEl>
                                          <p:spTgt spid="14"/>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4" fill="hold" nodeType="click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wipe(down)">
                                      <p:cBhvr>
                                        <p:cTn id="66" dur="500"/>
                                        <p:tgtEl>
                                          <p:spTgt spid="18"/>
                                        </p:tgtEl>
                                      </p:cBhvr>
                                    </p:animEffect>
                                  </p:childTnLst>
                                </p:cTn>
                              </p:par>
                            </p:childTnLst>
                          </p:cTn>
                        </p:par>
                        <p:par>
                          <p:cTn id="67" fill="hold">
                            <p:stCondLst>
                              <p:cond delay="500"/>
                            </p:stCondLst>
                            <p:childTnLst>
                              <p:par>
                                <p:cTn id="68" presetID="22" presetClass="entr" presetSubtype="4" fill="hold"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wipe(down)">
                                      <p:cBhvr>
                                        <p:cTn id="7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87" grpId="0"/>
      <p:bldP spid="10" grpId="0" bldLvl="0" animBg="1"/>
      <p:bldP spid="9" grpId="0" bldLvl="0" animBg="1"/>
      <p:bldP spid="4403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pPr algn="l">
              <a:buClrTx/>
              <a:buSzTx/>
              <a:buFontTx/>
            </a:pPr>
            <a:r>
              <a:rPr lang="en-US" altLang="zh-CN">
                <a:latin typeface="微软雅黑" panose="020B0503020204020204" pitchFamily="34" charset="-122"/>
                <a:cs typeface="微软雅黑" panose="020B0503020204020204" pitchFamily="34" charset="-122"/>
                <a:sym typeface="+mn-ea"/>
              </a:rPr>
              <a:t>4-3 戴维南定理和诺顿定理</a:t>
            </a:r>
            <a:endParaRPr lang="en-US" altLang="zh-CN">
              <a:latin typeface="微软雅黑" panose="020B0503020204020204" pitchFamily="34" charset="-122"/>
              <a:cs typeface="微软雅黑" panose="020B0503020204020204" pitchFamily="34" charset="-122"/>
            </a:endParaRPr>
          </a:p>
        </p:txBody>
      </p:sp>
      <p:sp>
        <p:nvSpPr>
          <p:cNvPr id="43010" name="Text Box 2" descr="新闻纸"/>
          <p:cNvSpPr txBox="1"/>
          <p:nvPr/>
        </p:nvSpPr>
        <p:spPr>
          <a:xfrm>
            <a:off x="0" y="923290"/>
            <a:ext cx="9144000" cy="646430"/>
          </a:xfrm>
          <a:prstGeom prst="rect">
            <a:avLst/>
          </a:prstGeom>
          <a:noFill/>
          <a:ln w="9525">
            <a:noFill/>
          </a:ln>
          <a:effectLst>
            <a:prstShdw prst="shdw17" dist="17961" dir="2699999">
              <a:srgbClr val="959595"/>
            </a:prstShdw>
          </a:effectLst>
        </p:spPr>
        <p:txBody>
          <a:bodyPr wrap="square" lIns="90000" tIns="46800" rIns="90000" bIns="46800">
            <a:spAutoFit/>
          </a:bodyPr>
          <a:p>
            <a:pPr algn="ctr">
              <a:spcBef>
                <a:spcPct val="50000"/>
              </a:spcBef>
            </a:pPr>
            <a:r>
              <a:rPr kumimoji="1" lang="en-US" altLang="zh-CN" sz="3600" b="1" dirty="0" smtClean="0">
                <a:solidFill>
                  <a:schemeClr val="tx2"/>
                </a:solidFill>
                <a:latin typeface="Times New Roman" panose="02020603050405020304" pitchFamily="18" charset="0"/>
                <a:ea typeface="微软雅黑" panose="020B0503020204020204" pitchFamily="34" charset="-122"/>
              </a:rPr>
              <a:t>4-3 戴维南定理和诺顿定理</a:t>
            </a:r>
            <a:endParaRPr kumimoji="1" lang="en-US" altLang="zh-CN" sz="3600" b="1" dirty="0" smtClean="0">
              <a:solidFill>
                <a:schemeClr val="tx2"/>
              </a:solidFill>
              <a:latin typeface="Times New Roman" panose="02020603050405020304" pitchFamily="18" charset="0"/>
              <a:ea typeface="微软雅黑" panose="020B0503020204020204" pitchFamily="34" charset="-122"/>
            </a:endParaRPr>
          </a:p>
        </p:txBody>
      </p:sp>
      <p:sp>
        <p:nvSpPr>
          <p:cNvPr id="43011" name="Text Box 3"/>
          <p:cNvSpPr txBox="1"/>
          <p:nvPr/>
        </p:nvSpPr>
        <p:spPr>
          <a:xfrm>
            <a:off x="539750" y="1715135"/>
            <a:ext cx="8135938" cy="3449955"/>
          </a:xfrm>
          <a:prstGeom prst="rect">
            <a:avLst/>
          </a:prstGeom>
          <a:noFill/>
          <a:ln w="9525">
            <a:noFill/>
          </a:ln>
        </p:spPr>
        <p:txBody>
          <a:bodyPr>
            <a:spAutoFit/>
          </a:bodyPr>
          <a:p>
            <a:pPr indent="571500" algn="just">
              <a:lnSpc>
                <a:spcPct val="130000"/>
              </a:lnSpc>
              <a:spcBef>
                <a:spcPct val="50000"/>
              </a:spcBef>
            </a:pPr>
            <a:r>
              <a:rPr kumimoji="1" lang="zh-CN" altLang="en-US" sz="2800" dirty="0" smtClean="0">
                <a:latin typeface="华文楷体" panose="02010600040101010101" pitchFamily="2" charset="-122"/>
                <a:ea typeface="华文楷体" panose="02010600040101010101" pitchFamily="2" charset="-122"/>
              </a:rPr>
              <a:t>工程实际中，常常碰到只需研究某一支路的电压、电流或功率的问题。对所研究的支路来说，电路的其余部分就成为一个含源二端网络，可等效变换为较简单的含源支路(电压源与电阻串联或电流源与电阻并联支路), 使分析和计算简化。戴维南定理和诺顿定理正是给出了等效含源支路及其计算方法。</a:t>
            </a:r>
            <a:endParaRPr kumimoji="1" lang="zh-CN" altLang="en-US" sz="2800" dirty="0" smtClean="0">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stCondLst>
                                    <p:cond delay="0"/>
                                  </p:stCondLst>
                                  <p:childTnLst>
                                    <p:set>
                                      <p:cBhvr>
                                        <p:cTn id="6" dur="1" fill="hold">
                                          <p:stCondLst>
                                            <p:cond delay="0"/>
                                          </p:stCondLst>
                                        </p:cTn>
                                        <p:tgtEl>
                                          <p:spTgt spid="43010"/>
                                        </p:tgtEl>
                                        <p:attrNameLst>
                                          <p:attrName>style.visibility</p:attrName>
                                        </p:attrNameLst>
                                      </p:cBhvr>
                                      <p:to>
                                        <p:strVal val="visible"/>
                                      </p:to>
                                    </p:set>
                                    <p:anim calcmode="lin" valueType="num">
                                      <p:cBhvr additive="base">
                                        <p:cTn id="7" dur="500" fill="hold"/>
                                        <p:tgtEl>
                                          <p:spTgt spid="43010"/>
                                        </p:tgtEl>
                                        <p:attrNameLst>
                                          <p:attrName>ppt_x</p:attrName>
                                        </p:attrNameLst>
                                      </p:cBhvr>
                                      <p:tavLst>
                                        <p:tav tm="0">
                                          <p:val>
                                            <p:strVal val="0-#ppt_w/2"/>
                                          </p:val>
                                        </p:tav>
                                        <p:tav tm="100000">
                                          <p:val>
                                            <p:strVal val="#ppt_x"/>
                                          </p:val>
                                        </p:tav>
                                      </p:tavLst>
                                    </p:anim>
                                    <p:anim calcmode="lin" valueType="num">
                                      <p:cBhvr additive="base">
                                        <p:cTn id="8" dur="500" fill="hold"/>
                                        <p:tgtEl>
                                          <p:spTgt spid="43010"/>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iterate type="lt">
                                    <p:tmPct val="100000"/>
                                  </p:iterate>
                                  <p:childTnLst>
                                    <p:set>
                                      <p:cBhvr>
                                        <p:cTn id="12" dur="1" fill="hold">
                                          <p:stCondLst>
                                            <p:cond delay="0"/>
                                          </p:stCondLst>
                                        </p:cTn>
                                        <p:tgtEl>
                                          <p:spTgt spid="43011"/>
                                        </p:tgtEl>
                                        <p:attrNameLst>
                                          <p:attrName>style.visibility</p:attrName>
                                        </p:attrNameLst>
                                      </p:cBhvr>
                                      <p:to>
                                        <p:strVal val="visible"/>
                                      </p:to>
                                    </p:set>
                                    <p:animEffect transition="in" filter="blinds(horizontal)">
                                      <p:cBhvr>
                                        <p:cTn id="13" dur="100"/>
                                        <p:tgtEl>
                                          <p:spTgt spid="430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0" grpId="0" bldLvl="0" animBg="1"/>
      <p:bldP spid="4301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4-3 戴维南定理和诺顿定理</a:t>
            </a:r>
            <a:endParaRPr lang="zh-CN" altLang="en-US"/>
          </a:p>
        </p:txBody>
      </p:sp>
      <p:sp>
        <p:nvSpPr>
          <p:cNvPr id="41986" name="Text Box 2"/>
          <p:cNvSpPr txBox="1"/>
          <p:nvPr/>
        </p:nvSpPr>
        <p:spPr>
          <a:xfrm>
            <a:off x="395288" y="829310"/>
            <a:ext cx="3671887" cy="583565"/>
          </a:xfrm>
          <a:prstGeom prst="rect">
            <a:avLst/>
          </a:prstGeom>
          <a:noFill/>
          <a:ln w="9525">
            <a:noFill/>
          </a:ln>
        </p:spPr>
        <p:txBody>
          <a:bodyPr>
            <a:spAutoFit/>
          </a:bodyPr>
          <a:p>
            <a:pPr>
              <a:spcBef>
                <a:spcPct val="50000"/>
              </a:spcBef>
            </a:pPr>
            <a:r>
              <a:rPr kumimoji="1" lang="zh-CN" altLang="en-US" sz="3200" b="1" dirty="0" smtClean="0">
                <a:solidFill>
                  <a:schemeClr val="accent2">
                    <a:lumMod val="75000"/>
                  </a:schemeClr>
                </a:solidFill>
                <a:latin typeface="Times New Roman" panose="02020603050405020304" pitchFamily="18" charset="0"/>
                <a:ea typeface="华文中宋" panose="02010600040101010101" pitchFamily="2" charset="-122"/>
              </a:rPr>
              <a:t>1. 戴维南定理</a:t>
            </a:r>
            <a:endParaRPr kumimoji="1" lang="zh-CN" altLang="en-US" sz="3200" b="1" dirty="0" smtClean="0">
              <a:solidFill>
                <a:schemeClr val="accent2">
                  <a:lumMod val="75000"/>
                </a:schemeClr>
              </a:solidFill>
              <a:latin typeface="Times New Roman" panose="02020603050405020304" pitchFamily="18" charset="0"/>
              <a:ea typeface="华文中宋" panose="02010600040101010101" pitchFamily="2" charset="-122"/>
            </a:endParaRPr>
          </a:p>
        </p:txBody>
      </p:sp>
      <p:sp>
        <p:nvSpPr>
          <p:cNvPr id="41987" name="Text Box 3"/>
          <p:cNvSpPr txBox="1"/>
          <p:nvPr/>
        </p:nvSpPr>
        <p:spPr>
          <a:xfrm>
            <a:off x="468313" y="1410970"/>
            <a:ext cx="7921625" cy="2675255"/>
          </a:xfrm>
          <a:prstGeom prst="rect">
            <a:avLst/>
          </a:prstGeom>
          <a:noFill/>
          <a:ln w="9525">
            <a:noFill/>
          </a:ln>
        </p:spPr>
        <p:txBody>
          <a:bodyPr>
            <a:spAutoFit/>
          </a:bodyPr>
          <a:p>
            <a:pPr indent="571500" algn="just">
              <a:lnSpc>
                <a:spcPct val="120000"/>
              </a:lnSpc>
            </a:pPr>
            <a:r>
              <a:rPr kumimoji="1" lang="zh-CN" altLang="en-US" sz="2800" dirty="0" smtClean="0">
                <a:solidFill>
                  <a:schemeClr val="tx1"/>
                </a:solidFill>
                <a:latin typeface="华文楷体" panose="02010600040101010101" pitchFamily="2" charset="-122"/>
                <a:ea typeface="华文楷体" panose="02010600040101010101" pitchFamily="2" charset="-122"/>
              </a:rPr>
              <a:t>任何一个线性含源一端口网络，对外电路来说，总可以用一个电压源和电阻的串联组合来等效置换；此电压源的电压等于外电路断开时端口处的开路电压</a:t>
            </a:r>
            <a:r>
              <a:rPr lang="en-US" altLang="zh-CN" b="0" i="1" dirty="0">
                <a:solidFill>
                  <a:schemeClr val="tx1"/>
                </a:solidFill>
                <a:latin typeface="Times New Roman" panose="02020603050405020304" pitchFamily="18" charset="0"/>
              </a:rPr>
              <a:t>u</a:t>
            </a:r>
            <a:r>
              <a:rPr lang="en-US" altLang="zh-CN" b="0" baseline="-25000" dirty="0">
                <a:solidFill>
                  <a:schemeClr val="tx1"/>
                </a:solidFill>
                <a:latin typeface="Times New Roman" panose="02020603050405020304" pitchFamily="18" charset="0"/>
              </a:rPr>
              <a:t>oc</a:t>
            </a:r>
            <a:r>
              <a:rPr kumimoji="1" lang="zh-CN" altLang="en-US" sz="2800" dirty="0" smtClean="0">
                <a:solidFill>
                  <a:schemeClr val="tx1"/>
                </a:solidFill>
                <a:latin typeface="华文楷体" panose="02010600040101010101" pitchFamily="2" charset="-122"/>
                <a:ea typeface="华文楷体" panose="02010600040101010101" pitchFamily="2" charset="-122"/>
              </a:rPr>
              <a:t>，而电阻等于一端口的输入电阻（或等效电阻）</a:t>
            </a:r>
            <a:r>
              <a:rPr lang="en-US" altLang="zh-CN" b="0" i="1" dirty="0">
                <a:solidFill>
                  <a:schemeClr val="tx1"/>
                </a:solidFill>
                <a:latin typeface="Times New Roman" panose="02020603050405020304" pitchFamily="18" charset="0"/>
              </a:rPr>
              <a:t>R</a:t>
            </a:r>
            <a:r>
              <a:rPr lang="en-US" altLang="zh-CN" b="0" baseline="-25000" dirty="0">
                <a:solidFill>
                  <a:schemeClr val="tx1"/>
                </a:solidFill>
                <a:latin typeface="Times New Roman" panose="02020603050405020304" pitchFamily="18" charset="0"/>
              </a:rPr>
              <a:t>eq</a:t>
            </a:r>
            <a:r>
              <a:rPr kumimoji="1" lang="zh-CN" altLang="en-US" sz="2800" dirty="0" smtClean="0">
                <a:solidFill>
                  <a:schemeClr val="tx1"/>
                </a:solidFill>
                <a:latin typeface="华文楷体" panose="02010600040101010101" pitchFamily="2" charset="-122"/>
                <a:ea typeface="华文楷体" panose="02010600040101010101" pitchFamily="2" charset="-122"/>
              </a:rPr>
              <a:t>。</a:t>
            </a:r>
            <a:endParaRPr lang="zh-CN" altLang="en-US" dirty="0">
              <a:solidFill>
                <a:schemeClr val="tx1"/>
              </a:solidFill>
              <a:latin typeface="楷体_GB2312" pitchFamily="49" charset="-122"/>
            </a:endParaRPr>
          </a:p>
        </p:txBody>
      </p:sp>
      <p:sp>
        <p:nvSpPr>
          <p:cNvPr id="41988" name="AutoShape 4"/>
          <p:cNvSpPr/>
          <p:nvPr/>
        </p:nvSpPr>
        <p:spPr>
          <a:xfrm>
            <a:off x="3708400" y="5055235"/>
            <a:ext cx="935038" cy="144463"/>
          </a:xfrm>
          <a:prstGeom prst="rightArrow">
            <a:avLst>
              <a:gd name="adj1" fmla="val 50000"/>
              <a:gd name="adj2" fmla="val 161812"/>
            </a:avLst>
          </a:prstGeom>
          <a:solidFill>
            <a:srgbClr val="00CCFF"/>
          </a:solidFill>
          <a:ln w="9525" cap="flat" cmpd="sng">
            <a:solidFill>
              <a:srgbClr val="00CC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grpSp>
        <p:nvGrpSpPr>
          <p:cNvPr id="3" name="组合 2"/>
          <p:cNvGrpSpPr/>
          <p:nvPr/>
        </p:nvGrpSpPr>
        <p:grpSpPr>
          <a:xfrm>
            <a:off x="925195" y="4224655"/>
            <a:ext cx="2447925" cy="1941830"/>
            <a:chOff x="1457" y="6247"/>
            <a:chExt cx="3855" cy="3058"/>
          </a:xfrm>
        </p:grpSpPr>
        <p:sp>
          <p:nvSpPr>
            <p:cNvPr id="71710" name="Freeform 10"/>
            <p:cNvSpPr/>
            <p:nvPr/>
          </p:nvSpPr>
          <p:spPr bwMode="auto">
            <a:xfrm>
              <a:off x="3157" y="6990"/>
              <a:ext cx="1358" cy="3"/>
            </a:xfrm>
            <a:custGeom>
              <a:avLst/>
              <a:gdLst>
                <a:gd name="txL" fmla="*/ 0 w 528"/>
                <a:gd name="txT" fmla="*/ 0 h 1"/>
                <a:gd name="txR" fmla="*/ 528 w 528"/>
                <a:gd name="txB" fmla="*/ 1 h 1"/>
              </a:gdLst>
              <a:ahLst/>
              <a:cxnLst>
                <a:cxn ang="0">
                  <a:pos x="0" y="1"/>
                </a:cxn>
                <a:cxn ang="0">
                  <a:pos x="543" y="0"/>
                </a:cxn>
              </a:cxnLst>
              <a:rect l="txL" t="txT" r="txR" b="txB"/>
              <a:pathLst>
                <a:path w="528" h="1">
                  <a:moveTo>
                    <a:pt x="0" y="1"/>
                  </a:moveTo>
                  <a:lnTo>
                    <a:pt x="528" y="0"/>
                  </a:lnTo>
                </a:path>
              </a:pathLst>
            </a:cu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71711" name="Freeform 11"/>
            <p:cNvSpPr/>
            <p:nvPr/>
          </p:nvSpPr>
          <p:spPr bwMode="auto">
            <a:xfrm>
              <a:off x="3167" y="8927"/>
              <a:ext cx="1325" cy="3"/>
            </a:xfrm>
            <a:custGeom>
              <a:avLst/>
              <a:gdLst>
                <a:gd name="txL" fmla="*/ 0 w 516"/>
                <a:gd name="txT" fmla="*/ 0 h 1"/>
                <a:gd name="txR" fmla="*/ 516 w 516"/>
                <a:gd name="txB" fmla="*/ 1 h 1"/>
              </a:gdLst>
              <a:ahLst/>
              <a:cxnLst>
                <a:cxn ang="0">
                  <a:pos x="0" y="0"/>
                </a:cxn>
                <a:cxn ang="0">
                  <a:pos x="530" y="0"/>
                </a:cxn>
              </a:cxnLst>
              <a:rect l="txL" t="txT" r="txR" b="txB"/>
              <a:pathLst>
                <a:path w="516" h="1">
                  <a:moveTo>
                    <a:pt x="0" y="0"/>
                  </a:moveTo>
                  <a:lnTo>
                    <a:pt x="516" y="0"/>
                  </a:lnTo>
                </a:path>
              </a:pathLst>
            </a:cu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71712" name="Line 12"/>
            <p:cNvSpPr/>
            <p:nvPr/>
          </p:nvSpPr>
          <p:spPr>
            <a:xfrm>
              <a:off x="3497" y="6997"/>
              <a:ext cx="863"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71713" name="Oval 13"/>
            <p:cNvSpPr/>
            <p:nvPr/>
          </p:nvSpPr>
          <p:spPr bwMode="auto">
            <a:xfrm>
              <a:off x="4509" y="6892"/>
              <a:ext cx="173" cy="190"/>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p>
              <a:endParaRPr lang="zh-CN" altLang="en-US" dirty="0">
                <a:solidFill>
                  <a:schemeClr val="tx1"/>
                </a:solidFill>
                <a:latin typeface="Arial" panose="020B0604020202020204" pitchFamily="34" charset="0"/>
              </a:endParaRPr>
            </a:p>
          </p:txBody>
        </p:sp>
        <p:sp>
          <p:nvSpPr>
            <p:cNvPr id="71714" name="Oval 14"/>
            <p:cNvSpPr/>
            <p:nvPr/>
          </p:nvSpPr>
          <p:spPr bwMode="auto">
            <a:xfrm>
              <a:off x="4509" y="8837"/>
              <a:ext cx="173" cy="190"/>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p>
              <a:endParaRPr lang="zh-CN" altLang="en-US" dirty="0">
                <a:solidFill>
                  <a:schemeClr val="tx1"/>
                </a:solidFill>
                <a:latin typeface="Arial" panose="020B0604020202020204" pitchFamily="34" charset="0"/>
              </a:endParaRPr>
            </a:p>
          </p:txBody>
        </p:sp>
        <p:sp>
          <p:nvSpPr>
            <p:cNvPr id="71715" name="Text Box 15"/>
            <p:cNvSpPr txBox="1"/>
            <p:nvPr/>
          </p:nvSpPr>
          <p:spPr>
            <a:xfrm>
              <a:off x="4744" y="6485"/>
              <a:ext cx="538" cy="818"/>
            </a:xfrm>
            <a:prstGeom prst="rect">
              <a:avLst/>
            </a:prstGeom>
            <a:noFill/>
            <a:ln w="9525">
              <a:noFill/>
            </a:ln>
          </p:spPr>
          <p:txBody>
            <a:bodyPr wrap="none" anchor="ctr" anchorCtr="0">
              <a:spAutoFit/>
            </a:bodyPr>
            <a:p>
              <a:pPr algn="ct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1716" name="Text Box 16"/>
            <p:cNvSpPr txBox="1"/>
            <p:nvPr/>
          </p:nvSpPr>
          <p:spPr>
            <a:xfrm>
              <a:off x="4742" y="8487"/>
              <a:ext cx="570" cy="818"/>
            </a:xfrm>
            <a:prstGeom prst="rect">
              <a:avLst/>
            </a:prstGeom>
            <a:noFill/>
            <a:ln w="9525">
              <a:noFill/>
            </a:ln>
          </p:spPr>
          <p:txBody>
            <a:bodyPr wrap="none" anchor="ctr" anchorCtr="0">
              <a:spAutoFit/>
            </a:bodyPr>
            <a:p>
              <a:pPr algn="ct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1717" name="Text Box 17"/>
            <p:cNvSpPr txBox="1"/>
            <p:nvPr/>
          </p:nvSpPr>
          <p:spPr>
            <a:xfrm>
              <a:off x="3612" y="6247"/>
              <a:ext cx="445" cy="818"/>
            </a:xfrm>
            <a:prstGeom prst="rect">
              <a:avLst/>
            </a:prstGeom>
            <a:noFill/>
            <a:ln w="9525">
              <a:noFill/>
            </a:ln>
          </p:spPr>
          <p:txBody>
            <a:bodyPr wrap="none" anchor="ctr" anchorCtr="0">
              <a:spAutoFit/>
            </a:bodyPr>
            <a:p>
              <a:pPr algn="ct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71718" name="Text Box 21"/>
            <p:cNvSpPr txBox="1"/>
            <p:nvPr/>
          </p:nvSpPr>
          <p:spPr>
            <a:xfrm>
              <a:off x="4057" y="7687"/>
              <a:ext cx="570" cy="818"/>
            </a:xfrm>
            <a:prstGeom prst="rect">
              <a:avLst/>
            </a:prstGeom>
            <a:noFill/>
            <a:ln w="9525">
              <a:noFill/>
            </a:ln>
          </p:spPr>
          <p:txBody>
            <a:bodyPr wrap="none" anchor="ctr" anchorCtr="0">
              <a:spAutoFit/>
            </a:bodyPr>
            <a:p>
              <a:pPr algn="ctr" eaLnBrk="0" hangingPunct="0"/>
              <a:r>
                <a:rPr lang="en-US" altLang="zh-CN" b="0" i="1" dirty="0">
                  <a:solidFill>
                    <a:schemeClr val="tx1"/>
                  </a:solidFill>
                  <a:latin typeface="Times New Roman" panose="02020603050405020304" pitchFamily="18" charset="0"/>
                  <a:ea typeface="宋体" panose="02010600030101010101" pitchFamily="2" charset="-122"/>
                  <a:sym typeface="Symbol" panose="05050102010706020507" pitchFamily="18" charset="2"/>
                </a:rPr>
                <a:t>u</a:t>
              </a:r>
              <a:endParaRPr lang="en-US" altLang="zh-CN" b="0" i="1"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1719" name="Text Box 55"/>
            <p:cNvSpPr txBox="1"/>
            <p:nvPr/>
          </p:nvSpPr>
          <p:spPr>
            <a:xfrm>
              <a:off x="4177" y="6993"/>
              <a:ext cx="605" cy="818"/>
            </a:xfrm>
            <a:prstGeom prst="rect">
              <a:avLst/>
            </a:prstGeom>
            <a:noFill/>
            <a:ln w="9525">
              <a:noFill/>
            </a:ln>
          </p:spPr>
          <p:txBody>
            <a:bodyPr wrap="none" anchor="ctr" anchorCtr="0">
              <a:spAutoFit/>
            </a:bodyPr>
            <a:p>
              <a:pPr algn="ct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1720" name="Text Box 57"/>
            <p:cNvSpPr txBox="1"/>
            <p:nvPr/>
          </p:nvSpPr>
          <p:spPr>
            <a:xfrm>
              <a:off x="4190" y="8155"/>
              <a:ext cx="570" cy="818"/>
            </a:xfrm>
            <a:prstGeom prst="rect">
              <a:avLst/>
            </a:prstGeom>
            <a:noFill/>
            <a:ln w="9525">
              <a:noFill/>
            </a:ln>
          </p:spPr>
          <p:txBody>
            <a:bodyPr wrap="none" anchor="ctr" anchorCtr="0">
              <a:spAutoFit/>
            </a:bodyPr>
            <a:p>
              <a:pPr algn="ctr">
                <a:spcBef>
                  <a:spcPct val="50000"/>
                </a:spcBef>
              </a:pPr>
              <a:r>
                <a:rPr lang="en-US" altLang="zh-CN" b="0" dirty="0">
                  <a:solidFill>
                    <a:schemeClr val="tx1"/>
                  </a:solidFill>
                  <a:latin typeface="宋体" panose="02010600030101010101" pitchFamily="2" charset="-122"/>
                  <a:ea typeface="宋体" panose="02010600030101010101" pitchFamily="2" charset="-122"/>
                </a:rPr>
                <a:t>-</a:t>
              </a:r>
              <a:endParaRPr lang="en-US" altLang="zh-CN" b="0" dirty="0">
                <a:solidFill>
                  <a:schemeClr val="tx1"/>
                </a:solidFill>
                <a:latin typeface="宋体" panose="02010600030101010101" pitchFamily="2" charset="-122"/>
                <a:ea typeface="宋体" panose="02010600030101010101" pitchFamily="2" charset="-122"/>
              </a:endParaRPr>
            </a:p>
          </p:txBody>
        </p:sp>
        <p:sp>
          <p:nvSpPr>
            <p:cNvPr id="41992" name="Rectangle 8"/>
            <p:cNvSpPr>
              <a:spLocks noChangeArrowheads="1"/>
            </p:cNvSpPr>
            <p:nvPr/>
          </p:nvSpPr>
          <p:spPr bwMode="auto">
            <a:xfrm>
              <a:off x="1457" y="6680"/>
              <a:ext cx="1700" cy="2575"/>
            </a:xfrm>
            <a:prstGeom prst="rect">
              <a:avLst/>
            </a:prstGeom>
            <a:solidFill>
              <a:schemeClr val="tx2">
                <a:lumMod val="20000"/>
                <a:lumOff val="80000"/>
              </a:schemeClr>
            </a:solidFill>
            <a:ln w="28575">
              <a:noFill/>
              <a:miter lim="800000"/>
            </a:ln>
            <a:effectLst/>
          </p:spPr>
          <p:txBody>
            <a:bodyPr wrap="none" anchor="ctr"/>
            <a:p>
              <a:pPr algn="ctr">
                <a:buNone/>
              </a:pPr>
              <a:r>
                <a:rPr lang="en-US" altLang="zh-CN" sz="4400" b="0" dirty="0">
                  <a:solidFill>
                    <a:schemeClr val="tx1"/>
                  </a:solidFill>
                  <a:latin typeface="Times New Roman" panose="02020603050405020304" pitchFamily="18" charset="0"/>
                  <a:ea typeface="仿宋_GB2312" pitchFamily="49" charset="-122"/>
                </a:rPr>
                <a:t>A</a:t>
              </a:r>
              <a:endParaRPr lang="en-US" altLang="zh-CN" sz="4400" b="0" dirty="0">
                <a:solidFill>
                  <a:schemeClr val="tx1"/>
                </a:solidFill>
                <a:latin typeface="Times New Roman" panose="02020603050405020304" pitchFamily="18" charset="0"/>
                <a:ea typeface="仿宋_GB2312" pitchFamily="49" charset="-122"/>
              </a:endParaRPr>
            </a:p>
          </p:txBody>
        </p:sp>
      </p:grpSp>
      <p:grpSp>
        <p:nvGrpSpPr>
          <p:cNvPr id="4" name="组合 3"/>
          <p:cNvGrpSpPr/>
          <p:nvPr/>
        </p:nvGrpSpPr>
        <p:grpSpPr>
          <a:xfrm>
            <a:off x="4822190" y="3886200"/>
            <a:ext cx="2945130" cy="2597785"/>
            <a:chOff x="7540" y="5532"/>
            <a:chExt cx="4638" cy="4091"/>
          </a:xfrm>
        </p:grpSpPr>
        <p:sp>
          <p:nvSpPr>
            <p:cNvPr id="71692" name="Line 66"/>
            <p:cNvSpPr/>
            <p:nvPr/>
          </p:nvSpPr>
          <p:spPr bwMode="auto">
            <a:xfrm>
              <a:off x="9015" y="6195"/>
              <a:ext cx="1815"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71694" name="Line 62"/>
            <p:cNvSpPr/>
            <p:nvPr/>
          </p:nvSpPr>
          <p:spPr>
            <a:xfrm>
              <a:off x="9468" y="6195"/>
              <a:ext cx="1123"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71695" name="Text Box 63"/>
            <p:cNvSpPr txBox="1"/>
            <p:nvPr/>
          </p:nvSpPr>
          <p:spPr>
            <a:xfrm>
              <a:off x="9583" y="5532"/>
              <a:ext cx="640" cy="820"/>
            </a:xfrm>
            <a:prstGeom prst="rect">
              <a:avLst/>
            </a:prstGeom>
            <a:noFill/>
            <a:ln w="9525">
              <a:noFill/>
            </a:ln>
          </p:spPr>
          <p:txBody>
            <a:bodyPr anchor="ctr" anchorCtr="0">
              <a:spAutoFit/>
            </a:bodyPr>
            <a:p>
              <a:pPr algn="ct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71696" name="Line 64"/>
            <p:cNvSpPr/>
            <p:nvPr/>
          </p:nvSpPr>
          <p:spPr bwMode="auto">
            <a:xfrm>
              <a:off x="9015" y="9258"/>
              <a:ext cx="1815"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71697" name="Line 65"/>
            <p:cNvSpPr/>
            <p:nvPr/>
          </p:nvSpPr>
          <p:spPr bwMode="auto">
            <a:xfrm>
              <a:off x="9015" y="6195"/>
              <a:ext cx="0" cy="3063"/>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71698" name="Text Box 67"/>
            <p:cNvSpPr txBox="1"/>
            <p:nvPr/>
          </p:nvSpPr>
          <p:spPr>
            <a:xfrm>
              <a:off x="11055" y="5628"/>
              <a:ext cx="1123"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1699" name="Text Box 68"/>
            <p:cNvSpPr txBox="1"/>
            <p:nvPr/>
          </p:nvSpPr>
          <p:spPr>
            <a:xfrm>
              <a:off x="11055" y="8803"/>
              <a:ext cx="803" cy="820"/>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1700" name="Text Box 69"/>
            <p:cNvSpPr txBox="1"/>
            <p:nvPr/>
          </p:nvSpPr>
          <p:spPr>
            <a:xfrm>
              <a:off x="7880" y="6423"/>
              <a:ext cx="1123"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R</a:t>
              </a:r>
              <a:r>
                <a:rPr lang="en-US" altLang="zh-CN" b="0" baseline="-25000" dirty="0">
                  <a:solidFill>
                    <a:schemeClr val="tx1"/>
                  </a:solidFill>
                  <a:latin typeface="Times New Roman" panose="02020603050405020304" pitchFamily="18" charset="0"/>
                  <a:ea typeface="宋体" panose="02010600030101010101" pitchFamily="2" charset="-122"/>
                </a:rPr>
                <a:t>eq</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71701" name="Text Box 70"/>
            <p:cNvSpPr txBox="1"/>
            <p:nvPr/>
          </p:nvSpPr>
          <p:spPr>
            <a:xfrm>
              <a:off x="7540" y="8010"/>
              <a:ext cx="1443" cy="815"/>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baseline="-25000" dirty="0">
                  <a:solidFill>
                    <a:schemeClr val="tx1"/>
                  </a:solidFill>
                  <a:latin typeface="Times New Roman" panose="02020603050405020304" pitchFamily="18" charset="0"/>
                  <a:ea typeface="宋体" panose="02010600030101010101" pitchFamily="2" charset="-122"/>
                </a:rPr>
                <a:t>oc</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71702" name="Text Box 71"/>
            <p:cNvSpPr txBox="1"/>
            <p:nvPr/>
          </p:nvSpPr>
          <p:spPr>
            <a:xfrm>
              <a:off x="8335" y="7215"/>
              <a:ext cx="758" cy="818"/>
            </a:xfrm>
            <a:prstGeom prst="rect">
              <a:avLst/>
            </a:prstGeom>
            <a:noFill/>
            <a:ln w="9525">
              <a:noFill/>
            </a:ln>
          </p:spPr>
          <p:txBody>
            <a:bodyPr anchor="ctr" anchorCtr="0">
              <a:spAutoFit/>
            </a:bodyPr>
            <a:p>
              <a:pPr algn="ct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1703" name="Text Box 72"/>
            <p:cNvSpPr txBox="1"/>
            <p:nvPr/>
          </p:nvSpPr>
          <p:spPr>
            <a:xfrm>
              <a:off x="8335" y="8690"/>
              <a:ext cx="570" cy="820"/>
            </a:xfrm>
            <a:prstGeom prst="rect">
              <a:avLst/>
            </a:prstGeom>
            <a:noFill/>
            <a:ln w="9525">
              <a:noFill/>
            </a:ln>
          </p:spPr>
          <p:txBody>
            <a:bodyPr wrap="none" anchor="ctr" anchorCtr="0">
              <a:spAutoFit/>
            </a:bodyPr>
            <a:p>
              <a:pPr algn="ctr">
                <a:spcBef>
                  <a:spcPct val="50000"/>
                </a:spcBef>
              </a:pPr>
              <a:r>
                <a:rPr lang="en-US" altLang="zh-CN" b="0" dirty="0">
                  <a:solidFill>
                    <a:schemeClr val="tx1"/>
                  </a:solidFill>
                  <a:latin typeface="宋体" panose="02010600030101010101" pitchFamily="2" charset="-122"/>
                  <a:ea typeface="宋体" panose="02010600030101010101" pitchFamily="2" charset="-122"/>
                </a:rPr>
                <a:t>-</a:t>
              </a:r>
              <a:endParaRPr lang="en-US" altLang="zh-CN" b="0" dirty="0">
                <a:solidFill>
                  <a:schemeClr val="tx1"/>
                </a:solidFill>
                <a:latin typeface="宋体" panose="02010600030101010101" pitchFamily="2" charset="-122"/>
                <a:ea typeface="宋体" panose="02010600030101010101" pitchFamily="2" charset="-122"/>
              </a:endParaRPr>
            </a:p>
          </p:txBody>
        </p:sp>
        <p:sp>
          <p:nvSpPr>
            <p:cNvPr id="71704" name="Text Box 73"/>
            <p:cNvSpPr txBox="1"/>
            <p:nvPr/>
          </p:nvSpPr>
          <p:spPr>
            <a:xfrm>
              <a:off x="10715" y="7215"/>
              <a:ext cx="570" cy="818"/>
            </a:xfrm>
            <a:prstGeom prst="rect">
              <a:avLst/>
            </a:prstGeom>
            <a:noFill/>
            <a:ln w="9525">
              <a:noFill/>
            </a:ln>
          </p:spPr>
          <p:txBody>
            <a:bodyPr wrap="none" anchor="ctr" anchorCtr="0">
              <a:spAutoFit/>
            </a:bodyPr>
            <a:p>
              <a:pPr algn="ctr" eaLnBrk="0" hangingPunct="0"/>
              <a:r>
                <a:rPr lang="en-US" altLang="zh-CN" b="0" i="1" dirty="0">
                  <a:solidFill>
                    <a:schemeClr val="tx1"/>
                  </a:solidFill>
                  <a:latin typeface="Times New Roman" panose="02020603050405020304" pitchFamily="18" charset="0"/>
                  <a:ea typeface="宋体" panose="02010600030101010101" pitchFamily="2" charset="-122"/>
                  <a:sym typeface="Symbol" panose="05050102010706020507" pitchFamily="18" charset="2"/>
                </a:rPr>
                <a:t>u</a:t>
              </a:r>
              <a:endParaRPr lang="en-US" altLang="zh-CN" b="0" i="1"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1705" name="Text Box 74"/>
            <p:cNvSpPr txBox="1"/>
            <p:nvPr/>
          </p:nvSpPr>
          <p:spPr>
            <a:xfrm>
              <a:off x="10715" y="6308"/>
              <a:ext cx="605" cy="818"/>
            </a:xfrm>
            <a:prstGeom prst="rect">
              <a:avLst/>
            </a:prstGeom>
            <a:noFill/>
            <a:ln w="9525">
              <a:noFill/>
            </a:ln>
          </p:spPr>
          <p:txBody>
            <a:bodyPr wrap="none" anchor="ctr" anchorCtr="0">
              <a:spAutoFit/>
            </a:bodyPr>
            <a:p>
              <a:pPr algn="ct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1706" name="Text Box 75"/>
            <p:cNvSpPr txBox="1"/>
            <p:nvPr/>
          </p:nvSpPr>
          <p:spPr>
            <a:xfrm>
              <a:off x="10603" y="8350"/>
              <a:ext cx="570" cy="818"/>
            </a:xfrm>
            <a:prstGeom prst="rect">
              <a:avLst/>
            </a:prstGeom>
            <a:noFill/>
            <a:ln w="9525">
              <a:noFill/>
            </a:ln>
          </p:spPr>
          <p:txBody>
            <a:bodyPr wrap="none" anchor="ctr" anchorCtr="0">
              <a:spAutoFit/>
            </a:bodyPr>
            <a:p>
              <a:pPr algn="ctr">
                <a:spcBef>
                  <a:spcPct val="50000"/>
                </a:spcBef>
              </a:pPr>
              <a:r>
                <a:rPr lang="en-US" altLang="zh-CN" b="0" dirty="0">
                  <a:solidFill>
                    <a:schemeClr val="tx1"/>
                  </a:solidFill>
                  <a:latin typeface="宋体" panose="02010600030101010101" pitchFamily="2" charset="-122"/>
                  <a:ea typeface="宋体" panose="02010600030101010101" pitchFamily="2" charset="-122"/>
                </a:rPr>
                <a:t>-</a:t>
              </a:r>
              <a:endParaRPr lang="en-US" altLang="zh-CN" b="0" dirty="0">
                <a:solidFill>
                  <a:schemeClr val="tx1"/>
                </a:solidFill>
                <a:latin typeface="宋体" panose="02010600030101010101" pitchFamily="2" charset="-122"/>
                <a:ea typeface="宋体" panose="02010600030101010101" pitchFamily="2" charset="-122"/>
              </a:endParaRPr>
            </a:p>
          </p:txBody>
        </p:sp>
        <p:sp>
          <p:nvSpPr>
            <p:cNvPr id="71707" name="Rectangle 76"/>
            <p:cNvSpPr/>
            <p:nvPr/>
          </p:nvSpPr>
          <p:spPr bwMode="auto">
            <a:xfrm>
              <a:off x="8866" y="6423"/>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71708" name="Oval 77"/>
            <p:cNvSpPr/>
            <p:nvPr/>
          </p:nvSpPr>
          <p:spPr bwMode="auto">
            <a:xfrm>
              <a:off x="10828" y="9143"/>
              <a:ext cx="228" cy="228"/>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p>
              <a:endParaRPr lang="zh-CN" altLang="en-US" dirty="0">
                <a:solidFill>
                  <a:schemeClr val="tx1"/>
                </a:solidFill>
                <a:latin typeface="Arial" panose="020B0604020202020204" pitchFamily="34" charset="0"/>
              </a:endParaRPr>
            </a:p>
          </p:txBody>
        </p:sp>
        <p:sp>
          <p:nvSpPr>
            <p:cNvPr id="71709" name="Oval 78"/>
            <p:cNvSpPr/>
            <p:nvPr/>
          </p:nvSpPr>
          <p:spPr bwMode="auto">
            <a:xfrm>
              <a:off x="10828" y="6083"/>
              <a:ext cx="228" cy="228"/>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grpSp>
          <p:nvGrpSpPr>
            <p:cNvPr id="79" name="组合 78"/>
            <p:cNvGrpSpPr/>
            <p:nvPr/>
          </p:nvGrpSpPr>
          <p:grpSpPr>
            <a:xfrm>
              <a:off x="8594" y="8010"/>
              <a:ext cx="908" cy="908"/>
              <a:chOff x="505193" y="3720552"/>
              <a:chExt cx="432197" cy="432197"/>
            </a:xfrm>
            <a:solidFill>
              <a:schemeClr val="accent6">
                <a:lumMod val="40000"/>
                <a:lumOff val="60000"/>
              </a:schemeClr>
            </a:solidFill>
          </p:grpSpPr>
          <p:sp>
            <p:nvSpPr>
              <p:cNvPr id="80"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81" name="直接连接符 80"/>
              <p:cNvCxnSpPr>
                <a:stCxn id="80" idx="0"/>
                <a:endCxn id="80"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stCondLst>
                                    <p:cond delay="0"/>
                                  </p:stCondLst>
                                  <p:childTnLst>
                                    <p:set>
                                      <p:cBhvr>
                                        <p:cTn id="6" dur="1" fill="hold">
                                          <p:stCondLst>
                                            <p:cond delay="0"/>
                                          </p:stCondLst>
                                        </p:cTn>
                                        <p:tgtEl>
                                          <p:spTgt spid="41986"/>
                                        </p:tgtEl>
                                        <p:attrNameLst>
                                          <p:attrName>style.visibility</p:attrName>
                                        </p:attrNameLst>
                                      </p:cBhvr>
                                      <p:to>
                                        <p:strVal val="visible"/>
                                      </p:to>
                                    </p:set>
                                    <p:anim calcmode="lin" valueType="num">
                                      <p:cBhvr additive="base">
                                        <p:cTn id="7" dur="500" fill="hold"/>
                                        <p:tgtEl>
                                          <p:spTgt spid="41986"/>
                                        </p:tgtEl>
                                        <p:attrNameLst>
                                          <p:attrName>ppt_x</p:attrName>
                                        </p:attrNameLst>
                                      </p:cBhvr>
                                      <p:tavLst>
                                        <p:tav tm="0">
                                          <p:val>
                                            <p:strVal val="0-#ppt_w/2"/>
                                          </p:val>
                                        </p:tav>
                                        <p:tav tm="100000">
                                          <p:val>
                                            <p:strVal val="#ppt_x"/>
                                          </p:val>
                                        </p:tav>
                                      </p:tavLst>
                                    </p:anim>
                                    <p:anim calcmode="lin" valueType="num">
                                      <p:cBhvr additive="base">
                                        <p:cTn id="8" dur="500" fill="hold"/>
                                        <p:tgtEl>
                                          <p:spTgt spid="41986"/>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iterate type="lt">
                                    <p:tmPct val="100000"/>
                                  </p:iterate>
                                  <p:childTnLst>
                                    <p:set>
                                      <p:cBhvr>
                                        <p:cTn id="12" dur="1" fill="hold">
                                          <p:stCondLst>
                                            <p:cond delay="0"/>
                                          </p:stCondLst>
                                        </p:cTn>
                                        <p:tgtEl>
                                          <p:spTgt spid="41987"/>
                                        </p:tgtEl>
                                        <p:attrNameLst>
                                          <p:attrName>style.visibility</p:attrName>
                                        </p:attrNameLst>
                                      </p:cBhvr>
                                      <p:to>
                                        <p:strVal val="visible"/>
                                      </p:to>
                                    </p:set>
                                    <p:animEffect transition="in" filter="box(out)">
                                      <p:cBhvr>
                                        <p:cTn id="13" dur="100"/>
                                        <p:tgtEl>
                                          <p:spTgt spid="41987"/>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blinds(horizontal)">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8" fill="hold" grpId="0" nodeType="clickEffect">
                                  <p:stCondLst>
                                    <p:cond delay="0"/>
                                  </p:stCondLst>
                                  <p:childTnLst>
                                    <p:set>
                                      <p:cBhvr>
                                        <p:cTn id="22" dur="1" fill="hold">
                                          <p:stCondLst>
                                            <p:cond delay="0"/>
                                          </p:stCondLst>
                                        </p:cTn>
                                        <p:tgtEl>
                                          <p:spTgt spid="41988"/>
                                        </p:tgtEl>
                                        <p:attrNameLst>
                                          <p:attrName>style.visibility</p:attrName>
                                        </p:attrNameLst>
                                      </p:cBhvr>
                                      <p:to>
                                        <p:strVal val="visible"/>
                                      </p:to>
                                    </p:set>
                                    <p:animEffect transition="in" filter="slide(fromLeft)">
                                      <p:cBhvr>
                                        <p:cTn id="23" dur="500"/>
                                        <p:tgtEl>
                                          <p:spTgt spid="41988"/>
                                        </p:tgtEl>
                                      </p:cBhvr>
                                    </p:animEffect>
                                  </p:childTnLst>
                                </p:cTn>
                              </p:par>
                            </p:childTnLst>
                          </p:cTn>
                        </p:par>
                        <p:par>
                          <p:cTn id="24" fill="hold">
                            <p:stCondLst>
                              <p:cond delay="500"/>
                            </p:stCondLst>
                            <p:childTnLst>
                              <p:par>
                                <p:cTn id="25" presetID="3" presetClass="entr" presetSubtype="10" fill="hold" nodeType="after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blinds(horizontal)">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6" grpId="0"/>
      <p:bldP spid="41987" grpId="0"/>
      <p:bldP spid="41988" grpId="0" bldLvl="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4-3 戴维南定理和诺顿定理</a:t>
            </a:r>
            <a:endParaRPr lang="zh-CN" altLang="en-US"/>
          </a:p>
        </p:txBody>
      </p:sp>
      <p:sp>
        <p:nvSpPr>
          <p:cNvPr id="81995" name="AutoShape 75"/>
          <p:cNvSpPr/>
          <p:nvPr/>
        </p:nvSpPr>
        <p:spPr>
          <a:xfrm rot="5400000">
            <a:off x="1465263" y="3382645"/>
            <a:ext cx="595312" cy="142875"/>
          </a:xfrm>
          <a:prstGeom prst="rightArrow">
            <a:avLst>
              <a:gd name="adj1" fmla="val 50000"/>
              <a:gd name="adj2" fmla="val 104166"/>
            </a:avLst>
          </a:prstGeom>
          <a:solidFill>
            <a:srgbClr val="00CCFF"/>
          </a:solidFill>
          <a:ln w="9525" cap="flat" cmpd="sng">
            <a:solidFill>
              <a:srgbClr val="00CC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82157" name="AutoShape 237"/>
          <p:cNvSpPr/>
          <p:nvPr/>
        </p:nvSpPr>
        <p:spPr>
          <a:xfrm>
            <a:off x="4776788" y="4968558"/>
            <a:ext cx="595312" cy="142875"/>
          </a:xfrm>
          <a:prstGeom prst="rightArrow">
            <a:avLst>
              <a:gd name="adj1" fmla="val 50000"/>
              <a:gd name="adj2" fmla="val 104166"/>
            </a:avLst>
          </a:prstGeom>
          <a:solidFill>
            <a:srgbClr val="00CCFF"/>
          </a:solidFill>
          <a:ln w="9525" cap="flat" cmpd="sng">
            <a:solidFill>
              <a:srgbClr val="00CC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82158" name="Text Box 238"/>
          <p:cNvSpPr txBox="1"/>
          <p:nvPr/>
        </p:nvSpPr>
        <p:spPr>
          <a:xfrm>
            <a:off x="4932363" y="1501458"/>
            <a:ext cx="3276600" cy="521970"/>
          </a:xfrm>
          <a:prstGeom prst="rect">
            <a:avLst/>
          </a:prstGeom>
          <a:no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应用电源等效变换</a:t>
            </a:r>
            <a:endParaRPr kumimoji="1" lang="zh-CN" altLang="en-US" sz="2800" dirty="0" smtClean="0">
              <a:latin typeface="华文楷体" panose="02010600040101010101" pitchFamily="2" charset="-122"/>
              <a:ea typeface="华文楷体" panose="02010600040101010101" pitchFamily="2" charset="-122"/>
            </a:endParaRPr>
          </a:p>
        </p:txBody>
      </p:sp>
      <p:sp>
        <p:nvSpPr>
          <p:cNvPr id="9" name="Text Box 22"/>
          <p:cNvSpPr txBox="1">
            <a:spLocks noChangeArrowheads="1"/>
          </p:cNvSpPr>
          <p:nvPr/>
        </p:nvSpPr>
        <p:spPr bwMode="auto">
          <a:xfrm>
            <a:off x="155484" y="925983"/>
            <a:ext cx="648000" cy="576000"/>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例</a:t>
            </a:r>
            <a:endParaRPr kumimoji="1" lang="zh-CN" altLang="en-US" sz="3200" dirty="0">
              <a:solidFill>
                <a:schemeClr val="bg1"/>
              </a:solidFill>
              <a:latin typeface="华文新魏" panose="02010800040101010101" pitchFamily="2" charset="-122"/>
              <a:ea typeface="华文新魏" panose="02010800040101010101" pitchFamily="2" charset="-122"/>
            </a:endParaRPr>
          </a:p>
        </p:txBody>
      </p:sp>
      <p:grpSp>
        <p:nvGrpSpPr>
          <p:cNvPr id="16" name="组合 15"/>
          <p:cNvGrpSpPr/>
          <p:nvPr/>
        </p:nvGrpSpPr>
        <p:grpSpPr>
          <a:xfrm>
            <a:off x="1199515" y="709295"/>
            <a:ext cx="3444240" cy="2464435"/>
            <a:chOff x="1889" y="1117"/>
            <a:chExt cx="5424" cy="3881"/>
          </a:xfrm>
        </p:grpSpPr>
        <p:sp>
          <p:nvSpPr>
            <p:cNvPr id="72767" name="Text Box 182"/>
            <p:cNvSpPr txBox="1"/>
            <p:nvPr/>
          </p:nvSpPr>
          <p:spPr>
            <a:xfrm>
              <a:off x="6405" y="1117"/>
              <a:ext cx="72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grpSp>
          <p:nvGrpSpPr>
            <p:cNvPr id="4" name="组合 3"/>
            <p:cNvGrpSpPr/>
            <p:nvPr/>
          </p:nvGrpSpPr>
          <p:grpSpPr>
            <a:xfrm>
              <a:off x="1889" y="1460"/>
              <a:ext cx="5424" cy="3538"/>
              <a:chOff x="1889" y="1208"/>
              <a:chExt cx="5424" cy="3538"/>
            </a:xfrm>
          </p:grpSpPr>
          <p:sp>
            <p:nvSpPr>
              <p:cNvPr id="72759" name="Text Box 174"/>
              <p:cNvSpPr txBox="1"/>
              <p:nvPr/>
            </p:nvSpPr>
            <p:spPr>
              <a:xfrm>
                <a:off x="2438" y="1658"/>
                <a:ext cx="137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10</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2760" name="Text Box 175"/>
              <p:cNvSpPr txBox="1"/>
              <p:nvPr/>
            </p:nvSpPr>
            <p:spPr>
              <a:xfrm>
                <a:off x="4480" y="1770"/>
                <a:ext cx="129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10</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2761" name="Text Box 176"/>
              <p:cNvSpPr txBox="1"/>
              <p:nvPr/>
            </p:nvSpPr>
            <p:spPr>
              <a:xfrm>
                <a:off x="2343" y="2225"/>
                <a:ext cx="48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2762" name="Text Box 177"/>
              <p:cNvSpPr txBox="1"/>
              <p:nvPr/>
            </p:nvSpPr>
            <p:spPr>
              <a:xfrm>
                <a:off x="2343" y="3545"/>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2763" name="Text Box 178"/>
              <p:cNvSpPr txBox="1"/>
              <p:nvPr/>
            </p:nvSpPr>
            <p:spPr>
              <a:xfrm>
                <a:off x="2703" y="2945"/>
                <a:ext cx="1323"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20V</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2764" name="Text Box 179"/>
              <p:cNvSpPr txBox="1"/>
              <p:nvPr/>
            </p:nvSpPr>
            <p:spPr>
              <a:xfrm>
                <a:off x="6178" y="1433"/>
                <a:ext cx="48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2765" name="Text Box 180"/>
              <p:cNvSpPr txBox="1"/>
              <p:nvPr/>
            </p:nvSpPr>
            <p:spPr>
              <a:xfrm>
                <a:off x="6065" y="3360"/>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2766" name="Text Box 181"/>
              <p:cNvSpPr txBox="1"/>
              <p:nvPr/>
            </p:nvSpPr>
            <p:spPr>
              <a:xfrm>
                <a:off x="6065" y="2340"/>
                <a:ext cx="1248"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baseline="-25000" dirty="0">
                    <a:solidFill>
                      <a:schemeClr val="tx1"/>
                    </a:solidFill>
                    <a:latin typeface="Times New Roman" panose="02020603050405020304" pitchFamily="18" charset="0"/>
                    <a:ea typeface="宋体" panose="02010600030101010101" pitchFamily="2" charset="-122"/>
                  </a:rPr>
                  <a:t>oc</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72768" name="Text Box 183"/>
              <p:cNvSpPr txBox="1"/>
              <p:nvPr/>
            </p:nvSpPr>
            <p:spPr>
              <a:xfrm>
                <a:off x="6518" y="3928"/>
                <a:ext cx="48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2769" name="Line 184"/>
              <p:cNvSpPr/>
              <p:nvPr/>
            </p:nvSpPr>
            <p:spPr bwMode="auto">
              <a:xfrm>
                <a:off x="2323" y="4383"/>
                <a:ext cx="3970"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72770" name="Line 185"/>
              <p:cNvSpPr/>
              <p:nvPr/>
            </p:nvSpPr>
            <p:spPr bwMode="auto">
              <a:xfrm flipV="1">
                <a:off x="2325" y="1363"/>
                <a:ext cx="18" cy="3018"/>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72771" name="Text Box 186"/>
              <p:cNvSpPr txBox="1"/>
              <p:nvPr/>
            </p:nvSpPr>
            <p:spPr>
              <a:xfrm>
                <a:off x="4480" y="2453"/>
                <a:ext cx="48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2772" name="Text Box 187"/>
              <p:cNvSpPr txBox="1"/>
              <p:nvPr/>
            </p:nvSpPr>
            <p:spPr>
              <a:xfrm>
                <a:off x="4478" y="3700"/>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2773" name="Oval 188"/>
              <p:cNvSpPr/>
              <p:nvPr/>
            </p:nvSpPr>
            <p:spPr bwMode="auto">
              <a:xfrm>
                <a:off x="6293" y="4268"/>
                <a:ext cx="228" cy="228"/>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72774" name="Oval 189"/>
              <p:cNvSpPr/>
              <p:nvPr/>
            </p:nvSpPr>
            <p:spPr bwMode="auto">
              <a:xfrm>
                <a:off x="6178" y="1208"/>
                <a:ext cx="228" cy="228"/>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p>
                <a:endParaRPr lang="zh-CN" altLang="en-US" dirty="0">
                  <a:solidFill>
                    <a:schemeClr val="tx1"/>
                  </a:solidFill>
                  <a:latin typeface="Arial" panose="020B0604020202020204" pitchFamily="34" charset="0"/>
                </a:endParaRPr>
              </a:p>
            </p:txBody>
          </p:sp>
          <p:sp>
            <p:nvSpPr>
              <p:cNvPr id="72775" name="Line 190"/>
              <p:cNvSpPr/>
              <p:nvPr/>
            </p:nvSpPr>
            <p:spPr bwMode="auto">
              <a:xfrm>
                <a:off x="4365" y="1318"/>
                <a:ext cx="0" cy="3065"/>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72776" name="Line 191"/>
              <p:cNvSpPr/>
              <p:nvPr/>
            </p:nvSpPr>
            <p:spPr bwMode="auto">
              <a:xfrm>
                <a:off x="2325" y="1318"/>
                <a:ext cx="3853" cy="3"/>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72777" name="Text Box 192"/>
              <p:cNvSpPr txBox="1"/>
              <p:nvPr/>
            </p:nvSpPr>
            <p:spPr>
              <a:xfrm>
                <a:off x="4820" y="3018"/>
                <a:ext cx="1323"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10V</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2778" name="Rectangle 193"/>
              <p:cNvSpPr/>
              <p:nvPr/>
            </p:nvSpPr>
            <p:spPr bwMode="auto">
              <a:xfrm>
                <a:off x="4194" y="1773"/>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72779" name="Rectangle 194"/>
              <p:cNvSpPr/>
              <p:nvPr/>
            </p:nvSpPr>
            <p:spPr bwMode="auto">
              <a:xfrm>
                <a:off x="2168" y="1773"/>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grpSp>
            <p:nvGrpSpPr>
              <p:cNvPr id="79" name="组合 78"/>
              <p:cNvGrpSpPr/>
              <p:nvPr/>
            </p:nvGrpSpPr>
            <p:grpSpPr>
              <a:xfrm>
                <a:off x="3912" y="3018"/>
                <a:ext cx="908" cy="908"/>
                <a:chOff x="505193" y="3720552"/>
                <a:chExt cx="432197" cy="432197"/>
              </a:xfrm>
              <a:solidFill>
                <a:schemeClr val="accent6">
                  <a:lumMod val="40000"/>
                  <a:lumOff val="60000"/>
                </a:schemeClr>
              </a:solidFill>
            </p:grpSpPr>
            <p:sp>
              <p:nvSpPr>
                <p:cNvPr id="80"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81" name="直接连接符 80"/>
                <p:cNvCxnSpPr>
                  <a:stCxn id="80" idx="0"/>
                  <a:endCxn id="80"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组合 2"/>
              <p:cNvGrpSpPr/>
              <p:nvPr/>
            </p:nvGrpSpPr>
            <p:grpSpPr>
              <a:xfrm>
                <a:off x="1889" y="2867"/>
                <a:ext cx="908" cy="908"/>
                <a:chOff x="505193" y="3720552"/>
                <a:chExt cx="432197" cy="432197"/>
              </a:xfrm>
              <a:solidFill>
                <a:schemeClr val="accent6">
                  <a:lumMod val="40000"/>
                  <a:lumOff val="60000"/>
                </a:schemeClr>
              </a:solidFill>
            </p:grpSpPr>
            <p:sp>
              <p:nvSpPr>
                <p:cNvPr id="6"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7" name="直接连接符 6"/>
                <p:cNvCxnSpPr>
                  <a:stCxn id="6" idx="0"/>
                  <a:endCxn id="6"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5" name="组合 4"/>
          <p:cNvGrpSpPr/>
          <p:nvPr/>
        </p:nvGrpSpPr>
        <p:grpSpPr>
          <a:xfrm>
            <a:off x="5574665" y="3733800"/>
            <a:ext cx="2944495" cy="2536825"/>
            <a:chOff x="8788" y="5628"/>
            <a:chExt cx="4637" cy="3995"/>
          </a:xfrm>
        </p:grpSpPr>
        <p:sp>
          <p:nvSpPr>
            <p:cNvPr id="72718" name="Text Box 222"/>
            <p:cNvSpPr txBox="1"/>
            <p:nvPr/>
          </p:nvSpPr>
          <p:spPr>
            <a:xfrm>
              <a:off x="10035" y="6420"/>
              <a:ext cx="1587" cy="818"/>
            </a:xfrm>
            <a:prstGeom prst="rect">
              <a:avLst/>
            </a:prstGeom>
            <a:noFill/>
            <a:ln w="9525">
              <a:noFill/>
            </a:ln>
          </p:spPr>
          <p:txBody>
            <a:bodyPr anchor="ctr" anchorCtr="0">
              <a:spAutoFit/>
            </a:bodyPr>
            <a:p>
              <a:pPr algn="ctr">
                <a:spcBef>
                  <a:spcPct val="50000"/>
                </a:spcBef>
              </a:pPr>
              <a:r>
                <a:rPr lang="en-US" altLang="zh-CN" b="0" dirty="0">
                  <a:solidFill>
                    <a:schemeClr val="tx1"/>
                  </a:solidFill>
                  <a:latin typeface="Times New Roman" panose="02020603050405020304" pitchFamily="18" charset="0"/>
                  <a:ea typeface="宋体" panose="02010600030101010101" pitchFamily="2" charset="-122"/>
                </a:rPr>
                <a:t>5</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2719" name="Text Box 223"/>
            <p:cNvSpPr txBox="1"/>
            <p:nvPr/>
          </p:nvSpPr>
          <p:spPr>
            <a:xfrm>
              <a:off x="10603" y="8008"/>
              <a:ext cx="1270" cy="818"/>
            </a:xfrm>
            <a:prstGeom prst="rect">
              <a:avLst/>
            </a:prstGeom>
            <a:noFill/>
            <a:ln w="9525">
              <a:noFill/>
            </a:ln>
          </p:spPr>
          <p:txBody>
            <a:bodyPr anchor="ctr" anchorCtr="0">
              <a:spAutoFit/>
            </a:bodyPr>
            <a:p>
              <a:pPr algn="ctr">
                <a:spcBef>
                  <a:spcPct val="50000"/>
                </a:spcBef>
              </a:pPr>
              <a:r>
                <a:rPr lang="en-US" altLang="zh-CN" b="0" dirty="0">
                  <a:solidFill>
                    <a:schemeClr val="tx1"/>
                  </a:solidFill>
                  <a:latin typeface="Times New Roman" panose="02020603050405020304" pitchFamily="18" charset="0"/>
                  <a:ea typeface="宋体" panose="02010600030101010101" pitchFamily="2" charset="-122"/>
                </a:rPr>
                <a:t>15V</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72721" name="Line 225"/>
            <p:cNvSpPr/>
            <p:nvPr/>
          </p:nvSpPr>
          <p:spPr bwMode="auto">
            <a:xfrm>
              <a:off x="10263" y="9258"/>
              <a:ext cx="1815"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72722" name="Line 226"/>
            <p:cNvSpPr/>
            <p:nvPr/>
          </p:nvSpPr>
          <p:spPr bwMode="auto">
            <a:xfrm>
              <a:off x="10263" y="6195"/>
              <a:ext cx="0" cy="3063"/>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72723" name="Line 227"/>
            <p:cNvSpPr/>
            <p:nvPr/>
          </p:nvSpPr>
          <p:spPr bwMode="auto">
            <a:xfrm>
              <a:off x="10263" y="6195"/>
              <a:ext cx="1815"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72724" name="Text Box 228"/>
            <p:cNvSpPr txBox="1"/>
            <p:nvPr/>
          </p:nvSpPr>
          <p:spPr>
            <a:xfrm>
              <a:off x="12303" y="5628"/>
              <a:ext cx="1122"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2725" name="Text Box 229"/>
            <p:cNvSpPr txBox="1"/>
            <p:nvPr/>
          </p:nvSpPr>
          <p:spPr>
            <a:xfrm>
              <a:off x="12303" y="8803"/>
              <a:ext cx="802" cy="820"/>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2726" name="Text Box 230"/>
            <p:cNvSpPr txBox="1"/>
            <p:nvPr/>
          </p:nvSpPr>
          <p:spPr>
            <a:xfrm>
              <a:off x="9128" y="6423"/>
              <a:ext cx="1122"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R</a:t>
              </a:r>
              <a:r>
                <a:rPr lang="en-US" altLang="zh-CN" b="0" baseline="-25000" dirty="0">
                  <a:solidFill>
                    <a:schemeClr val="tx1"/>
                  </a:solidFill>
                  <a:latin typeface="Times New Roman" panose="02020603050405020304" pitchFamily="18" charset="0"/>
                  <a:ea typeface="宋体" panose="02010600030101010101" pitchFamily="2" charset="-122"/>
                </a:rPr>
                <a:t>eq</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72727" name="Text Box 231"/>
            <p:cNvSpPr txBox="1"/>
            <p:nvPr/>
          </p:nvSpPr>
          <p:spPr>
            <a:xfrm>
              <a:off x="8788" y="8010"/>
              <a:ext cx="1442" cy="815"/>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baseline="-25000" dirty="0">
                  <a:solidFill>
                    <a:schemeClr val="tx1"/>
                  </a:solidFill>
                  <a:latin typeface="Times New Roman" panose="02020603050405020304" pitchFamily="18" charset="0"/>
                  <a:ea typeface="宋体" panose="02010600030101010101" pitchFamily="2" charset="-122"/>
                </a:rPr>
                <a:t>oc</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72728" name="Text Box 232"/>
            <p:cNvSpPr txBox="1"/>
            <p:nvPr/>
          </p:nvSpPr>
          <p:spPr>
            <a:xfrm>
              <a:off x="9583" y="7215"/>
              <a:ext cx="757" cy="818"/>
            </a:xfrm>
            <a:prstGeom prst="rect">
              <a:avLst/>
            </a:prstGeom>
            <a:noFill/>
            <a:ln w="9525">
              <a:noFill/>
            </a:ln>
          </p:spPr>
          <p:txBody>
            <a:bodyPr anchor="ctr" anchorCtr="0">
              <a:spAutoFit/>
            </a:bodyPr>
            <a:p>
              <a:pPr algn="ct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2729" name="Text Box 233"/>
            <p:cNvSpPr txBox="1"/>
            <p:nvPr/>
          </p:nvSpPr>
          <p:spPr>
            <a:xfrm>
              <a:off x="9583" y="8690"/>
              <a:ext cx="570" cy="820"/>
            </a:xfrm>
            <a:prstGeom prst="rect">
              <a:avLst/>
            </a:prstGeom>
            <a:noFill/>
            <a:ln w="9525">
              <a:noFill/>
            </a:ln>
          </p:spPr>
          <p:txBody>
            <a:bodyPr wrap="none" anchor="ctr" anchorCtr="0">
              <a:spAutoFit/>
            </a:bodyPr>
            <a:p>
              <a:pPr algn="ctr">
                <a:spcBef>
                  <a:spcPct val="50000"/>
                </a:spcBef>
              </a:pPr>
              <a:r>
                <a:rPr lang="en-US" altLang="zh-CN" b="0" dirty="0">
                  <a:solidFill>
                    <a:schemeClr val="tx1"/>
                  </a:solidFill>
                  <a:latin typeface="宋体" panose="02010600030101010101" pitchFamily="2" charset="-122"/>
                  <a:ea typeface="宋体" panose="02010600030101010101" pitchFamily="2" charset="-122"/>
                </a:rPr>
                <a:t>-</a:t>
              </a:r>
              <a:endParaRPr lang="en-US" altLang="zh-CN" b="0" dirty="0">
                <a:solidFill>
                  <a:schemeClr val="tx1"/>
                </a:solidFill>
                <a:latin typeface="宋体" panose="02010600030101010101" pitchFamily="2" charset="-122"/>
                <a:ea typeface="宋体" panose="02010600030101010101" pitchFamily="2" charset="-122"/>
              </a:endParaRPr>
            </a:p>
          </p:txBody>
        </p:sp>
        <p:sp>
          <p:nvSpPr>
            <p:cNvPr id="72730" name="Rectangle 234"/>
            <p:cNvSpPr/>
            <p:nvPr/>
          </p:nvSpPr>
          <p:spPr bwMode="auto">
            <a:xfrm>
              <a:off x="10114" y="6423"/>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72731" name="Oval 235"/>
            <p:cNvSpPr/>
            <p:nvPr/>
          </p:nvSpPr>
          <p:spPr bwMode="auto">
            <a:xfrm>
              <a:off x="12075" y="9143"/>
              <a:ext cx="227" cy="228"/>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p>
              <a:endParaRPr lang="zh-CN" altLang="en-US" dirty="0">
                <a:solidFill>
                  <a:schemeClr val="tx1"/>
                </a:solidFill>
                <a:latin typeface="Arial" panose="020B0604020202020204" pitchFamily="34" charset="0"/>
              </a:endParaRPr>
            </a:p>
          </p:txBody>
        </p:sp>
        <p:sp>
          <p:nvSpPr>
            <p:cNvPr id="72732" name="Oval 236"/>
            <p:cNvSpPr/>
            <p:nvPr/>
          </p:nvSpPr>
          <p:spPr bwMode="auto">
            <a:xfrm>
              <a:off x="12075" y="6083"/>
              <a:ext cx="227" cy="228"/>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grpSp>
          <p:nvGrpSpPr>
            <p:cNvPr id="10" name="组合 9"/>
            <p:cNvGrpSpPr/>
            <p:nvPr/>
          </p:nvGrpSpPr>
          <p:grpSpPr>
            <a:xfrm>
              <a:off x="9808" y="7895"/>
              <a:ext cx="908" cy="908"/>
              <a:chOff x="505193" y="3720552"/>
              <a:chExt cx="432197" cy="432197"/>
            </a:xfrm>
            <a:solidFill>
              <a:schemeClr val="accent6">
                <a:lumMod val="40000"/>
                <a:lumOff val="60000"/>
              </a:schemeClr>
            </a:solidFill>
          </p:grpSpPr>
          <p:sp>
            <p:nvSpPr>
              <p:cNvPr id="11"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12" name="直接连接符 11"/>
              <p:cNvCxnSpPr>
                <a:stCxn id="11" idx="0"/>
                <a:endCxn id="11"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8" name="组合 7"/>
          <p:cNvGrpSpPr/>
          <p:nvPr/>
        </p:nvGrpSpPr>
        <p:grpSpPr>
          <a:xfrm>
            <a:off x="1086485" y="3733800"/>
            <a:ext cx="3555365" cy="2461895"/>
            <a:chOff x="1756" y="5628"/>
            <a:chExt cx="5599" cy="3877"/>
          </a:xfrm>
        </p:grpSpPr>
        <p:sp>
          <p:nvSpPr>
            <p:cNvPr id="72733" name="Text Box 197"/>
            <p:cNvSpPr txBox="1"/>
            <p:nvPr/>
          </p:nvSpPr>
          <p:spPr>
            <a:xfrm>
              <a:off x="3685" y="6420"/>
              <a:ext cx="1247"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1A</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2734" name="Text Box 198"/>
            <p:cNvSpPr txBox="1"/>
            <p:nvPr/>
          </p:nvSpPr>
          <p:spPr>
            <a:xfrm>
              <a:off x="5109" y="7100"/>
              <a:ext cx="1114" cy="725"/>
            </a:xfrm>
            <a:prstGeom prst="rect">
              <a:avLst/>
            </a:prstGeom>
            <a:noFill/>
            <a:ln w="9525">
              <a:noFill/>
            </a:ln>
          </p:spPr>
          <p:txBody>
            <a:bodyPr wrap="square">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5</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2735" name="Text Box 199"/>
            <p:cNvSpPr txBox="1"/>
            <p:nvPr/>
          </p:nvSpPr>
          <p:spPr>
            <a:xfrm>
              <a:off x="2210" y="6420"/>
              <a:ext cx="982"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2A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2736" name="Text Box 200"/>
            <p:cNvSpPr txBox="1"/>
            <p:nvPr/>
          </p:nvSpPr>
          <p:spPr>
            <a:xfrm>
              <a:off x="6180" y="6195"/>
              <a:ext cx="480"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2737" name="Text Box 201"/>
            <p:cNvSpPr txBox="1"/>
            <p:nvPr/>
          </p:nvSpPr>
          <p:spPr>
            <a:xfrm>
              <a:off x="6183" y="8120"/>
              <a:ext cx="600"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2738" name="Text Box 202"/>
            <p:cNvSpPr txBox="1"/>
            <p:nvPr/>
          </p:nvSpPr>
          <p:spPr>
            <a:xfrm>
              <a:off x="6068" y="7100"/>
              <a:ext cx="1247" cy="817"/>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baseline="-25000" dirty="0">
                  <a:solidFill>
                    <a:schemeClr val="tx1"/>
                  </a:solidFill>
                  <a:latin typeface="Times New Roman" panose="02020603050405020304" pitchFamily="18" charset="0"/>
                  <a:ea typeface="宋体" panose="02010600030101010101" pitchFamily="2" charset="-122"/>
                </a:rPr>
                <a:t>oc</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72739" name="Text Box 203"/>
            <p:cNvSpPr txBox="1"/>
            <p:nvPr/>
          </p:nvSpPr>
          <p:spPr>
            <a:xfrm>
              <a:off x="6635" y="5628"/>
              <a:ext cx="720"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2740" name="Text Box 204"/>
            <p:cNvSpPr txBox="1"/>
            <p:nvPr/>
          </p:nvSpPr>
          <p:spPr>
            <a:xfrm>
              <a:off x="6520" y="8688"/>
              <a:ext cx="480"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2741" name="Line 205"/>
            <p:cNvSpPr/>
            <p:nvPr/>
          </p:nvSpPr>
          <p:spPr bwMode="auto">
            <a:xfrm>
              <a:off x="2233" y="9028"/>
              <a:ext cx="4062"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72742" name="Line 206"/>
            <p:cNvSpPr/>
            <p:nvPr/>
          </p:nvSpPr>
          <p:spPr bwMode="auto">
            <a:xfrm flipV="1">
              <a:off x="2213" y="6125"/>
              <a:ext cx="20" cy="2905"/>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72743" name="Oval 207"/>
            <p:cNvSpPr/>
            <p:nvPr/>
          </p:nvSpPr>
          <p:spPr bwMode="auto">
            <a:xfrm>
              <a:off x="6295" y="8915"/>
              <a:ext cx="227" cy="227"/>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p>
              <a:pPr algn="ctr"/>
              <a:endParaRPr lang="zh-CN" altLang="zh-CN" b="0" dirty="0">
                <a:solidFill>
                  <a:schemeClr val="tx1"/>
                </a:solidFill>
                <a:latin typeface="Arial" panose="020B0604020202020204" pitchFamily="34" charset="0"/>
                <a:ea typeface="仿宋_GB2312" pitchFamily="49" charset="-122"/>
              </a:endParaRPr>
            </a:p>
          </p:txBody>
        </p:sp>
        <p:sp>
          <p:nvSpPr>
            <p:cNvPr id="72744" name="Oval 208"/>
            <p:cNvSpPr/>
            <p:nvPr/>
          </p:nvSpPr>
          <p:spPr bwMode="auto">
            <a:xfrm>
              <a:off x="6408" y="5968"/>
              <a:ext cx="227" cy="227"/>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ctr">
                <a:buClrTx/>
                <a:buSzTx/>
                <a:buFontTx/>
              </a:pPr>
              <a:endParaRPr lang="zh-CN" altLang="zh-CN" dirty="0">
                <a:latin typeface="Arial" panose="020B0604020202020204" pitchFamily="34" charset="0"/>
                <a:ea typeface="仿宋_GB2312" pitchFamily="49" charset="-122"/>
                <a:sym typeface="+mn-ea"/>
              </a:endParaRPr>
            </a:p>
          </p:txBody>
        </p:sp>
        <p:sp>
          <p:nvSpPr>
            <p:cNvPr id="72745" name="Line 209"/>
            <p:cNvSpPr/>
            <p:nvPr/>
          </p:nvSpPr>
          <p:spPr bwMode="auto">
            <a:xfrm>
              <a:off x="4935" y="6080"/>
              <a:ext cx="0" cy="2947"/>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72746" name="Line 210"/>
            <p:cNvSpPr/>
            <p:nvPr/>
          </p:nvSpPr>
          <p:spPr bwMode="auto">
            <a:xfrm>
              <a:off x="2215" y="6080"/>
              <a:ext cx="4192"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72747" name="Line 211"/>
            <p:cNvSpPr/>
            <p:nvPr/>
          </p:nvSpPr>
          <p:spPr bwMode="auto">
            <a:xfrm>
              <a:off x="3688" y="6080"/>
              <a:ext cx="0" cy="2947"/>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72748" name="Line 212"/>
            <p:cNvSpPr/>
            <p:nvPr/>
          </p:nvSpPr>
          <p:spPr>
            <a:xfrm flipV="1">
              <a:off x="2210" y="6420"/>
              <a:ext cx="0" cy="907"/>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72749" name="Line 213"/>
            <p:cNvSpPr/>
            <p:nvPr/>
          </p:nvSpPr>
          <p:spPr>
            <a:xfrm flipV="1">
              <a:off x="3685" y="6420"/>
              <a:ext cx="0" cy="907"/>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72752" name="Rectangle 220"/>
            <p:cNvSpPr/>
            <p:nvPr/>
          </p:nvSpPr>
          <p:spPr bwMode="auto">
            <a:xfrm>
              <a:off x="4792" y="7215"/>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grpSp>
          <p:nvGrpSpPr>
            <p:cNvPr id="73" name="组合 72"/>
            <p:cNvGrpSpPr/>
            <p:nvPr/>
          </p:nvGrpSpPr>
          <p:grpSpPr>
            <a:xfrm>
              <a:off x="3234" y="7125"/>
              <a:ext cx="908" cy="908"/>
              <a:chOff x="5907581" y="4495572"/>
              <a:chExt cx="576263" cy="576263"/>
            </a:xfrm>
          </p:grpSpPr>
          <p:sp>
            <p:nvSpPr>
              <p:cNvPr id="74"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75" name="直接连接符 74"/>
              <p:cNvCxnSpPr>
                <a:stCxn id="74" idx="4"/>
                <a:endCxn id="74"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nvGrpSpPr>
          <p:grpSpPr>
            <a:xfrm>
              <a:off x="1756" y="7125"/>
              <a:ext cx="908" cy="908"/>
              <a:chOff x="5907581" y="4495572"/>
              <a:chExt cx="576263" cy="576263"/>
            </a:xfrm>
          </p:grpSpPr>
          <p:sp>
            <p:nvSpPr>
              <p:cNvPr id="14"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15" name="直接连接符 14"/>
              <p:cNvCxnSpPr>
                <a:stCxn id="14" idx="4"/>
                <a:endCxn id="14"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fltVal val="0"/>
                                          </p:val>
                                        </p:tav>
                                        <p:tav tm="100000">
                                          <p:val>
                                            <p:strVal val="#ppt_w"/>
                                          </p:val>
                                        </p:tav>
                                      </p:tavLst>
                                    </p:anim>
                                    <p:anim calcmode="lin" valueType="num">
                                      <p:cBhvr>
                                        <p:cTn id="8" dur="1000" fill="hold"/>
                                        <p:tgtEl>
                                          <p:spTgt spid="9"/>
                                        </p:tgtEl>
                                        <p:attrNameLst>
                                          <p:attrName>ppt_h</p:attrName>
                                        </p:attrNameLst>
                                      </p:cBhvr>
                                      <p:tavLst>
                                        <p:tav tm="0">
                                          <p:val>
                                            <p:fltVal val="0"/>
                                          </p:val>
                                        </p:tav>
                                        <p:tav tm="100000">
                                          <p:val>
                                            <p:strVal val="#ppt_h"/>
                                          </p:val>
                                        </p:tav>
                                      </p:tavLst>
                                    </p:anim>
                                    <p:anim calcmode="lin" valueType="num">
                                      <p:cBhvr>
                                        <p:cTn id="9" dur="1000" fill="hold"/>
                                        <p:tgtEl>
                                          <p:spTgt spid="9"/>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9"/>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blinds(horizontal)">
                                      <p:cBhvr>
                                        <p:cTn id="14" dur="500"/>
                                        <p:tgtEl>
                                          <p:spTgt spid="16"/>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6" fill="hold" grpId="0" nodeType="clickEffect">
                                  <p:stCondLst>
                                    <p:cond delay="0"/>
                                  </p:stCondLst>
                                  <p:childTnLst>
                                    <p:set>
                                      <p:cBhvr>
                                        <p:cTn id="18" dur="1" fill="hold">
                                          <p:stCondLst>
                                            <p:cond delay="0"/>
                                          </p:stCondLst>
                                        </p:cTn>
                                        <p:tgtEl>
                                          <p:spTgt spid="82158"/>
                                        </p:tgtEl>
                                        <p:attrNameLst>
                                          <p:attrName>style.visibility</p:attrName>
                                        </p:attrNameLst>
                                      </p:cBhvr>
                                      <p:to>
                                        <p:strVal val="visible"/>
                                      </p:to>
                                    </p:set>
                                    <p:animEffect transition="in" filter="barn(inHorizontal)">
                                      <p:cBhvr>
                                        <p:cTn id="19" dur="500"/>
                                        <p:tgtEl>
                                          <p:spTgt spid="82158"/>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1" fill="hold" grpId="0" nodeType="clickEffect">
                                  <p:stCondLst>
                                    <p:cond delay="0"/>
                                  </p:stCondLst>
                                  <p:childTnLst>
                                    <p:set>
                                      <p:cBhvr>
                                        <p:cTn id="23" dur="1" fill="hold">
                                          <p:stCondLst>
                                            <p:cond delay="0"/>
                                          </p:stCondLst>
                                        </p:cTn>
                                        <p:tgtEl>
                                          <p:spTgt spid="81995"/>
                                        </p:tgtEl>
                                        <p:attrNameLst>
                                          <p:attrName>style.visibility</p:attrName>
                                        </p:attrNameLst>
                                      </p:cBhvr>
                                      <p:to>
                                        <p:strVal val="visible"/>
                                      </p:to>
                                    </p:set>
                                    <p:animEffect transition="in" filter="slide(fromTop)">
                                      <p:cBhvr>
                                        <p:cTn id="24" dur="500"/>
                                        <p:tgtEl>
                                          <p:spTgt spid="81995"/>
                                        </p:tgtEl>
                                      </p:cBhvr>
                                    </p:animEffect>
                                  </p:childTnLst>
                                </p:cTn>
                              </p:par>
                            </p:childTnLst>
                          </p:cTn>
                        </p:par>
                        <p:par>
                          <p:cTn id="25" fill="hold">
                            <p:stCondLst>
                              <p:cond delay="500"/>
                            </p:stCondLst>
                            <p:childTnLst>
                              <p:par>
                                <p:cTn id="26" presetID="3" presetClass="entr" presetSubtype="10" fill="hold" nodeType="after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blinds(horizontal)">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1" fill="hold" grpId="0" nodeType="clickEffect">
                                  <p:stCondLst>
                                    <p:cond delay="0"/>
                                  </p:stCondLst>
                                  <p:childTnLst>
                                    <p:set>
                                      <p:cBhvr>
                                        <p:cTn id="32" dur="1" fill="hold">
                                          <p:stCondLst>
                                            <p:cond delay="0"/>
                                          </p:stCondLst>
                                        </p:cTn>
                                        <p:tgtEl>
                                          <p:spTgt spid="82157"/>
                                        </p:tgtEl>
                                        <p:attrNameLst>
                                          <p:attrName>style.visibility</p:attrName>
                                        </p:attrNameLst>
                                      </p:cBhvr>
                                      <p:to>
                                        <p:strVal val="visible"/>
                                      </p:to>
                                    </p:set>
                                    <p:animEffect transition="in" filter="slide(fromTop)">
                                      <p:cBhvr>
                                        <p:cTn id="33" dur="500"/>
                                        <p:tgtEl>
                                          <p:spTgt spid="82157"/>
                                        </p:tgtEl>
                                      </p:cBhvr>
                                    </p:animEffect>
                                  </p:childTnLst>
                                </p:cTn>
                              </p:par>
                            </p:childTnLst>
                          </p:cTn>
                        </p:par>
                        <p:par>
                          <p:cTn id="34" fill="hold">
                            <p:stCondLst>
                              <p:cond delay="500"/>
                            </p:stCondLst>
                            <p:childTnLst>
                              <p:par>
                                <p:cTn id="35" presetID="3" presetClass="entr" presetSubtype="10" fill="hold" nodeType="after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blinds(horizontal)">
                                      <p:cBhvr>
                                        <p:cTn id="3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95" grpId="0" bldLvl="0" animBg="1"/>
      <p:bldP spid="82157" grpId="0" bldLvl="0" animBg="1"/>
      <p:bldP spid="82158" grpId="0"/>
      <p:bldP spid="9"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4-3 戴维南定理和诺顿定理</a:t>
            </a:r>
            <a:endParaRPr lang="zh-CN" altLang="en-US"/>
          </a:p>
        </p:txBody>
      </p:sp>
      <p:sp>
        <p:nvSpPr>
          <p:cNvPr id="114694" name="AutoShape 6"/>
          <p:cNvSpPr/>
          <p:nvPr/>
        </p:nvSpPr>
        <p:spPr>
          <a:xfrm rot="5400000">
            <a:off x="1789113" y="3308350"/>
            <a:ext cx="595312" cy="215900"/>
          </a:xfrm>
          <a:prstGeom prst="rightArrow">
            <a:avLst>
              <a:gd name="adj1" fmla="val 50000"/>
              <a:gd name="adj2" fmla="val 68933"/>
            </a:avLst>
          </a:prstGeom>
          <a:solidFill>
            <a:srgbClr val="00CCFF"/>
          </a:solidFill>
          <a:ln w="9525" cap="flat" cmpd="sng">
            <a:solidFill>
              <a:srgbClr val="00CC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14695" name="Text Box 7"/>
          <p:cNvSpPr txBox="1"/>
          <p:nvPr/>
        </p:nvSpPr>
        <p:spPr>
          <a:xfrm>
            <a:off x="4643438" y="1535113"/>
            <a:ext cx="3455987" cy="521970"/>
          </a:xfrm>
          <a:prstGeom prst="rect">
            <a:avLst/>
          </a:prstGeom>
          <a:noFill/>
          <a:ln w="9525">
            <a:noFill/>
          </a:ln>
        </p:spPr>
        <p:txBody>
          <a:bodyPr>
            <a:spAutoFit/>
          </a:bodyPr>
          <a:p>
            <a:pPr>
              <a:spcBef>
                <a:spcPct val="50000"/>
              </a:spcBef>
            </a:pP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(1)</a:t>
            </a:r>
            <a:r>
              <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800" dirty="0" smtClean="0">
                <a:latin typeface="华文楷体" panose="02010600040101010101" pitchFamily="2" charset="-122"/>
                <a:ea typeface="华文楷体" panose="02010600040101010101" pitchFamily="2" charset="-122"/>
              </a:rPr>
              <a:t>求开路电压</a:t>
            </a:r>
            <a:r>
              <a:rPr lang="en-US" altLang="zh-CN" b="0" i="1" dirty="0">
                <a:solidFill>
                  <a:schemeClr val="bg1"/>
                </a:solidFill>
                <a:latin typeface="Times New Roman" panose="02020603050405020304" pitchFamily="18" charset="0"/>
              </a:rPr>
              <a:t>U</a:t>
            </a:r>
            <a:r>
              <a:rPr lang="en-US" altLang="zh-CN" b="0" baseline="-25000" dirty="0">
                <a:solidFill>
                  <a:schemeClr val="bg1"/>
                </a:solidFill>
                <a:latin typeface="Times New Roman" panose="02020603050405020304" pitchFamily="18" charset="0"/>
              </a:rPr>
              <a:t>oc</a:t>
            </a:r>
            <a:endParaRPr lang="en-US" altLang="zh-CN" b="0" baseline="-25000" dirty="0">
              <a:solidFill>
                <a:schemeClr val="bg1"/>
              </a:solidFill>
              <a:latin typeface="Times New Roman" panose="02020603050405020304" pitchFamily="18" charset="0"/>
            </a:endParaRPr>
          </a:p>
        </p:txBody>
      </p:sp>
      <p:sp>
        <p:nvSpPr>
          <p:cNvPr id="114696" name="Text Box 8"/>
          <p:cNvSpPr txBox="1"/>
          <p:nvPr/>
        </p:nvSpPr>
        <p:spPr>
          <a:xfrm>
            <a:off x="4643438" y="3624263"/>
            <a:ext cx="3276600" cy="521970"/>
          </a:xfrm>
          <a:prstGeom prst="rect">
            <a:avLst/>
          </a:prstGeom>
          <a:noFill/>
          <a:ln w="9525">
            <a:noFill/>
          </a:ln>
        </p:spPr>
        <p:txBody>
          <a:bodyPr>
            <a:spAutoFit/>
          </a:bodyPr>
          <a:p>
            <a:pPr>
              <a:spcBef>
                <a:spcPct val="50000"/>
              </a:spcBef>
            </a:pP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(2)</a:t>
            </a:r>
            <a:r>
              <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800" dirty="0" smtClean="0">
                <a:latin typeface="华文楷体" panose="02010600040101010101" pitchFamily="2" charset="-122"/>
                <a:ea typeface="华文楷体" panose="02010600040101010101" pitchFamily="2" charset="-122"/>
              </a:rPr>
              <a:t>求输入电阻</a:t>
            </a:r>
            <a:r>
              <a:rPr lang="en-US" altLang="zh-CN" b="0" i="1" dirty="0">
                <a:solidFill>
                  <a:schemeClr val="bg1"/>
                </a:solidFill>
                <a:latin typeface="Times New Roman" panose="02020603050405020304" pitchFamily="18" charset="0"/>
                <a:ea typeface="宋体" panose="02010600030101010101" pitchFamily="2" charset="-122"/>
              </a:rPr>
              <a:t>R</a:t>
            </a:r>
            <a:r>
              <a:rPr lang="en-US" altLang="zh-CN" b="0" baseline="-25000" dirty="0">
                <a:solidFill>
                  <a:schemeClr val="bg1"/>
                </a:solidFill>
                <a:latin typeface="Times New Roman" panose="02020603050405020304" pitchFamily="18" charset="0"/>
                <a:ea typeface="宋体" panose="02010600030101010101" pitchFamily="2" charset="-122"/>
              </a:rPr>
              <a:t>eq</a:t>
            </a:r>
            <a:endParaRPr lang="en-US" altLang="zh-CN" b="0" baseline="-25000" dirty="0">
              <a:solidFill>
                <a:schemeClr val="bg1"/>
              </a:solidFill>
              <a:latin typeface="Times New Roman" panose="02020603050405020304" pitchFamily="18" charset="0"/>
              <a:ea typeface="宋体" panose="02010600030101010101" pitchFamily="2" charset="-122"/>
            </a:endParaRPr>
          </a:p>
        </p:txBody>
      </p:sp>
      <p:sp>
        <p:nvSpPr>
          <p:cNvPr id="114771" name="Text Box 83"/>
          <p:cNvSpPr txBox="1"/>
          <p:nvPr/>
        </p:nvSpPr>
        <p:spPr>
          <a:xfrm>
            <a:off x="4787900" y="958850"/>
            <a:ext cx="3673475" cy="521970"/>
          </a:xfrm>
          <a:prstGeom prst="rect">
            <a:avLst/>
          </a:prstGeom>
          <a:no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应用戴维南定理</a:t>
            </a:r>
            <a:endParaRPr kumimoji="1" lang="zh-CN" altLang="en-US" sz="2800" dirty="0" smtClean="0">
              <a:latin typeface="华文楷体" panose="02010600040101010101" pitchFamily="2" charset="-122"/>
              <a:ea typeface="华文楷体" panose="02010600040101010101" pitchFamily="2" charset="-122"/>
            </a:endParaRPr>
          </a:p>
        </p:txBody>
      </p:sp>
      <p:sp>
        <p:nvSpPr>
          <p:cNvPr id="114772" name="Text Box 84"/>
          <p:cNvSpPr txBox="1"/>
          <p:nvPr/>
        </p:nvSpPr>
        <p:spPr>
          <a:xfrm>
            <a:off x="3859530" y="5280025"/>
            <a:ext cx="4968875" cy="1124585"/>
          </a:xfrm>
          <a:prstGeom prst="rect">
            <a:avLst/>
          </a:prstGeom>
          <a:noFill/>
          <a:ln w="9525">
            <a:noFill/>
          </a:ln>
        </p:spPr>
        <p:txBody>
          <a:bodyPr>
            <a:spAutoFit/>
          </a:bodyPr>
          <a:p>
            <a:pPr>
              <a:lnSpc>
                <a:spcPct val="120000"/>
              </a:lnSpc>
              <a:spcBef>
                <a:spcPct val="50000"/>
              </a:spcBef>
            </a:pPr>
            <a:r>
              <a:rPr lang="en-US" altLang="zh-CN" dirty="0">
                <a:latin typeface="楷体_GB2312" pitchFamily="49" charset="-122"/>
              </a:rPr>
              <a:t>     </a:t>
            </a:r>
            <a:r>
              <a:rPr kumimoji="1" lang="zh-CN" altLang="en-US" sz="2800" dirty="0" smtClean="0">
                <a:latin typeface="华文楷体" panose="02010600040101010101" pitchFamily="2" charset="-122"/>
                <a:ea typeface="华文楷体" panose="02010600040101010101" pitchFamily="2" charset="-122"/>
              </a:rPr>
              <a:t> </a:t>
            </a:r>
            <a:r>
              <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rPr>
              <a:t>两种解法结果一致，戴维南定理更具普遍性。</a:t>
            </a:r>
            <a:endPar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9" name="Text Box 22"/>
          <p:cNvSpPr txBox="1">
            <a:spLocks noChangeArrowheads="1"/>
          </p:cNvSpPr>
          <p:nvPr/>
        </p:nvSpPr>
        <p:spPr bwMode="auto">
          <a:xfrm>
            <a:off x="155484" y="1103783"/>
            <a:ext cx="648000" cy="576000"/>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例</a:t>
            </a:r>
            <a:endParaRPr kumimoji="1" lang="zh-CN" altLang="en-US" sz="3200" dirty="0">
              <a:solidFill>
                <a:schemeClr val="bg1"/>
              </a:solidFill>
              <a:latin typeface="华文新魏" panose="02010800040101010101" pitchFamily="2" charset="-122"/>
              <a:ea typeface="华文新魏" panose="02010800040101010101" pitchFamily="2" charset="-122"/>
            </a:endParaRPr>
          </a:p>
        </p:txBody>
      </p:sp>
      <p:grpSp>
        <p:nvGrpSpPr>
          <p:cNvPr id="5" name="组合 4"/>
          <p:cNvGrpSpPr/>
          <p:nvPr/>
        </p:nvGrpSpPr>
        <p:grpSpPr>
          <a:xfrm>
            <a:off x="3247380" y="5345108"/>
            <a:ext cx="1469301" cy="596753"/>
            <a:chOff x="333345" y="3065118"/>
            <a:chExt cx="1469299" cy="596752"/>
          </a:xfrm>
        </p:grpSpPr>
        <p:sp>
          <p:nvSpPr>
            <p:cNvPr id="8" name="Text Box 47"/>
            <p:cNvSpPr txBox="1">
              <a:spLocks noChangeArrowheads="1"/>
            </p:cNvSpPr>
            <p:nvPr/>
          </p:nvSpPr>
          <p:spPr bwMode="auto">
            <a:xfrm>
              <a:off x="797242" y="3065118"/>
              <a:ext cx="1005402" cy="584774"/>
            </a:xfrm>
            <a:prstGeom prst="rect">
              <a:avLst/>
            </a:prstGeom>
            <a:noFill/>
            <a:ln w="9525">
              <a:noFill/>
              <a:miter lim="800000"/>
            </a:ln>
            <a:effectLst/>
          </p:spPr>
          <p:txBody>
            <a:bodyPr wrap="none">
              <a:spAutoFit/>
            </a:bodyPr>
            <a:p>
              <a:r>
                <a:rPr kumimoji="1" lang="zh-CN" altLang="en-US" sz="3200"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注意</a:t>
              </a:r>
              <a:endParaRPr kumimoji="1" lang="zh-CN" altLang="en-US" sz="3200"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p:txBody>
        </p:sp>
        <p:grpSp>
          <p:nvGrpSpPr>
            <p:cNvPr id="10" name="组合 15"/>
            <p:cNvGrpSpPr/>
            <p:nvPr/>
          </p:nvGrpSpPr>
          <p:grpSpPr>
            <a:xfrm>
              <a:off x="333345" y="3109916"/>
              <a:ext cx="655770" cy="551954"/>
              <a:chOff x="6691327" y="3681420"/>
              <a:chExt cx="655770" cy="551954"/>
            </a:xfrm>
          </p:grpSpPr>
          <p:sp>
            <p:nvSpPr>
              <p:cNvPr id="11" name="等腰三角形 10"/>
              <p:cNvSpPr/>
              <p:nvPr/>
            </p:nvSpPr>
            <p:spPr>
              <a:xfrm>
                <a:off x="6691327" y="3681420"/>
                <a:ext cx="576000" cy="504000"/>
              </a:xfrm>
              <a:prstGeom prst="triangle">
                <a:avLst/>
              </a:prstGeom>
              <a:solidFill>
                <a:schemeClr val="accent6">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3200"/>
              </a:p>
            </p:txBody>
          </p:sp>
          <p:sp>
            <p:nvSpPr>
              <p:cNvPr id="12" name="TextBox 91"/>
              <p:cNvSpPr txBox="1"/>
              <p:nvPr/>
            </p:nvSpPr>
            <p:spPr>
              <a:xfrm>
                <a:off x="6803359" y="3710155"/>
                <a:ext cx="543738" cy="523219"/>
              </a:xfrm>
              <a:prstGeom prst="rect">
                <a:avLst/>
              </a:prstGeom>
              <a:noFill/>
            </p:spPr>
            <p:txBody>
              <a:bodyPr wrap="none" rtlCol="0">
                <a:spAutoFit/>
              </a:bodyPr>
              <a:p>
                <a:pPr algn="ctr"/>
                <a:r>
                  <a:rPr lang="zh-CN" altLang="en-US" sz="2800" dirty="0">
                    <a:solidFill>
                      <a:schemeClr val="accent2">
                        <a:lumMod val="75000"/>
                      </a:schemeClr>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rPr>
                  <a:t>！</a:t>
                </a:r>
                <a:endParaRPr lang="zh-CN" altLang="en-US" sz="2800" dirty="0">
                  <a:solidFill>
                    <a:schemeClr val="accent2">
                      <a:lumMod val="75000"/>
                    </a:schemeClr>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endParaRPr>
              </a:p>
            </p:txBody>
          </p:sp>
        </p:grpSp>
      </p:grpSp>
      <p:graphicFrame>
        <p:nvGraphicFramePr>
          <p:cNvPr id="13" name="对象 12"/>
          <p:cNvGraphicFramePr/>
          <p:nvPr/>
        </p:nvGraphicFramePr>
        <p:xfrm>
          <a:off x="4643755" y="2113280"/>
          <a:ext cx="3816985" cy="720090"/>
        </p:xfrm>
        <a:graphic>
          <a:graphicData uri="http://schemas.openxmlformats.org/presentationml/2006/ole">
            <mc:AlternateContent xmlns:mc="http://schemas.openxmlformats.org/markup-compatibility/2006">
              <mc:Choice xmlns:v="urn:schemas-microsoft-com:vml" Requires="v">
                <p:oleObj spid="_x0000_s14" name="" r:id="rId1" imgW="1346200" imgH="393700" progId="Equation.KSEE3">
                  <p:embed/>
                </p:oleObj>
              </mc:Choice>
              <mc:Fallback>
                <p:oleObj name="" r:id="rId1" imgW="1346200" imgH="393700" progId="Equation.KSEE3">
                  <p:embed/>
                  <p:pic>
                    <p:nvPicPr>
                      <p:cNvPr id="0" name="图片 13"/>
                      <p:cNvPicPr/>
                      <p:nvPr/>
                    </p:nvPicPr>
                    <p:blipFill>
                      <a:blip r:embed="rId2"/>
                      <a:stretch>
                        <a:fillRect/>
                      </a:stretch>
                    </p:blipFill>
                    <p:spPr>
                      <a:xfrm>
                        <a:off x="4643755" y="2113280"/>
                        <a:ext cx="3816985" cy="720090"/>
                      </a:xfrm>
                      <a:prstGeom prst="rect">
                        <a:avLst/>
                      </a:prstGeom>
                    </p:spPr>
                  </p:pic>
                </p:oleObj>
              </mc:Fallback>
            </mc:AlternateContent>
          </a:graphicData>
        </a:graphic>
      </p:graphicFrame>
      <p:graphicFrame>
        <p:nvGraphicFramePr>
          <p:cNvPr id="15" name="对象 14"/>
          <p:cNvGraphicFramePr/>
          <p:nvPr/>
        </p:nvGraphicFramePr>
        <p:xfrm>
          <a:off x="4669155" y="2974340"/>
          <a:ext cx="4008755" cy="457835"/>
        </p:xfrm>
        <a:graphic>
          <a:graphicData uri="http://schemas.openxmlformats.org/presentationml/2006/ole">
            <mc:AlternateContent xmlns:mc="http://schemas.openxmlformats.org/markup-compatibility/2006">
              <mc:Choice xmlns:v="urn:schemas-microsoft-com:vml" Requires="v">
                <p:oleObj spid="_x0000_s16" name="" r:id="rId3" imgW="4234180" imgH="541020" progId="Equation.KSEE3">
                  <p:embed/>
                </p:oleObj>
              </mc:Choice>
              <mc:Fallback>
                <p:oleObj name="" r:id="rId3" imgW="4234180" imgH="541020" progId="Equation.KSEE3">
                  <p:embed/>
                  <p:pic>
                    <p:nvPicPr>
                      <p:cNvPr id="0" name="图片 15"/>
                      <p:cNvPicPr/>
                      <p:nvPr/>
                    </p:nvPicPr>
                    <p:blipFill>
                      <a:blip r:embed="rId4"/>
                      <a:stretch>
                        <a:fillRect/>
                      </a:stretch>
                    </p:blipFill>
                    <p:spPr>
                      <a:xfrm>
                        <a:off x="4669155" y="2974340"/>
                        <a:ext cx="4008755" cy="457835"/>
                      </a:xfrm>
                      <a:prstGeom prst="rect">
                        <a:avLst/>
                      </a:prstGeom>
                    </p:spPr>
                  </p:pic>
                </p:oleObj>
              </mc:Fallback>
            </mc:AlternateContent>
          </a:graphicData>
        </a:graphic>
      </p:graphicFrame>
      <p:graphicFrame>
        <p:nvGraphicFramePr>
          <p:cNvPr id="19" name="对象 18"/>
          <p:cNvGraphicFramePr/>
          <p:nvPr/>
        </p:nvGraphicFramePr>
        <p:xfrm>
          <a:off x="4669155" y="4284980"/>
          <a:ext cx="3712210" cy="816610"/>
        </p:xfrm>
        <a:graphic>
          <a:graphicData uri="http://schemas.openxmlformats.org/presentationml/2006/ole">
            <mc:AlternateContent xmlns:mc="http://schemas.openxmlformats.org/markup-compatibility/2006">
              <mc:Choice xmlns:v="urn:schemas-microsoft-com:vml" Requires="v">
                <p:oleObj spid="_x0000_s20" name="" r:id="rId5" imgW="1333500" imgH="393700" progId="Equation.KSEE3">
                  <p:embed/>
                </p:oleObj>
              </mc:Choice>
              <mc:Fallback>
                <p:oleObj name="" r:id="rId5" imgW="1333500" imgH="393700" progId="Equation.KSEE3">
                  <p:embed/>
                  <p:pic>
                    <p:nvPicPr>
                      <p:cNvPr id="0" name="图片 17"/>
                      <p:cNvPicPr/>
                      <p:nvPr/>
                    </p:nvPicPr>
                    <p:blipFill>
                      <a:blip r:embed="rId6"/>
                      <a:stretch>
                        <a:fillRect/>
                      </a:stretch>
                    </p:blipFill>
                    <p:spPr>
                      <a:xfrm>
                        <a:off x="4669155" y="4284980"/>
                        <a:ext cx="3712210" cy="816610"/>
                      </a:xfrm>
                      <a:prstGeom prst="rect">
                        <a:avLst/>
                      </a:prstGeom>
                    </p:spPr>
                  </p:pic>
                </p:oleObj>
              </mc:Fallback>
            </mc:AlternateContent>
          </a:graphicData>
        </a:graphic>
      </p:graphicFrame>
      <p:grpSp>
        <p:nvGrpSpPr>
          <p:cNvPr id="6" name="组合 5"/>
          <p:cNvGrpSpPr/>
          <p:nvPr/>
        </p:nvGrpSpPr>
        <p:grpSpPr>
          <a:xfrm>
            <a:off x="539750" y="3624580"/>
            <a:ext cx="2944495" cy="2536825"/>
            <a:chOff x="850" y="5288"/>
            <a:chExt cx="4637" cy="3995"/>
          </a:xfrm>
        </p:grpSpPr>
        <p:sp>
          <p:nvSpPr>
            <p:cNvPr id="15388" name="Text Box 74"/>
            <p:cNvSpPr txBox="1"/>
            <p:nvPr/>
          </p:nvSpPr>
          <p:spPr>
            <a:xfrm>
              <a:off x="4365" y="5288"/>
              <a:ext cx="1123"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5389" name="Text Box 75"/>
            <p:cNvSpPr txBox="1"/>
            <p:nvPr/>
          </p:nvSpPr>
          <p:spPr>
            <a:xfrm>
              <a:off x="4365" y="8463"/>
              <a:ext cx="803" cy="820"/>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grpSp>
          <p:nvGrpSpPr>
            <p:cNvPr id="3" name="组合 2"/>
            <p:cNvGrpSpPr/>
            <p:nvPr/>
          </p:nvGrpSpPr>
          <p:grpSpPr>
            <a:xfrm>
              <a:off x="850" y="5698"/>
              <a:ext cx="3516" cy="3427"/>
              <a:chOff x="850" y="5743"/>
              <a:chExt cx="3516" cy="3427"/>
            </a:xfrm>
          </p:grpSpPr>
          <p:sp>
            <p:nvSpPr>
              <p:cNvPr id="15382" name="Text Box 68"/>
              <p:cNvSpPr txBox="1"/>
              <p:nvPr/>
            </p:nvSpPr>
            <p:spPr>
              <a:xfrm>
                <a:off x="2098" y="6080"/>
                <a:ext cx="1588" cy="818"/>
              </a:xfrm>
              <a:prstGeom prst="rect">
                <a:avLst/>
              </a:prstGeom>
              <a:noFill/>
              <a:ln w="9525">
                <a:noFill/>
              </a:ln>
            </p:spPr>
            <p:txBody>
              <a:bodyPr anchor="ctr" anchorCtr="0">
                <a:spAutoFit/>
              </a:bodyPr>
              <a:p>
                <a:pPr algn="ctr">
                  <a:spcBef>
                    <a:spcPct val="50000"/>
                  </a:spcBef>
                </a:pPr>
                <a:r>
                  <a:rPr lang="en-US" altLang="zh-CN" b="0" dirty="0">
                    <a:solidFill>
                      <a:schemeClr val="tx1"/>
                    </a:solidFill>
                    <a:latin typeface="Times New Roman" panose="02020603050405020304" pitchFamily="18" charset="0"/>
                    <a:ea typeface="宋体" panose="02010600030101010101" pitchFamily="2" charset="-122"/>
                  </a:rPr>
                  <a:t>5</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5383" name="Text Box 69"/>
              <p:cNvSpPr txBox="1"/>
              <p:nvPr/>
            </p:nvSpPr>
            <p:spPr>
              <a:xfrm>
                <a:off x="2665" y="7668"/>
                <a:ext cx="1270" cy="818"/>
              </a:xfrm>
              <a:prstGeom prst="rect">
                <a:avLst/>
              </a:prstGeom>
              <a:noFill/>
              <a:ln w="9525">
                <a:noFill/>
              </a:ln>
            </p:spPr>
            <p:txBody>
              <a:bodyPr anchor="ctr" anchorCtr="0">
                <a:spAutoFit/>
              </a:bodyPr>
              <a:p>
                <a:pPr algn="ctr">
                  <a:spcBef>
                    <a:spcPct val="50000"/>
                  </a:spcBef>
                </a:pPr>
                <a:r>
                  <a:rPr lang="en-US" altLang="zh-CN" b="0" dirty="0">
                    <a:solidFill>
                      <a:schemeClr val="tx1"/>
                    </a:solidFill>
                    <a:latin typeface="Times New Roman" panose="02020603050405020304" pitchFamily="18" charset="0"/>
                    <a:ea typeface="宋体" panose="02010600030101010101" pitchFamily="2" charset="-122"/>
                  </a:rPr>
                  <a:t>15V</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15385" name="Line 71"/>
              <p:cNvSpPr/>
              <p:nvPr/>
            </p:nvSpPr>
            <p:spPr bwMode="auto">
              <a:xfrm>
                <a:off x="2325" y="8918"/>
                <a:ext cx="1815"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5386" name="Line 72"/>
              <p:cNvSpPr/>
              <p:nvPr/>
            </p:nvSpPr>
            <p:spPr bwMode="auto">
              <a:xfrm>
                <a:off x="2325" y="5855"/>
                <a:ext cx="0" cy="3063"/>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5387" name="Line 73"/>
              <p:cNvSpPr/>
              <p:nvPr/>
            </p:nvSpPr>
            <p:spPr bwMode="auto">
              <a:xfrm>
                <a:off x="2325" y="5855"/>
                <a:ext cx="1815"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5390" name="Text Box 76"/>
              <p:cNvSpPr txBox="1"/>
              <p:nvPr/>
            </p:nvSpPr>
            <p:spPr>
              <a:xfrm>
                <a:off x="1190" y="6083"/>
                <a:ext cx="1123"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R</a:t>
                </a:r>
                <a:r>
                  <a:rPr lang="en-US" altLang="zh-CN" b="0" baseline="-25000" dirty="0">
                    <a:solidFill>
                      <a:schemeClr val="tx1"/>
                    </a:solidFill>
                    <a:latin typeface="Times New Roman" panose="02020603050405020304" pitchFamily="18" charset="0"/>
                    <a:ea typeface="宋体" panose="02010600030101010101" pitchFamily="2" charset="-122"/>
                  </a:rPr>
                  <a:t>eq</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15391" name="Text Box 77"/>
              <p:cNvSpPr txBox="1"/>
              <p:nvPr/>
            </p:nvSpPr>
            <p:spPr>
              <a:xfrm>
                <a:off x="850" y="7670"/>
                <a:ext cx="1443" cy="815"/>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baseline="-25000" dirty="0">
                    <a:solidFill>
                      <a:schemeClr val="tx1"/>
                    </a:solidFill>
                    <a:latin typeface="Times New Roman" panose="02020603050405020304" pitchFamily="18" charset="0"/>
                    <a:ea typeface="宋体" panose="02010600030101010101" pitchFamily="2" charset="-122"/>
                  </a:rPr>
                  <a:t>oc</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15392" name="Text Box 78"/>
              <p:cNvSpPr txBox="1"/>
              <p:nvPr/>
            </p:nvSpPr>
            <p:spPr>
              <a:xfrm>
                <a:off x="1645" y="6875"/>
                <a:ext cx="758" cy="818"/>
              </a:xfrm>
              <a:prstGeom prst="rect">
                <a:avLst/>
              </a:prstGeom>
              <a:noFill/>
              <a:ln w="9525">
                <a:noFill/>
              </a:ln>
            </p:spPr>
            <p:txBody>
              <a:bodyPr anchor="ctr" anchorCtr="0">
                <a:spAutoFit/>
              </a:bodyPr>
              <a:p>
                <a:pPr algn="ct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5393" name="Text Box 79"/>
              <p:cNvSpPr txBox="1"/>
              <p:nvPr/>
            </p:nvSpPr>
            <p:spPr>
              <a:xfrm>
                <a:off x="1645" y="8350"/>
                <a:ext cx="570" cy="820"/>
              </a:xfrm>
              <a:prstGeom prst="rect">
                <a:avLst/>
              </a:prstGeom>
              <a:noFill/>
              <a:ln w="9525">
                <a:noFill/>
              </a:ln>
            </p:spPr>
            <p:txBody>
              <a:bodyPr wrap="none" anchor="ctr" anchorCtr="0">
                <a:spAutoFit/>
              </a:bodyPr>
              <a:p>
                <a:pPr algn="ctr">
                  <a:spcBef>
                    <a:spcPct val="50000"/>
                  </a:spcBef>
                </a:pPr>
                <a:r>
                  <a:rPr lang="en-US" altLang="zh-CN" b="0" dirty="0">
                    <a:solidFill>
                      <a:schemeClr val="tx1"/>
                    </a:solidFill>
                    <a:latin typeface="宋体" panose="02010600030101010101" pitchFamily="2" charset="-122"/>
                    <a:ea typeface="宋体" panose="02010600030101010101" pitchFamily="2" charset="-122"/>
                  </a:rPr>
                  <a:t>-</a:t>
                </a:r>
                <a:endParaRPr lang="en-US" altLang="zh-CN" b="0" dirty="0">
                  <a:solidFill>
                    <a:schemeClr val="tx1"/>
                  </a:solidFill>
                  <a:latin typeface="宋体" panose="02010600030101010101" pitchFamily="2" charset="-122"/>
                  <a:ea typeface="宋体" panose="02010600030101010101" pitchFamily="2" charset="-122"/>
                </a:endParaRPr>
              </a:p>
            </p:txBody>
          </p:sp>
          <p:sp>
            <p:nvSpPr>
              <p:cNvPr id="15394" name="Rectangle 80"/>
              <p:cNvSpPr/>
              <p:nvPr/>
            </p:nvSpPr>
            <p:spPr bwMode="auto">
              <a:xfrm>
                <a:off x="2162" y="6083"/>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5395" name="Oval 81"/>
              <p:cNvSpPr/>
              <p:nvPr/>
            </p:nvSpPr>
            <p:spPr bwMode="auto">
              <a:xfrm>
                <a:off x="4138" y="8803"/>
                <a:ext cx="228" cy="228"/>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15396" name="Oval 82"/>
              <p:cNvSpPr/>
              <p:nvPr/>
            </p:nvSpPr>
            <p:spPr bwMode="auto">
              <a:xfrm>
                <a:off x="4138" y="5743"/>
                <a:ext cx="228" cy="228"/>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grpSp>
            <p:nvGrpSpPr>
              <p:cNvPr id="23" name="组合 22"/>
              <p:cNvGrpSpPr/>
              <p:nvPr/>
            </p:nvGrpSpPr>
            <p:grpSpPr>
              <a:xfrm>
                <a:off x="1873" y="7693"/>
                <a:ext cx="908" cy="908"/>
                <a:chOff x="511857" y="3720552"/>
                <a:chExt cx="432197" cy="432197"/>
              </a:xfrm>
              <a:solidFill>
                <a:schemeClr val="accent6">
                  <a:lumMod val="40000"/>
                  <a:lumOff val="60000"/>
                </a:schemeClr>
              </a:solidFill>
            </p:grpSpPr>
            <p:sp>
              <p:nvSpPr>
                <p:cNvPr id="24" name="Oval 953"/>
                <p:cNvSpPr>
                  <a:spLocks noChangeArrowheads="1"/>
                </p:cNvSpPr>
                <p:nvPr/>
              </p:nvSpPr>
              <p:spPr bwMode="auto">
                <a:xfrm>
                  <a:off x="511857"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25" name="直接连接符 24"/>
                <p:cNvCxnSpPr>
                  <a:stCxn id="24" idx="0"/>
                  <a:endCxn id="24" idx="4"/>
                </p:cNvCxnSpPr>
                <p:nvPr/>
              </p:nvCxnSpPr>
              <p:spPr>
                <a:xfrm>
                  <a:off x="727956"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7" name="组合 16"/>
          <p:cNvGrpSpPr/>
          <p:nvPr/>
        </p:nvGrpSpPr>
        <p:grpSpPr>
          <a:xfrm>
            <a:off x="1044575" y="815975"/>
            <a:ext cx="3453130" cy="2401570"/>
            <a:chOff x="1645" y="1285"/>
            <a:chExt cx="5438" cy="3782"/>
          </a:xfrm>
        </p:grpSpPr>
        <p:sp>
          <p:nvSpPr>
            <p:cNvPr id="15413" name="Text Box 29"/>
            <p:cNvSpPr txBox="1"/>
            <p:nvPr/>
          </p:nvSpPr>
          <p:spPr>
            <a:xfrm>
              <a:off x="6178" y="1285"/>
              <a:ext cx="72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grpSp>
          <p:nvGrpSpPr>
            <p:cNvPr id="2" name="组合 1"/>
            <p:cNvGrpSpPr/>
            <p:nvPr/>
          </p:nvGrpSpPr>
          <p:grpSpPr>
            <a:xfrm>
              <a:off x="1645" y="1529"/>
              <a:ext cx="5439" cy="3538"/>
              <a:chOff x="1645" y="1529"/>
              <a:chExt cx="5439" cy="3538"/>
            </a:xfrm>
          </p:grpSpPr>
          <p:sp>
            <p:nvSpPr>
              <p:cNvPr id="15405" name="Text Box 21"/>
              <p:cNvSpPr txBox="1"/>
              <p:nvPr/>
            </p:nvSpPr>
            <p:spPr>
              <a:xfrm>
                <a:off x="2210" y="1979"/>
                <a:ext cx="137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10</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5406" name="Text Box 22"/>
              <p:cNvSpPr txBox="1"/>
              <p:nvPr/>
            </p:nvSpPr>
            <p:spPr>
              <a:xfrm>
                <a:off x="4253" y="2091"/>
                <a:ext cx="129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10</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5407" name="Text Box 23"/>
              <p:cNvSpPr txBox="1"/>
              <p:nvPr/>
            </p:nvSpPr>
            <p:spPr>
              <a:xfrm>
                <a:off x="2115" y="2546"/>
                <a:ext cx="48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5408" name="Text Box 24"/>
              <p:cNvSpPr txBox="1"/>
              <p:nvPr/>
            </p:nvSpPr>
            <p:spPr>
              <a:xfrm>
                <a:off x="2115" y="3866"/>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5409" name="Text Box 25"/>
              <p:cNvSpPr txBox="1"/>
              <p:nvPr/>
            </p:nvSpPr>
            <p:spPr>
              <a:xfrm>
                <a:off x="2475" y="3266"/>
                <a:ext cx="1322"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20V</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5410" name="Text Box 26"/>
              <p:cNvSpPr txBox="1"/>
              <p:nvPr/>
            </p:nvSpPr>
            <p:spPr>
              <a:xfrm>
                <a:off x="5950" y="1754"/>
                <a:ext cx="48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5411" name="Text Box 27"/>
              <p:cNvSpPr txBox="1"/>
              <p:nvPr/>
            </p:nvSpPr>
            <p:spPr>
              <a:xfrm>
                <a:off x="5838" y="3681"/>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5412" name="Text Box 28"/>
              <p:cNvSpPr txBox="1"/>
              <p:nvPr/>
            </p:nvSpPr>
            <p:spPr>
              <a:xfrm>
                <a:off x="5838" y="2661"/>
                <a:ext cx="1247"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baseline="-25000" dirty="0">
                    <a:solidFill>
                      <a:schemeClr val="tx1"/>
                    </a:solidFill>
                    <a:latin typeface="Times New Roman" panose="02020603050405020304" pitchFamily="18" charset="0"/>
                    <a:ea typeface="宋体" panose="02010600030101010101" pitchFamily="2" charset="-122"/>
                  </a:rPr>
                  <a:t>oc</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15414" name="Text Box 30"/>
              <p:cNvSpPr txBox="1"/>
              <p:nvPr/>
            </p:nvSpPr>
            <p:spPr>
              <a:xfrm>
                <a:off x="6290" y="4249"/>
                <a:ext cx="48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5415" name="Line 31"/>
              <p:cNvSpPr/>
              <p:nvPr/>
            </p:nvSpPr>
            <p:spPr bwMode="auto">
              <a:xfrm>
                <a:off x="2095" y="4704"/>
                <a:ext cx="3970"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5416" name="Line 32"/>
              <p:cNvSpPr/>
              <p:nvPr/>
            </p:nvSpPr>
            <p:spPr bwMode="auto">
              <a:xfrm flipV="1">
                <a:off x="2098" y="1684"/>
                <a:ext cx="17" cy="3018"/>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5417" name="Text Box 33"/>
              <p:cNvSpPr txBox="1"/>
              <p:nvPr/>
            </p:nvSpPr>
            <p:spPr>
              <a:xfrm>
                <a:off x="4253" y="2774"/>
                <a:ext cx="48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5418" name="Text Box 34"/>
              <p:cNvSpPr txBox="1"/>
              <p:nvPr/>
            </p:nvSpPr>
            <p:spPr>
              <a:xfrm>
                <a:off x="4250" y="4021"/>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5419" name="Oval 35"/>
              <p:cNvSpPr/>
              <p:nvPr/>
            </p:nvSpPr>
            <p:spPr bwMode="auto">
              <a:xfrm>
                <a:off x="6065" y="4589"/>
                <a:ext cx="227" cy="228"/>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15420" name="Oval 36"/>
              <p:cNvSpPr/>
              <p:nvPr/>
            </p:nvSpPr>
            <p:spPr bwMode="auto">
              <a:xfrm>
                <a:off x="5950" y="1529"/>
                <a:ext cx="227" cy="228"/>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p>
                <a:endParaRPr lang="zh-CN" altLang="en-US" dirty="0">
                  <a:solidFill>
                    <a:schemeClr val="tx1"/>
                  </a:solidFill>
                  <a:latin typeface="Arial" panose="020B0604020202020204" pitchFamily="34" charset="0"/>
                </a:endParaRPr>
              </a:p>
            </p:txBody>
          </p:sp>
          <p:sp>
            <p:nvSpPr>
              <p:cNvPr id="15421" name="Line 37"/>
              <p:cNvSpPr/>
              <p:nvPr/>
            </p:nvSpPr>
            <p:spPr bwMode="auto">
              <a:xfrm>
                <a:off x="4138" y="1639"/>
                <a:ext cx="0" cy="3065"/>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15422" name="Line 38"/>
              <p:cNvSpPr/>
              <p:nvPr/>
            </p:nvSpPr>
            <p:spPr bwMode="auto">
              <a:xfrm>
                <a:off x="2098" y="1639"/>
                <a:ext cx="3852" cy="3"/>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5423" name="Text Box 39"/>
              <p:cNvSpPr txBox="1"/>
              <p:nvPr/>
            </p:nvSpPr>
            <p:spPr>
              <a:xfrm>
                <a:off x="4593" y="3339"/>
                <a:ext cx="1322"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10V</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5424" name="Rectangle 40"/>
              <p:cNvSpPr/>
              <p:nvPr/>
            </p:nvSpPr>
            <p:spPr bwMode="auto">
              <a:xfrm>
                <a:off x="3981" y="2094"/>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5425" name="Rectangle 41"/>
              <p:cNvSpPr/>
              <p:nvPr/>
            </p:nvSpPr>
            <p:spPr bwMode="auto">
              <a:xfrm>
                <a:off x="1955" y="1996"/>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grpSp>
            <p:nvGrpSpPr>
              <p:cNvPr id="18" name="组合 17"/>
              <p:cNvGrpSpPr/>
              <p:nvPr/>
            </p:nvGrpSpPr>
            <p:grpSpPr>
              <a:xfrm rot="0">
                <a:off x="1645" y="3113"/>
                <a:ext cx="908" cy="908"/>
                <a:chOff x="505193" y="3720552"/>
                <a:chExt cx="432197" cy="432197"/>
              </a:xfrm>
              <a:solidFill>
                <a:schemeClr val="accent6">
                  <a:lumMod val="40000"/>
                  <a:lumOff val="60000"/>
                </a:schemeClr>
              </a:solidFill>
            </p:grpSpPr>
            <p:sp>
              <p:nvSpPr>
                <p:cNvPr id="21"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22" name="直接连接符 21"/>
                <p:cNvCxnSpPr>
                  <a:stCxn id="21" idx="0"/>
                  <a:endCxn id="21"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nvGrpSpPr>
            <p:grpSpPr>
              <a:xfrm rot="0">
                <a:off x="3681" y="3364"/>
                <a:ext cx="908" cy="908"/>
                <a:chOff x="505193" y="3720552"/>
                <a:chExt cx="432197" cy="432197"/>
              </a:xfrm>
              <a:solidFill>
                <a:schemeClr val="accent6">
                  <a:lumMod val="40000"/>
                  <a:lumOff val="60000"/>
                </a:schemeClr>
              </a:solidFill>
            </p:grpSpPr>
            <p:sp>
              <p:nvSpPr>
                <p:cNvPr id="27"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28" name="直接连接符 27"/>
                <p:cNvCxnSpPr>
                  <a:stCxn id="27" idx="0"/>
                  <a:endCxn id="27"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7" name="组合 6"/>
          <p:cNvGrpSpPr/>
          <p:nvPr/>
        </p:nvGrpSpPr>
        <p:grpSpPr>
          <a:xfrm>
            <a:off x="1979930" y="1038860"/>
            <a:ext cx="575310" cy="518160"/>
            <a:chOff x="3118" y="1636"/>
            <a:chExt cx="906" cy="816"/>
          </a:xfrm>
        </p:grpSpPr>
        <p:sp>
          <p:nvSpPr>
            <p:cNvPr id="15401" name="Line 3"/>
            <p:cNvSpPr/>
            <p:nvPr/>
          </p:nvSpPr>
          <p:spPr>
            <a:xfrm>
              <a:off x="3118" y="1639"/>
              <a:ext cx="907"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15402" name="Text Box 4"/>
            <p:cNvSpPr/>
            <p:nvPr/>
          </p:nvSpPr>
          <p:spPr>
            <a:xfrm>
              <a:off x="3258" y="1636"/>
              <a:ext cx="720" cy="817"/>
            </a:xfrm>
            <a:prstGeom prst="rect">
              <a:avLst/>
            </a:prstGeom>
            <a:ln w="28575">
              <a:noFill/>
              <a:tailEnd type="triangle"/>
            </a:ln>
          </p:spPr>
          <p:style>
            <a:lnRef idx="1">
              <a:schemeClr val="accent1"/>
            </a:lnRef>
            <a:fillRef idx="0">
              <a:schemeClr val="accent1"/>
            </a:fillRef>
            <a:effectRef idx="0">
              <a:schemeClr val="accent1"/>
            </a:effectRef>
            <a:fontRef idx="minor">
              <a:schemeClr val="tx1"/>
            </a:fontRef>
          </p:style>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endParaRPr lang="en-US" altLang="zh-CN" b="0" i="1" dirty="0">
                <a:solidFill>
                  <a:schemeClr val="tx1"/>
                </a:solidFill>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fltVal val="0"/>
                                          </p:val>
                                        </p:tav>
                                        <p:tav tm="100000">
                                          <p:val>
                                            <p:strVal val="#ppt_w"/>
                                          </p:val>
                                        </p:tav>
                                      </p:tavLst>
                                    </p:anim>
                                    <p:anim calcmode="lin" valueType="num">
                                      <p:cBhvr>
                                        <p:cTn id="8" dur="1000" fill="hold"/>
                                        <p:tgtEl>
                                          <p:spTgt spid="9"/>
                                        </p:tgtEl>
                                        <p:attrNameLst>
                                          <p:attrName>ppt_h</p:attrName>
                                        </p:attrNameLst>
                                      </p:cBhvr>
                                      <p:tavLst>
                                        <p:tav tm="0">
                                          <p:val>
                                            <p:fltVal val="0"/>
                                          </p:val>
                                        </p:tav>
                                        <p:tav tm="100000">
                                          <p:val>
                                            <p:strVal val="#ppt_h"/>
                                          </p:val>
                                        </p:tav>
                                      </p:tavLst>
                                    </p:anim>
                                    <p:anim calcmode="lin" valueType="num">
                                      <p:cBhvr>
                                        <p:cTn id="9" dur="1000" fill="hold"/>
                                        <p:tgtEl>
                                          <p:spTgt spid="9"/>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9"/>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blinds(horizontal)">
                                      <p:cBhvr>
                                        <p:cTn id="14" dur="500"/>
                                        <p:tgtEl>
                                          <p:spTgt spid="17"/>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114771"/>
                                        </p:tgtEl>
                                        <p:attrNameLst>
                                          <p:attrName>style.visibility</p:attrName>
                                        </p:attrNameLst>
                                      </p:cBhvr>
                                      <p:to>
                                        <p:strVal val="visible"/>
                                      </p:to>
                                    </p:set>
                                    <p:animEffect transition="in" filter="barn(inVertical)">
                                      <p:cBhvr>
                                        <p:cTn id="19" dur="500"/>
                                        <p:tgtEl>
                                          <p:spTgt spid="114771"/>
                                        </p:tgtEl>
                                      </p:cBhvr>
                                    </p:animEffect>
                                  </p:childTnLst>
                                </p:cTn>
                              </p:par>
                            </p:childTnLst>
                          </p:cTn>
                        </p:par>
                      </p:childTnLst>
                    </p:cTn>
                  </p:par>
                  <p:par>
                    <p:cTn id="20" fill="hold">
                      <p:stCondLst>
                        <p:cond delay="indefinite"/>
                      </p:stCondLst>
                      <p:childTnLst>
                        <p:par>
                          <p:cTn id="21" fill="hold">
                            <p:stCondLst>
                              <p:cond delay="0"/>
                            </p:stCondLst>
                            <p:childTnLst>
                              <p:par>
                                <p:cTn id="22" presetID="17" presetClass="entr" presetSubtype="8" fill="hold" grpId="0" nodeType="clickEffect">
                                  <p:stCondLst>
                                    <p:cond delay="0"/>
                                  </p:stCondLst>
                                  <p:childTnLst>
                                    <p:set>
                                      <p:cBhvr>
                                        <p:cTn id="23" dur="1" fill="hold">
                                          <p:stCondLst>
                                            <p:cond delay="0"/>
                                          </p:stCondLst>
                                        </p:cTn>
                                        <p:tgtEl>
                                          <p:spTgt spid="114695"/>
                                        </p:tgtEl>
                                        <p:attrNameLst>
                                          <p:attrName>style.visibility</p:attrName>
                                        </p:attrNameLst>
                                      </p:cBhvr>
                                      <p:to>
                                        <p:strVal val="visible"/>
                                      </p:to>
                                    </p:set>
                                    <p:anim calcmode="lin" valueType="num">
                                      <p:cBhvr>
                                        <p:cTn id="24" dur="500" fill="hold"/>
                                        <p:tgtEl>
                                          <p:spTgt spid="114695"/>
                                        </p:tgtEl>
                                        <p:attrNameLst>
                                          <p:attrName>ppt_x</p:attrName>
                                        </p:attrNameLst>
                                      </p:cBhvr>
                                      <p:tavLst>
                                        <p:tav tm="0">
                                          <p:val>
                                            <p:strVal val="#ppt_x-#ppt_w/2"/>
                                          </p:val>
                                        </p:tav>
                                        <p:tav tm="100000">
                                          <p:val>
                                            <p:strVal val="#ppt_x"/>
                                          </p:val>
                                        </p:tav>
                                      </p:tavLst>
                                    </p:anim>
                                    <p:anim calcmode="lin" valueType="num">
                                      <p:cBhvr>
                                        <p:cTn id="25" dur="500" fill="hold"/>
                                        <p:tgtEl>
                                          <p:spTgt spid="114695"/>
                                        </p:tgtEl>
                                        <p:attrNameLst>
                                          <p:attrName>ppt_y</p:attrName>
                                        </p:attrNameLst>
                                      </p:cBhvr>
                                      <p:tavLst>
                                        <p:tav tm="0">
                                          <p:val>
                                            <p:strVal val="#ppt_y"/>
                                          </p:val>
                                        </p:tav>
                                        <p:tav tm="100000">
                                          <p:val>
                                            <p:strVal val="#ppt_y"/>
                                          </p:val>
                                        </p:tav>
                                      </p:tavLst>
                                    </p:anim>
                                    <p:anim calcmode="lin" valueType="num">
                                      <p:cBhvr>
                                        <p:cTn id="26" dur="500" fill="hold"/>
                                        <p:tgtEl>
                                          <p:spTgt spid="114695"/>
                                        </p:tgtEl>
                                        <p:attrNameLst>
                                          <p:attrName>ppt_w</p:attrName>
                                        </p:attrNameLst>
                                      </p:cBhvr>
                                      <p:tavLst>
                                        <p:tav tm="0">
                                          <p:val>
                                            <p:fltVal val="0.000000"/>
                                          </p:val>
                                        </p:tav>
                                        <p:tav tm="100000">
                                          <p:val>
                                            <p:strVal val="#ppt_w"/>
                                          </p:val>
                                        </p:tav>
                                      </p:tavLst>
                                    </p:anim>
                                    <p:anim calcmode="lin" valueType="num">
                                      <p:cBhvr>
                                        <p:cTn id="27" dur="500" fill="hold"/>
                                        <p:tgtEl>
                                          <p:spTgt spid="114695"/>
                                        </p:tgtEl>
                                        <p:attrNameLst>
                                          <p:attrName>ppt_h</p:attrName>
                                        </p:attrNameLst>
                                      </p:cBhvr>
                                      <p:tavLst>
                                        <p:tav tm="0">
                                          <p:val>
                                            <p:strVal val="#ppt_h"/>
                                          </p:val>
                                        </p:tav>
                                        <p:tav tm="100000">
                                          <p:val>
                                            <p:strVal val="#ppt_h"/>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500" fill="hold"/>
                                        <p:tgtEl>
                                          <p:spTgt spid="7"/>
                                        </p:tgtEl>
                                        <p:attrNameLst>
                                          <p:attrName>ppt_x</p:attrName>
                                        </p:attrNameLst>
                                      </p:cBhvr>
                                      <p:tavLst>
                                        <p:tav tm="0">
                                          <p:val>
                                            <p:strVal val="#ppt_x"/>
                                          </p:val>
                                        </p:tav>
                                        <p:tav tm="100000">
                                          <p:val>
                                            <p:strVal val="#ppt_x"/>
                                          </p:val>
                                        </p:tav>
                                      </p:tavLst>
                                    </p:anim>
                                    <p:anim calcmode="lin" valueType="num">
                                      <p:cBhvr additive="base">
                                        <p:cTn id="3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wipe(left)">
                                      <p:cBhvr>
                                        <p:cTn id="38" dur="500"/>
                                        <p:tgtEl>
                                          <p:spTgt spid="13"/>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wipe(left)">
                                      <p:cBhvr>
                                        <p:cTn id="43" dur="500"/>
                                        <p:tgtEl>
                                          <p:spTgt spid="15"/>
                                        </p:tgtEl>
                                      </p:cBhvr>
                                    </p:animEffect>
                                  </p:childTnLst>
                                </p:cTn>
                              </p:par>
                            </p:childTnLst>
                          </p:cTn>
                        </p:par>
                      </p:childTnLst>
                    </p:cTn>
                  </p:par>
                  <p:par>
                    <p:cTn id="44" fill="hold">
                      <p:stCondLst>
                        <p:cond delay="indefinite"/>
                      </p:stCondLst>
                      <p:childTnLst>
                        <p:par>
                          <p:cTn id="45" fill="hold">
                            <p:stCondLst>
                              <p:cond delay="0"/>
                            </p:stCondLst>
                            <p:childTnLst>
                              <p:par>
                                <p:cTn id="46" presetID="16" presetClass="entr" presetSubtype="26" fill="hold" grpId="0" nodeType="clickEffect">
                                  <p:stCondLst>
                                    <p:cond delay="0"/>
                                  </p:stCondLst>
                                  <p:childTnLst>
                                    <p:set>
                                      <p:cBhvr>
                                        <p:cTn id="47" dur="1" fill="hold">
                                          <p:stCondLst>
                                            <p:cond delay="0"/>
                                          </p:stCondLst>
                                        </p:cTn>
                                        <p:tgtEl>
                                          <p:spTgt spid="114696"/>
                                        </p:tgtEl>
                                        <p:attrNameLst>
                                          <p:attrName>style.visibility</p:attrName>
                                        </p:attrNameLst>
                                      </p:cBhvr>
                                      <p:to>
                                        <p:strVal val="visible"/>
                                      </p:to>
                                    </p:set>
                                    <p:animEffect transition="in" filter="barn(inHorizontal)">
                                      <p:cBhvr>
                                        <p:cTn id="48" dur="500"/>
                                        <p:tgtEl>
                                          <p:spTgt spid="114696"/>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wipe(left)">
                                      <p:cBhvr>
                                        <p:cTn id="53" dur="5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2" presetClass="entr" presetSubtype="1" fill="hold" grpId="0" nodeType="clickEffect">
                                  <p:stCondLst>
                                    <p:cond delay="0"/>
                                  </p:stCondLst>
                                  <p:childTnLst>
                                    <p:set>
                                      <p:cBhvr>
                                        <p:cTn id="57" dur="1" fill="hold">
                                          <p:stCondLst>
                                            <p:cond delay="0"/>
                                          </p:stCondLst>
                                        </p:cTn>
                                        <p:tgtEl>
                                          <p:spTgt spid="114694"/>
                                        </p:tgtEl>
                                        <p:attrNameLst>
                                          <p:attrName>style.visibility</p:attrName>
                                        </p:attrNameLst>
                                      </p:cBhvr>
                                      <p:to>
                                        <p:strVal val="visible"/>
                                      </p:to>
                                    </p:set>
                                    <p:animEffect transition="in" filter="slide(fromTop)">
                                      <p:cBhvr>
                                        <p:cTn id="58" dur="500"/>
                                        <p:tgtEl>
                                          <p:spTgt spid="114694"/>
                                        </p:tgtEl>
                                      </p:cBhvr>
                                    </p:animEffect>
                                  </p:childTnLst>
                                </p:cTn>
                              </p:par>
                            </p:childTnLst>
                          </p:cTn>
                        </p:par>
                        <p:par>
                          <p:cTn id="59" fill="hold">
                            <p:stCondLst>
                              <p:cond delay="500"/>
                            </p:stCondLst>
                            <p:childTnLst>
                              <p:par>
                                <p:cTn id="60" presetID="3" presetClass="entr" presetSubtype="10" fill="hold" nodeType="afterEffect">
                                  <p:stCondLst>
                                    <p:cond delay="0"/>
                                  </p:stCondLst>
                                  <p:childTnLst>
                                    <p:set>
                                      <p:cBhvr>
                                        <p:cTn id="61" dur="1" fill="hold">
                                          <p:stCondLst>
                                            <p:cond delay="0"/>
                                          </p:stCondLst>
                                        </p:cTn>
                                        <p:tgtEl>
                                          <p:spTgt spid="6"/>
                                        </p:tgtEl>
                                        <p:attrNameLst>
                                          <p:attrName>style.visibility</p:attrName>
                                        </p:attrNameLst>
                                      </p:cBhvr>
                                      <p:to>
                                        <p:strVal val="visible"/>
                                      </p:to>
                                    </p:set>
                                    <p:animEffect transition="in" filter="blinds(horizontal)">
                                      <p:cBhvr>
                                        <p:cTn id="62" dur="500"/>
                                        <p:tgtEl>
                                          <p:spTgt spid="6"/>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nodeType="clickEffect">
                                  <p:stCondLst>
                                    <p:cond delay="0"/>
                                  </p:stCondLst>
                                  <p:childTnLst>
                                    <p:set>
                                      <p:cBhvr>
                                        <p:cTn id="66" dur="1" fill="hold">
                                          <p:stCondLst>
                                            <p:cond delay="0"/>
                                          </p:stCondLst>
                                        </p:cTn>
                                        <p:tgtEl>
                                          <p:spTgt spid="5"/>
                                        </p:tgtEl>
                                        <p:attrNameLst>
                                          <p:attrName>style.visibility</p:attrName>
                                        </p:attrNameLst>
                                      </p:cBhvr>
                                      <p:to>
                                        <p:strVal val="visible"/>
                                      </p:to>
                                    </p:set>
                                    <p:animEffect transition="in" filter="wipe(down)">
                                      <p:cBhvr>
                                        <p:cTn id="67" dur="500"/>
                                        <p:tgtEl>
                                          <p:spTgt spid="5"/>
                                        </p:tgtEl>
                                      </p:cBhvr>
                                    </p:animEffect>
                                  </p:childTnLst>
                                </p:cTn>
                              </p:par>
                            </p:childTnLst>
                          </p:cTn>
                        </p:par>
                        <p:par>
                          <p:cTn id="68" fill="hold">
                            <p:stCondLst>
                              <p:cond delay="500"/>
                            </p:stCondLst>
                            <p:childTnLst>
                              <p:par>
                                <p:cTn id="69" presetID="16" presetClass="entr" presetSubtype="26" fill="hold" grpId="0" nodeType="afterEffect">
                                  <p:stCondLst>
                                    <p:cond delay="0"/>
                                  </p:stCondLst>
                                  <p:childTnLst>
                                    <p:set>
                                      <p:cBhvr>
                                        <p:cTn id="70" dur="1" fill="hold">
                                          <p:stCondLst>
                                            <p:cond delay="0"/>
                                          </p:stCondLst>
                                        </p:cTn>
                                        <p:tgtEl>
                                          <p:spTgt spid="114772"/>
                                        </p:tgtEl>
                                        <p:attrNameLst>
                                          <p:attrName>style.visibility</p:attrName>
                                        </p:attrNameLst>
                                      </p:cBhvr>
                                      <p:to>
                                        <p:strVal val="visible"/>
                                      </p:to>
                                    </p:set>
                                    <p:animEffect transition="in" filter="barn(inHorizontal)">
                                      <p:cBhvr>
                                        <p:cTn id="71" dur="500"/>
                                        <p:tgtEl>
                                          <p:spTgt spid="1147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4" grpId="0" bldLvl="0" animBg="1"/>
      <p:bldP spid="114695" grpId="0"/>
      <p:bldP spid="114696" grpId="0"/>
      <p:bldP spid="114771" grpId="0"/>
      <p:bldP spid="114772" grpId="0"/>
      <p:bldP spid="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4-3 戴维南定理和诺顿定理</a:t>
            </a:r>
            <a:endParaRPr lang="zh-CN" altLang="en-US"/>
          </a:p>
        </p:txBody>
      </p:sp>
      <p:sp>
        <p:nvSpPr>
          <p:cNvPr id="40962" name="Text Box 2"/>
          <p:cNvSpPr txBox="1"/>
          <p:nvPr/>
        </p:nvSpPr>
        <p:spPr>
          <a:xfrm>
            <a:off x="395288" y="798195"/>
            <a:ext cx="2665412" cy="583565"/>
          </a:xfrm>
          <a:prstGeom prst="rect">
            <a:avLst/>
          </a:prstGeom>
          <a:noFill/>
          <a:ln w="9525">
            <a:noFill/>
          </a:ln>
        </p:spPr>
        <p:txBody>
          <a:bodyPr>
            <a:spAutoFit/>
          </a:bodyPr>
          <a:p>
            <a:pPr>
              <a:spcBef>
                <a:spcPct val="50000"/>
              </a:spcBef>
            </a:pPr>
            <a:r>
              <a:rPr kumimoji="1" lang="zh-CN" altLang="en-US" sz="3200" b="1" dirty="0" smtClean="0">
                <a:solidFill>
                  <a:schemeClr val="accent2">
                    <a:lumMod val="75000"/>
                  </a:schemeClr>
                </a:solidFill>
                <a:latin typeface="Times New Roman" panose="02020603050405020304" pitchFamily="18" charset="0"/>
                <a:ea typeface="华文中宋" panose="02010600040101010101" pitchFamily="2" charset="-122"/>
              </a:rPr>
              <a:t>2.定理的证明</a:t>
            </a:r>
            <a:endParaRPr kumimoji="1" lang="zh-CN" altLang="en-US" sz="3200" b="1" dirty="0" smtClean="0">
              <a:solidFill>
                <a:schemeClr val="accent2">
                  <a:lumMod val="75000"/>
                </a:schemeClr>
              </a:solidFill>
              <a:latin typeface="Times New Roman" panose="02020603050405020304" pitchFamily="18" charset="0"/>
              <a:ea typeface="华文中宋" panose="02010600040101010101" pitchFamily="2" charset="-122"/>
            </a:endParaRPr>
          </a:p>
        </p:txBody>
      </p:sp>
      <p:sp>
        <p:nvSpPr>
          <p:cNvPr id="40969" name="Text Box 9"/>
          <p:cNvSpPr txBox="1"/>
          <p:nvPr/>
        </p:nvSpPr>
        <p:spPr>
          <a:xfrm>
            <a:off x="3897948" y="4109720"/>
            <a:ext cx="457200" cy="645160"/>
          </a:xfrm>
          <a:prstGeom prst="rect">
            <a:avLst/>
          </a:prstGeom>
          <a:noFill/>
          <a:ln w="9525">
            <a:noFill/>
          </a:ln>
        </p:spPr>
        <p:txBody>
          <a:bodyPr>
            <a:spAutoFit/>
          </a:bodyPr>
          <a:p>
            <a:pPr>
              <a:spcBef>
                <a:spcPct val="50000"/>
              </a:spcBef>
            </a:pPr>
            <a:r>
              <a:rPr lang="en-US" altLang="zh-CN" sz="3600" dirty="0">
                <a:solidFill>
                  <a:srgbClr val="CC0000"/>
                </a:solidFill>
                <a:latin typeface="Times New Roman" panose="02020603050405020304" pitchFamily="18" charset="0"/>
                <a:ea typeface="宋体" panose="02010600030101010101" pitchFamily="2" charset="-122"/>
              </a:rPr>
              <a:t>+</a:t>
            </a:r>
            <a:endParaRPr lang="en-US" altLang="zh-CN" sz="3600" dirty="0">
              <a:solidFill>
                <a:srgbClr val="CC0000"/>
              </a:solidFill>
              <a:latin typeface="Times New Roman" panose="02020603050405020304" pitchFamily="18" charset="0"/>
              <a:ea typeface="宋体" panose="02010600030101010101" pitchFamily="2" charset="-122"/>
            </a:endParaRPr>
          </a:p>
        </p:txBody>
      </p:sp>
      <p:grpSp>
        <p:nvGrpSpPr>
          <p:cNvPr id="2" name="Group 114"/>
          <p:cNvGrpSpPr/>
          <p:nvPr/>
        </p:nvGrpSpPr>
        <p:grpSpPr>
          <a:xfrm>
            <a:off x="3851275" y="1949133"/>
            <a:ext cx="1008063" cy="719137"/>
            <a:chOff x="2336" y="709"/>
            <a:chExt cx="635" cy="453"/>
          </a:xfrm>
        </p:grpSpPr>
        <p:sp>
          <p:nvSpPr>
            <p:cNvPr id="16473" name="AutoShape 5"/>
            <p:cNvSpPr/>
            <p:nvPr/>
          </p:nvSpPr>
          <p:spPr>
            <a:xfrm>
              <a:off x="2426" y="981"/>
              <a:ext cx="545" cy="181"/>
            </a:xfrm>
            <a:prstGeom prst="rightArrow">
              <a:avLst>
                <a:gd name="adj1" fmla="val 50000"/>
                <a:gd name="adj2" fmla="val 75276"/>
              </a:avLst>
            </a:prstGeom>
            <a:solidFill>
              <a:srgbClr val="00CCFF"/>
            </a:solidFill>
            <a:ln w="9525">
              <a:noFill/>
            </a:ln>
          </p:spPr>
          <p:txBody>
            <a:bodyPr wrap="none" anchor="ctr" anchorCtr="0"/>
            <a:p>
              <a:endParaRPr lang="zh-CN" altLang="en-US" dirty="0">
                <a:latin typeface="Arial" panose="020B0604020202020204" pitchFamily="34" charset="0"/>
              </a:endParaRPr>
            </a:p>
          </p:txBody>
        </p:sp>
        <p:sp>
          <p:nvSpPr>
            <p:cNvPr id="16474" name="Text Box 113"/>
            <p:cNvSpPr txBox="1"/>
            <p:nvPr/>
          </p:nvSpPr>
          <p:spPr>
            <a:xfrm>
              <a:off x="2336" y="709"/>
              <a:ext cx="590" cy="329"/>
            </a:xfrm>
            <a:prstGeom prst="rect">
              <a:avLst/>
            </a:prstGeom>
            <a:no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替代</a:t>
              </a:r>
              <a:endParaRPr kumimoji="1" lang="zh-CN" altLang="en-US" sz="2800" dirty="0" smtClean="0">
                <a:latin typeface="华文楷体" panose="02010600040101010101" pitchFamily="2" charset="-122"/>
                <a:ea typeface="华文楷体" panose="02010600040101010101" pitchFamily="2" charset="-122"/>
              </a:endParaRPr>
            </a:p>
          </p:txBody>
        </p:sp>
      </p:grpSp>
      <p:grpSp>
        <p:nvGrpSpPr>
          <p:cNvPr id="3" name="Group 172"/>
          <p:cNvGrpSpPr/>
          <p:nvPr/>
        </p:nvGrpSpPr>
        <p:grpSpPr>
          <a:xfrm>
            <a:off x="539750" y="3822383"/>
            <a:ext cx="1152525" cy="720725"/>
            <a:chOff x="385" y="2432"/>
            <a:chExt cx="726" cy="454"/>
          </a:xfrm>
        </p:grpSpPr>
        <p:grpSp>
          <p:nvGrpSpPr>
            <p:cNvPr id="16469" name="Group 120"/>
            <p:cNvGrpSpPr/>
            <p:nvPr/>
          </p:nvGrpSpPr>
          <p:grpSpPr>
            <a:xfrm>
              <a:off x="385" y="2750"/>
              <a:ext cx="590" cy="136"/>
              <a:chOff x="295" y="2432"/>
              <a:chExt cx="590" cy="136"/>
            </a:xfrm>
          </p:grpSpPr>
          <p:sp>
            <p:nvSpPr>
              <p:cNvPr id="16471" name="Line 117"/>
              <p:cNvSpPr/>
              <p:nvPr/>
            </p:nvSpPr>
            <p:spPr>
              <a:xfrm>
                <a:off x="295" y="2432"/>
                <a:ext cx="590" cy="0"/>
              </a:xfrm>
              <a:prstGeom prst="line">
                <a:avLst/>
              </a:prstGeom>
              <a:ln w="57150" cap="flat" cmpd="sng">
                <a:solidFill>
                  <a:srgbClr val="CC0000"/>
                </a:solidFill>
                <a:prstDash val="solid"/>
                <a:headEnd type="none" w="med" len="med"/>
                <a:tailEnd type="none" w="med" len="med"/>
              </a:ln>
            </p:spPr>
          </p:sp>
          <p:sp>
            <p:nvSpPr>
              <p:cNvPr id="16472" name="Line 118"/>
              <p:cNvSpPr/>
              <p:nvPr/>
            </p:nvSpPr>
            <p:spPr>
              <a:xfrm>
                <a:off x="295" y="2568"/>
                <a:ext cx="590" cy="0"/>
              </a:xfrm>
              <a:prstGeom prst="line">
                <a:avLst/>
              </a:prstGeom>
              <a:ln w="57150" cap="flat" cmpd="sng">
                <a:solidFill>
                  <a:srgbClr val="CC0000"/>
                </a:solidFill>
                <a:prstDash val="solid"/>
                <a:headEnd type="none" w="med" len="med"/>
                <a:tailEnd type="none" w="med" len="med"/>
              </a:ln>
            </p:spPr>
          </p:sp>
        </p:grpSp>
        <p:sp>
          <p:nvSpPr>
            <p:cNvPr id="16470" name="Text Box 121"/>
            <p:cNvSpPr txBox="1"/>
            <p:nvPr/>
          </p:nvSpPr>
          <p:spPr>
            <a:xfrm>
              <a:off x="385" y="2432"/>
              <a:ext cx="726" cy="329"/>
            </a:xfrm>
            <a:prstGeom prst="rect">
              <a:avLst/>
            </a:prstGeom>
            <a:no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叠加</a:t>
              </a:r>
              <a:endParaRPr kumimoji="1" lang="zh-CN" altLang="en-US" sz="2800" dirty="0" smtClean="0">
                <a:latin typeface="华文楷体" panose="02010600040101010101" pitchFamily="2" charset="-122"/>
                <a:ea typeface="华文楷体" panose="02010600040101010101" pitchFamily="2" charset="-122"/>
              </a:endParaRPr>
            </a:p>
          </p:txBody>
        </p:sp>
      </p:grpSp>
      <p:sp>
        <p:nvSpPr>
          <p:cNvPr id="41083" name="AutoShape 123" descr="羊皮纸"/>
          <p:cNvSpPr/>
          <p:nvPr/>
        </p:nvSpPr>
        <p:spPr>
          <a:xfrm>
            <a:off x="7740650" y="3030220"/>
            <a:ext cx="863600" cy="2798445"/>
          </a:xfrm>
          <a:prstGeom prst="wedgeRoundRectCallout">
            <a:avLst>
              <a:gd name="adj1" fmla="val -182722"/>
              <a:gd name="adj2" fmla="val -47796"/>
              <a:gd name="adj3" fmla="val 16667"/>
            </a:avLst>
          </a:prstGeom>
          <a:blipFill rotWithShape="1">
            <a:blip r:embed="rId1"/>
          </a:blipFill>
          <a:ln w="9525">
            <a:noFill/>
          </a:ln>
        </p:spPr>
        <p:txBody>
          <a:bodyPr/>
          <a:p>
            <a:pPr algn="ctr"/>
            <a:r>
              <a:rPr kumimoji="1" lang="zh-CN" altLang="en-US" sz="2800" b="0" dirty="0" smtClean="0">
                <a:solidFill>
                  <a:schemeClr val="tx1"/>
                </a:solidFill>
                <a:latin typeface="华文楷体" panose="02010600040101010101" pitchFamily="2" charset="-122"/>
                <a:ea typeface="华文楷体" panose="02010600040101010101" pitchFamily="2" charset="-122"/>
              </a:rPr>
              <a:t>A</a:t>
            </a:r>
            <a:r>
              <a:rPr kumimoji="1" lang="zh-CN" altLang="en-US" sz="2800" dirty="0" smtClean="0">
                <a:solidFill>
                  <a:schemeClr val="tx1"/>
                </a:solidFill>
                <a:latin typeface="华文楷体" panose="02010600040101010101" pitchFamily="2" charset="-122"/>
                <a:ea typeface="华文楷体" panose="02010600040101010101" pitchFamily="2" charset="-122"/>
              </a:rPr>
              <a:t>中独立源置零</a:t>
            </a:r>
            <a:endParaRPr lang="zh-CN" altLang="en-US" sz="2400" dirty="0">
              <a:solidFill>
                <a:schemeClr val="tx1"/>
              </a:solidFill>
              <a:latin typeface="Arial" panose="020B0604020202020204" pitchFamily="34" charset="0"/>
            </a:endParaRPr>
          </a:p>
        </p:txBody>
      </p:sp>
      <p:grpSp>
        <p:nvGrpSpPr>
          <p:cNvPr id="7" name="组合 6"/>
          <p:cNvGrpSpPr/>
          <p:nvPr/>
        </p:nvGrpSpPr>
        <p:grpSpPr>
          <a:xfrm>
            <a:off x="900430" y="1212850"/>
            <a:ext cx="2635250" cy="2175510"/>
            <a:chOff x="1418" y="1545"/>
            <a:chExt cx="4150" cy="3426"/>
          </a:xfrm>
        </p:grpSpPr>
        <p:sp>
          <p:nvSpPr>
            <p:cNvPr id="16452" name="Text Box 142"/>
            <p:cNvSpPr txBox="1"/>
            <p:nvPr/>
          </p:nvSpPr>
          <p:spPr>
            <a:xfrm>
              <a:off x="3233" y="1545"/>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6453" name="Text Box 143"/>
            <p:cNvSpPr txBox="1"/>
            <p:nvPr/>
          </p:nvSpPr>
          <p:spPr>
            <a:xfrm>
              <a:off x="3233" y="4153"/>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6454" name="Line 144"/>
            <p:cNvSpPr/>
            <p:nvPr/>
          </p:nvSpPr>
          <p:spPr bwMode="auto">
            <a:xfrm>
              <a:off x="2438" y="2453"/>
              <a:ext cx="1920"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6455" name="Line 145"/>
            <p:cNvSpPr/>
            <p:nvPr/>
          </p:nvSpPr>
          <p:spPr bwMode="auto">
            <a:xfrm>
              <a:off x="2438" y="4153"/>
              <a:ext cx="1920"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6456" name="Line 146"/>
            <p:cNvSpPr/>
            <p:nvPr/>
          </p:nvSpPr>
          <p:spPr>
            <a:xfrm>
              <a:off x="3685" y="2453"/>
              <a:ext cx="600"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16457" name="Text Box 147"/>
            <p:cNvSpPr txBox="1"/>
            <p:nvPr/>
          </p:nvSpPr>
          <p:spPr>
            <a:xfrm>
              <a:off x="3798" y="1667"/>
              <a:ext cx="60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16458" name="Text Box 148"/>
            <p:cNvSpPr txBox="1"/>
            <p:nvPr/>
          </p:nvSpPr>
          <p:spPr>
            <a:xfrm>
              <a:off x="3120" y="2453"/>
              <a:ext cx="56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6459" name="Text Box 149"/>
            <p:cNvSpPr txBox="1"/>
            <p:nvPr/>
          </p:nvSpPr>
          <p:spPr>
            <a:xfrm>
              <a:off x="3120" y="3360"/>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6460" name="Text Box 150"/>
            <p:cNvSpPr txBox="1"/>
            <p:nvPr/>
          </p:nvSpPr>
          <p:spPr>
            <a:xfrm>
              <a:off x="3120" y="2905"/>
              <a:ext cx="72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16461" name="Rectangle 151" descr="再生纸"/>
            <p:cNvSpPr/>
            <p:nvPr/>
          </p:nvSpPr>
          <p:spPr>
            <a:xfrm>
              <a:off x="4368" y="2225"/>
              <a:ext cx="1200" cy="2383"/>
            </a:xfrm>
            <a:prstGeom prst="rect">
              <a:avLst/>
            </a:prstGeom>
            <a:blipFill rotWithShape="1">
              <a:blip r:embed="rId2"/>
            </a:blipFill>
            <a:ln w="9525" cap="flat" cmpd="sng">
              <a:solidFill>
                <a:schemeClr val="tx1"/>
              </a:solidFill>
              <a:prstDash val="solid"/>
              <a:miter/>
              <a:headEnd type="none" w="med" len="med"/>
              <a:tailEnd type="none" w="med" len="med"/>
            </a:ln>
          </p:spPr>
          <p:txBody>
            <a:bodyPr wrap="none" anchor="ctr" anchorCtr="0"/>
            <a:p>
              <a:pPr algn="ctr"/>
              <a:r>
                <a:rPr lang="en-US" altLang="zh-CN" sz="4400" b="0" dirty="0">
                  <a:solidFill>
                    <a:schemeClr val="tx1"/>
                  </a:solidFill>
                  <a:latin typeface="Times New Roman" panose="02020603050405020304" pitchFamily="18" charset="0"/>
                  <a:ea typeface="仿宋_GB2312" pitchFamily="49" charset="-122"/>
                </a:rPr>
                <a:t>N</a:t>
              </a:r>
              <a:endParaRPr lang="en-US" altLang="zh-CN" sz="4400" b="0" dirty="0">
                <a:solidFill>
                  <a:schemeClr val="tx1"/>
                </a:solidFill>
                <a:latin typeface="Times New Roman" panose="02020603050405020304" pitchFamily="18" charset="0"/>
                <a:ea typeface="仿宋_GB2312" pitchFamily="49" charset="-122"/>
              </a:endParaRPr>
            </a:p>
          </p:txBody>
        </p:sp>
        <p:sp>
          <p:nvSpPr>
            <p:cNvPr id="16462" name="Rectangle 152"/>
            <p:cNvSpPr/>
            <p:nvPr/>
          </p:nvSpPr>
          <p:spPr>
            <a:xfrm>
              <a:off x="1418" y="2225"/>
              <a:ext cx="1248" cy="2268"/>
            </a:xfrm>
            <a:prstGeom prst="rect">
              <a:avLst/>
            </a:prstGeom>
            <a:solidFill>
              <a:schemeClr val="tx2">
                <a:lumMod val="20000"/>
                <a:lumOff val="80000"/>
              </a:schemeClr>
            </a:solidFill>
            <a:ln w="28575">
              <a:noFill/>
            </a:ln>
          </p:spPr>
          <p:txBody>
            <a:bodyPr wrap="none" anchor="ctr" anchorCtr="0"/>
            <a:p>
              <a:pPr algn="ctr"/>
              <a:r>
                <a:rPr lang="en-US" altLang="zh-CN" sz="4400" b="0" dirty="0">
                  <a:solidFill>
                    <a:schemeClr val="tx1"/>
                  </a:solidFill>
                  <a:latin typeface="Times New Roman" panose="02020603050405020304" pitchFamily="18" charset="0"/>
                  <a:ea typeface="仿宋_GB2312" pitchFamily="49" charset="-122"/>
                </a:rPr>
                <a:t>A</a:t>
              </a:r>
              <a:endParaRPr lang="en-US" altLang="zh-CN" sz="4400" b="0" dirty="0">
                <a:solidFill>
                  <a:schemeClr val="tx1"/>
                </a:solidFill>
                <a:latin typeface="Times New Roman" panose="02020603050405020304" pitchFamily="18" charset="0"/>
                <a:ea typeface="仿宋_GB2312" pitchFamily="49" charset="-122"/>
              </a:endParaRPr>
            </a:p>
          </p:txBody>
        </p:sp>
        <p:sp>
          <p:nvSpPr>
            <p:cNvPr id="16463" name="Oval 153"/>
            <p:cNvSpPr/>
            <p:nvPr/>
          </p:nvSpPr>
          <p:spPr>
            <a:xfrm>
              <a:off x="3345" y="2340"/>
              <a:ext cx="228" cy="228"/>
            </a:xfrm>
            <a:prstGeom prst="ellipse">
              <a:avLst/>
            </a:prstGeom>
            <a:solidFill>
              <a:schemeClr val="bg1"/>
            </a:solidFill>
            <a:ln w="28575" cap="flat" cmpd="sng">
              <a:solidFill>
                <a:schemeClr val="tx2">
                  <a:lumMod val="75000"/>
                </a:schemeClr>
              </a:solidFill>
              <a:prstDash val="solid"/>
              <a:headEnd type="none" w="med" len="med"/>
              <a:tailEnd type="none" w="med" len="med"/>
            </a:ln>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16464" name="Oval 154"/>
            <p:cNvSpPr/>
            <p:nvPr/>
          </p:nvSpPr>
          <p:spPr>
            <a:xfrm>
              <a:off x="3345" y="4040"/>
              <a:ext cx="228" cy="228"/>
            </a:xfrm>
            <a:prstGeom prst="ellipse">
              <a:avLst/>
            </a:prstGeom>
            <a:solidFill>
              <a:schemeClr val="bg1"/>
            </a:solidFill>
            <a:ln w="28575" cap="flat" cmpd="sng">
              <a:solidFill>
                <a:schemeClr val="tx2">
                  <a:lumMod val="75000"/>
                </a:schemeClr>
              </a:solidFill>
              <a:prstDash val="solid"/>
              <a:headEnd type="none" w="med" len="med"/>
              <a:tailEnd type="none" w="med" len="med"/>
            </a:ln>
          </p:spPr>
          <p:txBody>
            <a:bodyPr wrap="none" anchor="ctr" anchorCtr="0"/>
            <a:p>
              <a:endParaRPr lang="zh-CN" altLang="en-US" dirty="0">
                <a:solidFill>
                  <a:schemeClr val="tx1"/>
                </a:solidFill>
                <a:latin typeface="Arial" panose="020B0604020202020204" pitchFamily="34" charset="0"/>
              </a:endParaRPr>
            </a:p>
          </p:txBody>
        </p:sp>
      </p:grpSp>
      <p:grpSp>
        <p:nvGrpSpPr>
          <p:cNvPr id="18" name="组合 17"/>
          <p:cNvGrpSpPr/>
          <p:nvPr/>
        </p:nvGrpSpPr>
        <p:grpSpPr>
          <a:xfrm>
            <a:off x="1692275" y="3413125"/>
            <a:ext cx="2321560" cy="2139950"/>
            <a:chOff x="2665" y="4983"/>
            <a:chExt cx="3656" cy="3370"/>
          </a:xfrm>
        </p:grpSpPr>
        <p:sp>
          <p:nvSpPr>
            <p:cNvPr id="16443" name="Text Box 175"/>
            <p:cNvSpPr txBox="1"/>
            <p:nvPr/>
          </p:nvSpPr>
          <p:spPr>
            <a:xfrm>
              <a:off x="5388" y="4983"/>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grpSp>
          <p:nvGrpSpPr>
            <p:cNvPr id="9" name="组合 8"/>
            <p:cNvGrpSpPr/>
            <p:nvPr/>
          </p:nvGrpSpPr>
          <p:grpSpPr>
            <a:xfrm>
              <a:off x="2665" y="5609"/>
              <a:ext cx="3657" cy="2745"/>
              <a:chOff x="2665" y="5628"/>
              <a:chExt cx="3657" cy="2745"/>
            </a:xfrm>
          </p:grpSpPr>
          <p:sp>
            <p:nvSpPr>
              <p:cNvPr id="16442" name="Text Box 174"/>
              <p:cNvSpPr txBox="1"/>
              <p:nvPr/>
            </p:nvSpPr>
            <p:spPr>
              <a:xfrm>
                <a:off x="5388" y="6308"/>
                <a:ext cx="935"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16444" name="Text Box 176"/>
              <p:cNvSpPr txBox="1"/>
              <p:nvPr/>
            </p:nvSpPr>
            <p:spPr>
              <a:xfrm>
                <a:off x="5500" y="7555"/>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6445" name="Line 177"/>
              <p:cNvSpPr/>
              <p:nvPr/>
            </p:nvSpPr>
            <p:spPr bwMode="auto">
              <a:xfrm>
                <a:off x="3685" y="5855"/>
                <a:ext cx="1920"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6446" name="Line 178"/>
              <p:cNvSpPr/>
              <p:nvPr/>
            </p:nvSpPr>
            <p:spPr bwMode="auto">
              <a:xfrm>
                <a:off x="3685" y="7555"/>
                <a:ext cx="1920"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6447" name="Text Box 179"/>
              <p:cNvSpPr txBox="1"/>
              <p:nvPr/>
            </p:nvSpPr>
            <p:spPr>
              <a:xfrm>
                <a:off x="5500" y="5855"/>
                <a:ext cx="56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6448" name="Text Box 180"/>
              <p:cNvSpPr txBox="1"/>
              <p:nvPr/>
            </p:nvSpPr>
            <p:spPr>
              <a:xfrm>
                <a:off x="5388" y="6763"/>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6449" name="Rectangle 181"/>
              <p:cNvSpPr/>
              <p:nvPr/>
            </p:nvSpPr>
            <p:spPr>
              <a:xfrm>
                <a:off x="2665" y="5628"/>
                <a:ext cx="1248" cy="2268"/>
              </a:xfrm>
              <a:prstGeom prst="rect">
                <a:avLst/>
              </a:prstGeom>
              <a:solidFill>
                <a:schemeClr val="tx2">
                  <a:lumMod val="20000"/>
                  <a:lumOff val="80000"/>
                </a:schemeClr>
              </a:solidFill>
              <a:ln w="28575">
                <a:noFill/>
              </a:ln>
            </p:spPr>
            <p:txBody>
              <a:bodyPr wrap="none" anchor="ctr" anchorCtr="0"/>
              <a:p>
                <a:pPr algn="ctr"/>
                <a:r>
                  <a:rPr lang="en-US" altLang="zh-CN" sz="4400" b="0" dirty="0">
                    <a:solidFill>
                      <a:schemeClr val="tx1"/>
                    </a:solidFill>
                    <a:latin typeface="Times New Roman" panose="02020603050405020304" pitchFamily="18" charset="0"/>
                    <a:ea typeface="仿宋_GB2312" pitchFamily="49" charset="-122"/>
                  </a:rPr>
                  <a:t>A</a:t>
                </a:r>
                <a:endParaRPr lang="en-US" altLang="zh-CN" sz="4400" b="0" dirty="0">
                  <a:solidFill>
                    <a:schemeClr val="tx1"/>
                  </a:solidFill>
                  <a:latin typeface="Times New Roman" panose="02020603050405020304" pitchFamily="18" charset="0"/>
                  <a:ea typeface="仿宋_GB2312" pitchFamily="49" charset="-122"/>
                </a:endParaRPr>
              </a:p>
            </p:txBody>
          </p:sp>
          <p:sp>
            <p:nvSpPr>
              <p:cNvPr id="16450" name="Oval 182"/>
              <p:cNvSpPr/>
              <p:nvPr/>
            </p:nvSpPr>
            <p:spPr>
              <a:xfrm>
                <a:off x="5613" y="5740"/>
                <a:ext cx="228" cy="228"/>
              </a:xfrm>
              <a:prstGeom prst="ellipse">
                <a:avLst/>
              </a:prstGeom>
              <a:solidFill>
                <a:schemeClr val="bg1"/>
              </a:solidFill>
              <a:ln w="28575" cap="flat" cmpd="sng">
                <a:solidFill>
                  <a:schemeClr val="tx2">
                    <a:lumMod val="75000"/>
                  </a:schemeClr>
                </a:solidFill>
                <a:prstDash val="solid"/>
                <a:headEnd type="none" w="med" len="med"/>
                <a:tailEnd type="none" w="med" len="med"/>
              </a:ln>
            </p:spPr>
            <p:txBody>
              <a:bodyPr wrap="none" anchor="ctr" anchorCtr="0"/>
              <a:p>
                <a:endParaRPr lang="zh-CN" altLang="en-US" dirty="0">
                  <a:solidFill>
                    <a:schemeClr val="tx1"/>
                  </a:solidFill>
                  <a:latin typeface="Arial" panose="020B0604020202020204" pitchFamily="34" charset="0"/>
                </a:endParaRPr>
              </a:p>
            </p:txBody>
          </p:sp>
          <p:sp>
            <p:nvSpPr>
              <p:cNvPr id="16451" name="Oval 183"/>
              <p:cNvSpPr/>
              <p:nvPr/>
            </p:nvSpPr>
            <p:spPr>
              <a:xfrm>
                <a:off x="5613" y="7443"/>
                <a:ext cx="228" cy="228"/>
              </a:xfrm>
              <a:prstGeom prst="ellipse">
                <a:avLst/>
              </a:prstGeom>
              <a:solidFill>
                <a:schemeClr val="bg1"/>
              </a:solidFill>
              <a:ln w="28575" cap="flat" cmpd="sng">
                <a:solidFill>
                  <a:schemeClr val="tx2">
                    <a:lumMod val="75000"/>
                  </a:schemeClr>
                </a:solidFill>
                <a:prstDash val="solid"/>
                <a:headEnd type="none" w="med" len="med"/>
                <a:tailEnd type="none" w="med" len="med"/>
              </a:ln>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grpSp>
      </p:grpSp>
      <p:graphicFrame>
        <p:nvGraphicFramePr>
          <p:cNvPr id="10" name="对象 9"/>
          <p:cNvGraphicFramePr/>
          <p:nvPr/>
        </p:nvGraphicFramePr>
        <p:xfrm>
          <a:off x="1548130" y="5636895"/>
          <a:ext cx="2089785" cy="763270"/>
        </p:xfrm>
        <a:graphic>
          <a:graphicData uri="http://schemas.openxmlformats.org/presentationml/2006/ole">
            <mc:AlternateContent xmlns:mc="http://schemas.openxmlformats.org/markup-compatibility/2006">
              <mc:Choice xmlns:v="urn:schemas-microsoft-com:vml" Requires="v">
                <p:oleObj spid="_x0000_s12" name="" r:id="rId3" imgW="520700" imgH="241300" progId="Equation.KSEE3">
                  <p:embed/>
                </p:oleObj>
              </mc:Choice>
              <mc:Fallback>
                <p:oleObj name="" r:id="rId3" imgW="520700" imgH="241300" progId="Equation.KSEE3">
                  <p:embed/>
                  <p:pic>
                    <p:nvPicPr>
                      <p:cNvPr id="0" name="图片 11"/>
                      <p:cNvPicPr/>
                      <p:nvPr/>
                    </p:nvPicPr>
                    <p:blipFill>
                      <a:blip r:embed="rId4"/>
                      <a:stretch>
                        <a:fillRect/>
                      </a:stretch>
                    </p:blipFill>
                    <p:spPr>
                      <a:xfrm>
                        <a:off x="1548130" y="5636895"/>
                        <a:ext cx="2089785" cy="763270"/>
                      </a:xfrm>
                      <a:prstGeom prst="rect">
                        <a:avLst/>
                      </a:prstGeom>
                    </p:spPr>
                  </p:pic>
                </p:oleObj>
              </mc:Fallback>
            </mc:AlternateContent>
          </a:graphicData>
        </a:graphic>
      </p:graphicFrame>
      <p:graphicFrame>
        <p:nvGraphicFramePr>
          <p:cNvPr id="13" name="对象 12"/>
          <p:cNvGraphicFramePr/>
          <p:nvPr/>
        </p:nvGraphicFramePr>
        <p:xfrm>
          <a:off x="4572000" y="5699760"/>
          <a:ext cx="2447290" cy="760730"/>
        </p:xfrm>
        <a:graphic>
          <a:graphicData uri="http://schemas.openxmlformats.org/presentationml/2006/ole">
            <mc:AlternateContent xmlns:mc="http://schemas.openxmlformats.org/markup-compatibility/2006">
              <mc:Choice xmlns:v="urn:schemas-microsoft-com:vml" Requires="v">
                <p:oleObj spid="_x0000_s15" name="" r:id="rId5" imgW="685800" imgH="254000" progId="Equation.KSEE3">
                  <p:embed/>
                </p:oleObj>
              </mc:Choice>
              <mc:Fallback>
                <p:oleObj name="" r:id="rId5" imgW="685800" imgH="254000" progId="Equation.KSEE3">
                  <p:embed/>
                  <p:pic>
                    <p:nvPicPr>
                      <p:cNvPr id="0" name="图片 14"/>
                      <p:cNvPicPr/>
                      <p:nvPr/>
                    </p:nvPicPr>
                    <p:blipFill>
                      <a:blip r:embed="rId6"/>
                      <a:stretch>
                        <a:fillRect/>
                      </a:stretch>
                    </p:blipFill>
                    <p:spPr>
                      <a:xfrm>
                        <a:off x="4572000" y="5699760"/>
                        <a:ext cx="2447290" cy="760730"/>
                      </a:xfrm>
                      <a:prstGeom prst="rect">
                        <a:avLst/>
                      </a:prstGeom>
                    </p:spPr>
                  </p:pic>
                </p:oleObj>
              </mc:Fallback>
            </mc:AlternateContent>
          </a:graphicData>
        </a:graphic>
      </p:graphicFrame>
      <p:grpSp>
        <p:nvGrpSpPr>
          <p:cNvPr id="19" name="组合 18"/>
          <p:cNvGrpSpPr/>
          <p:nvPr/>
        </p:nvGrpSpPr>
        <p:grpSpPr>
          <a:xfrm>
            <a:off x="5003800" y="1374775"/>
            <a:ext cx="2663190" cy="2174875"/>
            <a:chOff x="7880" y="1773"/>
            <a:chExt cx="4194" cy="3425"/>
          </a:xfrm>
        </p:grpSpPr>
        <p:sp>
          <p:nvSpPr>
            <p:cNvPr id="16428" name="Text Box 157"/>
            <p:cNvSpPr txBox="1"/>
            <p:nvPr/>
          </p:nvSpPr>
          <p:spPr>
            <a:xfrm>
              <a:off x="9695" y="4380"/>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grpSp>
          <p:nvGrpSpPr>
            <p:cNvPr id="8" name="组合 7"/>
            <p:cNvGrpSpPr/>
            <p:nvPr/>
          </p:nvGrpSpPr>
          <p:grpSpPr>
            <a:xfrm>
              <a:off x="7880" y="1773"/>
              <a:ext cx="4195" cy="2946"/>
              <a:chOff x="7880" y="1773"/>
              <a:chExt cx="4195" cy="2946"/>
            </a:xfrm>
          </p:grpSpPr>
          <p:sp>
            <p:nvSpPr>
              <p:cNvPr id="16427" name="Text Box 156"/>
              <p:cNvSpPr txBox="1"/>
              <p:nvPr/>
            </p:nvSpPr>
            <p:spPr>
              <a:xfrm>
                <a:off x="9695" y="1773"/>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6429" name="Line 158"/>
              <p:cNvSpPr/>
              <p:nvPr/>
            </p:nvSpPr>
            <p:spPr bwMode="auto">
              <a:xfrm>
                <a:off x="8900" y="2680"/>
                <a:ext cx="2495"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6430" name="Line 159"/>
              <p:cNvSpPr/>
              <p:nvPr/>
            </p:nvSpPr>
            <p:spPr bwMode="auto">
              <a:xfrm>
                <a:off x="8900" y="4380"/>
                <a:ext cx="2495"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6431" name="Text Box 161"/>
              <p:cNvSpPr txBox="1"/>
              <p:nvPr/>
            </p:nvSpPr>
            <p:spPr>
              <a:xfrm>
                <a:off x="11475" y="3563"/>
                <a:ext cx="60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16432" name="Text Box 162"/>
              <p:cNvSpPr txBox="1"/>
              <p:nvPr/>
            </p:nvSpPr>
            <p:spPr>
              <a:xfrm>
                <a:off x="9583" y="2680"/>
                <a:ext cx="56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6433" name="Text Box 163"/>
              <p:cNvSpPr txBox="1"/>
              <p:nvPr/>
            </p:nvSpPr>
            <p:spPr>
              <a:xfrm>
                <a:off x="9583" y="3588"/>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6434" name="Text Box 164"/>
              <p:cNvSpPr txBox="1"/>
              <p:nvPr/>
            </p:nvSpPr>
            <p:spPr>
              <a:xfrm>
                <a:off x="9583" y="3133"/>
                <a:ext cx="72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16435" name="Oval 166"/>
              <p:cNvSpPr/>
              <p:nvPr/>
            </p:nvSpPr>
            <p:spPr>
              <a:xfrm>
                <a:off x="9808" y="2568"/>
                <a:ext cx="228" cy="228"/>
              </a:xfrm>
              <a:prstGeom prst="ellipse">
                <a:avLst/>
              </a:prstGeom>
              <a:solidFill>
                <a:schemeClr val="bg1"/>
              </a:solidFill>
              <a:ln w="28575" cap="flat" cmpd="sng">
                <a:solidFill>
                  <a:schemeClr val="tx2">
                    <a:lumMod val="75000"/>
                  </a:schemeClr>
                </a:solidFill>
                <a:prstDash val="solid"/>
                <a:headEnd type="none" w="med" len="med"/>
                <a:tailEnd type="none" w="med" len="med"/>
              </a:ln>
            </p:spPr>
            <p:txBody>
              <a:bodyPr wrap="none" anchor="ctr" anchorCtr="0"/>
              <a:p>
                <a:endParaRPr lang="zh-CN" altLang="en-US" dirty="0">
                  <a:solidFill>
                    <a:schemeClr val="tx1"/>
                  </a:solidFill>
                  <a:latin typeface="Arial" panose="020B0604020202020204" pitchFamily="34" charset="0"/>
                </a:endParaRPr>
              </a:p>
            </p:txBody>
          </p:sp>
          <p:sp>
            <p:nvSpPr>
              <p:cNvPr id="16436" name="Oval 167"/>
              <p:cNvSpPr/>
              <p:nvPr/>
            </p:nvSpPr>
            <p:spPr>
              <a:xfrm>
                <a:off x="9808" y="4268"/>
                <a:ext cx="228" cy="228"/>
              </a:xfrm>
              <a:prstGeom prst="ellipse">
                <a:avLst/>
              </a:prstGeom>
              <a:solidFill>
                <a:schemeClr val="bg1"/>
              </a:solidFill>
              <a:ln w="28575" cap="flat" cmpd="sng">
                <a:solidFill>
                  <a:schemeClr val="tx2">
                    <a:lumMod val="75000"/>
                  </a:schemeClr>
                </a:solidFill>
                <a:prstDash val="solid"/>
                <a:headEnd type="none" w="med" len="med"/>
                <a:tailEnd type="none" w="med" len="med"/>
              </a:ln>
            </p:spPr>
            <p:txBody>
              <a:bodyPr wrap="none" anchor="ctr" anchorCtr="0"/>
              <a:p>
                <a:endParaRPr lang="zh-CN" altLang="en-US" dirty="0">
                  <a:solidFill>
                    <a:schemeClr val="tx1"/>
                  </a:solidFill>
                  <a:latin typeface="Arial" panose="020B0604020202020204" pitchFamily="34" charset="0"/>
                </a:endParaRPr>
              </a:p>
            </p:txBody>
          </p:sp>
          <p:sp>
            <p:nvSpPr>
              <p:cNvPr id="16437" name="Line 168"/>
              <p:cNvSpPr/>
              <p:nvPr/>
            </p:nvSpPr>
            <p:spPr bwMode="auto">
              <a:xfrm>
                <a:off x="11395" y="2680"/>
                <a:ext cx="0" cy="170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6438" name="Line 160"/>
              <p:cNvSpPr/>
              <p:nvPr/>
            </p:nvSpPr>
            <p:spPr>
              <a:xfrm>
                <a:off x="11395" y="3700"/>
                <a:ext cx="0" cy="568"/>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41125" name="Rectangle 165"/>
              <p:cNvSpPr/>
              <p:nvPr/>
            </p:nvSpPr>
            <p:spPr>
              <a:xfrm>
                <a:off x="7880" y="2453"/>
                <a:ext cx="1248" cy="2267"/>
              </a:xfrm>
              <a:prstGeom prst="rect">
                <a:avLst/>
              </a:prstGeom>
              <a:solidFill>
                <a:schemeClr val="tx2">
                  <a:lumMod val="20000"/>
                  <a:lumOff val="80000"/>
                </a:schemeClr>
              </a:solidFill>
              <a:ln w="28575">
                <a:noFill/>
              </a:ln>
            </p:spPr>
            <p:txBody>
              <a:bodyPr wrap="none" anchor="ctr" anchorCtr="0"/>
              <a:p>
                <a:pPr algn="ctr"/>
                <a:r>
                  <a:rPr lang="en-US" altLang="zh-CN" sz="4400" b="0" dirty="0">
                    <a:solidFill>
                      <a:schemeClr val="tx1"/>
                    </a:solidFill>
                    <a:latin typeface="Times New Roman" panose="02020603050405020304" pitchFamily="18" charset="0"/>
                    <a:ea typeface="仿宋_GB2312" pitchFamily="49" charset="-122"/>
                  </a:rPr>
                  <a:t>A</a:t>
                </a:r>
                <a:endParaRPr lang="en-US" altLang="zh-CN" sz="4400" b="0" dirty="0">
                  <a:solidFill>
                    <a:schemeClr val="tx1"/>
                  </a:solidFill>
                  <a:latin typeface="Times New Roman" panose="02020603050405020304" pitchFamily="18" charset="0"/>
                  <a:ea typeface="仿宋_GB2312" pitchFamily="49" charset="-122"/>
                </a:endParaRPr>
              </a:p>
            </p:txBody>
          </p:sp>
          <p:grpSp>
            <p:nvGrpSpPr>
              <p:cNvPr id="73" name="组合 72"/>
              <p:cNvGrpSpPr/>
              <p:nvPr/>
            </p:nvGrpSpPr>
            <p:grpSpPr>
              <a:xfrm>
                <a:off x="10941" y="2815"/>
                <a:ext cx="908" cy="908"/>
                <a:chOff x="5907581" y="4495572"/>
                <a:chExt cx="576263" cy="576263"/>
              </a:xfrm>
            </p:grpSpPr>
            <p:sp>
              <p:nvSpPr>
                <p:cNvPr id="74"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75" name="直接连接符 74"/>
                <p:cNvCxnSpPr>
                  <a:stCxn id="74" idx="4"/>
                  <a:endCxn id="74"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22" name="组合 21"/>
          <p:cNvGrpSpPr/>
          <p:nvPr/>
        </p:nvGrpSpPr>
        <p:grpSpPr>
          <a:xfrm>
            <a:off x="4427220" y="3473450"/>
            <a:ext cx="2807970" cy="2164080"/>
            <a:chOff x="6972" y="5470"/>
            <a:chExt cx="4422" cy="3408"/>
          </a:xfrm>
        </p:grpSpPr>
        <p:sp>
          <p:nvSpPr>
            <p:cNvPr id="16416" name="Text Box 187"/>
            <p:cNvSpPr txBox="1"/>
            <p:nvPr/>
          </p:nvSpPr>
          <p:spPr>
            <a:xfrm>
              <a:off x="8903" y="8060"/>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6409" name="Line 188"/>
            <p:cNvSpPr/>
            <p:nvPr/>
          </p:nvSpPr>
          <p:spPr bwMode="auto">
            <a:xfrm>
              <a:off x="8220" y="6378"/>
              <a:ext cx="2495"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6410" name="Line 189"/>
            <p:cNvSpPr/>
            <p:nvPr/>
          </p:nvSpPr>
          <p:spPr bwMode="auto">
            <a:xfrm>
              <a:off x="8220" y="8078"/>
              <a:ext cx="2495"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6414" name="Text Box 185"/>
            <p:cNvSpPr txBox="1"/>
            <p:nvPr/>
          </p:nvSpPr>
          <p:spPr>
            <a:xfrm>
              <a:off x="8900" y="6830"/>
              <a:ext cx="93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16415" name="Text Box 186"/>
            <p:cNvSpPr txBox="1"/>
            <p:nvPr/>
          </p:nvSpPr>
          <p:spPr>
            <a:xfrm>
              <a:off x="8861" y="5470"/>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6417" name="Text Box 191"/>
            <p:cNvSpPr txBox="1"/>
            <p:nvPr/>
          </p:nvSpPr>
          <p:spPr>
            <a:xfrm>
              <a:off x="10830" y="7260"/>
              <a:ext cx="565"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16418" name="Text Box 192"/>
            <p:cNvSpPr txBox="1"/>
            <p:nvPr/>
          </p:nvSpPr>
          <p:spPr>
            <a:xfrm>
              <a:off x="8903" y="6378"/>
              <a:ext cx="56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6419" name="Text Box 193"/>
            <p:cNvSpPr txBox="1"/>
            <p:nvPr/>
          </p:nvSpPr>
          <p:spPr>
            <a:xfrm>
              <a:off x="8903" y="7285"/>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6420" name="Oval 195"/>
            <p:cNvSpPr/>
            <p:nvPr/>
          </p:nvSpPr>
          <p:spPr>
            <a:xfrm>
              <a:off x="9128" y="6265"/>
              <a:ext cx="228" cy="228"/>
            </a:xfrm>
            <a:prstGeom prst="ellipse">
              <a:avLst/>
            </a:prstGeom>
            <a:solidFill>
              <a:schemeClr val="bg1"/>
            </a:solidFill>
            <a:ln w="28575" cap="flat" cmpd="sng">
              <a:solidFill>
                <a:schemeClr val="tx2">
                  <a:lumMod val="75000"/>
                </a:schemeClr>
              </a:solidFill>
              <a:prstDash val="solid"/>
              <a:headEnd type="none" w="med" len="med"/>
              <a:tailEnd type="none" w="med" len="med"/>
            </a:ln>
          </p:spPr>
          <p:txBody>
            <a:bodyPr wrap="none" anchor="ctr" anchorCtr="0"/>
            <a:p>
              <a:endParaRPr lang="zh-CN" altLang="en-US" dirty="0">
                <a:solidFill>
                  <a:schemeClr val="tx1"/>
                </a:solidFill>
                <a:latin typeface="Arial" panose="020B0604020202020204" pitchFamily="34" charset="0"/>
              </a:endParaRPr>
            </a:p>
          </p:txBody>
        </p:sp>
        <p:sp>
          <p:nvSpPr>
            <p:cNvPr id="16421" name="Oval 196"/>
            <p:cNvSpPr/>
            <p:nvPr/>
          </p:nvSpPr>
          <p:spPr>
            <a:xfrm>
              <a:off x="9128" y="7965"/>
              <a:ext cx="228" cy="228"/>
            </a:xfrm>
            <a:prstGeom prst="ellipse">
              <a:avLst/>
            </a:prstGeom>
            <a:solidFill>
              <a:schemeClr val="bg1"/>
            </a:solidFill>
            <a:ln w="28575" cap="flat" cmpd="sng">
              <a:solidFill>
                <a:schemeClr val="tx2">
                  <a:lumMod val="75000"/>
                </a:schemeClr>
              </a:solidFill>
              <a:prstDash val="solid"/>
              <a:headEnd type="none" w="med" len="med"/>
              <a:tailEnd type="none" w="med" len="med"/>
            </a:ln>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16422" name="Line 197"/>
            <p:cNvSpPr/>
            <p:nvPr/>
          </p:nvSpPr>
          <p:spPr bwMode="auto">
            <a:xfrm>
              <a:off x="10715" y="6378"/>
              <a:ext cx="0" cy="170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6423" name="Line 190"/>
            <p:cNvSpPr/>
            <p:nvPr/>
          </p:nvSpPr>
          <p:spPr>
            <a:xfrm>
              <a:off x="10715" y="7285"/>
              <a:ext cx="0" cy="68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pSp>
          <p:nvGrpSpPr>
            <p:cNvPr id="5" name="组合 4"/>
            <p:cNvGrpSpPr/>
            <p:nvPr/>
          </p:nvGrpSpPr>
          <p:grpSpPr>
            <a:xfrm rot="0">
              <a:off x="10258" y="6575"/>
              <a:ext cx="908" cy="908"/>
              <a:chOff x="5907581" y="4602192"/>
              <a:chExt cx="576263" cy="576263"/>
            </a:xfrm>
          </p:grpSpPr>
          <p:sp>
            <p:nvSpPr>
              <p:cNvPr id="6" name="Oval 953"/>
              <p:cNvSpPr>
                <a:spLocks noChangeArrowheads="1"/>
              </p:cNvSpPr>
              <p:nvPr/>
            </p:nvSpPr>
            <p:spPr bwMode="auto">
              <a:xfrm rot="5400000">
                <a:off x="5907581" y="460219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16" name="直接连接符 15"/>
              <p:cNvCxnSpPr>
                <a:stCxn id="6" idx="4"/>
                <a:endCxn id="6" idx="0"/>
              </p:cNvCxnSpPr>
              <p:nvPr/>
            </p:nvCxnSpPr>
            <p:spPr>
              <a:xfrm>
                <a:off x="5907581" y="489032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6411" name="Rectangle 194"/>
            <p:cNvSpPr/>
            <p:nvPr/>
          </p:nvSpPr>
          <p:spPr>
            <a:xfrm>
              <a:off x="6972" y="6113"/>
              <a:ext cx="1248" cy="2268"/>
            </a:xfrm>
            <a:prstGeom prst="rect">
              <a:avLst/>
            </a:prstGeom>
            <a:solidFill>
              <a:schemeClr val="tx2">
                <a:lumMod val="20000"/>
                <a:lumOff val="80000"/>
              </a:schemeClr>
            </a:solidFill>
            <a:ln w="28575">
              <a:noFill/>
            </a:ln>
          </p:spPr>
          <p:txBody>
            <a:bodyPr wrap="none" anchor="ctr" anchorCtr="0"/>
            <a:p>
              <a:pPr algn="ctr"/>
              <a:endParaRPr lang="zh-CN" altLang="zh-CN" sz="4400" b="0" dirty="0">
                <a:solidFill>
                  <a:schemeClr val="tx1"/>
                </a:solidFill>
                <a:latin typeface="Times New Roman" panose="02020603050405020304" pitchFamily="18" charset="0"/>
                <a:ea typeface="仿宋_GB2312" pitchFamily="49" charset="-122"/>
              </a:endParaRPr>
            </a:p>
          </p:txBody>
        </p:sp>
        <p:sp>
          <p:nvSpPr>
            <p:cNvPr id="16412" name="Text Box 201"/>
            <p:cNvSpPr txBox="1"/>
            <p:nvPr/>
          </p:nvSpPr>
          <p:spPr>
            <a:xfrm>
              <a:off x="6990" y="6122"/>
              <a:ext cx="93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N</a:t>
              </a:r>
              <a:endParaRPr lang="en-US" altLang="zh-CN" b="0" dirty="0">
                <a:solidFill>
                  <a:schemeClr val="tx1"/>
                </a:solidFill>
                <a:latin typeface="Times New Roman" panose="02020603050405020304" pitchFamily="18" charset="0"/>
                <a:ea typeface="宋体" panose="02010600030101010101" pitchFamily="2" charset="-122"/>
              </a:endParaRPr>
            </a:p>
          </p:txBody>
        </p:sp>
      </p:grpSp>
      <p:grpSp>
        <p:nvGrpSpPr>
          <p:cNvPr id="21" name="组合 20"/>
          <p:cNvGrpSpPr/>
          <p:nvPr/>
        </p:nvGrpSpPr>
        <p:grpSpPr>
          <a:xfrm>
            <a:off x="4716145" y="4048760"/>
            <a:ext cx="844550" cy="1079500"/>
            <a:chOff x="13013" y="8512"/>
            <a:chExt cx="1330" cy="1700"/>
          </a:xfrm>
        </p:grpSpPr>
        <p:sp>
          <p:nvSpPr>
            <p:cNvPr id="16406" name="Line 203"/>
            <p:cNvSpPr/>
            <p:nvPr/>
          </p:nvSpPr>
          <p:spPr bwMode="auto">
            <a:xfrm>
              <a:off x="13254" y="10212"/>
              <a:ext cx="680"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grpSp>
          <p:nvGrpSpPr>
            <p:cNvPr id="11" name="组合 10"/>
            <p:cNvGrpSpPr/>
            <p:nvPr/>
          </p:nvGrpSpPr>
          <p:grpSpPr>
            <a:xfrm>
              <a:off x="13013" y="8512"/>
              <a:ext cx="1330" cy="1700"/>
              <a:chOff x="7416" y="6378"/>
              <a:chExt cx="1330" cy="1700"/>
            </a:xfrm>
          </p:grpSpPr>
          <p:sp>
            <p:nvSpPr>
              <p:cNvPr id="16404" name="Line 202"/>
              <p:cNvSpPr/>
              <p:nvPr/>
            </p:nvSpPr>
            <p:spPr bwMode="auto">
              <a:xfrm>
                <a:off x="7643" y="6378"/>
                <a:ext cx="0" cy="170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6405" name="Text Box 104"/>
              <p:cNvSpPr txBox="1"/>
              <p:nvPr/>
            </p:nvSpPr>
            <p:spPr>
              <a:xfrm>
                <a:off x="7756" y="6830"/>
                <a:ext cx="990" cy="818"/>
              </a:xfrm>
              <a:prstGeom prst="rect">
                <a:avLst/>
              </a:prstGeom>
              <a:noFill/>
              <a:ln w="9525">
                <a:noFill/>
              </a:ln>
            </p:spPr>
            <p:txBody>
              <a:bodyPr wrap="none" anchor="ctr" anchorCtr="0">
                <a:spAutoFit/>
              </a:bodyPr>
              <a:p>
                <a:pPr algn="ct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R</a:t>
                </a:r>
                <a:r>
                  <a:rPr lang="en-US" altLang="zh-CN" b="0" baseline="-25000" dirty="0">
                    <a:solidFill>
                      <a:schemeClr val="tx1"/>
                    </a:solidFill>
                    <a:latin typeface="Times New Roman" panose="02020603050405020304" pitchFamily="18" charset="0"/>
                    <a:ea typeface="宋体" panose="02010600030101010101" pitchFamily="2" charset="-122"/>
                  </a:rPr>
                  <a:t>eq</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41061" name="Rectangle 101"/>
              <p:cNvSpPr>
                <a:spLocks noChangeArrowheads="1"/>
              </p:cNvSpPr>
              <p:nvPr/>
            </p:nvSpPr>
            <p:spPr bwMode="auto">
              <a:xfrm>
                <a:off x="7416" y="6830"/>
                <a:ext cx="453" cy="908"/>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grpSp>
        <p:sp>
          <p:nvSpPr>
            <p:cNvPr id="20" name="Line 204"/>
            <p:cNvSpPr/>
            <p:nvPr>
              <p:custDataLst>
                <p:tags r:id="rId7"/>
              </p:custDataLst>
            </p:nvPr>
          </p:nvSpPr>
          <p:spPr bwMode="auto">
            <a:xfrm>
              <a:off x="13240" y="8512"/>
              <a:ext cx="680"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40962"/>
                                        </p:tgtEl>
                                        <p:attrNameLst>
                                          <p:attrName>style.visibility</p:attrName>
                                        </p:attrNameLst>
                                      </p:cBhvr>
                                      <p:to>
                                        <p:strVal val="visible"/>
                                      </p:to>
                                    </p:set>
                                    <p:anim calcmode="lin" valueType="num">
                                      <p:cBhvr additive="base">
                                        <p:cTn id="7" dur="500" fill="hold"/>
                                        <p:tgtEl>
                                          <p:spTgt spid="40962"/>
                                        </p:tgtEl>
                                        <p:attrNameLst>
                                          <p:attrName>ppt_x</p:attrName>
                                        </p:attrNameLst>
                                      </p:cBhvr>
                                      <p:tavLst>
                                        <p:tav tm="0">
                                          <p:val>
                                            <p:strVal val="0-#ppt_w/2"/>
                                          </p:val>
                                        </p:tav>
                                        <p:tav tm="100000">
                                          <p:val>
                                            <p:strVal val="#ppt_x"/>
                                          </p:val>
                                        </p:tav>
                                      </p:tavLst>
                                    </p:anim>
                                    <p:anim calcmode="lin" valueType="num">
                                      <p:cBhvr additive="base">
                                        <p:cTn id="8" dur="500" fill="hold"/>
                                        <p:tgtEl>
                                          <p:spTgt spid="4096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linds(horizontal)">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24" presetClass="entr" presetSubtype="0"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 to="" calcmode="lin" valueType="num">
                                      <p:cBhvr>
                                        <p:cTn id="18" dur="1" fill="hold"/>
                                        <p:tgtEl>
                                          <p:spTgt spid="2"/>
                                        </p:tgtEl>
                                        <p:attrNameLst>
                                          <p:attrName>style.visibility</p:attrName>
                                        </p:attrNameLst>
                                      </p:cBhvr>
                                    </p:anim>
                                  </p:childTnLst>
                                </p:cTn>
                              </p:par>
                            </p:childTnLst>
                          </p:cTn>
                        </p:par>
                        <p:par>
                          <p:cTn id="19" fill="hold">
                            <p:stCondLst>
                              <p:cond delay="0"/>
                            </p:stCondLst>
                            <p:childTnLst>
                              <p:par>
                                <p:cTn id="20" presetID="22" presetClass="entr" presetSubtype="4" fill="hold" nodeType="after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wipe(down)">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slide(fromBottom)">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blinds(horizontal)">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20" presetClass="entr" presetSubtype="0" fill="hold" grpId="1" nodeType="clickEffect">
                                  <p:stCondLst>
                                    <p:cond delay="0"/>
                                  </p:stCondLst>
                                  <p:childTnLst>
                                    <p:set>
                                      <p:cBhvr>
                                        <p:cTn id="36" dur="1" fill="hold">
                                          <p:stCondLst>
                                            <p:cond delay="0"/>
                                          </p:stCondLst>
                                        </p:cTn>
                                        <p:tgtEl>
                                          <p:spTgt spid="41083"/>
                                        </p:tgtEl>
                                        <p:attrNameLst>
                                          <p:attrName>style.visibility</p:attrName>
                                        </p:attrNameLst>
                                      </p:cBhvr>
                                      <p:to>
                                        <p:strVal val="visible"/>
                                      </p:to>
                                    </p:set>
                                    <p:animEffect transition="in" filter="wedge">
                                      <p:cBhvr>
                                        <p:cTn id="37" dur="2000"/>
                                        <p:tgtEl>
                                          <p:spTgt spid="41083"/>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40969"/>
                                        </p:tgtEl>
                                        <p:attrNameLst>
                                          <p:attrName>style.visibility</p:attrName>
                                        </p:attrNameLst>
                                      </p:cBhvr>
                                      <p:to>
                                        <p:strVal val="visible"/>
                                      </p:to>
                                    </p:set>
                                    <p:anim calcmode="lin" valueType="num">
                                      <p:cBhvr additive="base">
                                        <p:cTn id="42" dur="500" fill="hold"/>
                                        <p:tgtEl>
                                          <p:spTgt spid="40969"/>
                                        </p:tgtEl>
                                        <p:attrNameLst>
                                          <p:attrName>ppt_x</p:attrName>
                                        </p:attrNameLst>
                                      </p:cBhvr>
                                      <p:tavLst>
                                        <p:tav tm="0">
                                          <p:val>
                                            <p:strVal val="#ppt_x"/>
                                          </p:val>
                                        </p:tav>
                                        <p:tav tm="100000">
                                          <p:val>
                                            <p:strVal val="#ppt_x"/>
                                          </p:val>
                                        </p:tav>
                                      </p:tavLst>
                                    </p:anim>
                                    <p:anim calcmode="lin" valueType="num">
                                      <p:cBhvr additive="base">
                                        <p:cTn id="43" dur="500" fill="hold"/>
                                        <p:tgtEl>
                                          <p:spTgt spid="40969"/>
                                        </p:tgtEl>
                                        <p:attrNameLst>
                                          <p:attrName>ppt_y</p:attrName>
                                        </p:attrNameLst>
                                      </p:cBhvr>
                                      <p:tavLst>
                                        <p:tav tm="0">
                                          <p:val>
                                            <p:strVal val="1+#ppt_h/2"/>
                                          </p:val>
                                        </p:tav>
                                        <p:tav tm="100000">
                                          <p:val>
                                            <p:strVal val="#ppt_y"/>
                                          </p:val>
                                        </p:tav>
                                      </p:tavLst>
                                    </p:anim>
                                  </p:childTnLst>
                                </p:cTn>
                              </p:par>
                            </p:childTnLst>
                          </p:cTn>
                        </p:par>
                        <p:par>
                          <p:cTn id="44" fill="hold">
                            <p:stCondLst>
                              <p:cond delay="500"/>
                            </p:stCondLst>
                            <p:childTnLst>
                              <p:par>
                                <p:cTn id="45" presetID="22" presetClass="entr" presetSubtype="8" fill="hold" nodeType="after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wipe(left)">
                                      <p:cBhvr>
                                        <p:cTn id="47" dur="500"/>
                                        <p:tgtEl>
                                          <p:spTgt spid="22"/>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21"/>
                                        </p:tgtEl>
                                        <p:attrNameLst>
                                          <p:attrName>style.visibility</p:attrName>
                                        </p:attrNameLst>
                                      </p:cBhvr>
                                      <p:to>
                                        <p:strVal val="visible"/>
                                      </p:to>
                                    </p:set>
                                    <p:anim calcmode="lin" valueType="num">
                                      <p:cBhvr additive="base">
                                        <p:cTn id="52" dur="500" fill="hold"/>
                                        <p:tgtEl>
                                          <p:spTgt spid="21"/>
                                        </p:tgtEl>
                                        <p:attrNameLst>
                                          <p:attrName>ppt_x</p:attrName>
                                        </p:attrNameLst>
                                      </p:cBhvr>
                                      <p:tavLst>
                                        <p:tav tm="0">
                                          <p:val>
                                            <p:strVal val="#ppt_x"/>
                                          </p:val>
                                        </p:tav>
                                        <p:tav tm="100000">
                                          <p:val>
                                            <p:strVal val="#ppt_x"/>
                                          </p:val>
                                        </p:tav>
                                      </p:tavLst>
                                    </p:anim>
                                    <p:anim calcmode="lin" valueType="num">
                                      <p:cBhvr additive="base">
                                        <p:cTn id="53"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nodeType="clickEffect">
                                  <p:stCondLst>
                                    <p:cond delay="0"/>
                                  </p:stCondLst>
                                  <p:childTnLst>
                                    <p:set>
                                      <p:cBhvr>
                                        <p:cTn id="57" dur="1" fill="hold">
                                          <p:stCondLst>
                                            <p:cond delay="0"/>
                                          </p:stCondLst>
                                        </p:cTn>
                                        <p:tgtEl>
                                          <p:spTgt spid="10"/>
                                        </p:tgtEl>
                                        <p:attrNameLst>
                                          <p:attrName>style.visibility</p:attrName>
                                        </p:attrNameLst>
                                      </p:cBhvr>
                                      <p:to>
                                        <p:strVal val="visible"/>
                                      </p:to>
                                    </p:set>
                                    <p:animEffect transition="in" filter="wipe(down)">
                                      <p:cBhvr>
                                        <p:cTn id="58" dur="500"/>
                                        <p:tgtEl>
                                          <p:spTgt spid="10"/>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nodeType="clickEffect">
                                  <p:stCondLst>
                                    <p:cond delay="0"/>
                                  </p:stCondLst>
                                  <p:childTnLst>
                                    <p:set>
                                      <p:cBhvr>
                                        <p:cTn id="62" dur="1" fill="hold">
                                          <p:stCondLst>
                                            <p:cond delay="0"/>
                                          </p:stCondLst>
                                        </p:cTn>
                                        <p:tgtEl>
                                          <p:spTgt spid="13"/>
                                        </p:tgtEl>
                                        <p:attrNameLst>
                                          <p:attrName>style.visibility</p:attrName>
                                        </p:attrNameLst>
                                      </p:cBhvr>
                                      <p:to>
                                        <p:strVal val="visible"/>
                                      </p:to>
                                    </p:set>
                                    <p:animEffect transition="in" filter="wipe(down)">
                                      <p:cBhvr>
                                        <p:cTn id="6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2" grpId="0"/>
      <p:bldP spid="40969" grpId="0"/>
      <p:bldP spid="41083" grpId="1"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4-3 戴维南定理和诺顿定理</a:t>
            </a:r>
            <a:endParaRPr lang="zh-CN" altLang="en-US"/>
          </a:p>
        </p:txBody>
      </p:sp>
      <p:sp>
        <p:nvSpPr>
          <p:cNvPr id="98413" name="AutoShape 109"/>
          <p:cNvSpPr/>
          <p:nvPr/>
        </p:nvSpPr>
        <p:spPr>
          <a:xfrm>
            <a:off x="2339975" y="3429000"/>
            <a:ext cx="720725" cy="215900"/>
          </a:xfrm>
          <a:prstGeom prst="rightArrow">
            <a:avLst>
              <a:gd name="adj1" fmla="val 50000"/>
              <a:gd name="adj2" fmla="val 83455"/>
            </a:avLst>
          </a:prstGeom>
          <a:solidFill>
            <a:srgbClr val="00CCFF"/>
          </a:solidFill>
          <a:ln w="9525">
            <a:noFill/>
          </a:ln>
        </p:spPr>
        <p:txBody>
          <a:bodyPr wrap="none" anchor="ctr" anchorCtr="0"/>
          <a:p>
            <a:endParaRPr lang="zh-CN" altLang="en-US" dirty="0">
              <a:latin typeface="Arial" panose="020B0604020202020204" pitchFamily="34" charset="0"/>
            </a:endParaRPr>
          </a:p>
        </p:txBody>
      </p:sp>
      <p:grpSp>
        <p:nvGrpSpPr>
          <p:cNvPr id="4" name="组合 3"/>
          <p:cNvGrpSpPr/>
          <p:nvPr/>
        </p:nvGrpSpPr>
        <p:grpSpPr>
          <a:xfrm>
            <a:off x="3348355" y="1995170"/>
            <a:ext cx="3032125" cy="3039745"/>
            <a:chOff x="5273" y="3133"/>
            <a:chExt cx="4775" cy="4787"/>
          </a:xfrm>
        </p:grpSpPr>
        <p:sp>
          <p:nvSpPr>
            <p:cNvPr id="17418" name="Line 126"/>
            <p:cNvSpPr/>
            <p:nvPr/>
          </p:nvSpPr>
          <p:spPr bwMode="auto">
            <a:xfrm>
              <a:off x="6748" y="4040"/>
              <a:ext cx="1815"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7419" name="Text Box 117"/>
            <p:cNvSpPr txBox="1"/>
            <p:nvPr/>
          </p:nvSpPr>
          <p:spPr>
            <a:xfrm>
              <a:off x="6860" y="3261"/>
              <a:ext cx="743" cy="817"/>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17420" name="Line 118"/>
            <p:cNvSpPr/>
            <p:nvPr/>
          </p:nvSpPr>
          <p:spPr>
            <a:xfrm>
              <a:off x="6860" y="4040"/>
              <a:ext cx="793"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17421" name="Text Box 119"/>
            <p:cNvSpPr txBox="1"/>
            <p:nvPr/>
          </p:nvSpPr>
          <p:spPr>
            <a:xfrm>
              <a:off x="7768" y="4153"/>
              <a:ext cx="595"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7422" name="Text Box 120"/>
            <p:cNvSpPr txBox="1"/>
            <p:nvPr/>
          </p:nvSpPr>
          <p:spPr>
            <a:xfrm>
              <a:off x="7653" y="6193"/>
              <a:ext cx="743"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7423" name="Text Box 121"/>
            <p:cNvSpPr txBox="1"/>
            <p:nvPr/>
          </p:nvSpPr>
          <p:spPr>
            <a:xfrm>
              <a:off x="7540" y="5060"/>
              <a:ext cx="893" cy="817"/>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17424" name="Rectangle 122" descr="再生纸"/>
            <p:cNvSpPr/>
            <p:nvPr/>
          </p:nvSpPr>
          <p:spPr>
            <a:xfrm>
              <a:off x="8560" y="3698"/>
              <a:ext cx="1488" cy="3742"/>
            </a:xfrm>
            <a:prstGeom prst="rect">
              <a:avLst/>
            </a:prstGeom>
            <a:blipFill rotWithShape="1">
              <a:blip r:embed="rId1"/>
            </a:blipFill>
            <a:ln w="28575">
              <a:noFill/>
            </a:ln>
          </p:spPr>
          <p:txBody>
            <a:bodyPr wrap="none" anchor="ctr" anchorCtr="0"/>
            <a:p>
              <a:pPr algn="ctr"/>
              <a:r>
                <a:rPr lang="en-US" altLang="zh-CN" sz="4400" b="0" dirty="0">
                  <a:solidFill>
                    <a:schemeClr val="tx1"/>
                  </a:solidFill>
                  <a:latin typeface="Times New Roman" panose="02020603050405020304" pitchFamily="18" charset="0"/>
                  <a:ea typeface="仿宋_GB2312" pitchFamily="49" charset="-122"/>
                </a:rPr>
                <a:t>N</a:t>
              </a:r>
              <a:endParaRPr lang="en-US" altLang="zh-CN" sz="4400" b="0" dirty="0">
                <a:solidFill>
                  <a:schemeClr val="tx1"/>
                </a:solidFill>
                <a:latin typeface="Times New Roman" panose="02020603050405020304" pitchFamily="18" charset="0"/>
                <a:ea typeface="仿宋_GB2312" pitchFamily="49" charset="-122"/>
              </a:endParaRPr>
            </a:p>
          </p:txBody>
        </p:sp>
        <p:sp>
          <p:nvSpPr>
            <p:cNvPr id="17426" name="Line 124"/>
            <p:cNvSpPr/>
            <p:nvPr/>
          </p:nvSpPr>
          <p:spPr bwMode="auto">
            <a:xfrm>
              <a:off x="6748" y="7103"/>
              <a:ext cx="1815"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7427" name="Line 125"/>
            <p:cNvSpPr/>
            <p:nvPr/>
          </p:nvSpPr>
          <p:spPr bwMode="auto">
            <a:xfrm>
              <a:off x="6748" y="4040"/>
              <a:ext cx="0" cy="3062"/>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7428" name="Text Box 127"/>
            <p:cNvSpPr txBox="1"/>
            <p:nvPr/>
          </p:nvSpPr>
          <p:spPr>
            <a:xfrm>
              <a:off x="7768" y="3133"/>
              <a:ext cx="1123"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7429" name="Text Box 128"/>
            <p:cNvSpPr txBox="1"/>
            <p:nvPr/>
          </p:nvSpPr>
          <p:spPr>
            <a:xfrm>
              <a:off x="7653" y="7100"/>
              <a:ext cx="803" cy="820"/>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7430" name="Text Box 129"/>
            <p:cNvSpPr txBox="1"/>
            <p:nvPr/>
          </p:nvSpPr>
          <p:spPr>
            <a:xfrm>
              <a:off x="5613" y="4268"/>
              <a:ext cx="1123" cy="817"/>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R</a:t>
              </a:r>
              <a:r>
                <a:rPr lang="en-US" altLang="zh-CN" b="0" baseline="-25000" dirty="0">
                  <a:solidFill>
                    <a:schemeClr val="tx1"/>
                  </a:solidFill>
                  <a:latin typeface="Times New Roman" panose="02020603050405020304" pitchFamily="18" charset="0"/>
                  <a:ea typeface="宋体" panose="02010600030101010101" pitchFamily="2" charset="-122"/>
                </a:rPr>
                <a:t>eq</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17431" name="Text Box 130"/>
            <p:cNvSpPr txBox="1"/>
            <p:nvPr/>
          </p:nvSpPr>
          <p:spPr>
            <a:xfrm>
              <a:off x="5273" y="5855"/>
              <a:ext cx="1443" cy="815"/>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baseline="-25000" dirty="0">
                  <a:solidFill>
                    <a:schemeClr val="tx1"/>
                  </a:solidFill>
                  <a:latin typeface="Times New Roman" panose="02020603050405020304" pitchFamily="18" charset="0"/>
                  <a:ea typeface="宋体" panose="02010600030101010101" pitchFamily="2" charset="-122"/>
                </a:rPr>
                <a:t>oc</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17432" name="Text Box 131"/>
            <p:cNvSpPr txBox="1"/>
            <p:nvPr/>
          </p:nvSpPr>
          <p:spPr>
            <a:xfrm>
              <a:off x="6068" y="5060"/>
              <a:ext cx="758" cy="817"/>
            </a:xfrm>
            <a:prstGeom prst="rect">
              <a:avLst/>
            </a:prstGeom>
            <a:noFill/>
            <a:ln w="9525">
              <a:noFill/>
            </a:ln>
          </p:spPr>
          <p:txBody>
            <a:bodyPr anchor="ctr" anchorCtr="0">
              <a:spAutoFit/>
            </a:bodyPr>
            <a:p>
              <a:pPr algn="ct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7433" name="Text Box 132"/>
            <p:cNvSpPr txBox="1"/>
            <p:nvPr/>
          </p:nvSpPr>
          <p:spPr>
            <a:xfrm>
              <a:off x="6068" y="6535"/>
              <a:ext cx="570" cy="820"/>
            </a:xfrm>
            <a:prstGeom prst="rect">
              <a:avLst/>
            </a:prstGeom>
            <a:noFill/>
            <a:ln w="9525">
              <a:noFill/>
            </a:ln>
          </p:spPr>
          <p:txBody>
            <a:bodyPr wrap="none" anchor="ctr" anchorCtr="0">
              <a:spAutoFit/>
            </a:bodyPr>
            <a:p>
              <a:pPr algn="ctr">
                <a:spcBef>
                  <a:spcPct val="50000"/>
                </a:spcBef>
              </a:pPr>
              <a:r>
                <a:rPr lang="en-US" altLang="zh-CN" b="0" dirty="0">
                  <a:solidFill>
                    <a:schemeClr val="tx1"/>
                  </a:solidFill>
                  <a:latin typeface="宋体" panose="02010600030101010101" pitchFamily="2" charset="-122"/>
                  <a:ea typeface="宋体" panose="02010600030101010101" pitchFamily="2" charset="-122"/>
                </a:rPr>
                <a:t>-</a:t>
              </a:r>
              <a:endParaRPr lang="en-US" altLang="zh-CN" b="0" dirty="0">
                <a:solidFill>
                  <a:schemeClr val="tx1"/>
                </a:solidFill>
                <a:latin typeface="宋体" panose="02010600030101010101" pitchFamily="2" charset="-122"/>
                <a:ea typeface="宋体" panose="02010600030101010101" pitchFamily="2" charset="-122"/>
              </a:endParaRPr>
            </a:p>
          </p:txBody>
        </p:sp>
        <p:sp>
          <p:nvSpPr>
            <p:cNvPr id="17434" name="Rectangle 133"/>
            <p:cNvSpPr/>
            <p:nvPr/>
          </p:nvSpPr>
          <p:spPr bwMode="auto">
            <a:xfrm>
              <a:off x="6543" y="4268"/>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7435" name="Oval 134"/>
            <p:cNvSpPr/>
            <p:nvPr/>
          </p:nvSpPr>
          <p:spPr>
            <a:xfrm>
              <a:off x="7880" y="6988"/>
              <a:ext cx="228" cy="227"/>
            </a:xfrm>
            <a:prstGeom prst="ellipse">
              <a:avLst/>
            </a:prstGeom>
            <a:solidFill>
              <a:schemeClr val="bg1"/>
            </a:solidFill>
            <a:ln w="28575" cap="flat" cmpd="sng">
              <a:solidFill>
                <a:schemeClr val="tx2">
                  <a:lumMod val="75000"/>
                </a:schemeClr>
              </a:solidFill>
              <a:prstDash val="solid"/>
              <a:headEnd type="none" w="med" len="med"/>
              <a:tailEnd type="none" w="med" len="med"/>
            </a:ln>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17436" name="Oval 135"/>
            <p:cNvSpPr/>
            <p:nvPr/>
          </p:nvSpPr>
          <p:spPr>
            <a:xfrm>
              <a:off x="7880" y="3925"/>
              <a:ext cx="228" cy="227"/>
            </a:xfrm>
            <a:prstGeom prst="ellipse">
              <a:avLst/>
            </a:prstGeom>
            <a:solidFill>
              <a:schemeClr val="bg1"/>
            </a:solidFill>
            <a:ln w="28575" cap="flat" cmpd="sng">
              <a:solidFill>
                <a:schemeClr val="tx2">
                  <a:lumMod val="75000"/>
                </a:schemeClr>
              </a:solidFill>
              <a:prstDash val="solid"/>
              <a:headEnd type="none" w="med" len="med"/>
              <a:tailEnd type="none" w="med" len="med"/>
            </a:ln>
          </p:spPr>
          <p:txBody>
            <a:bodyPr wrap="none" anchor="ctr" anchorCtr="0"/>
            <a:p>
              <a:endParaRPr lang="zh-CN" altLang="en-US" dirty="0">
                <a:solidFill>
                  <a:schemeClr val="tx1"/>
                </a:solidFill>
                <a:latin typeface="Arial" panose="020B0604020202020204" pitchFamily="34" charset="0"/>
              </a:endParaRPr>
            </a:p>
          </p:txBody>
        </p:sp>
        <p:grpSp>
          <p:nvGrpSpPr>
            <p:cNvPr id="79" name="组合 78"/>
            <p:cNvGrpSpPr/>
            <p:nvPr/>
          </p:nvGrpSpPr>
          <p:grpSpPr>
            <a:xfrm>
              <a:off x="6279" y="5762"/>
              <a:ext cx="908" cy="908"/>
              <a:chOff x="505193" y="3720552"/>
              <a:chExt cx="432197" cy="432197"/>
            </a:xfrm>
            <a:solidFill>
              <a:schemeClr val="accent6">
                <a:lumMod val="40000"/>
                <a:lumOff val="60000"/>
              </a:schemeClr>
            </a:solidFill>
          </p:grpSpPr>
          <p:sp>
            <p:nvSpPr>
              <p:cNvPr id="80"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81" name="直接连接符 80"/>
              <p:cNvCxnSpPr>
                <a:stCxn id="80" idx="0"/>
                <a:endCxn id="80"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aphicFrame>
        <p:nvGraphicFramePr>
          <p:cNvPr id="18" name="对象 17"/>
          <p:cNvGraphicFramePr/>
          <p:nvPr>
            <p:custDataLst>
              <p:tags r:id="rId2"/>
            </p:custDataLst>
          </p:nvPr>
        </p:nvGraphicFramePr>
        <p:xfrm>
          <a:off x="2972753" y="1138873"/>
          <a:ext cx="3407410" cy="520700"/>
        </p:xfrm>
        <a:graphic>
          <a:graphicData uri="http://schemas.openxmlformats.org/presentationml/2006/ole">
            <mc:AlternateContent xmlns:mc="http://schemas.openxmlformats.org/markup-compatibility/2006">
              <mc:Choice xmlns:v="urn:schemas-microsoft-com:vml" Requires="v">
                <p:oleObj spid="_x0000_s19" name="" r:id="rId3" imgW="1435100" imgH="254000" progId="Equation.KSEE3">
                  <p:embed/>
                </p:oleObj>
              </mc:Choice>
              <mc:Fallback>
                <p:oleObj name="" r:id="rId3" imgW="1435100" imgH="254000" progId="Equation.KSEE3">
                  <p:embed/>
                  <p:pic>
                    <p:nvPicPr>
                      <p:cNvPr id="0" name="图片 11"/>
                      <p:cNvPicPr/>
                      <p:nvPr/>
                    </p:nvPicPr>
                    <p:blipFill>
                      <a:blip r:embed="rId4"/>
                      <a:stretch>
                        <a:fillRect/>
                      </a:stretch>
                    </p:blipFill>
                    <p:spPr>
                      <a:xfrm>
                        <a:off x="2972753" y="1138873"/>
                        <a:ext cx="3407410" cy="52070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8" fill="hold" grpId="0" nodeType="clickEffect">
                                  <p:stCondLst>
                                    <p:cond delay="0"/>
                                  </p:stCondLst>
                                  <p:childTnLst>
                                    <p:set>
                                      <p:cBhvr>
                                        <p:cTn id="12" dur="1" fill="hold">
                                          <p:stCondLst>
                                            <p:cond delay="0"/>
                                          </p:stCondLst>
                                        </p:cTn>
                                        <p:tgtEl>
                                          <p:spTgt spid="98413"/>
                                        </p:tgtEl>
                                        <p:attrNameLst>
                                          <p:attrName>style.visibility</p:attrName>
                                        </p:attrNameLst>
                                      </p:cBhvr>
                                      <p:to>
                                        <p:strVal val="visible"/>
                                      </p:to>
                                    </p:set>
                                    <p:animEffect transition="in" filter="slide(fromLeft)">
                                      <p:cBhvr>
                                        <p:cTn id="13" dur="500"/>
                                        <p:tgtEl>
                                          <p:spTgt spid="98413"/>
                                        </p:tgtEl>
                                      </p:cBhvr>
                                    </p:animEffect>
                                  </p:childTnLst>
                                </p:cTn>
                              </p:par>
                            </p:childTnLst>
                          </p:cTn>
                        </p:par>
                        <p:par>
                          <p:cTn id="14" fill="hold">
                            <p:stCondLst>
                              <p:cond delay="500"/>
                            </p:stCondLst>
                            <p:childTnLst>
                              <p:par>
                                <p:cTn id="15" presetID="3" presetClass="entr" presetSubtype="10"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413" grpId="0" bldLvl="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4-3 戴维南定理和诺顿定理</a:t>
            </a:r>
            <a:endParaRPr lang="zh-CN" altLang="en-US"/>
          </a:p>
        </p:txBody>
      </p:sp>
      <p:sp>
        <p:nvSpPr>
          <p:cNvPr id="39938" name="Text Box 2"/>
          <p:cNvSpPr txBox="1"/>
          <p:nvPr/>
        </p:nvSpPr>
        <p:spPr>
          <a:xfrm>
            <a:off x="539750" y="685800"/>
            <a:ext cx="3167063" cy="583565"/>
          </a:xfrm>
          <a:prstGeom prst="rect">
            <a:avLst/>
          </a:prstGeom>
          <a:noFill/>
          <a:ln w="9525">
            <a:noFill/>
          </a:ln>
        </p:spPr>
        <p:txBody>
          <a:bodyPr>
            <a:spAutoFit/>
          </a:bodyPr>
          <a:p>
            <a:pPr>
              <a:spcBef>
                <a:spcPct val="50000"/>
              </a:spcBef>
            </a:pPr>
            <a:r>
              <a:rPr kumimoji="1" lang="zh-CN" altLang="en-US" sz="3200" b="1" dirty="0" smtClean="0">
                <a:solidFill>
                  <a:schemeClr val="accent2">
                    <a:lumMod val="75000"/>
                  </a:schemeClr>
                </a:solidFill>
                <a:latin typeface="Times New Roman" panose="02020603050405020304" pitchFamily="18" charset="0"/>
                <a:ea typeface="华文中宋" panose="02010600040101010101" pitchFamily="2" charset="-122"/>
              </a:rPr>
              <a:t>3.定理的应用</a:t>
            </a:r>
            <a:endParaRPr kumimoji="1" lang="zh-CN" altLang="en-US" sz="3200" b="1" dirty="0" smtClean="0">
              <a:solidFill>
                <a:schemeClr val="accent2">
                  <a:lumMod val="75000"/>
                </a:schemeClr>
              </a:solidFill>
              <a:latin typeface="Times New Roman" panose="02020603050405020304" pitchFamily="18" charset="0"/>
              <a:ea typeface="华文中宋" panose="02010600040101010101" pitchFamily="2" charset="-122"/>
            </a:endParaRPr>
          </a:p>
        </p:txBody>
      </p:sp>
      <p:sp>
        <p:nvSpPr>
          <p:cNvPr id="39939" name="Text Box 3"/>
          <p:cNvSpPr txBox="1"/>
          <p:nvPr/>
        </p:nvSpPr>
        <p:spPr>
          <a:xfrm>
            <a:off x="612775" y="1239203"/>
            <a:ext cx="4679950" cy="607695"/>
          </a:xfrm>
          <a:prstGeom prst="rect">
            <a:avLst/>
          </a:prstGeom>
          <a:noFill/>
          <a:ln w="9525">
            <a:noFill/>
          </a:ln>
        </p:spPr>
        <p:txBody>
          <a:bodyPr>
            <a:spAutoFit/>
          </a:bodyPr>
          <a:p>
            <a:pPr marL="476250" indent="-476250" algn="just">
              <a:lnSpc>
                <a:spcPct val="120000"/>
              </a:lnSpc>
              <a:spcBef>
                <a:spcPct val="50000"/>
              </a:spcBef>
            </a:pPr>
            <a:r>
              <a:rPr kumimoji="1" lang="zh-CN" altLang="en-US" sz="2800" dirty="0" smtClean="0">
                <a:solidFill>
                  <a:schemeClr val="tx2"/>
                </a:solidFill>
                <a:latin typeface="华文中宋" panose="02010600040101010101" pitchFamily="2" charset="-122"/>
                <a:ea typeface="华文中宋" panose="02010600040101010101" pitchFamily="2" charset="-122"/>
              </a:rPr>
              <a:t>（1）开路电压</a:t>
            </a:r>
            <a:r>
              <a:rPr kumimoji="1" lang="zh-CN" altLang="en-US" sz="2800" b="0" i="1" dirty="0" smtClean="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u</a:t>
            </a:r>
            <a:r>
              <a:rPr kumimoji="1" lang="zh-CN" altLang="en-US" sz="2800" b="0" baseline="-25000" dirty="0" smtClean="0">
                <a:solidFill>
                  <a:schemeClr val="tx2"/>
                </a:solidFill>
                <a:latin typeface="华文中宋" panose="02010600040101010101" pitchFamily="2" charset="-122"/>
                <a:ea typeface="华文中宋" panose="02010600040101010101" pitchFamily="2" charset="-122"/>
              </a:rPr>
              <a:t>oc</a:t>
            </a:r>
            <a:r>
              <a:rPr kumimoji="1" lang="zh-CN" altLang="en-US" sz="2800" dirty="0" smtClean="0">
                <a:solidFill>
                  <a:schemeClr val="tx2"/>
                </a:solidFill>
                <a:latin typeface="华文中宋" panose="02010600040101010101" pitchFamily="2" charset="-122"/>
                <a:ea typeface="华文中宋" panose="02010600040101010101" pitchFamily="2" charset="-122"/>
              </a:rPr>
              <a:t> 的计算</a:t>
            </a:r>
            <a:endParaRPr kumimoji="1" lang="zh-CN" altLang="en-US" sz="2800" dirty="0" smtClean="0">
              <a:solidFill>
                <a:schemeClr val="tx2"/>
              </a:solidFill>
              <a:latin typeface="华文中宋" panose="02010600040101010101" pitchFamily="2" charset="-122"/>
              <a:ea typeface="华文中宋" panose="02010600040101010101" pitchFamily="2" charset="-122"/>
            </a:endParaRPr>
          </a:p>
        </p:txBody>
      </p:sp>
      <p:sp>
        <p:nvSpPr>
          <p:cNvPr id="39940" name="Text Box 4"/>
          <p:cNvSpPr txBox="1"/>
          <p:nvPr/>
        </p:nvSpPr>
        <p:spPr>
          <a:xfrm>
            <a:off x="323850" y="4594860"/>
            <a:ext cx="8569325" cy="2158365"/>
          </a:xfrm>
          <a:prstGeom prst="rect">
            <a:avLst/>
          </a:prstGeom>
          <a:noFill/>
          <a:ln w="9525">
            <a:noFill/>
          </a:ln>
        </p:spPr>
        <p:txBody>
          <a:bodyPr>
            <a:spAutoFit/>
          </a:bodyPr>
          <a:p>
            <a:pPr marL="476250" indent="-476250">
              <a:lnSpc>
                <a:spcPct val="120000"/>
              </a:lnSpc>
            </a:pPr>
            <a:r>
              <a:rPr lang="en-US" altLang="zh-CN" dirty="0">
                <a:latin typeface="楷体_GB2312" pitchFamily="49" charset="-122"/>
              </a:rPr>
              <a:t>       </a:t>
            </a:r>
            <a:r>
              <a:rPr kumimoji="1" lang="zh-CN" altLang="en-US" sz="2800" dirty="0" smtClean="0">
                <a:solidFill>
                  <a:schemeClr val="tx1"/>
                </a:solidFill>
                <a:latin typeface="华文楷体" panose="02010600040101010101" pitchFamily="2" charset="-122"/>
                <a:ea typeface="华文楷体" panose="02010600040101010101" pitchFamily="2" charset="-122"/>
              </a:rPr>
              <a:t>等效电阻为将一端口网络内部独立电源全部置零(电压源用短路替代，电流源用开路替代)后，所得不含独立源一端口网络的输入电阻。常用下列方法计算：</a:t>
            </a:r>
            <a:endParaRPr kumimoji="1" lang="zh-CN" altLang="en-US" sz="2800" dirty="0" smtClean="0">
              <a:solidFill>
                <a:schemeClr val="tx1"/>
              </a:solidFill>
              <a:latin typeface="华文楷体" panose="02010600040101010101" pitchFamily="2" charset="-122"/>
              <a:ea typeface="华文楷体" panose="02010600040101010101" pitchFamily="2" charset="-122"/>
            </a:endParaRPr>
          </a:p>
        </p:txBody>
      </p:sp>
      <p:sp>
        <p:nvSpPr>
          <p:cNvPr id="39941" name="Text Box 5"/>
          <p:cNvSpPr txBox="1"/>
          <p:nvPr/>
        </p:nvSpPr>
        <p:spPr>
          <a:xfrm>
            <a:off x="612775" y="4073843"/>
            <a:ext cx="4679950" cy="521970"/>
          </a:xfrm>
          <a:prstGeom prst="rect">
            <a:avLst/>
          </a:prstGeom>
          <a:noFill/>
          <a:ln w="9525">
            <a:noFill/>
          </a:ln>
        </p:spPr>
        <p:txBody>
          <a:bodyPr>
            <a:spAutoFit/>
          </a:bodyPr>
          <a:p>
            <a:pPr>
              <a:spcBef>
                <a:spcPct val="50000"/>
              </a:spcBef>
            </a:pPr>
            <a:r>
              <a:rPr kumimoji="1" lang="zh-CN" altLang="en-US" sz="2800" dirty="0" smtClean="0">
                <a:solidFill>
                  <a:schemeClr val="tx2"/>
                </a:solidFill>
                <a:latin typeface="华文中宋" panose="02010600040101010101" pitchFamily="2" charset="-122"/>
                <a:ea typeface="华文中宋" panose="02010600040101010101" pitchFamily="2" charset="-122"/>
              </a:rPr>
              <a:t>（2）等效电阻的计算</a:t>
            </a:r>
            <a:endParaRPr kumimoji="1" lang="zh-CN" altLang="en-US" sz="2800" dirty="0" smtClean="0">
              <a:solidFill>
                <a:schemeClr val="tx2"/>
              </a:solidFill>
              <a:latin typeface="华文中宋" panose="02010600040101010101" pitchFamily="2" charset="-122"/>
              <a:ea typeface="华文中宋" panose="02010600040101010101" pitchFamily="2" charset="-122"/>
            </a:endParaRPr>
          </a:p>
        </p:txBody>
      </p:sp>
      <p:sp>
        <p:nvSpPr>
          <p:cNvPr id="39968" name="Text Box 32"/>
          <p:cNvSpPr txBox="1"/>
          <p:nvPr/>
        </p:nvSpPr>
        <p:spPr>
          <a:xfrm>
            <a:off x="250825" y="1832928"/>
            <a:ext cx="8229600" cy="2158365"/>
          </a:xfrm>
          <a:prstGeom prst="rect">
            <a:avLst/>
          </a:prstGeom>
          <a:noFill/>
          <a:ln w="9525">
            <a:noFill/>
          </a:ln>
        </p:spPr>
        <p:txBody>
          <a:bodyPr>
            <a:spAutoFit/>
          </a:bodyPr>
          <a:p>
            <a:pPr marL="476250" indent="-476250" algn="just">
              <a:lnSpc>
                <a:spcPct val="120000"/>
              </a:lnSpc>
            </a:pPr>
            <a:r>
              <a:rPr lang="en-US" altLang="zh-CN" dirty="0">
                <a:solidFill>
                  <a:schemeClr val="tx1"/>
                </a:solidFill>
                <a:latin typeface="楷体_GB2312" pitchFamily="49" charset="-122"/>
              </a:rPr>
              <a:t>       </a:t>
            </a:r>
            <a:r>
              <a:rPr kumimoji="1" lang="zh-CN" altLang="en-US" sz="2800" dirty="0" smtClean="0">
                <a:solidFill>
                  <a:schemeClr val="tx1"/>
                </a:solidFill>
                <a:latin typeface="华文楷体" panose="02010600040101010101" pitchFamily="2" charset="-122"/>
                <a:ea typeface="华文楷体" panose="02010600040101010101" pitchFamily="2" charset="-122"/>
              </a:rPr>
              <a:t>戴维南等效电路中电压源电压等于将外电路断开时的开路电压</a:t>
            </a:r>
            <a:r>
              <a:rPr lang="en-US" altLang="zh-CN" b="0" i="1" dirty="0">
                <a:solidFill>
                  <a:schemeClr val="tx1"/>
                </a:solidFill>
                <a:latin typeface="Times New Roman" panose="02020603050405020304" pitchFamily="18" charset="0"/>
              </a:rPr>
              <a:t>u</a:t>
            </a:r>
            <a:r>
              <a:rPr lang="en-US" altLang="zh-CN" b="0" baseline="-25000" dirty="0">
                <a:solidFill>
                  <a:schemeClr val="tx1"/>
                </a:solidFill>
                <a:latin typeface="Times New Roman" panose="02020603050405020304" pitchFamily="18" charset="0"/>
              </a:rPr>
              <a:t>oc</a:t>
            </a:r>
            <a:r>
              <a:rPr kumimoji="1" lang="zh-CN" altLang="en-US" sz="2800" dirty="0" smtClean="0">
                <a:solidFill>
                  <a:schemeClr val="tx1"/>
                </a:solidFill>
                <a:latin typeface="华文楷体" panose="02010600040101010101" pitchFamily="2" charset="-122"/>
                <a:ea typeface="华文楷体" panose="02010600040101010101" pitchFamily="2" charset="-122"/>
              </a:rPr>
              <a:t>，电压源方向与所求开路电压方向有关。计算</a:t>
            </a:r>
            <a:r>
              <a:rPr lang="en-US" altLang="zh-CN" b="0" i="1" dirty="0">
                <a:solidFill>
                  <a:schemeClr val="tx1"/>
                </a:solidFill>
                <a:latin typeface="Times New Roman" panose="02020603050405020304" pitchFamily="18" charset="0"/>
              </a:rPr>
              <a:t>u</a:t>
            </a:r>
            <a:r>
              <a:rPr lang="en-US" altLang="zh-CN" b="0" baseline="-25000" dirty="0">
                <a:solidFill>
                  <a:schemeClr val="tx1"/>
                </a:solidFill>
                <a:latin typeface="Times New Roman" panose="02020603050405020304" pitchFamily="18" charset="0"/>
              </a:rPr>
              <a:t>oc</a:t>
            </a:r>
            <a:r>
              <a:rPr kumimoji="1" lang="zh-CN" altLang="en-US" sz="2800" dirty="0" smtClean="0">
                <a:solidFill>
                  <a:schemeClr val="tx1"/>
                </a:solidFill>
                <a:latin typeface="华文楷体" panose="02010600040101010101" pitchFamily="2" charset="-122"/>
                <a:ea typeface="华文楷体" panose="02010600040101010101" pitchFamily="2" charset="-122"/>
              </a:rPr>
              <a:t>的方法视电路形式选择前面学过的任意方法，使易于计算。</a:t>
            </a:r>
            <a:endParaRPr lang="zh-CN" altLang="en-US" dirty="0">
              <a:solidFill>
                <a:schemeClr val="tx1"/>
              </a:solidFill>
              <a:latin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stCondLst>
                                    <p:cond delay="0"/>
                                  </p:stCondLst>
                                  <p:childTnLst>
                                    <p:set>
                                      <p:cBhvr>
                                        <p:cTn id="6" dur="1" fill="hold">
                                          <p:stCondLst>
                                            <p:cond delay="0"/>
                                          </p:stCondLst>
                                        </p:cTn>
                                        <p:tgtEl>
                                          <p:spTgt spid="39938"/>
                                        </p:tgtEl>
                                        <p:attrNameLst>
                                          <p:attrName>style.visibility</p:attrName>
                                        </p:attrNameLst>
                                      </p:cBhvr>
                                      <p:to>
                                        <p:strVal val="visible"/>
                                      </p:to>
                                    </p:set>
                                    <p:anim calcmode="lin" valueType="num">
                                      <p:cBhvr additive="base">
                                        <p:cTn id="7" dur="500" fill="hold"/>
                                        <p:tgtEl>
                                          <p:spTgt spid="39938"/>
                                        </p:tgtEl>
                                        <p:attrNameLst>
                                          <p:attrName>ppt_x</p:attrName>
                                        </p:attrNameLst>
                                      </p:cBhvr>
                                      <p:tavLst>
                                        <p:tav tm="0">
                                          <p:val>
                                            <p:strVal val="0-#ppt_w/2"/>
                                          </p:val>
                                        </p:tav>
                                        <p:tav tm="100000">
                                          <p:val>
                                            <p:strVal val="#ppt_x"/>
                                          </p:val>
                                        </p:tav>
                                      </p:tavLst>
                                    </p:anim>
                                    <p:anim calcmode="lin" valueType="num">
                                      <p:cBhvr additive="base">
                                        <p:cTn id="8" dur="500" fill="hold"/>
                                        <p:tgtEl>
                                          <p:spTgt spid="39938"/>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5" presetClass="entr" presetSubtype="0" fill="hold" grpId="0" nodeType="clickEffect">
                                  <p:stCondLst>
                                    <p:cond delay="0"/>
                                  </p:stCondLst>
                                  <p:childTnLst>
                                    <p:set>
                                      <p:cBhvr>
                                        <p:cTn id="12" dur="1" fill="hold">
                                          <p:stCondLst>
                                            <p:cond delay="0"/>
                                          </p:stCondLst>
                                        </p:cTn>
                                        <p:tgtEl>
                                          <p:spTgt spid="39939"/>
                                        </p:tgtEl>
                                        <p:attrNameLst>
                                          <p:attrName>style.visibility</p:attrName>
                                        </p:attrNameLst>
                                      </p:cBhvr>
                                      <p:to>
                                        <p:strVal val="visible"/>
                                      </p:to>
                                    </p:set>
                                    <p:anim calcmode="lin" valueType="num">
                                      <p:cBhvr>
                                        <p:cTn id="13" dur="1000" fill="hold"/>
                                        <p:tgtEl>
                                          <p:spTgt spid="39939"/>
                                        </p:tgtEl>
                                        <p:attrNameLst>
                                          <p:attrName>ppt_w</p:attrName>
                                        </p:attrNameLst>
                                      </p:cBhvr>
                                      <p:tavLst>
                                        <p:tav tm="0">
                                          <p:val>
                                            <p:strVal val="#ppt_w*0.70"/>
                                          </p:val>
                                        </p:tav>
                                        <p:tav tm="100000">
                                          <p:val>
                                            <p:strVal val="#ppt_w"/>
                                          </p:val>
                                        </p:tav>
                                      </p:tavLst>
                                    </p:anim>
                                    <p:anim calcmode="lin" valueType="num">
                                      <p:cBhvr>
                                        <p:cTn id="14" dur="1000" fill="hold"/>
                                        <p:tgtEl>
                                          <p:spTgt spid="39939"/>
                                        </p:tgtEl>
                                        <p:attrNameLst>
                                          <p:attrName>ppt_h</p:attrName>
                                        </p:attrNameLst>
                                      </p:cBhvr>
                                      <p:tavLst>
                                        <p:tav tm="0">
                                          <p:val>
                                            <p:strVal val="#ppt_h"/>
                                          </p:val>
                                        </p:tav>
                                        <p:tav tm="100000">
                                          <p:val>
                                            <p:strVal val="#ppt_h"/>
                                          </p:val>
                                        </p:tav>
                                      </p:tavLst>
                                    </p:anim>
                                    <p:animEffect transition="in" filter="fade">
                                      <p:cBhvr>
                                        <p:cTn id="15" dur="1000"/>
                                        <p:tgtEl>
                                          <p:spTgt spid="39939"/>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5" fill="hold" grpId="0" nodeType="clickEffect">
                                  <p:stCondLst>
                                    <p:cond delay="0"/>
                                  </p:stCondLst>
                                  <p:iterate type="lt">
                                    <p:tmPct val="100000"/>
                                  </p:iterate>
                                  <p:childTnLst>
                                    <p:set>
                                      <p:cBhvr>
                                        <p:cTn id="19" dur="1" fill="hold">
                                          <p:stCondLst>
                                            <p:cond delay="0"/>
                                          </p:stCondLst>
                                        </p:cTn>
                                        <p:tgtEl>
                                          <p:spTgt spid="39968"/>
                                        </p:tgtEl>
                                        <p:attrNameLst>
                                          <p:attrName>style.visibility</p:attrName>
                                        </p:attrNameLst>
                                      </p:cBhvr>
                                      <p:to>
                                        <p:strVal val="visible"/>
                                      </p:to>
                                    </p:set>
                                    <p:animEffect transition="in" filter="blinds(vertical)">
                                      <p:cBhvr>
                                        <p:cTn id="20" dur="100"/>
                                        <p:tgtEl>
                                          <p:spTgt spid="39968"/>
                                        </p:tgtEl>
                                      </p:cBhvr>
                                    </p:animEffect>
                                  </p:childTnLst>
                                </p:cTn>
                              </p:par>
                            </p:childTnLst>
                          </p:cTn>
                        </p:par>
                      </p:childTnLst>
                    </p:cTn>
                  </p:par>
                  <p:par>
                    <p:cTn id="21" fill="hold">
                      <p:stCondLst>
                        <p:cond delay="indefinite"/>
                      </p:stCondLst>
                      <p:childTnLst>
                        <p:par>
                          <p:cTn id="22" fill="hold">
                            <p:stCondLst>
                              <p:cond delay="0"/>
                            </p:stCondLst>
                            <p:childTnLst>
                              <p:par>
                                <p:cTn id="23" presetID="55" presetClass="entr" presetSubtype="0" fill="hold" grpId="0" nodeType="clickEffect">
                                  <p:stCondLst>
                                    <p:cond delay="0"/>
                                  </p:stCondLst>
                                  <p:childTnLst>
                                    <p:set>
                                      <p:cBhvr>
                                        <p:cTn id="24" dur="1" fill="hold">
                                          <p:stCondLst>
                                            <p:cond delay="0"/>
                                          </p:stCondLst>
                                        </p:cTn>
                                        <p:tgtEl>
                                          <p:spTgt spid="39941"/>
                                        </p:tgtEl>
                                        <p:attrNameLst>
                                          <p:attrName>style.visibility</p:attrName>
                                        </p:attrNameLst>
                                      </p:cBhvr>
                                      <p:to>
                                        <p:strVal val="visible"/>
                                      </p:to>
                                    </p:set>
                                    <p:anim calcmode="lin" valueType="num">
                                      <p:cBhvr>
                                        <p:cTn id="25" dur="1000" fill="hold"/>
                                        <p:tgtEl>
                                          <p:spTgt spid="39941"/>
                                        </p:tgtEl>
                                        <p:attrNameLst>
                                          <p:attrName>ppt_w</p:attrName>
                                        </p:attrNameLst>
                                      </p:cBhvr>
                                      <p:tavLst>
                                        <p:tav tm="0">
                                          <p:val>
                                            <p:strVal val="#ppt_w*0.70"/>
                                          </p:val>
                                        </p:tav>
                                        <p:tav tm="100000">
                                          <p:val>
                                            <p:strVal val="#ppt_w"/>
                                          </p:val>
                                        </p:tav>
                                      </p:tavLst>
                                    </p:anim>
                                    <p:anim calcmode="lin" valueType="num">
                                      <p:cBhvr>
                                        <p:cTn id="26" dur="1000" fill="hold"/>
                                        <p:tgtEl>
                                          <p:spTgt spid="39941"/>
                                        </p:tgtEl>
                                        <p:attrNameLst>
                                          <p:attrName>ppt_h</p:attrName>
                                        </p:attrNameLst>
                                      </p:cBhvr>
                                      <p:tavLst>
                                        <p:tav tm="0">
                                          <p:val>
                                            <p:strVal val="#ppt_h"/>
                                          </p:val>
                                        </p:tav>
                                        <p:tav tm="100000">
                                          <p:val>
                                            <p:strVal val="#ppt_h"/>
                                          </p:val>
                                        </p:tav>
                                      </p:tavLst>
                                    </p:anim>
                                    <p:animEffect transition="in" filter="fade">
                                      <p:cBhvr>
                                        <p:cTn id="27" dur="1000"/>
                                        <p:tgtEl>
                                          <p:spTgt spid="39941"/>
                                        </p:tgtEl>
                                      </p:cBhvr>
                                    </p:animEffect>
                                  </p:childTnLst>
                                </p:cTn>
                              </p:par>
                            </p:childTnLst>
                          </p:cTn>
                        </p:par>
                      </p:childTnLst>
                    </p:cTn>
                  </p:par>
                  <p:par>
                    <p:cTn id="28" fill="hold">
                      <p:stCondLst>
                        <p:cond delay="indefinite"/>
                      </p:stCondLst>
                      <p:childTnLst>
                        <p:par>
                          <p:cTn id="29" fill="hold">
                            <p:stCondLst>
                              <p:cond delay="0"/>
                            </p:stCondLst>
                            <p:childTnLst>
                              <p:par>
                                <p:cTn id="30" presetID="55" presetClass="entr" presetSubtype="0" fill="hold" grpId="0" nodeType="clickEffect">
                                  <p:stCondLst>
                                    <p:cond delay="0"/>
                                  </p:stCondLst>
                                  <p:iterate type="lt">
                                    <p:tmPct val="100000"/>
                                  </p:iterate>
                                  <p:childTnLst>
                                    <p:set>
                                      <p:cBhvr>
                                        <p:cTn id="31" dur="1" fill="hold">
                                          <p:stCondLst>
                                            <p:cond delay="0"/>
                                          </p:stCondLst>
                                        </p:cTn>
                                        <p:tgtEl>
                                          <p:spTgt spid="39940"/>
                                        </p:tgtEl>
                                        <p:attrNameLst>
                                          <p:attrName>style.visibility</p:attrName>
                                        </p:attrNameLst>
                                      </p:cBhvr>
                                      <p:to>
                                        <p:strVal val="visible"/>
                                      </p:to>
                                    </p:set>
                                    <p:anim calcmode="lin" valueType="num">
                                      <p:cBhvr>
                                        <p:cTn id="32" dur="100" fill="hold"/>
                                        <p:tgtEl>
                                          <p:spTgt spid="39940"/>
                                        </p:tgtEl>
                                        <p:attrNameLst>
                                          <p:attrName>ppt_w</p:attrName>
                                        </p:attrNameLst>
                                      </p:cBhvr>
                                      <p:tavLst>
                                        <p:tav tm="0">
                                          <p:val>
                                            <p:strVal val="#ppt_w*0.70"/>
                                          </p:val>
                                        </p:tav>
                                        <p:tav tm="100000">
                                          <p:val>
                                            <p:strVal val="#ppt_w"/>
                                          </p:val>
                                        </p:tav>
                                      </p:tavLst>
                                    </p:anim>
                                    <p:anim calcmode="lin" valueType="num">
                                      <p:cBhvr>
                                        <p:cTn id="33" dur="100" fill="hold"/>
                                        <p:tgtEl>
                                          <p:spTgt spid="39940"/>
                                        </p:tgtEl>
                                        <p:attrNameLst>
                                          <p:attrName>ppt_h</p:attrName>
                                        </p:attrNameLst>
                                      </p:cBhvr>
                                      <p:tavLst>
                                        <p:tav tm="0">
                                          <p:val>
                                            <p:strVal val="#ppt_h"/>
                                          </p:val>
                                        </p:tav>
                                        <p:tav tm="100000">
                                          <p:val>
                                            <p:strVal val="#ppt_h"/>
                                          </p:val>
                                        </p:tav>
                                      </p:tavLst>
                                    </p:anim>
                                    <p:animEffect transition="in" filter="fade">
                                      <p:cBhvr>
                                        <p:cTn id="34" dur="100"/>
                                        <p:tgtEl>
                                          <p:spTgt spid="399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8" grpId="0"/>
      <p:bldP spid="39939" grpId="0"/>
      <p:bldP spid="39940" grpId="0"/>
      <p:bldP spid="39941" grpId="0"/>
      <p:bldP spid="3996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4-3 戴维南定理和诺顿定理</a:t>
            </a:r>
            <a:endParaRPr lang="zh-CN" altLang="en-US"/>
          </a:p>
        </p:txBody>
      </p:sp>
      <p:sp>
        <p:nvSpPr>
          <p:cNvPr id="38914" name="Text Box 2"/>
          <p:cNvSpPr txBox="1"/>
          <p:nvPr/>
        </p:nvSpPr>
        <p:spPr>
          <a:xfrm>
            <a:off x="684213" y="701358"/>
            <a:ext cx="7885112" cy="1038860"/>
          </a:xfrm>
          <a:prstGeom prst="rect">
            <a:avLst/>
          </a:prstGeom>
          <a:noFill/>
          <a:ln w="9525">
            <a:noFill/>
          </a:ln>
        </p:spPr>
        <p:txBody>
          <a:bodyPr>
            <a:spAutoFit/>
          </a:bodyPr>
          <a:p>
            <a:pPr marL="342900" indent="-342900">
              <a:lnSpc>
                <a:spcPct val="110000"/>
              </a:lnSpc>
              <a:buAutoNum type="circleNumDbPlain"/>
            </a:pPr>
            <a:r>
              <a:rPr kumimoji="1" lang="zh-CN" altLang="en-US" sz="2800" dirty="0" smtClean="0">
                <a:latin typeface="华文楷体" panose="02010600040101010101" pitchFamily="2" charset="-122"/>
                <a:ea typeface="华文楷体" panose="02010600040101010101" pitchFamily="2" charset="-122"/>
              </a:rPr>
              <a:t>当网络内部不含有受控源时可采用电阻串并联和</a:t>
            </a:r>
            <a:r>
              <a:rPr kumimoji="1" lang="zh-CN" altLang="en-US" sz="2800" b="0" dirty="0" smtClean="0">
                <a:latin typeface="华文楷体" panose="02010600040101010101" pitchFamily="2" charset="-122"/>
                <a:ea typeface="华文楷体" panose="02010600040101010101" pitchFamily="2" charset="-122"/>
                <a:sym typeface="Symbol" panose="05050102010706020507" pitchFamily="18" charset="2"/>
              </a:rPr>
              <a:t></a:t>
            </a:r>
            <a:r>
              <a:rPr kumimoji="1" lang="zh-CN" altLang="en-US" sz="2800" b="0" dirty="0" smtClean="0">
                <a:latin typeface="华文楷体" panose="02010600040101010101" pitchFamily="2" charset="-122"/>
                <a:ea typeface="华文楷体" panose="02010600040101010101" pitchFamily="2" charset="-122"/>
              </a:rPr>
              <a:t>－Y</a:t>
            </a:r>
            <a:r>
              <a:rPr kumimoji="1" lang="zh-CN" altLang="en-US" sz="2800" dirty="0" smtClean="0">
                <a:latin typeface="华文楷体" panose="02010600040101010101" pitchFamily="2" charset="-122"/>
                <a:ea typeface="华文楷体" panose="02010600040101010101" pitchFamily="2" charset="-122"/>
              </a:rPr>
              <a:t>互换的方法计算等效电阻。</a:t>
            </a:r>
            <a:endParaRPr kumimoji="1" lang="zh-CN" altLang="en-US" sz="2800" dirty="0" smtClean="0">
              <a:latin typeface="华文楷体" panose="02010600040101010101" pitchFamily="2" charset="-122"/>
              <a:ea typeface="华文楷体" panose="02010600040101010101" pitchFamily="2" charset="-122"/>
            </a:endParaRPr>
          </a:p>
        </p:txBody>
      </p:sp>
      <p:sp>
        <p:nvSpPr>
          <p:cNvPr id="38922" name="Text Box 10"/>
          <p:cNvSpPr txBox="1"/>
          <p:nvPr/>
        </p:nvSpPr>
        <p:spPr>
          <a:xfrm>
            <a:off x="755650" y="4349750"/>
            <a:ext cx="4711700" cy="521970"/>
          </a:xfrm>
          <a:prstGeom prst="rect">
            <a:avLst/>
          </a:prstGeom>
          <a:noFill/>
          <a:ln w="9525">
            <a:noFill/>
          </a:ln>
        </p:spPr>
        <p:txBody>
          <a:bodyPr>
            <a:spAutoFit/>
          </a:bodyPr>
          <a:p>
            <a:pPr marL="342900" indent="-342900">
              <a:buAutoNum type="circleNumDbPlain" startAt="3"/>
            </a:pPr>
            <a:r>
              <a:rPr kumimoji="1" lang="zh-CN" altLang="en-US" sz="2800" dirty="0" smtClean="0">
                <a:latin typeface="华文楷体" panose="02010600040101010101" pitchFamily="2" charset="-122"/>
                <a:ea typeface="华文楷体" panose="02010600040101010101" pitchFamily="2" charset="-122"/>
              </a:rPr>
              <a:t>开路电压，短路电流法。</a:t>
            </a:r>
            <a:endParaRPr kumimoji="1" lang="zh-CN" altLang="en-US" sz="2800" dirty="0" smtClean="0">
              <a:latin typeface="华文楷体" panose="02010600040101010101" pitchFamily="2" charset="-122"/>
              <a:ea typeface="华文楷体" panose="02010600040101010101" pitchFamily="2" charset="-122"/>
            </a:endParaRPr>
          </a:p>
        </p:txBody>
      </p:sp>
      <p:sp>
        <p:nvSpPr>
          <p:cNvPr id="38921" name="Text Box 9"/>
          <p:cNvSpPr txBox="1"/>
          <p:nvPr/>
        </p:nvSpPr>
        <p:spPr>
          <a:xfrm>
            <a:off x="684213" y="1764665"/>
            <a:ext cx="8208962" cy="521970"/>
          </a:xfrm>
          <a:prstGeom prst="rect">
            <a:avLst/>
          </a:prstGeom>
          <a:noFill/>
          <a:ln w="9525">
            <a:noFill/>
          </a:ln>
        </p:spPr>
        <p:txBody>
          <a:bodyPr>
            <a:spAutoFit/>
          </a:bodyPr>
          <a:p>
            <a:pPr marL="342900" indent="-342900">
              <a:spcBef>
                <a:spcPct val="50000"/>
              </a:spcBef>
              <a:buAutoNum type="circleNumDbPlain" startAt="2"/>
            </a:pPr>
            <a:r>
              <a:rPr kumimoji="1" lang="zh-CN" altLang="en-US" sz="2800" dirty="0" smtClean="0">
                <a:latin typeface="华文楷体" panose="02010600040101010101" pitchFamily="2" charset="-122"/>
                <a:ea typeface="华文楷体" panose="02010600040101010101" pitchFamily="2" charset="-122"/>
              </a:rPr>
              <a:t>外加电源法（加电压求电流或加电流求电压）。</a:t>
            </a:r>
            <a:endParaRPr kumimoji="1" lang="zh-CN" altLang="en-US" sz="2800" dirty="0" smtClean="0">
              <a:latin typeface="华文楷体" panose="02010600040101010101" pitchFamily="2" charset="-122"/>
              <a:ea typeface="华文楷体" panose="02010600040101010101" pitchFamily="2" charset="-122"/>
            </a:endParaRPr>
          </a:p>
        </p:txBody>
      </p:sp>
      <p:graphicFrame>
        <p:nvGraphicFramePr>
          <p:cNvPr id="3" name="对象 2"/>
          <p:cNvGraphicFramePr/>
          <p:nvPr/>
        </p:nvGraphicFramePr>
        <p:xfrm>
          <a:off x="7056755" y="2732405"/>
          <a:ext cx="1512570" cy="1022350"/>
        </p:xfrm>
        <a:graphic>
          <a:graphicData uri="http://schemas.openxmlformats.org/presentationml/2006/ole">
            <mc:AlternateContent xmlns:mc="http://schemas.openxmlformats.org/markup-compatibility/2006">
              <mc:Choice xmlns:v="urn:schemas-microsoft-com:vml" Requires="v">
                <p:oleObj spid="_x0000_s5" name="" r:id="rId1" imgW="533400" imgH="393700" progId="Equation.KSEE3">
                  <p:embed/>
                </p:oleObj>
              </mc:Choice>
              <mc:Fallback>
                <p:oleObj name="" r:id="rId1" imgW="533400" imgH="393700" progId="Equation.KSEE3">
                  <p:embed/>
                  <p:pic>
                    <p:nvPicPr>
                      <p:cNvPr id="0" name="图片 4"/>
                      <p:cNvPicPr/>
                      <p:nvPr/>
                    </p:nvPicPr>
                    <p:blipFill>
                      <a:blip r:embed="rId2"/>
                      <a:stretch>
                        <a:fillRect/>
                      </a:stretch>
                    </p:blipFill>
                    <p:spPr>
                      <a:xfrm>
                        <a:off x="7056755" y="2732405"/>
                        <a:ext cx="1512570" cy="1022350"/>
                      </a:xfrm>
                      <a:prstGeom prst="rect">
                        <a:avLst/>
                      </a:prstGeom>
                    </p:spPr>
                  </p:pic>
                </p:oleObj>
              </mc:Fallback>
            </mc:AlternateContent>
          </a:graphicData>
        </a:graphic>
      </p:graphicFrame>
      <p:graphicFrame>
        <p:nvGraphicFramePr>
          <p:cNvPr id="6" name="对象 5"/>
          <p:cNvGraphicFramePr/>
          <p:nvPr/>
        </p:nvGraphicFramePr>
        <p:xfrm>
          <a:off x="1755775" y="4886960"/>
          <a:ext cx="2049145" cy="1006475"/>
        </p:xfrm>
        <a:graphic>
          <a:graphicData uri="http://schemas.openxmlformats.org/presentationml/2006/ole">
            <mc:AlternateContent xmlns:mc="http://schemas.openxmlformats.org/markup-compatibility/2006">
              <mc:Choice xmlns:v="urn:schemas-microsoft-com:vml" Requires="v">
                <p:oleObj spid="_x0000_s9" name="" r:id="rId3" imgW="634365" imgH="431800" progId="Equation.KSEE3">
                  <p:embed/>
                </p:oleObj>
              </mc:Choice>
              <mc:Fallback>
                <p:oleObj name="" r:id="rId3" imgW="634365" imgH="431800" progId="Equation.KSEE3">
                  <p:embed/>
                  <p:pic>
                    <p:nvPicPr>
                      <p:cNvPr id="0" name="图片 8"/>
                      <p:cNvPicPr/>
                      <p:nvPr/>
                    </p:nvPicPr>
                    <p:blipFill>
                      <a:blip r:embed="rId4"/>
                      <a:stretch>
                        <a:fillRect/>
                      </a:stretch>
                    </p:blipFill>
                    <p:spPr>
                      <a:xfrm>
                        <a:off x="1755775" y="4886960"/>
                        <a:ext cx="2049145" cy="1006475"/>
                      </a:xfrm>
                      <a:prstGeom prst="rect">
                        <a:avLst/>
                      </a:prstGeom>
                    </p:spPr>
                  </p:pic>
                </p:oleObj>
              </mc:Fallback>
            </mc:AlternateContent>
          </a:graphicData>
        </a:graphic>
      </p:graphicFrame>
      <p:grpSp>
        <p:nvGrpSpPr>
          <p:cNvPr id="17" name="组合 16"/>
          <p:cNvGrpSpPr/>
          <p:nvPr/>
        </p:nvGrpSpPr>
        <p:grpSpPr>
          <a:xfrm>
            <a:off x="1256665" y="6056630"/>
            <a:ext cx="4539615" cy="565150"/>
            <a:chOff x="1979" y="9538"/>
            <a:chExt cx="7149" cy="890"/>
          </a:xfrm>
        </p:grpSpPr>
        <p:grpSp>
          <p:nvGrpSpPr>
            <p:cNvPr id="13" name="Group 214"/>
            <p:cNvGrpSpPr/>
            <p:nvPr/>
          </p:nvGrpSpPr>
          <p:grpSpPr>
            <a:xfrm>
              <a:off x="2098" y="9588"/>
              <a:ext cx="7030" cy="840"/>
              <a:chOff x="703" y="3693"/>
              <a:chExt cx="2812" cy="336"/>
            </a:xfrm>
          </p:grpSpPr>
          <p:grpSp>
            <p:nvGrpSpPr>
              <p:cNvPr id="18446" name="Group 15"/>
              <p:cNvGrpSpPr/>
              <p:nvPr/>
            </p:nvGrpSpPr>
            <p:grpSpPr>
              <a:xfrm>
                <a:off x="703" y="3693"/>
                <a:ext cx="311" cy="299"/>
                <a:chOff x="480" y="3408"/>
                <a:chExt cx="288" cy="288"/>
              </a:xfrm>
            </p:grpSpPr>
            <p:sp>
              <p:nvSpPr>
                <p:cNvPr id="18452" name="Oval 16"/>
                <p:cNvSpPr/>
                <p:nvPr/>
              </p:nvSpPr>
              <p:spPr>
                <a:xfrm>
                  <a:off x="480" y="3456"/>
                  <a:ext cx="240" cy="240"/>
                </a:xfrm>
                <a:prstGeom prst="ellipse">
                  <a:avLst/>
                </a:prstGeom>
                <a:noFill/>
                <a:ln w="38100" cap="flat" cmpd="sng">
                  <a:solidFill>
                    <a:schemeClr val="bg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8453" name="Text Box 17"/>
                <p:cNvSpPr txBox="1"/>
                <p:nvPr/>
              </p:nvSpPr>
              <p:spPr>
                <a:xfrm>
                  <a:off x="480" y="3408"/>
                  <a:ext cx="288" cy="279"/>
                </a:xfrm>
                <a:prstGeom prst="rect">
                  <a:avLst/>
                </a:prstGeom>
                <a:noFill/>
                <a:ln w="9525">
                  <a:noFill/>
                </a:ln>
              </p:spPr>
              <p:txBody>
                <a:bodyPr>
                  <a:spAutoFit/>
                </a:bodyPr>
                <a:p>
                  <a:pPr>
                    <a:spcBef>
                      <a:spcPct val="50000"/>
                    </a:spcBef>
                  </a:pPr>
                  <a:endParaRPr lang="en-US" altLang="zh-CN" dirty="0">
                    <a:latin typeface="楷体_GB2312" pitchFamily="49" charset="-122"/>
                  </a:endParaRPr>
                </a:p>
              </p:txBody>
            </p:sp>
          </p:grpSp>
          <p:sp>
            <p:nvSpPr>
              <p:cNvPr id="18450" name="Oval 19"/>
              <p:cNvSpPr/>
              <p:nvPr/>
            </p:nvSpPr>
            <p:spPr>
              <a:xfrm>
                <a:off x="1156" y="3741"/>
                <a:ext cx="273" cy="240"/>
              </a:xfrm>
              <a:prstGeom prst="ellipse">
                <a:avLst/>
              </a:prstGeom>
              <a:noFill/>
              <a:ln w="38100" cap="flat" cmpd="sng">
                <a:solidFill>
                  <a:schemeClr val="bg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8448" name="Text Box 21" descr="绿色大理石"/>
              <p:cNvSpPr txBox="1"/>
              <p:nvPr/>
            </p:nvSpPr>
            <p:spPr>
              <a:xfrm>
                <a:off x="1570" y="3702"/>
                <a:ext cx="1945" cy="327"/>
              </a:xfrm>
              <a:prstGeom prst="rect">
                <a:avLst/>
              </a:prstGeom>
              <a:blipFill rotWithShape="1">
                <a:blip r:embed="rId5"/>
              </a:blipFill>
              <a:ln w="9525">
                <a:noFill/>
              </a:ln>
            </p:spPr>
            <p:txBody>
              <a:bodyPr>
                <a:spAutoFit/>
              </a:bodyPr>
              <a:p>
                <a:pPr>
                  <a:spcBef>
                    <a:spcPct val="50000"/>
                  </a:spcBef>
                </a:pPr>
                <a:r>
                  <a:rPr lang="zh-CN" altLang="en-US" dirty="0">
                    <a:solidFill>
                      <a:schemeClr val="bg1"/>
                    </a:solidFill>
                    <a:latin typeface="楷体_GB2312" pitchFamily="49" charset="-122"/>
                  </a:rPr>
                  <a:t>方法更有一般性。</a:t>
                </a:r>
                <a:endParaRPr lang="zh-CN" altLang="en-US" dirty="0">
                  <a:solidFill>
                    <a:schemeClr val="bg1"/>
                  </a:solidFill>
                  <a:latin typeface="楷体_GB2312" pitchFamily="49" charset="-122"/>
                </a:endParaRPr>
              </a:p>
            </p:txBody>
          </p:sp>
        </p:grpSp>
        <p:sp>
          <p:nvSpPr>
            <p:cNvPr id="11" name="文本框 10"/>
            <p:cNvSpPr txBox="1"/>
            <p:nvPr/>
          </p:nvSpPr>
          <p:spPr>
            <a:xfrm>
              <a:off x="1979" y="9538"/>
              <a:ext cx="2091" cy="890"/>
            </a:xfrm>
            <a:prstGeom prst="rect">
              <a:avLst/>
            </a:prstGeom>
            <a:noFill/>
            <a:ln w="12700">
              <a:noFill/>
              <a:miter lim="800000"/>
            </a:ln>
          </p:spPr>
          <p:txBody>
            <a:bodyPr wrap="none" rtlCol="0" anchor="t">
              <a:spAutoFit/>
            </a:bodyPr>
            <a:p>
              <a:pPr algn="just" eaLnBrk="0" hangingPunct="0">
                <a:lnSpc>
                  <a:spcPct val="110000"/>
                </a:lnSpc>
              </a:pPr>
              <a:r>
                <a:rPr kumimoji="1" lang="zh-CN" altLang="en-US" sz="2800" dirty="0" smtClean="0">
                  <a:latin typeface="华文楷体" panose="02010600040101010101" pitchFamily="2" charset="-122"/>
                  <a:ea typeface="华文楷体" panose="02010600040101010101" pitchFamily="2" charset="-122"/>
                </a:rPr>
                <a:t>②  ,  ③</a:t>
              </a:r>
              <a:endParaRPr kumimoji="1" lang="zh-CN" altLang="en-US" sz="2800" dirty="0" smtClean="0">
                <a:latin typeface="华文楷体" panose="02010600040101010101" pitchFamily="2" charset="-122"/>
                <a:ea typeface="华文楷体" panose="02010600040101010101" pitchFamily="2" charset="-122"/>
              </a:endParaRPr>
            </a:p>
          </p:txBody>
        </p:sp>
      </p:grpSp>
      <p:grpSp>
        <p:nvGrpSpPr>
          <p:cNvPr id="8" name="组合 7"/>
          <p:cNvGrpSpPr/>
          <p:nvPr/>
        </p:nvGrpSpPr>
        <p:grpSpPr>
          <a:xfrm>
            <a:off x="5464175" y="4152265"/>
            <a:ext cx="2881630" cy="2176145"/>
            <a:chOff x="8560" y="5853"/>
            <a:chExt cx="4538" cy="3427"/>
          </a:xfrm>
        </p:grpSpPr>
        <p:sp>
          <p:nvSpPr>
            <p:cNvPr id="18480" name="Line 185"/>
            <p:cNvSpPr/>
            <p:nvPr/>
          </p:nvSpPr>
          <p:spPr bwMode="auto">
            <a:xfrm>
              <a:off x="10035" y="5965"/>
              <a:ext cx="1815"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8482" name="Line 181"/>
            <p:cNvSpPr/>
            <p:nvPr/>
          </p:nvSpPr>
          <p:spPr>
            <a:xfrm>
              <a:off x="10488" y="5968"/>
              <a:ext cx="1123"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18483" name="Text Box 182"/>
            <p:cNvSpPr txBox="1"/>
            <p:nvPr/>
          </p:nvSpPr>
          <p:spPr>
            <a:xfrm>
              <a:off x="10667" y="6173"/>
              <a:ext cx="640" cy="820"/>
            </a:xfrm>
            <a:prstGeom prst="rect">
              <a:avLst/>
            </a:prstGeom>
            <a:noFill/>
            <a:ln w="9525">
              <a:noFill/>
            </a:ln>
          </p:spPr>
          <p:txBody>
            <a:bodyPr anchor="ctr" anchorCtr="0">
              <a:spAutoFit/>
            </a:bodyPr>
            <a:p>
              <a:pPr algn="ct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18484" name="Line 183"/>
            <p:cNvSpPr/>
            <p:nvPr/>
          </p:nvSpPr>
          <p:spPr bwMode="auto">
            <a:xfrm>
              <a:off x="10035" y="9028"/>
              <a:ext cx="1815"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8485" name="Line 184"/>
            <p:cNvSpPr/>
            <p:nvPr/>
          </p:nvSpPr>
          <p:spPr bwMode="auto">
            <a:xfrm>
              <a:off x="10035" y="5965"/>
              <a:ext cx="0" cy="3062"/>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8486" name="Text Box 186"/>
            <p:cNvSpPr txBox="1"/>
            <p:nvPr/>
          </p:nvSpPr>
          <p:spPr>
            <a:xfrm>
              <a:off x="11850" y="5853"/>
              <a:ext cx="1123"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8487" name="Text Box 187"/>
            <p:cNvSpPr txBox="1"/>
            <p:nvPr/>
          </p:nvSpPr>
          <p:spPr>
            <a:xfrm>
              <a:off x="11850" y="8233"/>
              <a:ext cx="803" cy="820"/>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8488" name="Text Box 188"/>
            <p:cNvSpPr txBox="1"/>
            <p:nvPr/>
          </p:nvSpPr>
          <p:spPr>
            <a:xfrm>
              <a:off x="8900" y="6193"/>
              <a:ext cx="1123" cy="817"/>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R</a:t>
              </a:r>
              <a:r>
                <a:rPr lang="en-US" altLang="zh-CN" b="0" baseline="-25000" dirty="0">
                  <a:solidFill>
                    <a:schemeClr val="tx1"/>
                  </a:solidFill>
                  <a:latin typeface="Times New Roman" panose="02020603050405020304" pitchFamily="18" charset="0"/>
                  <a:ea typeface="宋体" panose="02010600030101010101" pitchFamily="2" charset="-122"/>
                </a:rPr>
                <a:t>eq</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18489" name="Text Box 189"/>
            <p:cNvSpPr txBox="1"/>
            <p:nvPr/>
          </p:nvSpPr>
          <p:spPr>
            <a:xfrm>
              <a:off x="8560" y="7780"/>
              <a:ext cx="1443" cy="815"/>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baseline="-25000" dirty="0">
                  <a:solidFill>
                    <a:schemeClr val="tx1"/>
                  </a:solidFill>
                  <a:latin typeface="Times New Roman" panose="02020603050405020304" pitchFamily="18" charset="0"/>
                  <a:ea typeface="宋体" panose="02010600030101010101" pitchFamily="2" charset="-122"/>
                </a:rPr>
                <a:t>oc</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18490" name="Text Box 190"/>
            <p:cNvSpPr txBox="1"/>
            <p:nvPr/>
          </p:nvSpPr>
          <p:spPr>
            <a:xfrm>
              <a:off x="9355" y="6985"/>
              <a:ext cx="758" cy="817"/>
            </a:xfrm>
            <a:prstGeom prst="rect">
              <a:avLst/>
            </a:prstGeom>
            <a:noFill/>
            <a:ln w="9525">
              <a:noFill/>
            </a:ln>
          </p:spPr>
          <p:txBody>
            <a:bodyPr anchor="ctr" anchorCtr="0">
              <a:spAutoFit/>
            </a:bodyPr>
            <a:p>
              <a:pPr algn="ct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8491" name="Text Box 191"/>
            <p:cNvSpPr txBox="1"/>
            <p:nvPr/>
          </p:nvSpPr>
          <p:spPr>
            <a:xfrm>
              <a:off x="9355" y="8460"/>
              <a:ext cx="570" cy="820"/>
            </a:xfrm>
            <a:prstGeom prst="rect">
              <a:avLst/>
            </a:prstGeom>
            <a:noFill/>
            <a:ln w="9525">
              <a:noFill/>
            </a:ln>
          </p:spPr>
          <p:txBody>
            <a:bodyPr wrap="none" anchor="ctr" anchorCtr="0">
              <a:spAutoFit/>
            </a:bodyPr>
            <a:p>
              <a:pPr algn="ctr">
                <a:spcBef>
                  <a:spcPct val="50000"/>
                </a:spcBef>
              </a:pPr>
              <a:r>
                <a:rPr lang="en-US" altLang="zh-CN" b="0" dirty="0">
                  <a:solidFill>
                    <a:schemeClr val="tx1"/>
                  </a:solidFill>
                  <a:latin typeface="宋体" panose="02010600030101010101" pitchFamily="2" charset="-122"/>
                  <a:ea typeface="宋体" panose="02010600030101010101" pitchFamily="2" charset="-122"/>
                </a:rPr>
                <a:t>-</a:t>
              </a:r>
              <a:endParaRPr lang="en-US" altLang="zh-CN" b="0" dirty="0">
                <a:solidFill>
                  <a:schemeClr val="tx1"/>
                </a:solidFill>
                <a:latin typeface="宋体" panose="02010600030101010101" pitchFamily="2" charset="-122"/>
                <a:ea typeface="宋体" panose="02010600030101010101" pitchFamily="2" charset="-122"/>
              </a:endParaRPr>
            </a:p>
          </p:txBody>
        </p:sp>
        <p:sp>
          <p:nvSpPr>
            <p:cNvPr id="18492" name="Text Box 192"/>
            <p:cNvSpPr txBox="1"/>
            <p:nvPr/>
          </p:nvSpPr>
          <p:spPr>
            <a:xfrm>
              <a:off x="11735" y="6985"/>
              <a:ext cx="570" cy="817"/>
            </a:xfrm>
            <a:prstGeom prst="rect">
              <a:avLst/>
            </a:prstGeom>
            <a:noFill/>
            <a:ln w="9525">
              <a:noFill/>
            </a:ln>
          </p:spPr>
          <p:txBody>
            <a:bodyPr wrap="none" anchor="ctr" anchorCtr="0">
              <a:spAutoFit/>
            </a:bodyPr>
            <a:p>
              <a:pPr algn="ctr" eaLnBrk="0" hangingPunct="0"/>
              <a:r>
                <a:rPr lang="en-US" altLang="zh-CN" b="0" i="1" dirty="0">
                  <a:solidFill>
                    <a:schemeClr val="tx1"/>
                  </a:solidFill>
                  <a:latin typeface="Times New Roman" panose="02020603050405020304" pitchFamily="18" charset="0"/>
                  <a:ea typeface="宋体" panose="02010600030101010101" pitchFamily="2" charset="-122"/>
                  <a:sym typeface="Symbol" panose="05050102010706020507" pitchFamily="18" charset="2"/>
                </a:rPr>
                <a:t>u</a:t>
              </a:r>
              <a:endParaRPr lang="en-US" altLang="zh-CN" b="0" i="1"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8493" name="Text Box 193"/>
            <p:cNvSpPr txBox="1"/>
            <p:nvPr/>
          </p:nvSpPr>
          <p:spPr>
            <a:xfrm>
              <a:off x="11735" y="6418"/>
              <a:ext cx="605" cy="817"/>
            </a:xfrm>
            <a:prstGeom prst="rect">
              <a:avLst/>
            </a:prstGeom>
            <a:noFill/>
            <a:ln w="9525">
              <a:noFill/>
            </a:ln>
          </p:spPr>
          <p:txBody>
            <a:bodyPr wrap="none" anchor="ctr" anchorCtr="0">
              <a:spAutoFit/>
            </a:bodyPr>
            <a:p>
              <a:pPr algn="ct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8494" name="Text Box 194"/>
            <p:cNvSpPr txBox="1"/>
            <p:nvPr/>
          </p:nvSpPr>
          <p:spPr>
            <a:xfrm>
              <a:off x="11623" y="7893"/>
              <a:ext cx="570" cy="817"/>
            </a:xfrm>
            <a:prstGeom prst="rect">
              <a:avLst/>
            </a:prstGeom>
            <a:noFill/>
            <a:ln w="9525">
              <a:noFill/>
            </a:ln>
          </p:spPr>
          <p:txBody>
            <a:bodyPr wrap="none" anchor="ctr" anchorCtr="0">
              <a:spAutoFit/>
            </a:bodyPr>
            <a:p>
              <a:pPr algn="ctr">
                <a:spcBef>
                  <a:spcPct val="50000"/>
                </a:spcBef>
              </a:pPr>
              <a:r>
                <a:rPr lang="en-US" altLang="zh-CN" b="0" dirty="0">
                  <a:solidFill>
                    <a:schemeClr val="tx1"/>
                  </a:solidFill>
                  <a:latin typeface="宋体" panose="02010600030101010101" pitchFamily="2" charset="-122"/>
                  <a:ea typeface="宋体" panose="02010600030101010101" pitchFamily="2" charset="-122"/>
                </a:rPr>
                <a:t>-</a:t>
              </a:r>
              <a:endParaRPr lang="en-US" altLang="zh-CN" b="0" dirty="0">
                <a:solidFill>
                  <a:schemeClr val="tx1"/>
                </a:solidFill>
                <a:latin typeface="宋体" panose="02010600030101010101" pitchFamily="2" charset="-122"/>
                <a:ea typeface="宋体" panose="02010600030101010101" pitchFamily="2" charset="-122"/>
              </a:endParaRPr>
            </a:p>
          </p:txBody>
        </p:sp>
        <p:sp>
          <p:nvSpPr>
            <p:cNvPr id="18495" name="Rectangle 195"/>
            <p:cNvSpPr/>
            <p:nvPr/>
          </p:nvSpPr>
          <p:spPr bwMode="auto">
            <a:xfrm>
              <a:off x="9875" y="6193"/>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8496" name="Oval 196"/>
            <p:cNvSpPr/>
            <p:nvPr/>
          </p:nvSpPr>
          <p:spPr>
            <a:xfrm>
              <a:off x="11848" y="8913"/>
              <a:ext cx="228" cy="227"/>
            </a:xfrm>
            <a:prstGeom prst="ellipse">
              <a:avLst/>
            </a:prstGeom>
            <a:noFill/>
            <a:ln w="28575" cap="flat" cmpd="sng">
              <a:solidFill>
                <a:schemeClr val="tx2">
                  <a:lumMod val="75000"/>
                </a:schemeClr>
              </a:solidFill>
              <a:prstDash val="solid"/>
              <a:headEnd type="none" w="med" len="med"/>
              <a:tailEnd type="none" w="med" len="med"/>
            </a:ln>
          </p:spPr>
          <p:txBody>
            <a:bodyPr wrap="none" anchor="ctr" anchorCtr="0"/>
            <a:p>
              <a:endParaRPr lang="zh-CN" altLang="en-US" dirty="0">
                <a:solidFill>
                  <a:schemeClr val="tx1"/>
                </a:solidFill>
                <a:latin typeface="Arial" panose="020B0604020202020204" pitchFamily="34" charset="0"/>
              </a:endParaRPr>
            </a:p>
          </p:txBody>
        </p:sp>
        <p:sp>
          <p:nvSpPr>
            <p:cNvPr id="18497" name="Oval 197"/>
            <p:cNvSpPr/>
            <p:nvPr/>
          </p:nvSpPr>
          <p:spPr>
            <a:xfrm>
              <a:off x="11848" y="5853"/>
              <a:ext cx="228" cy="227"/>
            </a:xfrm>
            <a:prstGeom prst="ellipse">
              <a:avLst/>
            </a:prstGeom>
            <a:noFill/>
            <a:ln w="28575" cap="flat" cmpd="sng">
              <a:solidFill>
                <a:schemeClr val="tx2">
                  <a:lumMod val="75000"/>
                </a:schemeClr>
              </a:solidFill>
              <a:prstDash val="solid"/>
              <a:headEnd type="none" w="med" len="med"/>
              <a:tailEnd type="none" w="med" len="med"/>
            </a:ln>
          </p:spPr>
          <p:txBody>
            <a:bodyPr wrap="none" anchor="ctr" anchorCtr="0"/>
            <a:p>
              <a:endParaRPr lang="zh-CN" altLang="en-US" dirty="0">
                <a:solidFill>
                  <a:schemeClr val="tx1"/>
                </a:solidFill>
                <a:latin typeface="Arial" panose="020B0604020202020204" pitchFamily="34" charset="0"/>
              </a:endParaRPr>
            </a:p>
          </p:txBody>
        </p:sp>
        <p:sp>
          <p:nvSpPr>
            <p:cNvPr id="18498" name="Line 198"/>
            <p:cNvSpPr/>
            <p:nvPr/>
          </p:nvSpPr>
          <p:spPr>
            <a:xfrm>
              <a:off x="12075" y="5965"/>
              <a:ext cx="1020" cy="0"/>
            </a:xfrm>
            <a:prstGeom prst="line">
              <a:avLst/>
            </a:prstGeom>
            <a:ln w="28575" cap="flat" cmpd="sng">
              <a:solidFill>
                <a:srgbClr val="FF0000"/>
              </a:solidFill>
              <a:prstDash val="solid"/>
              <a:headEnd type="none" w="med" len="med"/>
              <a:tailEnd type="none" w="med" len="med"/>
            </a:ln>
          </p:spPr>
        </p:sp>
        <p:sp>
          <p:nvSpPr>
            <p:cNvPr id="18499" name="Line 199"/>
            <p:cNvSpPr/>
            <p:nvPr/>
          </p:nvSpPr>
          <p:spPr>
            <a:xfrm>
              <a:off x="13098" y="5965"/>
              <a:ext cx="0" cy="3062"/>
            </a:xfrm>
            <a:prstGeom prst="line">
              <a:avLst/>
            </a:prstGeom>
            <a:ln w="28575" cap="flat" cmpd="sng">
              <a:solidFill>
                <a:srgbClr val="FF0000"/>
              </a:solidFill>
              <a:prstDash val="solid"/>
              <a:headEnd type="none" w="med" len="med"/>
              <a:tailEnd type="none" w="med" len="med"/>
            </a:ln>
          </p:spPr>
        </p:sp>
        <p:sp>
          <p:nvSpPr>
            <p:cNvPr id="18500" name="Line 200"/>
            <p:cNvSpPr/>
            <p:nvPr/>
          </p:nvSpPr>
          <p:spPr>
            <a:xfrm>
              <a:off x="12075" y="9028"/>
              <a:ext cx="1020" cy="0"/>
            </a:xfrm>
            <a:prstGeom prst="line">
              <a:avLst/>
            </a:prstGeom>
            <a:ln w="28575" cap="flat" cmpd="sng">
              <a:solidFill>
                <a:srgbClr val="FF0000"/>
              </a:solidFill>
              <a:prstDash val="solid"/>
              <a:headEnd type="none" w="med" len="med"/>
              <a:tailEnd type="none" w="med" len="med"/>
            </a:ln>
          </p:spPr>
        </p:sp>
        <p:grpSp>
          <p:nvGrpSpPr>
            <p:cNvPr id="79" name="组合 78"/>
            <p:cNvGrpSpPr/>
            <p:nvPr/>
          </p:nvGrpSpPr>
          <p:grpSpPr>
            <a:xfrm>
              <a:off x="9603" y="7687"/>
              <a:ext cx="908" cy="908"/>
              <a:chOff x="505193" y="3720552"/>
              <a:chExt cx="432197" cy="432197"/>
            </a:xfrm>
            <a:solidFill>
              <a:schemeClr val="accent6">
                <a:lumMod val="40000"/>
                <a:lumOff val="60000"/>
              </a:schemeClr>
            </a:solidFill>
          </p:grpSpPr>
          <p:sp>
            <p:nvSpPr>
              <p:cNvPr id="80"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81" name="直接连接符 80"/>
              <p:cNvCxnSpPr>
                <a:stCxn id="80" idx="0"/>
                <a:endCxn id="80"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5" name="组合 14"/>
          <p:cNvGrpSpPr/>
          <p:nvPr/>
        </p:nvGrpSpPr>
        <p:grpSpPr>
          <a:xfrm>
            <a:off x="1187450" y="2181860"/>
            <a:ext cx="2541270" cy="2095500"/>
            <a:chOff x="1870" y="3436"/>
            <a:chExt cx="4002" cy="3300"/>
          </a:xfrm>
        </p:grpSpPr>
        <p:sp>
          <p:nvSpPr>
            <p:cNvPr id="18509" name="Text Box 141"/>
            <p:cNvSpPr txBox="1"/>
            <p:nvPr/>
          </p:nvSpPr>
          <p:spPr>
            <a:xfrm>
              <a:off x="4705" y="3541"/>
              <a:ext cx="600" cy="678"/>
            </a:xfrm>
            <a:prstGeom prst="rect">
              <a:avLst/>
            </a:prstGeom>
            <a:noFill/>
            <a:ln w="9525">
              <a:noFill/>
            </a:ln>
          </p:spPr>
          <p:txBody>
            <a:bodyPr>
              <a:no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endParaRPr lang="en-US" altLang="zh-CN" b="0" i="1" dirty="0">
                <a:solidFill>
                  <a:schemeClr val="tx1"/>
                </a:solidFill>
                <a:latin typeface="Times New Roman" panose="02020603050405020304" pitchFamily="18" charset="0"/>
                <a:ea typeface="宋体" panose="02010600030101010101" pitchFamily="2" charset="-122"/>
              </a:endParaRPr>
            </a:p>
          </p:txBody>
        </p:sp>
        <p:grpSp>
          <p:nvGrpSpPr>
            <p:cNvPr id="4" name="组合 3"/>
            <p:cNvGrpSpPr/>
            <p:nvPr/>
          </p:nvGrpSpPr>
          <p:grpSpPr>
            <a:xfrm>
              <a:off x="1870" y="3436"/>
              <a:ext cx="4003" cy="3300"/>
              <a:chOff x="1870" y="2916"/>
              <a:chExt cx="4003" cy="3300"/>
            </a:xfrm>
          </p:grpSpPr>
          <p:sp>
            <p:nvSpPr>
              <p:cNvPr id="18501" name="Text Box 136"/>
              <p:cNvSpPr txBox="1"/>
              <p:nvPr/>
            </p:nvSpPr>
            <p:spPr>
              <a:xfrm>
                <a:off x="3727" y="2916"/>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8502" name="Text Box 137"/>
              <p:cNvSpPr txBox="1"/>
              <p:nvPr/>
            </p:nvSpPr>
            <p:spPr>
              <a:xfrm>
                <a:off x="3685" y="5398"/>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8505" name="Text Box 135"/>
              <p:cNvSpPr txBox="1"/>
              <p:nvPr/>
            </p:nvSpPr>
            <p:spPr>
              <a:xfrm>
                <a:off x="4248" y="4038"/>
                <a:ext cx="1040" cy="815"/>
              </a:xfrm>
              <a:prstGeom prst="rect">
                <a:avLst/>
              </a:prstGeom>
              <a:noFill/>
              <a:ln w="9525">
                <a:noFill/>
              </a:ln>
            </p:spPr>
            <p:txBody>
              <a:bodyPr>
                <a:spAutoFit/>
              </a:bodyPr>
              <a:p>
                <a:r>
                  <a:rPr lang="en-US" altLang="zh-CN" b="0" i="1" dirty="0">
                    <a:solidFill>
                      <a:schemeClr val="tx1"/>
                    </a:solidFill>
                    <a:latin typeface="Times New Roman" panose="02020603050405020304" pitchFamily="18" charset="0"/>
                    <a:ea typeface="宋体" panose="02010600030101010101" pitchFamily="2" charset="-122"/>
                  </a:rPr>
                  <a:t>u</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18506" name="Line 138"/>
              <p:cNvSpPr/>
              <p:nvPr/>
            </p:nvSpPr>
            <p:spPr bwMode="auto">
              <a:xfrm>
                <a:off x="2890" y="3698"/>
                <a:ext cx="2495"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8507" name="Line 139"/>
              <p:cNvSpPr/>
              <p:nvPr/>
            </p:nvSpPr>
            <p:spPr bwMode="auto">
              <a:xfrm>
                <a:off x="2890" y="5398"/>
                <a:ext cx="2495"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8508" name="Line 140"/>
              <p:cNvSpPr/>
              <p:nvPr/>
            </p:nvSpPr>
            <p:spPr>
              <a:xfrm>
                <a:off x="4705" y="3701"/>
                <a:ext cx="600" cy="0"/>
              </a:xfrm>
              <a:prstGeom prst="line">
                <a:avLst/>
              </a:prstGeom>
              <a:ln w="28575">
                <a:solidFill>
                  <a:srgbClr val="FF0000"/>
                </a:solidFill>
                <a:headEnd type="triangle" w="med" len="med"/>
                <a:tailEnd type="none"/>
              </a:ln>
            </p:spPr>
            <p:style>
              <a:lnRef idx="1">
                <a:schemeClr val="accent1"/>
              </a:lnRef>
              <a:fillRef idx="0">
                <a:schemeClr val="accent1"/>
              </a:fillRef>
              <a:effectRef idx="0">
                <a:schemeClr val="accent1"/>
              </a:effectRef>
              <a:fontRef idx="minor">
                <a:schemeClr val="tx1"/>
              </a:fontRef>
            </p:style>
          </p:sp>
          <p:sp>
            <p:nvSpPr>
              <p:cNvPr id="18510" name="Text Box 142"/>
              <p:cNvSpPr txBox="1"/>
              <p:nvPr/>
            </p:nvSpPr>
            <p:spPr>
              <a:xfrm>
                <a:off x="4365" y="3698"/>
                <a:ext cx="56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8511" name="Text Box 143"/>
              <p:cNvSpPr txBox="1"/>
              <p:nvPr/>
            </p:nvSpPr>
            <p:spPr>
              <a:xfrm>
                <a:off x="4365" y="4606"/>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8512" name="Rectangle 144"/>
              <p:cNvSpPr/>
              <p:nvPr/>
            </p:nvSpPr>
            <p:spPr>
              <a:xfrm>
                <a:off x="1870" y="3471"/>
                <a:ext cx="1248" cy="2268"/>
              </a:xfrm>
              <a:prstGeom prst="rect">
                <a:avLst/>
              </a:prstGeom>
              <a:solidFill>
                <a:schemeClr val="tx2">
                  <a:lumMod val="20000"/>
                  <a:lumOff val="80000"/>
                </a:schemeClr>
              </a:solidFill>
              <a:ln w="28575">
                <a:noFill/>
              </a:ln>
            </p:spPr>
            <p:txBody>
              <a:bodyPr wrap="none" anchor="ctr" anchorCtr="0"/>
              <a:p>
                <a:pPr algn="ctr"/>
                <a:endParaRPr lang="zh-CN" altLang="zh-CN" sz="4400" b="0" dirty="0">
                  <a:solidFill>
                    <a:schemeClr val="tx1"/>
                  </a:solidFill>
                  <a:latin typeface="Times New Roman" panose="02020603050405020304" pitchFamily="18" charset="0"/>
                  <a:ea typeface="仿宋_GB2312" pitchFamily="49" charset="-122"/>
                </a:endParaRPr>
              </a:p>
            </p:txBody>
          </p:sp>
          <p:sp>
            <p:nvSpPr>
              <p:cNvPr id="18513" name="Oval 145"/>
              <p:cNvSpPr/>
              <p:nvPr/>
            </p:nvSpPr>
            <p:spPr>
              <a:xfrm>
                <a:off x="3798" y="3586"/>
                <a:ext cx="228" cy="228"/>
              </a:xfrm>
              <a:prstGeom prst="ellipse">
                <a:avLst/>
              </a:prstGeom>
              <a:solidFill>
                <a:schemeClr val="bg1"/>
              </a:solidFill>
              <a:ln w="28575" cap="flat" cmpd="sng">
                <a:solidFill>
                  <a:schemeClr val="tx2">
                    <a:lumMod val="75000"/>
                  </a:schemeClr>
                </a:solidFill>
                <a:prstDash val="solid"/>
                <a:headEnd type="none" w="med" len="med"/>
                <a:tailEnd type="none" w="med" len="med"/>
              </a:ln>
            </p:spPr>
            <p:txBody>
              <a:bodyPr wrap="none" anchor="ctr" anchorCtr="0"/>
              <a:p>
                <a:endParaRPr lang="zh-CN" altLang="en-US" dirty="0">
                  <a:ln>
                    <a:solidFill>
                      <a:schemeClr val="tx2">
                        <a:lumMod val="75000"/>
                      </a:schemeClr>
                    </a:solidFill>
                  </a:ln>
                  <a:solidFill>
                    <a:schemeClr val="tx1"/>
                  </a:solidFill>
                  <a:latin typeface="Arial" panose="020B0604020202020204" pitchFamily="34" charset="0"/>
                </a:endParaRPr>
              </a:p>
            </p:txBody>
          </p:sp>
          <p:sp>
            <p:nvSpPr>
              <p:cNvPr id="18514" name="Oval 146"/>
              <p:cNvSpPr/>
              <p:nvPr/>
            </p:nvSpPr>
            <p:spPr>
              <a:xfrm>
                <a:off x="3798" y="5286"/>
                <a:ext cx="228" cy="228"/>
              </a:xfrm>
              <a:prstGeom prst="ellipse">
                <a:avLst/>
              </a:prstGeom>
              <a:solidFill>
                <a:schemeClr val="bg1"/>
              </a:solidFill>
              <a:ln w="28575" cap="flat" cmpd="sng">
                <a:solidFill>
                  <a:schemeClr val="tx2">
                    <a:lumMod val="75000"/>
                  </a:schemeClr>
                </a:solidFill>
                <a:prstDash val="solid"/>
                <a:headEnd type="none" w="med" len="med"/>
                <a:tailEnd type="none" w="med" len="med"/>
              </a:ln>
            </p:spPr>
            <p:txBody>
              <a:bodyPr wrap="none" anchor="ctr" anchorCtr="0"/>
              <a:p>
                <a:endParaRPr lang="zh-CN" altLang="en-US" dirty="0">
                  <a:solidFill>
                    <a:schemeClr val="tx1"/>
                  </a:solidFill>
                  <a:latin typeface="Arial" panose="020B0604020202020204" pitchFamily="34" charset="0"/>
                </a:endParaRPr>
              </a:p>
            </p:txBody>
          </p:sp>
          <p:sp>
            <p:nvSpPr>
              <p:cNvPr id="18515" name="Line 147"/>
              <p:cNvSpPr/>
              <p:nvPr/>
            </p:nvSpPr>
            <p:spPr bwMode="auto">
              <a:xfrm>
                <a:off x="5385" y="3698"/>
                <a:ext cx="0" cy="170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8516" name="Text Box 148"/>
              <p:cNvSpPr txBox="1"/>
              <p:nvPr/>
            </p:nvSpPr>
            <p:spPr>
              <a:xfrm>
                <a:off x="1870" y="3471"/>
                <a:ext cx="93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N</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8518" name="Line 150"/>
              <p:cNvSpPr/>
              <p:nvPr/>
            </p:nvSpPr>
            <p:spPr bwMode="auto">
              <a:xfrm>
                <a:off x="2551" y="3698"/>
                <a:ext cx="0" cy="170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8519" name="Text Box 151"/>
              <p:cNvSpPr txBox="1"/>
              <p:nvPr/>
            </p:nvSpPr>
            <p:spPr>
              <a:xfrm>
                <a:off x="2663" y="4151"/>
                <a:ext cx="990" cy="818"/>
              </a:xfrm>
              <a:prstGeom prst="rect">
                <a:avLst/>
              </a:prstGeom>
              <a:noFill/>
              <a:ln w="9525">
                <a:noFill/>
              </a:ln>
            </p:spPr>
            <p:txBody>
              <a:bodyPr wrap="none" anchor="ctr" anchorCtr="0">
                <a:spAutoFit/>
              </a:bodyPr>
              <a:p>
                <a:pPr algn="ct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R</a:t>
                </a:r>
                <a:r>
                  <a:rPr lang="en-US" altLang="zh-CN" b="0" baseline="-25000" dirty="0">
                    <a:solidFill>
                      <a:schemeClr val="tx1"/>
                    </a:solidFill>
                    <a:latin typeface="Times New Roman" panose="02020603050405020304" pitchFamily="18" charset="0"/>
                    <a:ea typeface="宋体" panose="02010600030101010101" pitchFamily="2" charset="-122"/>
                  </a:rPr>
                  <a:t>eq</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18520" name="Line 152"/>
              <p:cNvSpPr/>
              <p:nvPr/>
            </p:nvSpPr>
            <p:spPr bwMode="auto">
              <a:xfrm>
                <a:off x="2551" y="5398"/>
                <a:ext cx="680"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8521" name="Line 153"/>
              <p:cNvSpPr/>
              <p:nvPr/>
            </p:nvSpPr>
            <p:spPr bwMode="auto">
              <a:xfrm>
                <a:off x="2551" y="3698"/>
                <a:ext cx="680"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39066" name="Rectangle 154"/>
              <p:cNvSpPr>
                <a:spLocks noChangeArrowheads="1"/>
              </p:cNvSpPr>
              <p:nvPr/>
            </p:nvSpPr>
            <p:spPr bwMode="auto">
              <a:xfrm>
                <a:off x="2323" y="4151"/>
                <a:ext cx="453" cy="908"/>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grpSp>
            <p:nvGrpSpPr>
              <p:cNvPr id="10" name="组合 9"/>
              <p:cNvGrpSpPr/>
              <p:nvPr/>
            </p:nvGrpSpPr>
            <p:grpSpPr>
              <a:xfrm>
                <a:off x="4965" y="4066"/>
                <a:ext cx="908" cy="908"/>
                <a:chOff x="505193" y="3720552"/>
                <a:chExt cx="432197" cy="432197"/>
              </a:xfrm>
              <a:solidFill>
                <a:schemeClr val="accent6">
                  <a:lumMod val="40000"/>
                  <a:lumOff val="60000"/>
                </a:schemeClr>
              </a:solidFill>
            </p:grpSpPr>
            <p:sp>
              <p:nvSpPr>
                <p:cNvPr id="12"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14" name="直接连接符 13"/>
                <p:cNvCxnSpPr>
                  <a:stCxn id="12" idx="0"/>
                  <a:endCxn id="12"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6" name="组合 15"/>
          <p:cNvGrpSpPr/>
          <p:nvPr/>
        </p:nvGrpSpPr>
        <p:grpSpPr>
          <a:xfrm>
            <a:off x="4140200" y="2248535"/>
            <a:ext cx="2587625" cy="2085340"/>
            <a:chOff x="6520" y="3541"/>
            <a:chExt cx="4075" cy="3284"/>
          </a:xfrm>
        </p:grpSpPr>
        <p:sp>
          <p:nvSpPr>
            <p:cNvPr id="18462" name="Text Box 162"/>
            <p:cNvSpPr txBox="1"/>
            <p:nvPr/>
          </p:nvSpPr>
          <p:spPr>
            <a:xfrm>
              <a:off x="9995" y="4247"/>
              <a:ext cx="60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endParaRPr lang="en-US" altLang="zh-CN" b="0" i="1" dirty="0">
                <a:solidFill>
                  <a:schemeClr val="tx1"/>
                </a:solidFill>
                <a:latin typeface="Times New Roman" panose="02020603050405020304" pitchFamily="18" charset="0"/>
                <a:ea typeface="宋体" panose="02010600030101010101" pitchFamily="2" charset="-122"/>
              </a:endParaRPr>
            </a:p>
          </p:txBody>
        </p:sp>
        <p:grpSp>
          <p:nvGrpSpPr>
            <p:cNvPr id="7" name="组合 6"/>
            <p:cNvGrpSpPr/>
            <p:nvPr/>
          </p:nvGrpSpPr>
          <p:grpSpPr>
            <a:xfrm>
              <a:off x="6520" y="3541"/>
              <a:ext cx="3967" cy="3285"/>
              <a:chOff x="6520" y="2933"/>
              <a:chExt cx="3967" cy="3285"/>
            </a:xfrm>
          </p:grpSpPr>
          <p:sp>
            <p:nvSpPr>
              <p:cNvPr id="18456" name="Text Box 157"/>
              <p:cNvSpPr txBox="1"/>
              <p:nvPr/>
            </p:nvSpPr>
            <p:spPr>
              <a:xfrm>
                <a:off x="8349" y="2933"/>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8457" name="Text Box 158"/>
              <p:cNvSpPr txBox="1"/>
              <p:nvPr/>
            </p:nvSpPr>
            <p:spPr>
              <a:xfrm>
                <a:off x="8335" y="5400"/>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8459" name="Text Box 156"/>
              <p:cNvSpPr txBox="1"/>
              <p:nvPr/>
            </p:nvSpPr>
            <p:spPr>
              <a:xfrm>
                <a:off x="8673" y="4156"/>
                <a:ext cx="93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18460" name="Line 159"/>
              <p:cNvSpPr/>
              <p:nvPr/>
            </p:nvSpPr>
            <p:spPr bwMode="auto">
              <a:xfrm>
                <a:off x="7540" y="3701"/>
                <a:ext cx="2495"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8461" name="Line 160"/>
              <p:cNvSpPr/>
              <p:nvPr/>
            </p:nvSpPr>
            <p:spPr bwMode="auto">
              <a:xfrm>
                <a:off x="7540" y="5401"/>
                <a:ext cx="2495"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8463" name="Text Box 163"/>
              <p:cNvSpPr txBox="1"/>
              <p:nvPr/>
            </p:nvSpPr>
            <p:spPr>
              <a:xfrm>
                <a:off x="8788" y="3701"/>
                <a:ext cx="56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8464" name="Text Box 164"/>
              <p:cNvSpPr txBox="1"/>
              <p:nvPr/>
            </p:nvSpPr>
            <p:spPr>
              <a:xfrm>
                <a:off x="8788" y="4608"/>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8465" name="Rectangle 165"/>
              <p:cNvSpPr/>
              <p:nvPr/>
            </p:nvSpPr>
            <p:spPr>
              <a:xfrm>
                <a:off x="6520" y="3473"/>
                <a:ext cx="1248" cy="2268"/>
              </a:xfrm>
              <a:prstGeom prst="rect">
                <a:avLst/>
              </a:prstGeom>
              <a:solidFill>
                <a:schemeClr val="tx2">
                  <a:lumMod val="20000"/>
                  <a:lumOff val="80000"/>
                </a:schemeClr>
              </a:solidFill>
              <a:ln w="28575">
                <a:noFill/>
              </a:ln>
            </p:spPr>
            <p:txBody>
              <a:bodyPr wrap="none" anchor="ctr" anchorCtr="0"/>
              <a:p>
                <a:pPr algn="ctr"/>
                <a:endParaRPr lang="zh-CN" altLang="zh-CN" sz="4400" b="0" dirty="0">
                  <a:solidFill>
                    <a:schemeClr val="tx1"/>
                  </a:solidFill>
                  <a:latin typeface="Times New Roman" panose="02020603050405020304" pitchFamily="18" charset="0"/>
                  <a:ea typeface="仿宋_GB2312" pitchFamily="49" charset="-122"/>
                </a:endParaRPr>
              </a:p>
            </p:txBody>
          </p:sp>
          <p:sp>
            <p:nvSpPr>
              <p:cNvPr id="18466" name="Oval 166"/>
              <p:cNvSpPr/>
              <p:nvPr/>
            </p:nvSpPr>
            <p:spPr>
              <a:xfrm>
                <a:off x="8448" y="3588"/>
                <a:ext cx="228" cy="228"/>
              </a:xfrm>
              <a:prstGeom prst="ellipse">
                <a:avLst/>
              </a:prstGeom>
              <a:solidFill>
                <a:schemeClr val="bg1"/>
              </a:solidFill>
              <a:ln w="28575" cap="flat" cmpd="sng">
                <a:solidFill>
                  <a:schemeClr val="tx2">
                    <a:lumMod val="75000"/>
                  </a:schemeClr>
                </a:solidFill>
                <a:prstDash val="solid"/>
                <a:headEnd type="none" w="med" len="med"/>
                <a:tailEnd type="none" w="med" len="med"/>
              </a:ln>
            </p:spPr>
            <p:txBody>
              <a:bodyPr wrap="none" anchor="ctr" anchorCtr="0"/>
              <a:p>
                <a:endParaRPr lang="zh-CN" altLang="en-US" dirty="0">
                  <a:solidFill>
                    <a:schemeClr val="tx1"/>
                  </a:solidFill>
                  <a:latin typeface="Arial" panose="020B0604020202020204" pitchFamily="34" charset="0"/>
                </a:endParaRPr>
              </a:p>
            </p:txBody>
          </p:sp>
          <p:sp>
            <p:nvSpPr>
              <p:cNvPr id="18467" name="Oval 167"/>
              <p:cNvSpPr/>
              <p:nvPr/>
            </p:nvSpPr>
            <p:spPr>
              <a:xfrm>
                <a:off x="8448" y="5288"/>
                <a:ext cx="228" cy="228"/>
              </a:xfrm>
              <a:prstGeom prst="ellipse">
                <a:avLst/>
              </a:prstGeom>
              <a:solidFill>
                <a:schemeClr val="bg1"/>
              </a:solidFill>
              <a:ln w="28575" cap="flat" cmpd="sng">
                <a:solidFill>
                  <a:schemeClr val="tx2">
                    <a:lumMod val="75000"/>
                  </a:schemeClr>
                </a:solidFill>
                <a:prstDash val="solid"/>
                <a:headEnd type="none" w="med" len="med"/>
                <a:tailEnd type="none" w="med" len="med"/>
              </a:ln>
            </p:spPr>
            <p:txBody>
              <a:bodyPr wrap="none" anchor="ctr" anchorCtr="0"/>
              <a:p>
                <a:endParaRPr lang="zh-CN" altLang="en-US" dirty="0">
                  <a:solidFill>
                    <a:schemeClr val="tx1"/>
                  </a:solidFill>
                  <a:latin typeface="Arial" panose="020B0604020202020204" pitchFamily="34" charset="0"/>
                </a:endParaRPr>
              </a:p>
            </p:txBody>
          </p:sp>
          <p:sp>
            <p:nvSpPr>
              <p:cNvPr id="18468" name="Line 168"/>
              <p:cNvSpPr/>
              <p:nvPr/>
            </p:nvSpPr>
            <p:spPr bwMode="auto">
              <a:xfrm>
                <a:off x="10035" y="3701"/>
                <a:ext cx="0" cy="170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8469" name="Text Box 172"/>
              <p:cNvSpPr txBox="1"/>
              <p:nvPr/>
            </p:nvSpPr>
            <p:spPr>
              <a:xfrm>
                <a:off x="6520" y="3473"/>
                <a:ext cx="93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N</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8475" name="Line 174"/>
              <p:cNvSpPr/>
              <p:nvPr/>
            </p:nvSpPr>
            <p:spPr bwMode="auto">
              <a:xfrm>
                <a:off x="7201" y="3701"/>
                <a:ext cx="0" cy="170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8476" name="Text Box 175"/>
              <p:cNvSpPr txBox="1"/>
              <p:nvPr/>
            </p:nvSpPr>
            <p:spPr>
              <a:xfrm>
                <a:off x="7313" y="4154"/>
                <a:ext cx="990" cy="818"/>
              </a:xfrm>
              <a:prstGeom prst="rect">
                <a:avLst/>
              </a:prstGeom>
              <a:noFill/>
              <a:ln w="9525">
                <a:noFill/>
              </a:ln>
            </p:spPr>
            <p:txBody>
              <a:bodyPr wrap="none" anchor="ctr" anchorCtr="0">
                <a:spAutoFit/>
              </a:bodyPr>
              <a:p>
                <a:pPr algn="ct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R</a:t>
                </a:r>
                <a:r>
                  <a:rPr lang="en-US" altLang="zh-CN" b="0" baseline="-25000" dirty="0">
                    <a:solidFill>
                      <a:schemeClr val="tx1"/>
                    </a:solidFill>
                    <a:latin typeface="Times New Roman" panose="02020603050405020304" pitchFamily="18" charset="0"/>
                    <a:ea typeface="宋体" panose="02010600030101010101" pitchFamily="2" charset="-122"/>
                  </a:rPr>
                  <a:t>eq</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18477" name="Line 176"/>
              <p:cNvSpPr/>
              <p:nvPr/>
            </p:nvSpPr>
            <p:spPr bwMode="auto">
              <a:xfrm>
                <a:off x="7201" y="5401"/>
                <a:ext cx="680"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8478" name="Line 177"/>
              <p:cNvSpPr/>
              <p:nvPr/>
            </p:nvSpPr>
            <p:spPr bwMode="auto">
              <a:xfrm>
                <a:off x="7201" y="3701"/>
                <a:ext cx="680"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39090" name="Rectangle 178"/>
              <p:cNvSpPr>
                <a:spLocks noChangeArrowheads="1"/>
              </p:cNvSpPr>
              <p:nvPr/>
            </p:nvSpPr>
            <p:spPr bwMode="auto">
              <a:xfrm>
                <a:off x="6973" y="4154"/>
                <a:ext cx="453" cy="908"/>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8471" name="Line 161"/>
              <p:cNvSpPr/>
              <p:nvPr/>
            </p:nvSpPr>
            <p:spPr>
              <a:xfrm flipH="1">
                <a:off x="10034" y="3857"/>
                <a:ext cx="1" cy="587"/>
              </a:xfrm>
              <a:prstGeom prst="line">
                <a:avLst/>
              </a:prstGeom>
              <a:ln w="28575">
                <a:solidFill>
                  <a:srgbClr val="FF0000"/>
                </a:solidFill>
                <a:headEnd type="triangle" w="med" len="med"/>
                <a:tailEnd type="none"/>
              </a:ln>
            </p:spPr>
            <p:style>
              <a:lnRef idx="1">
                <a:schemeClr val="accent1"/>
              </a:lnRef>
              <a:fillRef idx="0">
                <a:schemeClr val="accent1"/>
              </a:fillRef>
              <a:effectRef idx="0">
                <a:schemeClr val="accent1"/>
              </a:effectRef>
              <a:fontRef idx="minor">
                <a:schemeClr val="tx1"/>
              </a:fontRef>
            </p:style>
          </p:sp>
          <p:grpSp>
            <p:nvGrpSpPr>
              <p:cNvPr id="73" name="组合 72"/>
              <p:cNvGrpSpPr/>
              <p:nvPr/>
            </p:nvGrpSpPr>
            <p:grpSpPr>
              <a:xfrm>
                <a:off x="9579" y="4400"/>
                <a:ext cx="908" cy="908"/>
                <a:chOff x="5907581" y="4495572"/>
                <a:chExt cx="576263" cy="576263"/>
              </a:xfrm>
            </p:grpSpPr>
            <p:sp>
              <p:nvSpPr>
                <p:cNvPr id="74"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75" name="直接连接符 74"/>
                <p:cNvCxnSpPr>
                  <a:stCxn id="74" idx="4"/>
                  <a:endCxn id="74"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38914"/>
                                        </p:tgtEl>
                                        <p:attrNameLst>
                                          <p:attrName>style.visibility</p:attrName>
                                        </p:attrNameLst>
                                      </p:cBhvr>
                                      <p:to>
                                        <p:strVal val="visible"/>
                                      </p:to>
                                    </p:set>
                                    <p:animEffect transition="in" filter="blinds(horizontal)">
                                      <p:cBhvr>
                                        <p:cTn id="7" dur="500"/>
                                        <p:tgtEl>
                                          <p:spTgt spid="3891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8921"/>
                                        </p:tgtEl>
                                        <p:attrNameLst>
                                          <p:attrName>style.visibility</p:attrName>
                                        </p:attrNameLst>
                                      </p:cBhvr>
                                      <p:to>
                                        <p:strVal val="visible"/>
                                      </p:to>
                                    </p:set>
                                    <p:animEffect transition="in" filter="blinds(horizontal)">
                                      <p:cBhvr>
                                        <p:cTn id="12" dur="500"/>
                                        <p:tgtEl>
                                          <p:spTgt spid="3892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blinds(horizontal)">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left)">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strips(downLeft)">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8922"/>
                                        </p:tgtEl>
                                        <p:attrNameLst>
                                          <p:attrName>style.visibility</p:attrName>
                                        </p:attrNameLst>
                                      </p:cBhvr>
                                      <p:to>
                                        <p:strVal val="visible"/>
                                      </p:to>
                                    </p:set>
                                    <p:animEffect transition="in" filter="wipe(left)">
                                      <p:cBhvr>
                                        <p:cTn id="32" dur="1000"/>
                                        <p:tgtEl>
                                          <p:spTgt spid="38922"/>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blinds(horizontal)">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6"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strips(downRight)">
                                      <p:cBhvr>
                                        <p:cTn id="42" dur="5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2" fill="hold" nodeType="clickEffect">
                                  <p:stCondLst>
                                    <p:cond delay="0"/>
                                  </p:stCondLst>
                                  <p:childTnLst>
                                    <p:set>
                                      <p:cBhvr>
                                        <p:cTn id="46" dur="1" fill="hold">
                                          <p:stCondLst>
                                            <p:cond delay="0"/>
                                          </p:stCondLst>
                                        </p:cTn>
                                        <p:tgtEl>
                                          <p:spTgt spid="17"/>
                                        </p:tgtEl>
                                        <p:attrNameLst>
                                          <p:attrName>style.visibility</p:attrName>
                                        </p:attrNameLst>
                                      </p:cBhvr>
                                      <p:to>
                                        <p:strVal val="visible"/>
                                      </p:to>
                                    </p:set>
                                    <p:anim calcmode="lin" valueType="num">
                                      <p:cBhvr additive="base">
                                        <p:cTn id="47" dur="500" fill="hold"/>
                                        <p:tgtEl>
                                          <p:spTgt spid="17"/>
                                        </p:tgtEl>
                                        <p:attrNameLst>
                                          <p:attrName>ppt_x</p:attrName>
                                        </p:attrNameLst>
                                      </p:cBhvr>
                                      <p:tavLst>
                                        <p:tav tm="0">
                                          <p:val>
                                            <p:strVal val="1+#ppt_w/2"/>
                                          </p:val>
                                        </p:tav>
                                        <p:tav tm="100000">
                                          <p:val>
                                            <p:strVal val="#ppt_x"/>
                                          </p:val>
                                        </p:tav>
                                      </p:tavLst>
                                    </p:anim>
                                    <p:anim calcmode="lin" valueType="num">
                                      <p:cBhvr additive="base">
                                        <p:cTn id="48" dur="50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4" grpId="0"/>
      <p:bldP spid="38922" grpId="0"/>
      <p:bldP spid="38921"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4-3 戴维南定理和诺顿定理</a:t>
            </a:r>
            <a:endParaRPr lang="zh-CN" altLang="en-US"/>
          </a:p>
        </p:txBody>
      </p:sp>
      <p:sp>
        <p:nvSpPr>
          <p:cNvPr id="37890" name="Text Box 2"/>
          <p:cNvSpPr txBox="1"/>
          <p:nvPr/>
        </p:nvSpPr>
        <p:spPr>
          <a:xfrm>
            <a:off x="539750" y="1214438"/>
            <a:ext cx="8280400" cy="1641475"/>
          </a:xfrm>
          <a:prstGeom prst="rect">
            <a:avLst/>
          </a:prstGeom>
          <a:noFill/>
          <a:ln w="9525">
            <a:noFill/>
          </a:ln>
        </p:spPr>
        <p:txBody>
          <a:bodyPr>
            <a:spAutoFit/>
          </a:bodyPr>
          <a:p>
            <a:pPr marL="476250" indent="-476250" algn="just">
              <a:lnSpc>
                <a:spcPct val="120000"/>
              </a:lnSpc>
              <a:buAutoNum type="circleNumDbPlain"/>
            </a:pPr>
            <a:r>
              <a:rPr kumimoji="1" lang="zh-CN" altLang="en-US" sz="2800" dirty="0" smtClean="0">
                <a:latin typeface="华文楷体" panose="02010600040101010101" pitchFamily="2" charset="-122"/>
                <a:ea typeface="华文楷体" panose="02010600040101010101" pitchFamily="2" charset="-122"/>
              </a:rPr>
              <a:t>外电路可以是任意的线性或非线性电路，外电路发生改变时，含源一端口网络的等效电路不变(伏安特性等效)。</a:t>
            </a:r>
            <a:endParaRPr kumimoji="1" lang="zh-CN" altLang="en-US" sz="2800" dirty="0" smtClean="0">
              <a:latin typeface="华文楷体" panose="02010600040101010101" pitchFamily="2" charset="-122"/>
              <a:ea typeface="华文楷体" panose="02010600040101010101" pitchFamily="2" charset="-122"/>
            </a:endParaRPr>
          </a:p>
        </p:txBody>
      </p:sp>
      <p:sp>
        <p:nvSpPr>
          <p:cNvPr id="37891" name="Text Box 3"/>
          <p:cNvSpPr txBox="1"/>
          <p:nvPr/>
        </p:nvSpPr>
        <p:spPr>
          <a:xfrm>
            <a:off x="539750" y="2736533"/>
            <a:ext cx="7848600" cy="1124585"/>
          </a:xfrm>
          <a:prstGeom prst="rect">
            <a:avLst/>
          </a:prstGeom>
          <a:noFill/>
          <a:ln w="9525">
            <a:noFill/>
          </a:ln>
        </p:spPr>
        <p:txBody>
          <a:bodyPr>
            <a:spAutoFit/>
          </a:bodyPr>
          <a:p>
            <a:pPr marL="476250" indent="-476250" algn="just">
              <a:lnSpc>
                <a:spcPct val="120000"/>
              </a:lnSpc>
              <a:buAutoNum type="circleNumDbPlain" startAt="2"/>
            </a:pPr>
            <a:r>
              <a:rPr kumimoji="1" lang="zh-CN" altLang="en-US" sz="2800" dirty="0" smtClean="0">
                <a:latin typeface="华文楷体" panose="02010600040101010101" pitchFamily="2" charset="-122"/>
                <a:ea typeface="华文楷体" panose="02010600040101010101" pitchFamily="2" charset="-122"/>
              </a:rPr>
              <a:t>当一端口内部含有受控源时，控制电路与受控源必须包含在被化简的同一部分电路中。</a:t>
            </a:r>
            <a:endParaRPr kumimoji="1" lang="zh-CN" altLang="en-US" sz="2800" dirty="0" smtClean="0">
              <a:latin typeface="华文楷体" panose="02010600040101010101" pitchFamily="2" charset="-122"/>
              <a:ea typeface="华文楷体" panose="02010600040101010101" pitchFamily="2" charset="-122"/>
            </a:endParaRPr>
          </a:p>
        </p:txBody>
      </p:sp>
      <p:sp>
        <p:nvSpPr>
          <p:cNvPr id="37939" name="Text Box 51"/>
          <p:cNvSpPr txBox="1"/>
          <p:nvPr/>
        </p:nvSpPr>
        <p:spPr>
          <a:xfrm>
            <a:off x="1383030" y="3951605"/>
            <a:ext cx="3655695" cy="1124585"/>
          </a:xfrm>
          <a:prstGeom prst="rect">
            <a:avLst/>
          </a:prstGeom>
          <a:noFill/>
          <a:ln w="9525">
            <a:noFill/>
          </a:ln>
        </p:spPr>
        <p:txBody>
          <a:bodyPr wrap="square">
            <a:spAutoFit/>
          </a:bodyPr>
          <a:p>
            <a:pPr marL="342900" indent="-342900">
              <a:lnSpc>
                <a:spcPct val="120000"/>
              </a:lnSpc>
              <a:spcBef>
                <a:spcPct val="20000"/>
              </a:spcBef>
            </a:pPr>
            <a:r>
              <a:rPr lang="en-US" altLang="zh-CN" dirty="0">
                <a:solidFill>
                  <a:schemeClr val="tx1"/>
                </a:solidFill>
                <a:latin typeface="Times New Roman" panose="02020603050405020304" pitchFamily="18" charset="0"/>
                <a:cs typeface="Times New Roman" panose="02020603050405020304" pitchFamily="18" charset="0"/>
              </a:rPr>
              <a:t>   </a:t>
            </a:r>
            <a:r>
              <a:rPr kumimoji="1" lang="zh-CN" altLang="en-US" sz="2800"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计算</a:t>
            </a:r>
            <a:r>
              <a:rPr lang="en-US" altLang="zh-CN" b="0" i="1" dirty="0">
                <a:solidFill>
                  <a:schemeClr val="tx1"/>
                </a:solidFill>
                <a:latin typeface="Times New Roman" panose="02020603050405020304" pitchFamily="18" charset="0"/>
                <a:cs typeface="Times New Roman" panose="02020603050405020304" pitchFamily="18" charset="0"/>
              </a:rPr>
              <a:t>R</a:t>
            </a:r>
            <a:r>
              <a:rPr lang="en-US" altLang="zh-CN" b="0" baseline="-25000" dirty="0">
                <a:solidFill>
                  <a:schemeClr val="tx1"/>
                </a:solidFill>
                <a:latin typeface="Times New Roman" panose="02020603050405020304" pitchFamily="18" charset="0"/>
                <a:cs typeface="Times New Roman" panose="02020603050405020304" pitchFamily="18" charset="0"/>
              </a:rPr>
              <a:t>x</a:t>
            </a:r>
            <a:r>
              <a:rPr kumimoji="1" lang="zh-CN" altLang="en-US" sz="2800"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分别为1</a:t>
            </a:r>
            <a:r>
              <a:rPr kumimoji="1" lang="zh-CN" altLang="en-US" sz="2800" b="0"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.2</a:t>
            </a:r>
            <a:r>
              <a:rPr kumimoji="1" lang="zh-CN" altLang="en-US" sz="2800" b="0"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kumimoji="1" lang="zh-CN" altLang="en-US" sz="2800"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800" b="0"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5.2</a:t>
            </a:r>
            <a:r>
              <a:rPr kumimoji="1" lang="zh-CN" altLang="en-US" sz="2800" b="0"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kumimoji="1" lang="zh-CN" altLang="en-US" sz="2800"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时的电流</a:t>
            </a:r>
            <a:r>
              <a:rPr kumimoji="1" lang="zh-CN" altLang="en-US" sz="2800" b="0" i="1"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zh-CN" altLang="en-US" sz="2800"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a:t>
            </a:r>
            <a:endParaRPr kumimoji="1" lang="zh-CN" altLang="en-US" sz="2800"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7963" name="Text Box 75"/>
          <p:cNvSpPr txBox="1"/>
          <p:nvPr/>
        </p:nvSpPr>
        <p:spPr>
          <a:xfrm>
            <a:off x="1403350" y="5141913"/>
            <a:ext cx="3673475" cy="1383665"/>
          </a:xfrm>
          <a:prstGeom prst="rect">
            <a:avLst/>
          </a:prstGeom>
          <a:noFill/>
          <a:ln w="9525">
            <a:noFill/>
          </a:ln>
        </p:spPr>
        <p:txBody>
          <a:bodyPr>
            <a:spAutoFit/>
          </a:bodyPr>
          <a:p>
            <a:pPr>
              <a:spcBef>
                <a:spcPct val="50000"/>
              </a:spcBef>
            </a:pPr>
            <a:r>
              <a:rPr kumimoji="1" lang="zh-CN" altLang="en-US" sz="2800" dirty="0" smtClean="0">
                <a:solidFill>
                  <a:schemeClr val="tx1"/>
                </a:solidFill>
                <a:latin typeface="华文楷体" panose="02010600040101010101" pitchFamily="2" charset="-122"/>
                <a:ea typeface="华文楷体" panose="02010600040101010101" pitchFamily="2" charset="-122"/>
              </a:rPr>
              <a:t>断开</a:t>
            </a:r>
            <a:r>
              <a:rPr kumimoji="1" lang="zh-CN" altLang="en-US" sz="2800" b="0" i="1"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R</a:t>
            </a:r>
            <a:r>
              <a:rPr kumimoji="1" lang="zh-CN" altLang="en-US" sz="2800" b="0" baseline="-25000"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x</a:t>
            </a:r>
            <a:r>
              <a:rPr kumimoji="1" lang="zh-CN" altLang="en-US" sz="2800" dirty="0" smtClean="0">
                <a:solidFill>
                  <a:schemeClr val="tx1"/>
                </a:solidFill>
                <a:latin typeface="华文楷体" panose="02010600040101010101" pitchFamily="2" charset="-122"/>
                <a:ea typeface="华文楷体" panose="02010600040101010101" pitchFamily="2" charset="-122"/>
              </a:rPr>
              <a:t>支路，将剩余一端口网络化为戴维南等效电路。</a:t>
            </a:r>
            <a:endParaRPr kumimoji="1" lang="zh-CN" altLang="en-US" sz="2800" dirty="0" smtClean="0">
              <a:solidFill>
                <a:schemeClr val="tx1"/>
              </a:solidFill>
              <a:latin typeface="华文楷体" panose="02010600040101010101" pitchFamily="2" charset="-122"/>
              <a:ea typeface="华文楷体" panose="02010600040101010101" pitchFamily="2" charset="-122"/>
            </a:endParaRPr>
          </a:p>
        </p:txBody>
      </p:sp>
      <p:sp>
        <p:nvSpPr>
          <p:cNvPr id="10" name="Text Box 22"/>
          <p:cNvSpPr txBox="1">
            <a:spLocks noChangeArrowheads="1"/>
          </p:cNvSpPr>
          <p:nvPr/>
        </p:nvSpPr>
        <p:spPr bwMode="auto">
          <a:xfrm>
            <a:off x="396789" y="5141748"/>
            <a:ext cx="648000" cy="576000"/>
          </a:xfrm>
          <a:prstGeom prst="rect">
            <a:avLst/>
          </a:pr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解</a:t>
            </a:r>
            <a:endParaRPr kumimoji="1" lang="zh-CN" altLang="en-US" sz="3200" dirty="0">
              <a:solidFill>
                <a:schemeClr val="bg1"/>
              </a:solidFill>
              <a:latin typeface="华文新魏" panose="02010800040101010101" pitchFamily="2" charset="-122"/>
              <a:ea typeface="华文新魏" panose="02010800040101010101" pitchFamily="2" charset="-122"/>
            </a:endParaRPr>
          </a:p>
        </p:txBody>
      </p:sp>
      <p:sp>
        <p:nvSpPr>
          <p:cNvPr id="9" name="Text Box 22"/>
          <p:cNvSpPr txBox="1">
            <a:spLocks noChangeArrowheads="1"/>
          </p:cNvSpPr>
          <p:nvPr/>
        </p:nvSpPr>
        <p:spPr bwMode="auto">
          <a:xfrm>
            <a:off x="299720" y="4018280"/>
            <a:ext cx="1218565" cy="575945"/>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例</a:t>
            </a:r>
            <a:r>
              <a:rPr kumimoji="1" lang="en-US" altLang="zh-CN" sz="3200" dirty="0">
                <a:solidFill>
                  <a:schemeClr val="bg1"/>
                </a:solidFill>
                <a:latin typeface="华文新魏" panose="02010800040101010101" pitchFamily="2" charset="-122"/>
                <a:ea typeface="华文新魏" panose="02010800040101010101" pitchFamily="2" charset="-122"/>
              </a:rPr>
              <a:t>3-1</a:t>
            </a:r>
            <a:endParaRPr kumimoji="1" lang="en-US" altLang="zh-CN" sz="3200" dirty="0">
              <a:solidFill>
                <a:schemeClr val="bg1"/>
              </a:solidFill>
              <a:latin typeface="华文新魏" panose="02010800040101010101" pitchFamily="2" charset="-122"/>
              <a:ea typeface="华文新魏" panose="02010800040101010101" pitchFamily="2" charset="-122"/>
            </a:endParaRPr>
          </a:p>
        </p:txBody>
      </p:sp>
      <p:grpSp>
        <p:nvGrpSpPr>
          <p:cNvPr id="3" name="组合 2"/>
          <p:cNvGrpSpPr/>
          <p:nvPr/>
        </p:nvGrpSpPr>
        <p:grpSpPr>
          <a:xfrm>
            <a:off x="155565" y="711513"/>
            <a:ext cx="1469301" cy="596753"/>
            <a:chOff x="333345" y="3065118"/>
            <a:chExt cx="1469299" cy="596752"/>
          </a:xfrm>
        </p:grpSpPr>
        <p:sp>
          <p:nvSpPr>
            <p:cNvPr id="6" name="Text Box 47"/>
            <p:cNvSpPr txBox="1">
              <a:spLocks noChangeArrowheads="1"/>
            </p:cNvSpPr>
            <p:nvPr/>
          </p:nvSpPr>
          <p:spPr bwMode="auto">
            <a:xfrm>
              <a:off x="797242" y="3065118"/>
              <a:ext cx="1005402" cy="584774"/>
            </a:xfrm>
            <a:prstGeom prst="rect">
              <a:avLst/>
            </a:prstGeom>
            <a:noFill/>
            <a:ln w="9525">
              <a:noFill/>
              <a:miter lim="800000"/>
            </a:ln>
            <a:effectLst/>
          </p:spPr>
          <p:txBody>
            <a:bodyPr wrap="none">
              <a:spAutoFit/>
            </a:bodyPr>
            <a:p>
              <a:r>
                <a:rPr kumimoji="1" lang="zh-CN" altLang="en-US" sz="3200"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注意</a:t>
              </a:r>
              <a:endParaRPr kumimoji="1" lang="zh-CN" altLang="en-US" sz="3200"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p:txBody>
        </p:sp>
        <p:grpSp>
          <p:nvGrpSpPr>
            <p:cNvPr id="7" name="组合 15"/>
            <p:cNvGrpSpPr/>
            <p:nvPr/>
          </p:nvGrpSpPr>
          <p:grpSpPr>
            <a:xfrm>
              <a:off x="333345" y="3109916"/>
              <a:ext cx="655770" cy="551954"/>
              <a:chOff x="6691327" y="3681420"/>
              <a:chExt cx="655770" cy="551954"/>
            </a:xfrm>
          </p:grpSpPr>
          <p:sp>
            <p:nvSpPr>
              <p:cNvPr id="8" name="等腰三角形 7"/>
              <p:cNvSpPr/>
              <p:nvPr/>
            </p:nvSpPr>
            <p:spPr>
              <a:xfrm>
                <a:off x="6691327" y="3681420"/>
                <a:ext cx="576000" cy="504000"/>
              </a:xfrm>
              <a:prstGeom prst="triangle">
                <a:avLst/>
              </a:prstGeom>
              <a:solidFill>
                <a:schemeClr val="accent6">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3200"/>
              </a:p>
            </p:txBody>
          </p:sp>
          <p:sp>
            <p:nvSpPr>
              <p:cNvPr id="11" name="TextBox 91"/>
              <p:cNvSpPr txBox="1"/>
              <p:nvPr/>
            </p:nvSpPr>
            <p:spPr>
              <a:xfrm>
                <a:off x="6803359" y="3710155"/>
                <a:ext cx="543738" cy="523219"/>
              </a:xfrm>
              <a:prstGeom prst="rect">
                <a:avLst/>
              </a:prstGeom>
              <a:noFill/>
            </p:spPr>
            <p:txBody>
              <a:bodyPr wrap="none" rtlCol="0">
                <a:spAutoFit/>
              </a:bodyPr>
              <a:p>
                <a:pPr algn="ctr"/>
                <a:r>
                  <a:rPr lang="zh-CN" altLang="en-US" sz="2800" dirty="0">
                    <a:solidFill>
                      <a:schemeClr val="accent2">
                        <a:lumMod val="75000"/>
                      </a:schemeClr>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rPr>
                  <a:t>！</a:t>
                </a:r>
                <a:endParaRPr lang="zh-CN" altLang="en-US" sz="2800" dirty="0">
                  <a:solidFill>
                    <a:schemeClr val="accent2">
                      <a:lumMod val="75000"/>
                    </a:schemeClr>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endParaRPr>
              </a:p>
            </p:txBody>
          </p:sp>
        </p:grpSp>
      </p:grpSp>
      <p:grpSp>
        <p:nvGrpSpPr>
          <p:cNvPr id="4" name="组合 3"/>
          <p:cNvGrpSpPr/>
          <p:nvPr/>
        </p:nvGrpSpPr>
        <p:grpSpPr>
          <a:xfrm>
            <a:off x="5447030" y="3754755"/>
            <a:ext cx="3098800" cy="2912745"/>
            <a:chOff x="8560" y="5463"/>
            <a:chExt cx="4880" cy="4587"/>
          </a:xfrm>
        </p:grpSpPr>
        <p:sp>
          <p:nvSpPr>
            <p:cNvPr id="74768" name="Rectangle 54"/>
            <p:cNvSpPr/>
            <p:nvPr/>
          </p:nvSpPr>
          <p:spPr bwMode="auto">
            <a:xfrm>
              <a:off x="8560" y="6150"/>
              <a:ext cx="4880" cy="3465"/>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74769" name="Line 55"/>
            <p:cNvSpPr/>
            <p:nvPr/>
          </p:nvSpPr>
          <p:spPr bwMode="auto">
            <a:xfrm>
              <a:off x="8560" y="7883"/>
              <a:ext cx="4880" cy="0"/>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74770" name="Line 56"/>
            <p:cNvSpPr/>
            <p:nvPr/>
          </p:nvSpPr>
          <p:spPr bwMode="auto">
            <a:xfrm>
              <a:off x="10923" y="6150"/>
              <a:ext cx="0" cy="1733"/>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74771" name="Line 57"/>
            <p:cNvSpPr/>
            <p:nvPr/>
          </p:nvSpPr>
          <p:spPr>
            <a:xfrm>
              <a:off x="10920" y="6988"/>
              <a:ext cx="0" cy="865"/>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74772" name="Text Box 58"/>
            <p:cNvSpPr txBox="1"/>
            <p:nvPr/>
          </p:nvSpPr>
          <p:spPr>
            <a:xfrm>
              <a:off x="10975" y="6988"/>
              <a:ext cx="788" cy="818"/>
            </a:xfrm>
            <a:prstGeom prst="rect">
              <a:avLst/>
            </a:prstGeom>
            <a:noFill/>
            <a:ln w="2857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74773" name="Text Box 59"/>
            <p:cNvSpPr txBox="1"/>
            <p:nvPr/>
          </p:nvSpPr>
          <p:spPr>
            <a:xfrm>
              <a:off x="10035" y="6533"/>
              <a:ext cx="1103" cy="818"/>
            </a:xfrm>
            <a:prstGeom prst="rect">
              <a:avLst/>
            </a:prstGeom>
            <a:noFill/>
            <a:ln w="2857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R</a:t>
              </a:r>
              <a:r>
                <a:rPr lang="en-US" altLang="zh-CN" b="0" baseline="-25000" dirty="0">
                  <a:solidFill>
                    <a:schemeClr val="tx1"/>
                  </a:solidFill>
                  <a:latin typeface="Times New Roman" panose="02020603050405020304" pitchFamily="18" charset="0"/>
                  <a:ea typeface="宋体" panose="02010600030101010101" pitchFamily="2" charset="-122"/>
                </a:rPr>
                <a:t>x</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74774" name="Text Box 60"/>
            <p:cNvSpPr txBox="1"/>
            <p:nvPr/>
          </p:nvSpPr>
          <p:spPr>
            <a:xfrm>
              <a:off x="10672" y="5463"/>
              <a:ext cx="785" cy="682"/>
            </a:xfrm>
            <a:prstGeom prst="rect">
              <a:avLst/>
            </a:prstGeom>
            <a:noFill/>
            <a:ln w="28575">
              <a:noFill/>
            </a:ln>
          </p:spPr>
          <p:txBody>
            <a:bodyPr>
              <a:no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4775" name="Text Box 61"/>
            <p:cNvSpPr txBox="1"/>
            <p:nvPr/>
          </p:nvSpPr>
          <p:spPr>
            <a:xfrm>
              <a:off x="10608" y="7738"/>
              <a:ext cx="785"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4776" name="Text Box 62"/>
            <p:cNvSpPr txBox="1"/>
            <p:nvPr/>
          </p:nvSpPr>
          <p:spPr>
            <a:xfrm>
              <a:off x="9820" y="8893"/>
              <a:ext cx="788"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4777" name="Text Box 63"/>
            <p:cNvSpPr txBox="1"/>
            <p:nvPr/>
          </p:nvSpPr>
          <p:spPr>
            <a:xfrm>
              <a:off x="11550" y="8893"/>
              <a:ext cx="945"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4778" name="Text Box 64"/>
            <p:cNvSpPr txBox="1"/>
            <p:nvPr/>
          </p:nvSpPr>
          <p:spPr>
            <a:xfrm>
              <a:off x="10450" y="8460"/>
              <a:ext cx="1730"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10V</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4779" name="Text Box 65"/>
            <p:cNvSpPr txBox="1"/>
            <p:nvPr/>
          </p:nvSpPr>
          <p:spPr>
            <a:xfrm>
              <a:off x="11848" y="8008"/>
              <a:ext cx="1260"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4</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4780" name="Text Box 66"/>
            <p:cNvSpPr txBox="1"/>
            <p:nvPr/>
          </p:nvSpPr>
          <p:spPr>
            <a:xfrm>
              <a:off x="11848" y="6193"/>
              <a:ext cx="1260"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6</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4781" name="Text Box 67"/>
            <p:cNvSpPr txBox="1"/>
            <p:nvPr/>
          </p:nvSpPr>
          <p:spPr>
            <a:xfrm>
              <a:off x="8788" y="7895"/>
              <a:ext cx="1575"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6</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4782" name="Text Box 68"/>
            <p:cNvSpPr txBox="1"/>
            <p:nvPr/>
          </p:nvSpPr>
          <p:spPr>
            <a:xfrm>
              <a:off x="8900" y="6193"/>
              <a:ext cx="1418"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4</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4783" name="Rectangle 69"/>
            <p:cNvSpPr/>
            <p:nvPr/>
          </p:nvSpPr>
          <p:spPr bwMode="auto">
            <a:xfrm>
              <a:off x="11848" y="5968"/>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74784" name="Rectangle 70"/>
            <p:cNvSpPr/>
            <p:nvPr/>
          </p:nvSpPr>
          <p:spPr bwMode="auto">
            <a:xfrm>
              <a:off x="9013" y="5968"/>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74785" name="Rectangle 71"/>
            <p:cNvSpPr/>
            <p:nvPr/>
          </p:nvSpPr>
          <p:spPr bwMode="auto">
            <a:xfrm>
              <a:off x="11848" y="7724"/>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74786" name="Rectangle 72"/>
            <p:cNvSpPr/>
            <p:nvPr/>
          </p:nvSpPr>
          <p:spPr bwMode="auto">
            <a:xfrm>
              <a:off x="9013" y="7696"/>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74787" name="Rectangle 73"/>
            <p:cNvSpPr/>
            <p:nvPr/>
          </p:nvSpPr>
          <p:spPr bwMode="auto">
            <a:xfrm>
              <a:off x="10760" y="6398"/>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grpSp>
          <p:nvGrpSpPr>
            <p:cNvPr id="73" name="组合 72"/>
            <p:cNvGrpSpPr/>
            <p:nvPr/>
          </p:nvGrpSpPr>
          <p:grpSpPr>
            <a:xfrm>
              <a:off x="10450" y="9142"/>
              <a:ext cx="908" cy="908"/>
              <a:chOff x="5907581" y="4495572"/>
              <a:chExt cx="576263" cy="576263"/>
            </a:xfrm>
          </p:grpSpPr>
          <p:sp>
            <p:nvSpPr>
              <p:cNvPr id="74"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75" name="直接连接符 74"/>
              <p:cNvCxnSpPr>
                <a:stCxn id="74" idx="4"/>
                <a:endCxn id="74"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iterate type="lt">
                                    <p:tmPct val="100000"/>
                                  </p:iterate>
                                  <p:childTnLst>
                                    <p:set>
                                      <p:cBhvr>
                                        <p:cTn id="11" dur="1" fill="hold">
                                          <p:stCondLst>
                                            <p:cond delay="0"/>
                                          </p:stCondLst>
                                        </p:cTn>
                                        <p:tgtEl>
                                          <p:spTgt spid="37890"/>
                                        </p:tgtEl>
                                        <p:attrNameLst>
                                          <p:attrName>style.visibility</p:attrName>
                                        </p:attrNameLst>
                                      </p:cBhvr>
                                      <p:to>
                                        <p:strVal val="visible"/>
                                      </p:to>
                                    </p:set>
                                    <p:animEffect transition="in" filter="barn(inHorizontal)">
                                      <p:cBhvr>
                                        <p:cTn id="12" dur="100"/>
                                        <p:tgtEl>
                                          <p:spTgt spid="37890"/>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iterate type="lt">
                                    <p:tmPct val="100000"/>
                                  </p:iterate>
                                  <p:childTnLst>
                                    <p:set>
                                      <p:cBhvr>
                                        <p:cTn id="16" dur="1" fill="hold">
                                          <p:stCondLst>
                                            <p:cond delay="0"/>
                                          </p:stCondLst>
                                        </p:cTn>
                                        <p:tgtEl>
                                          <p:spTgt spid="37891"/>
                                        </p:tgtEl>
                                        <p:attrNameLst>
                                          <p:attrName>style.visibility</p:attrName>
                                        </p:attrNameLst>
                                      </p:cBhvr>
                                      <p:to>
                                        <p:strVal val="visible"/>
                                      </p:to>
                                    </p:set>
                                    <p:animEffect transition="in" filter="barn(inVertical)">
                                      <p:cBhvr>
                                        <p:cTn id="17" dur="100"/>
                                        <p:tgtEl>
                                          <p:spTgt spid="37891"/>
                                        </p:tgtEl>
                                      </p:cBhvr>
                                    </p:animEffect>
                                  </p:childTnLst>
                                </p:cTn>
                              </p:par>
                            </p:childTnLst>
                          </p:cTn>
                        </p:par>
                      </p:childTnLst>
                    </p:cTn>
                  </p:par>
                  <p:par>
                    <p:cTn id="18" fill="hold">
                      <p:stCondLst>
                        <p:cond delay="indefinite"/>
                      </p:stCondLst>
                      <p:childTnLst>
                        <p:par>
                          <p:cTn id="19" fill="hold">
                            <p:stCondLst>
                              <p:cond delay="0"/>
                            </p:stCondLst>
                            <p:childTnLst>
                              <p:par>
                                <p:cTn id="20" presetID="15"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 calcmode="lin" valueType="num">
                                      <p:cBhvr>
                                        <p:cTn id="22" dur="1000" fill="hold"/>
                                        <p:tgtEl>
                                          <p:spTgt spid="9"/>
                                        </p:tgtEl>
                                        <p:attrNameLst>
                                          <p:attrName>ppt_w</p:attrName>
                                        </p:attrNameLst>
                                      </p:cBhvr>
                                      <p:tavLst>
                                        <p:tav tm="0">
                                          <p:val>
                                            <p:fltVal val="0"/>
                                          </p:val>
                                        </p:tav>
                                        <p:tav tm="100000">
                                          <p:val>
                                            <p:strVal val="#ppt_w"/>
                                          </p:val>
                                        </p:tav>
                                      </p:tavLst>
                                    </p:anim>
                                    <p:anim calcmode="lin" valueType="num">
                                      <p:cBhvr>
                                        <p:cTn id="23" dur="1000" fill="hold"/>
                                        <p:tgtEl>
                                          <p:spTgt spid="9"/>
                                        </p:tgtEl>
                                        <p:attrNameLst>
                                          <p:attrName>ppt_h</p:attrName>
                                        </p:attrNameLst>
                                      </p:cBhvr>
                                      <p:tavLst>
                                        <p:tav tm="0">
                                          <p:val>
                                            <p:fltVal val="0"/>
                                          </p:val>
                                        </p:tav>
                                        <p:tav tm="100000">
                                          <p:val>
                                            <p:strVal val="#ppt_h"/>
                                          </p:val>
                                        </p:tav>
                                      </p:tavLst>
                                    </p:anim>
                                    <p:anim calcmode="lin" valueType="num">
                                      <p:cBhvr>
                                        <p:cTn id="24" dur="1000" fill="hold"/>
                                        <p:tgtEl>
                                          <p:spTgt spid="9"/>
                                        </p:tgtEl>
                                        <p:attrNameLst>
                                          <p:attrName>ppt_x</p:attrName>
                                        </p:attrNameLst>
                                      </p:cBhvr>
                                      <p:tavLst>
                                        <p:tav tm="0" fmla="#ppt_x+(cos(-2*pi*(1-$))*-#ppt_x-sin(-2*pi*(1-$))*(1-#ppt_y))*(1-$)">
                                          <p:val>
                                            <p:fltVal val="0"/>
                                          </p:val>
                                        </p:tav>
                                        <p:tav tm="100000">
                                          <p:val>
                                            <p:fltVal val="1"/>
                                          </p:val>
                                        </p:tav>
                                      </p:tavLst>
                                    </p:anim>
                                    <p:anim calcmode="lin" valueType="num">
                                      <p:cBhvr>
                                        <p:cTn id="25" dur="1000" fill="hold"/>
                                        <p:tgtEl>
                                          <p:spTgt spid="9"/>
                                        </p:tgtEl>
                                        <p:attrNameLst>
                                          <p:attrName>ppt_y</p:attrName>
                                        </p:attrNameLst>
                                      </p:cBhvr>
                                      <p:tavLst>
                                        <p:tav tm="0" fmla="#ppt_y+(sin(-2*pi*(1-$))*-#ppt_x+cos(-2*pi*(1-$))*(1-#ppt_y))*(1-$)">
                                          <p:val>
                                            <p:fltVal val="0"/>
                                          </p:val>
                                        </p:tav>
                                        <p:tav tm="100000">
                                          <p:val>
                                            <p:fltVal val="1"/>
                                          </p:val>
                                        </p:tav>
                                      </p:tavLst>
                                    </p:anim>
                                  </p:childTnLst>
                                </p:cTn>
                              </p:par>
                            </p:childTnLst>
                          </p:cTn>
                        </p:par>
                        <p:par>
                          <p:cTn id="26" fill="hold">
                            <p:stCondLst>
                              <p:cond delay="1000"/>
                            </p:stCondLst>
                            <p:childTnLst>
                              <p:par>
                                <p:cTn id="27" presetID="3" presetClass="entr" presetSubtype="10" fill="hold" nodeType="after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blinds(horizontal)">
                                      <p:cBhvr>
                                        <p:cTn id="29" dur="500"/>
                                        <p:tgtEl>
                                          <p:spTgt spid="4"/>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2" fill="hold" grpId="0" nodeType="clickEffect">
                                  <p:stCondLst>
                                    <p:cond delay="0"/>
                                  </p:stCondLst>
                                  <p:childTnLst>
                                    <p:set>
                                      <p:cBhvr>
                                        <p:cTn id="33" dur="1" fill="hold">
                                          <p:stCondLst>
                                            <p:cond delay="0"/>
                                          </p:stCondLst>
                                        </p:cTn>
                                        <p:tgtEl>
                                          <p:spTgt spid="37939"/>
                                        </p:tgtEl>
                                        <p:attrNameLst>
                                          <p:attrName>style.visibility</p:attrName>
                                        </p:attrNameLst>
                                      </p:cBhvr>
                                      <p:to>
                                        <p:strVal val="visible"/>
                                      </p:to>
                                    </p:set>
                                    <p:anim calcmode="lin" valueType="num">
                                      <p:cBhvr additive="base">
                                        <p:cTn id="34" dur="500" fill="hold"/>
                                        <p:tgtEl>
                                          <p:spTgt spid="37939"/>
                                        </p:tgtEl>
                                        <p:attrNameLst>
                                          <p:attrName>ppt_x</p:attrName>
                                        </p:attrNameLst>
                                      </p:cBhvr>
                                      <p:tavLst>
                                        <p:tav tm="0">
                                          <p:val>
                                            <p:strVal val="1+#ppt_w/2"/>
                                          </p:val>
                                        </p:tav>
                                        <p:tav tm="100000">
                                          <p:val>
                                            <p:strVal val="#ppt_x"/>
                                          </p:val>
                                        </p:tav>
                                      </p:tavLst>
                                    </p:anim>
                                    <p:anim calcmode="lin" valueType="num">
                                      <p:cBhvr additive="base">
                                        <p:cTn id="35" dur="500" fill="hold"/>
                                        <p:tgtEl>
                                          <p:spTgt spid="37939"/>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15" presetClass="entr" presetSubtype="0" fill="hold" grpId="0" nodeType="clickEffect">
                                  <p:stCondLst>
                                    <p:cond delay="0"/>
                                  </p:stCondLst>
                                  <p:childTnLst>
                                    <p:set>
                                      <p:cBhvr>
                                        <p:cTn id="39" dur="1" fill="hold">
                                          <p:stCondLst>
                                            <p:cond delay="0"/>
                                          </p:stCondLst>
                                        </p:cTn>
                                        <p:tgtEl>
                                          <p:spTgt spid="10"/>
                                        </p:tgtEl>
                                        <p:attrNameLst>
                                          <p:attrName>style.visibility</p:attrName>
                                        </p:attrNameLst>
                                      </p:cBhvr>
                                      <p:to>
                                        <p:strVal val="visible"/>
                                      </p:to>
                                    </p:set>
                                    <p:anim calcmode="lin" valueType="num">
                                      <p:cBhvr>
                                        <p:cTn id="40" dur="1000" fill="hold"/>
                                        <p:tgtEl>
                                          <p:spTgt spid="10"/>
                                        </p:tgtEl>
                                        <p:attrNameLst>
                                          <p:attrName>ppt_w</p:attrName>
                                        </p:attrNameLst>
                                      </p:cBhvr>
                                      <p:tavLst>
                                        <p:tav tm="0">
                                          <p:val>
                                            <p:fltVal val="0"/>
                                          </p:val>
                                        </p:tav>
                                        <p:tav tm="100000">
                                          <p:val>
                                            <p:strVal val="#ppt_w"/>
                                          </p:val>
                                        </p:tav>
                                      </p:tavLst>
                                    </p:anim>
                                    <p:anim calcmode="lin" valueType="num">
                                      <p:cBhvr>
                                        <p:cTn id="41" dur="1000" fill="hold"/>
                                        <p:tgtEl>
                                          <p:spTgt spid="10"/>
                                        </p:tgtEl>
                                        <p:attrNameLst>
                                          <p:attrName>ppt_h</p:attrName>
                                        </p:attrNameLst>
                                      </p:cBhvr>
                                      <p:tavLst>
                                        <p:tav tm="0">
                                          <p:val>
                                            <p:fltVal val="0"/>
                                          </p:val>
                                        </p:tav>
                                        <p:tav tm="100000">
                                          <p:val>
                                            <p:strVal val="#ppt_h"/>
                                          </p:val>
                                        </p:tav>
                                      </p:tavLst>
                                    </p:anim>
                                    <p:anim calcmode="lin" valueType="num">
                                      <p:cBhvr>
                                        <p:cTn id="42" dur="1000" fill="hold"/>
                                        <p:tgtEl>
                                          <p:spTgt spid="10"/>
                                        </p:tgtEl>
                                        <p:attrNameLst>
                                          <p:attrName>ppt_x</p:attrName>
                                        </p:attrNameLst>
                                      </p:cBhvr>
                                      <p:tavLst>
                                        <p:tav tm="0" fmla="#ppt_x+(cos(-2*pi*(1-$))*-#ppt_x-sin(-2*pi*(1-$))*(1-#ppt_y))*(1-$)">
                                          <p:val>
                                            <p:fltVal val="0"/>
                                          </p:val>
                                        </p:tav>
                                        <p:tav tm="100000">
                                          <p:val>
                                            <p:fltVal val="1"/>
                                          </p:val>
                                        </p:tav>
                                      </p:tavLst>
                                    </p:anim>
                                    <p:anim calcmode="lin" valueType="num">
                                      <p:cBhvr>
                                        <p:cTn id="43" dur="1000" fill="hold"/>
                                        <p:tgtEl>
                                          <p:spTgt spid="10"/>
                                        </p:tgtEl>
                                        <p:attrNameLst>
                                          <p:attrName>ppt_y</p:attrName>
                                        </p:attrNameLst>
                                      </p:cBhvr>
                                      <p:tavLst>
                                        <p:tav tm="0" fmla="#ppt_y+(sin(-2*pi*(1-$))*-#ppt_x+cos(-2*pi*(1-$))*(1-#ppt_y))*(1-$)">
                                          <p:val>
                                            <p:fltVal val="0"/>
                                          </p:val>
                                        </p:tav>
                                        <p:tav tm="100000">
                                          <p:val>
                                            <p:fltVal val="1"/>
                                          </p:val>
                                        </p:tav>
                                      </p:tavLst>
                                    </p:anim>
                                  </p:childTnLst>
                                </p:cTn>
                              </p:par>
                            </p:childTnLst>
                          </p:cTn>
                        </p:par>
                        <p:par>
                          <p:cTn id="44" fill="hold">
                            <p:stCondLst>
                              <p:cond delay="1000"/>
                            </p:stCondLst>
                            <p:childTnLst>
                              <p:par>
                                <p:cTn id="45" presetID="17" presetClass="entr" presetSubtype="8" fill="hold" grpId="0" nodeType="afterEffect">
                                  <p:stCondLst>
                                    <p:cond delay="0"/>
                                  </p:stCondLst>
                                  <p:iterate type="lt">
                                    <p:tmPct val="100000"/>
                                  </p:iterate>
                                  <p:childTnLst>
                                    <p:set>
                                      <p:cBhvr>
                                        <p:cTn id="46" dur="1" fill="hold">
                                          <p:stCondLst>
                                            <p:cond delay="0"/>
                                          </p:stCondLst>
                                        </p:cTn>
                                        <p:tgtEl>
                                          <p:spTgt spid="37963"/>
                                        </p:tgtEl>
                                        <p:attrNameLst>
                                          <p:attrName>style.visibility</p:attrName>
                                        </p:attrNameLst>
                                      </p:cBhvr>
                                      <p:to>
                                        <p:strVal val="visible"/>
                                      </p:to>
                                    </p:set>
                                    <p:anim calcmode="lin" valueType="num">
                                      <p:cBhvr>
                                        <p:cTn id="47" dur="100" fill="hold"/>
                                        <p:tgtEl>
                                          <p:spTgt spid="37963"/>
                                        </p:tgtEl>
                                        <p:attrNameLst>
                                          <p:attrName>ppt_x</p:attrName>
                                        </p:attrNameLst>
                                      </p:cBhvr>
                                      <p:tavLst>
                                        <p:tav tm="0">
                                          <p:val>
                                            <p:strVal val="#ppt_x-#ppt_w/2"/>
                                          </p:val>
                                        </p:tav>
                                        <p:tav tm="100000">
                                          <p:val>
                                            <p:strVal val="#ppt_x"/>
                                          </p:val>
                                        </p:tav>
                                      </p:tavLst>
                                    </p:anim>
                                    <p:anim calcmode="lin" valueType="num">
                                      <p:cBhvr>
                                        <p:cTn id="48" dur="100" fill="hold"/>
                                        <p:tgtEl>
                                          <p:spTgt spid="37963"/>
                                        </p:tgtEl>
                                        <p:attrNameLst>
                                          <p:attrName>ppt_y</p:attrName>
                                        </p:attrNameLst>
                                      </p:cBhvr>
                                      <p:tavLst>
                                        <p:tav tm="0">
                                          <p:val>
                                            <p:strVal val="#ppt_y"/>
                                          </p:val>
                                        </p:tav>
                                        <p:tav tm="100000">
                                          <p:val>
                                            <p:strVal val="#ppt_y"/>
                                          </p:val>
                                        </p:tav>
                                      </p:tavLst>
                                    </p:anim>
                                    <p:anim calcmode="lin" valueType="num">
                                      <p:cBhvr>
                                        <p:cTn id="49" dur="100" fill="hold"/>
                                        <p:tgtEl>
                                          <p:spTgt spid="37963"/>
                                        </p:tgtEl>
                                        <p:attrNameLst>
                                          <p:attrName>ppt_w</p:attrName>
                                        </p:attrNameLst>
                                      </p:cBhvr>
                                      <p:tavLst>
                                        <p:tav tm="0">
                                          <p:val>
                                            <p:fltVal val="0.000000"/>
                                          </p:val>
                                        </p:tav>
                                        <p:tav tm="100000">
                                          <p:val>
                                            <p:strVal val="#ppt_w"/>
                                          </p:val>
                                        </p:tav>
                                      </p:tavLst>
                                    </p:anim>
                                    <p:anim calcmode="lin" valueType="num">
                                      <p:cBhvr>
                                        <p:cTn id="50" dur="100" fill="hold"/>
                                        <p:tgtEl>
                                          <p:spTgt spid="3796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0" grpId="0"/>
      <p:bldP spid="37891" grpId="0"/>
      <p:bldP spid="37939" grpId="0"/>
      <p:bldP spid="37963" grpId="0"/>
      <p:bldP spid="9" grpId="0" bldLvl="0" animBg="1"/>
      <p:bldP spid="10"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4-3 戴维南定理和诺顿定理</a:t>
            </a:r>
            <a:endParaRPr lang="zh-CN" altLang="en-US"/>
          </a:p>
        </p:txBody>
      </p:sp>
      <p:sp>
        <p:nvSpPr>
          <p:cNvPr id="129027" name="Text Box 3"/>
          <p:cNvSpPr txBox="1"/>
          <p:nvPr/>
        </p:nvSpPr>
        <p:spPr>
          <a:xfrm>
            <a:off x="4284663" y="4056063"/>
            <a:ext cx="3744912" cy="521970"/>
          </a:xfrm>
          <a:prstGeom prst="rect">
            <a:avLst/>
          </a:prstGeom>
          <a:noFill/>
          <a:ln w="9525">
            <a:noFill/>
          </a:ln>
        </p:spPr>
        <p:txBody>
          <a:bodyPr>
            <a:spAutoFit/>
          </a:bodyPr>
          <a:p>
            <a:pPr marL="342900" indent="-342900">
              <a:spcBef>
                <a:spcPct val="50000"/>
              </a:spcBef>
              <a:buAutoNum type="circleNumDbPlain" startAt="2"/>
            </a:pPr>
            <a:r>
              <a:rPr kumimoji="1" lang="zh-CN" altLang="en-US" sz="2800" dirty="0" smtClean="0">
                <a:latin typeface="华文楷体" panose="02010600040101010101" pitchFamily="2" charset="-122"/>
                <a:ea typeface="华文楷体" panose="02010600040101010101" pitchFamily="2" charset="-122"/>
              </a:rPr>
              <a:t>求等效电阻</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R</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rPr>
              <a:t>eq</a:t>
            </a:r>
            <a:endPar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29039" name="Text Box 15"/>
          <p:cNvSpPr txBox="1"/>
          <p:nvPr/>
        </p:nvSpPr>
        <p:spPr>
          <a:xfrm>
            <a:off x="4466274" y="2744947"/>
            <a:ext cx="3522980" cy="521970"/>
          </a:xfrm>
          <a:prstGeom prst="rect">
            <a:avLst/>
          </a:prstGeom>
          <a:noFill/>
          <a:ln w="9525">
            <a:noFill/>
          </a:ln>
        </p:spPr>
        <p:txBody>
          <a:bodyPr wrap="none" anchor="ctr" anchorCtr="0">
            <a:spAutoFit/>
          </a:bodyPr>
          <a:p>
            <a:pPr algn="just">
              <a:spcBef>
                <a:spcPct val="15000"/>
              </a:spcBef>
            </a:pPr>
            <a:r>
              <a:rPr kumimoji="1" lang="zh-CN" altLang="en-US" sz="2800" b="0" i="1" dirty="0" smtClean="0">
                <a:latin typeface="Times New Roman" panose="02020603050405020304" pitchFamily="18" charset="0"/>
                <a:ea typeface="汉仪力量黑简" panose="00020600040101010101" charset="-122"/>
                <a:cs typeface="Times New Roman" panose="02020603050405020304" pitchFamily="18" charset="0"/>
                <a:sym typeface="汉仪力量黑简" panose="00020600040101010101" charset="-122"/>
              </a:rPr>
              <a:t>U</a:t>
            </a:r>
            <a:r>
              <a:rPr kumimoji="1" lang="zh-CN" altLang="en-US" sz="2800" b="0" baseline="-25000" dirty="0" smtClean="0">
                <a:latin typeface="Times New Roman" panose="02020603050405020304" pitchFamily="18" charset="0"/>
                <a:ea typeface="汉仪力量黑简" panose="00020600040101010101" charset="-122"/>
                <a:cs typeface="Times New Roman" panose="02020603050405020304" pitchFamily="18" charset="0"/>
                <a:sym typeface="汉仪力量黑简" panose="00020600040101010101" charset="-122"/>
              </a:rPr>
              <a:t>oc</a:t>
            </a:r>
            <a:r>
              <a:rPr kumimoji="1" lang="zh-CN" altLang="en-US" sz="2800" b="0" dirty="0" smtClean="0">
                <a:latin typeface="Times New Roman" panose="02020603050405020304" pitchFamily="18" charset="0"/>
                <a:ea typeface="汉仪力量黑简" panose="00020600040101010101" charset="-122"/>
                <a:cs typeface="Times New Roman" panose="02020603050405020304" pitchFamily="18" charset="0"/>
                <a:sym typeface="汉仪力量黑简" panose="00020600040101010101" charset="-122"/>
              </a:rPr>
              <a:t>=</a:t>
            </a:r>
            <a:r>
              <a:rPr kumimoji="1" lang="zh-CN" altLang="en-US" sz="2800" b="0" i="1" dirty="0" smtClean="0">
                <a:latin typeface="Times New Roman" panose="02020603050405020304" pitchFamily="18" charset="0"/>
                <a:ea typeface="汉仪力量黑简" panose="00020600040101010101" charset="-122"/>
                <a:cs typeface="Times New Roman" panose="02020603050405020304" pitchFamily="18" charset="0"/>
                <a:sym typeface="汉仪力量黑简" panose="00020600040101010101" charset="-122"/>
              </a:rPr>
              <a:t>U</a:t>
            </a:r>
            <a:r>
              <a:rPr kumimoji="1" lang="zh-CN" altLang="en-US" sz="2800" b="0" baseline="-25000" dirty="0" smtClean="0">
                <a:latin typeface="Times New Roman" panose="02020603050405020304" pitchFamily="18" charset="0"/>
                <a:ea typeface="汉仪力量黑简" panose="00020600040101010101" charset="-122"/>
                <a:cs typeface="Times New Roman" panose="02020603050405020304" pitchFamily="18" charset="0"/>
                <a:sym typeface="汉仪力量黑简" panose="00020600040101010101" charset="-122"/>
              </a:rPr>
              <a:t>1</a:t>
            </a:r>
            <a:r>
              <a:rPr kumimoji="1" lang="zh-CN" altLang="en-US" sz="2800" b="0" dirty="0" smtClean="0">
                <a:latin typeface="Times New Roman" panose="02020603050405020304" pitchFamily="18" charset="0"/>
                <a:ea typeface="汉仪力量黑简" panose="00020600040101010101" charset="-122"/>
                <a:cs typeface="Times New Roman" panose="02020603050405020304" pitchFamily="18" charset="0"/>
                <a:sym typeface="汉仪力量黑简" panose="00020600040101010101" charset="-122"/>
              </a:rPr>
              <a:t>-</a:t>
            </a:r>
            <a:r>
              <a:rPr kumimoji="1" lang="zh-CN" altLang="en-US" sz="2800" b="0" i="1" dirty="0" smtClean="0">
                <a:latin typeface="Times New Roman" panose="02020603050405020304" pitchFamily="18" charset="0"/>
                <a:ea typeface="汉仪力量黑简" panose="00020600040101010101" charset="-122"/>
                <a:cs typeface="Times New Roman" panose="02020603050405020304" pitchFamily="18" charset="0"/>
                <a:sym typeface="汉仪力量黑简" panose="00020600040101010101" charset="-122"/>
              </a:rPr>
              <a:t>U</a:t>
            </a:r>
            <a:r>
              <a:rPr kumimoji="1" lang="zh-CN" altLang="en-US" sz="2800" b="0" baseline="-25000" dirty="0" smtClean="0">
                <a:latin typeface="Times New Roman" panose="02020603050405020304" pitchFamily="18" charset="0"/>
                <a:ea typeface="汉仪力量黑简" panose="00020600040101010101" charset="-122"/>
                <a:cs typeface="Times New Roman" panose="02020603050405020304" pitchFamily="18" charset="0"/>
                <a:sym typeface="汉仪力量黑简" panose="00020600040101010101" charset="-122"/>
              </a:rPr>
              <a:t>2</a:t>
            </a:r>
            <a:r>
              <a:rPr kumimoji="1" lang="zh-CN" altLang="en-US" sz="2800" b="0" dirty="0" smtClean="0">
                <a:latin typeface="Times New Roman" panose="02020603050405020304" pitchFamily="18" charset="0"/>
                <a:ea typeface="汉仪力量黑简" panose="00020600040101010101" charset="-122"/>
                <a:cs typeface="Times New Roman" panose="02020603050405020304" pitchFamily="18" charset="0"/>
                <a:sym typeface="汉仪力量黑简" panose="00020600040101010101" charset="-122"/>
              </a:rPr>
              <a:t>=(6-4)V=2V</a:t>
            </a:r>
            <a:endParaRPr kumimoji="1" lang="zh-CN" altLang="en-US" sz="2800" b="0" dirty="0" smtClean="0">
              <a:latin typeface="Times New Roman" panose="02020603050405020304" pitchFamily="18" charset="0"/>
              <a:ea typeface="汉仪力量黑简" panose="00020600040101010101" charset="-122"/>
              <a:cs typeface="Times New Roman" panose="02020603050405020304" pitchFamily="18" charset="0"/>
              <a:sym typeface="汉仪力量黑简" panose="00020600040101010101" charset="-122"/>
            </a:endParaRPr>
          </a:p>
        </p:txBody>
      </p:sp>
      <p:sp>
        <p:nvSpPr>
          <p:cNvPr id="129040" name="Text Box 16"/>
          <p:cNvSpPr txBox="1"/>
          <p:nvPr/>
        </p:nvSpPr>
        <p:spPr>
          <a:xfrm>
            <a:off x="4211638" y="887413"/>
            <a:ext cx="3600450" cy="521970"/>
          </a:xfrm>
          <a:prstGeom prst="rect">
            <a:avLst/>
          </a:prstGeom>
          <a:noFill/>
          <a:ln w="9525">
            <a:noFill/>
          </a:ln>
        </p:spPr>
        <p:txBody>
          <a:bodyPr>
            <a:spAutoFit/>
          </a:bodyPr>
          <a:p>
            <a:pPr marL="342900" indent="-342900">
              <a:spcBef>
                <a:spcPct val="50000"/>
              </a:spcBef>
              <a:buAutoNum type="circleNumDbPlain"/>
            </a:pPr>
            <a:r>
              <a:rPr kumimoji="1" lang="zh-CN" altLang="en-US" sz="2800" dirty="0" smtClean="0">
                <a:latin typeface="华文楷体" panose="02010600040101010101" pitchFamily="2" charset="-122"/>
                <a:ea typeface="华文楷体" panose="02010600040101010101" pitchFamily="2" charset="-122"/>
              </a:rPr>
              <a:t>求开路电压</a:t>
            </a:r>
            <a:endParaRPr kumimoji="1" lang="zh-CN" altLang="en-US" sz="2800" dirty="0" smtClean="0">
              <a:latin typeface="华文楷体" panose="02010600040101010101" pitchFamily="2" charset="-122"/>
              <a:ea typeface="华文楷体" panose="02010600040101010101" pitchFamily="2" charset="-122"/>
            </a:endParaRPr>
          </a:p>
        </p:txBody>
      </p:sp>
      <p:sp>
        <p:nvSpPr>
          <p:cNvPr id="129104" name="Text Box 80"/>
          <p:cNvSpPr txBox="1"/>
          <p:nvPr/>
        </p:nvSpPr>
        <p:spPr>
          <a:xfrm>
            <a:off x="4463892" y="1492410"/>
            <a:ext cx="3497580" cy="521970"/>
          </a:xfrm>
          <a:prstGeom prst="rect">
            <a:avLst/>
          </a:prstGeom>
          <a:noFill/>
          <a:ln w="9525">
            <a:noFill/>
          </a:ln>
        </p:spPr>
        <p:txBody>
          <a:bodyPr wrap="none" anchor="ctr" anchorCtr="0">
            <a:spAutoFit/>
          </a:bodyPr>
          <a:p>
            <a:pPr algn="just">
              <a:spcBef>
                <a:spcPct val="15000"/>
              </a:spcBef>
            </a:pPr>
            <a:r>
              <a:rPr kumimoji="1" lang="zh-CN" altLang="en-US" sz="2800" b="0" i="1" dirty="0" smtClean="0">
                <a:latin typeface="Times New Roman" panose="02020603050405020304" pitchFamily="18" charset="0"/>
                <a:ea typeface="汉仪力量黑简" panose="00020600040101010101" charset="-122"/>
                <a:cs typeface="Times New Roman" panose="02020603050405020304" pitchFamily="18" charset="0"/>
                <a:sym typeface="汉仪力量黑简" panose="00020600040101010101" charset="-122"/>
              </a:rPr>
              <a:t>U</a:t>
            </a:r>
            <a:r>
              <a:rPr kumimoji="1" lang="zh-CN" altLang="en-US" sz="2800" b="0" baseline="-25000" dirty="0" smtClean="0">
                <a:latin typeface="Times New Roman" panose="02020603050405020304" pitchFamily="18" charset="0"/>
                <a:ea typeface="汉仪力量黑简" panose="00020600040101010101" charset="-122"/>
                <a:cs typeface="Times New Roman" panose="02020603050405020304" pitchFamily="18" charset="0"/>
                <a:sym typeface="汉仪力量黑简" panose="00020600040101010101" charset="-122"/>
              </a:rPr>
              <a:t>1</a:t>
            </a:r>
            <a:r>
              <a:rPr kumimoji="1" lang="zh-CN" altLang="en-US" sz="2800" b="0" dirty="0" smtClean="0">
                <a:latin typeface="Times New Roman" panose="02020603050405020304" pitchFamily="18" charset="0"/>
                <a:ea typeface="汉仪力量黑简" panose="00020600040101010101" charset="-122"/>
                <a:cs typeface="Times New Roman" panose="02020603050405020304" pitchFamily="18" charset="0"/>
                <a:sym typeface="汉仪力量黑简" panose="00020600040101010101" charset="-122"/>
              </a:rPr>
              <a:t>=</a:t>
            </a:r>
            <a:r>
              <a:rPr kumimoji="1" lang="zh-CN" altLang="en-US" sz="2800" b="0" dirty="0" smtClean="0">
                <a:latin typeface="Times New Roman" panose="02020603050405020304" pitchFamily="18" charset="0"/>
                <a:ea typeface="汉仪力量黑简" panose="00020600040101010101" charset="-122"/>
                <a:cs typeface="Times New Roman" panose="02020603050405020304" pitchFamily="18" charset="0"/>
                <a:sym typeface="Symbol" panose="05050102010706020507" pitchFamily="18" charset="2"/>
              </a:rPr>
              <a:t>6</a:t>
            </a:r>
            <a:r>
              <a:rPr kumimoji="1" lang="zh-CN" altLang="en-US" sz="2800" b="0" dirty="0" smtClean="0">
                <a:latin typeface="Times New Roman" panose="02020603050405020304" pitchFamily="18" charset="0"/>
                <a:ea typeface="汉仪力量黑简" panose="00020600040101010101" charset="-122"/>
                <a:cs typeface="Times New Roman" panose="02020603050405020304" pitchFamily="18" charset="0"/>
                <a:sym typeface="汉仪力量黑简" panose="00020600040101010101" charset="-122"/>
              </a:rPr>
              <a:t> </a:t>
            </a:r>
            <a:r>
              <a:rPr kumimoji="1" lang="zh-CN" altLang="en-US" sz="2800" b="0" dirty="0" smtClean="0">
                <a:latin typeface="Times New Roman" panose="02020603050405020304" pitchFamily="18" charset="0"/>
                <a:ea typeface="汉仪力量黑简" panose="00020600040101010101" charset="-122"/>
                <a:cs typeface="Times New Roman" panose="02020603050405020304" pitchFamily="18" charset="0"/>
                <a:sym typeface="Symbol" panose="05050102010706020507" pitchFamily="18" charset="2"/>
              </a:rPr>
              <a:t>10 /(4+6)V</a:t>
            </a:r>
            <a:r>
              <a:rPr kumimoji="1" lang="zh-CN" altLang="en-US" sz="2800" b="0" dirty="0" smtClean="0">
                <a:latin typeface="Times New Roman" panose="02020603050405020304" pitchFamily="18" charset="0"/>
                <a:ea typeface="汉仪力量黑简" panose="00020600040101010101" charset="-122"/>
                <a:cs typeface="Times New Roman" panose="02020603050405020304" pitchFamily="18" charset="0"/>
                <a:sym typeface="汉仪力量黑简" panose="00020600040101010101" charset="-122"/>
              </a:rPr>
              <a:t>=6V</a:t>
            </a:r>
            <a:endParaRPr kumimoji="1" lang="zh-CN" altLang="en-US" sz="2800" b="0" dirty="0" smtClean="0">
              <a:latin typeface="Times New Roman" panose="02020603050405020304" pitchFamily="18" charset="0"/>
              <a:ea typeface="汉仪力量黑简" panose="00020600040101010101" charset="-122"/>
              <a:cs typeface="Times New Roman" panose="02020603050405020304" pitchFamily="18" charset="0"/>
              <a:sym typeface="汉仪力量黑简" panose="00020600040101010101" charset="-122"/>
            </a:endParaRPr>
          </a:p>
        </p:txBody>
      </p:sp>
      <p:sp>
        <p:nvSpPr>
          <p:cNvPr id="129105" name="Text Box 81"/>
          <p:cNvSpPr txBox="1"/>
          <p:nvPr/>
        </p:nvSpPr>
        <p:spPr>
          <a:xfrm>
            <a:off x="4432142" y="2116297"/>
            <a:ext cx="3319780" cy="521970"/>
          </a:xfrm>
          <a:prstGeom prst="rect">
            <a:avLst/>
          </a:prstGeom>
          <a:noFill/>
          <a:ln w="9525">
            <a:noFill/>
          </a:ln>
        </p:spPr>
        <p:txBody>
          <a:bodyPr wrap="none" anchor="ctr" anchorCtr="0">
            <a:spAutoFit/>
          </a:bodyPr>
          <a:p>
            <a:pPr algn="just">
              <a:spcBef>
                <a:spcPct val="15000"/>
              </a:spcBef>
            </a:pPr>
            <a:r>
              <a:rPr kumimoji="1" lang="zh-CN" altLang="en-US" sz="2800" b="0" i="1" dirty="0" smtClean="0">
                <a:latin typeface="Times New Roman" panose="02020603050405020304" pitchFamily="18" charset="0"/>
                <a:ea typeface="汉仪力量黑简" panose="00020600040101010101" charset="-122"/>
                <a:cs typeface="Times New Roman" panose="02020603050405020304" pitchFamily="18" charset="0"/>
                <a:sym typeface="汉仪力量黑简" panose="00020600040101010101" charset="-122"/>
              </a:rPr>
              <a:t>U</a:t>
            </a:r>
            <a:r>
              <a:rPr kumimoji="1" lang="zh-CN" altLang="en-US" sz="2800" b="0" baseline="-25000" dirty="0" smtClean="0">
                <a:latin typeface="Times New Roman" panose="02020603050405020304" pitchFamily="18" charset="0"/>
                <a:ea typeface="汉仪力量黑简" panose="00020600040101010101" charset="-122"/>
                <a:cs typeface="Times New Roman" panose="02020603050405020304" pitchFamily="18" charset="0"/>
                <a:sym typeface="汉仪力量黑简" panose="00020600040101010101" charset="-122"/>
              </a:rPr>
              <a:t>2</a:t>
            </a:r>
            <a:r>
              <a:rPr kumimoji="1" lang="zh-CN" altLang="en-US" sz="2800" b="0" dirty="0" smtClean="0">
                <a:latin typeface="Times New Roman" panose="02020603050405020304" pitchFamily="18" charset="0"/>
                <a:ea typeface="汉仪力量黑简" panose="00020600040101010101" charset="-122"/>
                <a:cs typeface="Times New Roman" panose="02020603050405020304" pitchFamily="18" charset="0"/>
                <a:sym typeface="汉仪力量黑简" panose="00020600040101010101" charset="-122"/>
              </a:rPr>
              <a:t>=</a:t>
            </a:r>
            <a:r>
              <a:rPr kumimoji="1" lang="zh-CN" altLang="en-US" sz="2800" b="0" dirty="0" smtClean="0">
                <a:latin typeface="Times New Roman" panose="02020603050405020304" pitchFamily="18" charset="0"/>
                <a:ea typeface="汉仪力量黑简" panose="00020600040101010101" charset="-122"/>
                <a:cs typeface="Times New Roman" panose="02020603050405020304" pitchFamily="18" charset="0"/>
                <a:sym typeface="Symbol" panose="05050102010706020507" pitchFamily="18" charset="2"/>
              </a:rPr>
              <a:t>4</a:t>
            </a:r>
            <a:r>
              <a:rPr kumimoji="1" lang="zh-CN" altLang="en-US" sz="2800" b="0" dirty="0" smtClean="0">
                <a:latin typeface="Times New Roman" panose="02020603050405020304" pitchFamily="18" charset="0"/>
                <a:ea typeface="汉仪力量黑简" panose="00020600040101010101" charset="-122"/>
                <a:cs typeface="Times New Roman" panose="02020603050405020304" pitchFamily="18" charset="0"/>
                <a:sym typeface="汉仪力量黑简" panose="00020600040101010101" charset="-122"/>
              </a:rPr>
              <a:t>10</a:t>
            </a:r>
            <a:r>
              <a:rPr kumimoji="1" lang="zh-CN" altLang="en-US" sz="2800" b="0" dirty="0" smtClean="0">
                <a:latin typeface="Times New Roman" panose="02020603050405020304" pitchFamily="18" charset="0"/>
                <a:ea typeface="汉仪力量黑简" panose="00020600040101010101" charset="-122"/>
                <a:cs typeface="Times New Roman" panose="02020603050405020304" pitchFamily="18" charset="0"/>
                <a:sym typeface="Symbol" panose="05050102010706020507" pitchFamily="18" charset="2"/>
              </a:rPr>
              <a:t>/(4+6)V</a:t>
            </a:r>
            <a:r>
              <a:rPr kumimoji="1" lang="zh-CN" altLang="en-US" sz="2800" b="0" dirty="0" smtClean="0">
                <a:latin typeface="Times New Roman" panose="02020603050405020304" pitchFamily="18" charset="0"/>
                <a:ea typeface="汉仪力量黑简" panose="00020600040101010101" charset="-122"/>
                <a:cs typeface="Times New Roman" panose="02020603050405020304" pitchFamily="18" charset="0"/>
                <a:sym typeface="汉仪力量黑简" panose="00020600040101010101" charset="-122"/>
              </a:rPr>
              <a:t>=4V</a:t>
            </a:r>
            <a:endParaRPr kumimoji="1" lang="zh-CN" altLang="en-US" sz="2800" b="0" dirty="0" smtClean="0">
              <a:latin typeface="Times New Roman" panose="02020603050405020304" pitchFamily="18" charset="0"/>
              <a:ea typeface="汉仪力量黑简" panose="00020600040101010101" charset="-122"/>
              <a:cs typeface="Times New Roman" panose="02020603050405020304" pitchFamily="18" charset="0"/>
              <a:sym typeface="汉仪力量黑简" panose="00020600040101010101" charset="-122"/>
            </a:endParaRPr>
          </a:p>
        </p:txBody>
      </p:sp>
      <p:grpSp>
        <p:nvGrpSpPr>
          <p:cNvPr id="4" name="组合 3"/>
          <p:cNvGrpSpPr/>
          <p:nvPr/>
        </p:nvGrpSpPr>
        <p:grpSpPr>
          <a:xfrm>
            <a:off x="539750" y="4157345"/>
            <a:ext cx="3098800" cy="2103120"/>
            <a:chOff x="850" y="6136"/>
            <a:chExt cx="4880" cy="3312"/>
          </a:xfrm>
        </p:grpSpPr>
        <p:sp>
          <p:nvSpPr>
            <p:cNvPr id="19470" name="Oval 85"/>
            <p:cNvSpPr/>
            <p:nvPr/>
          </p:nvSpPr>
          <p:spPr bwMode="auto">
            <a:xfrm>
              <a:off x="3120" y="6660"/>
              <a:ext cx="228" cy="233"/>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p>
              <a:endParaRPr lang="zh-CN" altLang="en-US" dirty="0">
                <a:solidFill>
                  <a:schemeClr val="tx1"/>
                </a:solidFill>
                <a:latin typeface="Arial" panose="020B0604020202020204" pitchFamily="34" charset="0"/>
              </a:endParaRPr>
            </a:p>
          </p:txBody>
        </p:sp>
        <p:sp>
          <p:nvSpPr>
            <p:cNvPr id="19471" name="Oval 86"/>
            <p:cNvSpPr/>
            <p:nvPr/>
          </p:nvSpPr>
          <p:spPr bwMode="auto">
            <a:xfrm>
              <a:off x="3120" y="7473"/>
              <a:ext cx="228" cy="233"/>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9472" name="Rectangle 87"/>
            <p:cNvSpPr/>
            <p:nvPr/>
          </p:nvSpPr>
          <p:spPr bwMode="auto">
            <a:xfrm>
              <a:off x="850" y="6310"/>
              <a:ext cx="4880" cy="3138"/>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9473" name="Line 88"/>
            <p:cNvSpPr/>
            <p:nvPr/>
          </p:nvSpPr>
          <p:spPr bwMode="auto">
            <a:xfrm>
              <a:off x="850" y="8040"/>
              <a:ext cx="4880" cy="0"/>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19474" name="Line 89"/>
            <p:cNvSpPr/>
            <p:nvPr/>
          </p:nvSpPr>
          <p:spPr bwMode="auto">
            <a:xfrm>
              <a:off x="3233" y="6310"/>
              <a:ext cx="0" cy="350"/>
            </a:xfrm>
            <a:prstGeom prst="line">
              <a:avLst/>
            </a:prstGeom>
            <a:noFill/>
            <a:ln w="19050" cap="sq">
              <a:solidFill>
                <a:schemeClr val="tx2">
                  <a:lumMod val="75000"/>
                </a:schemeClr>
              </a:solidFill>
              <a:round/>
              <a:headEnd type="oval" w="med" len="med"/>
              <a:tailEnd type="none" w="med" len="med"/>
            </a:ln>
            <a:effectLst>
              <a:outerShdw blurRad="50800" dist="38100" dir="2700000" algn="tl" rotWithShape="0">
                <a:prstClr val="black">
                  <a:alpha val="40000"/>
                </a:prstClr>
              </a:outerShdw>
            </a:effectLst>
          </p:spPr>
        </p:sp>
        <p:sp>
          <p:nvSpPr>
            <p:cNvPr id="19475" name="Text Box 90"/>
            <p:cNvSpPr txBox="1"/>
            <p:nvPr/>
          </p:nvSpPr>
          <p:spPr>
            <a:xfrm>
              <a:off x="2898" y="7893"/>
              <a:ext cx="785"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9476" name="Text Box 91"/>
            <p:cNvSpPr txBox="1"/>
            <p:nvPr/>
          </p:nvSpPr>
          <p:spPr>
            <a:xfrm>
              <a:off x="4138" y="8168"/>
              <a:ext cx="1260"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4</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9477" name="Text Box 92"/>
            <p:cNvSpPr txBox="1"/>
            <p:nvPr/>
          </p:nvSpPr>
          <p:spPr>
            <a:xfrm>
              <a:off x="4138" y="6310"/>
              <a:ext cx="1260"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6</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9478" name="Text Box 93"/>
            <p:cNvSpPr txBox="1"/>
            <p:nvPr/>
          </p:nvSpPr>
          <p:spPr>
            <a:xfrm>
              <a:off x="1078" y="8053"/>
              <a:ext cx="1575"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6</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9479" name="Text Box 94"/>
            <p:cNvSpPr txBox="1"/>
            <p:nvPr/>
          </p:nvSpPr>
          <p:spPr>
            <a:xfrm>
              <a:off x="1190" y="6310"/>
              <a:ext cx="1418"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4</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9480" name="Rectangle 95"/>
            <p:cNvSpPr/>
            <p:nvPr/>
          </p:nvSpPr>
          <p:spPr bwMode="auto">
            <a:xfrm>
              <a:off x="4138" y="6136"/>
              <a:ext cx="793" cy="348"/>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9481" name="Rectangle 96"/>
            <p:cNvSpPr/>
            <p:nvPr/>
          </p:nvSpPr>
          <p:spPr bwMode="auto">
            <a:xfrm>
              <a:off x="1303" y="6136"/>
              <a:ext cx="793" cy="348"/>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9482" name="Rectangle 97"/>
            <p:cNvSpPr/>
            <p:nvPr/>
          </p:nvSpPr>
          <p:spPr bwMode="auto">
            <a:xfrm>
              <a:off x="4138" y="7837"/>
              <a:ext cx="793" cy="348"/>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9483" name="Rectangle 98"/>
            <p:cNvSpPr/>
            <p:nvPr/>
          </p:nvSpPr>
          <p:spPr bwMode="auto">
            <a:xfrm>
              <a:off x="1303" y="7848"/>
              <a:ext cx="793" cy="348"/>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9484" name="Line 99"/>
            <p:cNvSpPr/>
            <p:nvPr/>
          </p:nvSpPr>
          <p:spPr bwMode="auto">
            <a:xfrm>
              <a:off x="3233" y="7705"/>
              <a:ext cx="0" cy="350"/>
            </a:xfrm>
            <a:prstGeom prst="line">
              <a:avLst/>
            </a:prstGeom>
            <a:noFill/>
            <a:ln w="19050" cap="sq">
              <a:solidFill>
                <a:schemeClr val="tx2">
                  <a:lumMod val="75000"/>
                </a:schemeClr>
              </a:solidFill>
              <a:round/>
              <a:headEnd type="none" w="med" len="med"/>
              <a:tailEnd type="oval" w="med" len="med"/>
            </a:ln>
            <a:effectLst>
              <a:outerShdw blurRad="50800" dist="38100" dir="2700000" algn="tl" rotWithShape="0">
                <a:prstClr val="black">
                  <a:alpha val="40000"/>
                </a:prstClr>
              </a:outerShdw>
            </a:effectLst>
          </p:spPr>
        </p:sp>
        <p:sp>
          <p:nvSpPr>
            <p:cNvPr id="19485" name="Text Box 100"/>
            <p:cNvSpPr txBox="1"/>
            <p:nvPr/>
          </p:nvSpPr>
          <p:spPr>
            <a:xfrm>
              <a:off x="2553" y="6310"/>
              <a:ext cx="425" cy="725"/>
            </a:xfrm>
            <a:prstGeom prst="rect">
              <a:avLst/>
            </a:prstGeom>
            <a:noFill/>
            <a:ln w="9525">
              <a:noFill/>
            </a:ln>
          </p:spPr>
          <p:txBody>
            <a:bodyPr wrap="square">
              <a:spAutoFit/>
            </a:bodyPr>
            <a:p>
              <a:pPr>
                <a:spcBef>
                  <a:spcPct val="50000"/>
                </a:spcBef>
              </a:pPr>
              <a:r>
                <a:rPr lang="en-US" altLang="zh-CN" b="0" dirty="0">
                  <a:solidFill>
                    <a:schemeClr val="tx1"/>
                  </a:solidFill>
                  <a:latin typeface="宋体" panose="02010600030101010101" pitchFamily="2" charset="-122"/>
                  <a:ea typeface="宋体" panose="02010600030101010101" pitchFamily="2" charset="-122"/>
                </a:rPr>
                <a:t>+</a:t>
              </a:r>
              <a:endParaRPr lang="en-US" altLang="zh-CN" b="0" dirty="0">
                <a:solidFill>
                  <a:schemeClr val="tx1"/>
                </a:solidFill>
                <a:latin typeface="宋体" panose="02010600030101010101" pitchFamily="2" charset="-122"/>
                <a:ea typeface="宋体" panose="02010600030101010101" pitchFamily="2" charset="-122"/>
              </a:endParaRPr>
            </a:p>
          </p:txBody>
        </p:sp>
        <p:sp>
          <p:nvSpPr>
            <p:cNvPr id="19486" name="Text Box 101"/>
            <p:cNvSpPr txBox="1"/>
            <p:nvPr/>
          </p:nvSpPr>
          <p:spPr>
            <a:xfrm>
              <a:off x="2576" y="7123"/>
              <a:ext cx="569" cy="725"/>
            </a:xfrm>
            <a:prstGeom prst="rect">
              <a:avLst/>
            </a:prstGeom>
            <a:noFill/>
            <a:ln w="9525">
              <a:noFill/>
            </a:ln>
          </p:spPr>
          <p:txBody>
            <a:bodyPr wrap="square">
              <a:spAutoFit/>
            </a:bodyPr>
            <a:p>
              <a:pPr>
                <a:spcBef>
                  <a:spcPct val="50000"/>
                </a:spcBef>
              </a:pPr>
              <a:r>
                <a:rPr lang="en-US" altLang="zh-CN" b="0" dirty="0">
                  <a:solidFill>
                    <a:schemeClr val="tx1"/>
                  </a:solidFill>
                  <a:latin typeface="宋体" panose="02010600030101010101" pitchFamily="2" charset="-122"/>
                  <a:ea typeface="宋体" panose="02010600030101010101" pitchFamily="2" charset="-122"/>
                </a:rPr>
                <a:t>-</a:t>
              </a:r>
              <a:endParaRPr lang="en-US" altLang="zh-CN" b="0" dirty="0">
                <a:solidFill>
                  <a:schemeClr val="tx1"/>
                </a:solidFill>
                <a:latin typeface="宋体" panose="02010600030101010101" pitchFamily="2" charset="-122"/>
                <a:ea typeface="宋体" panose="02010600030101010101" pitchFamily="2" charset="-122"/>
              </a:endParaRPr>
            </a:p>
          </p:txBody>
        </p:sp>
        <p:sp>
          <p:nvSpPr>
            <p:cNvPr id="19487" name="Text Box 102"/>
            <p:cNvSpPr txBox="1"/>
            <p:nvPr/>
          </p:nvSpPr>
          <p:spPr>
            <a:xfrm>
              <a:off x="2893" y="6828"/>
              <a:ext cx="1123" cy="510"/>
            </a:xfrm>
            <a:prstGeom prst="rect">
              <a:avLst/>
            </a:prstGeom>
            <a:noFill/>
            <a:ln w="9525">
              <a:noFill/>
            </a:ln>
          </p:spPr>
          <p:txBody>
            <a:bodyPr>
              <a:noAutofit/>
            </a:bodyPr>
            <a:p>
              <a:pPr>
                <a:spcBef>
                  <a:spcPct val="50000"/>
                </a:spcBef>
              </a:pPr>
              <a:r>
                <a:rPr lang="en-US" altLang="zh-CN" b="0" i="1" dirty="0">
                  <a:solidFill>
                    <a:schemeClr val="tx1"/>
                  </a:solidFill>
                  <a:latin typeface="Times New Roman" panose="02020603050405020304" pitchFamily="18" charset="0"/>
                  <a:ea typeface="仿宋_GB2312" pitchFamily="49" charset="-122"/>
                </a:rPr>
                <a:t>U</a:t>
              </a:r>
              <a:r>
                <a:rPr lang="en-US" altLang="zh-CN" b="0" baseline="-25000" dirty="0">
                  <a:solidFill>
                    <a:schemeClr val="tx1"/>
                  </a:solidFill>
                  <a:latin typeface="Times New Roman" panose="02020603050405020304" pitchFamily="18" charset="0"/>
                  <a:ea typeface="仿宋_GB2312" pitchFamily="49" charset="-122"/>
                </a:rPr>
                <a:t>oc</a:t>
              </a:r>
              <a:endParaRPr lang="en-US" altLang="zh-CN" b="0" baseline="-25000" dirty="0">
                <a:solidFill>
                  <a:schemeClr val="tx1"/>
                </a:solidFill>
                <a:latin typeface="Times New Roman" panose="02020603050405020304" pitchFamily="18" charset="0"/>
                <a:ea typeface="仿宋_GB2312" pitchFamily="49" charset="-122"/>
              </a:endParaRPr>
            </a:p>
          </p:txBody>
        </p:sp>
      </p:grpSp>
      <p:graphicFrame>
        <p:nvGraphicFramePr>
          <p:cNvPr id="6" name="对象 5"/>
          <p:cNvGraphicFramePr/>
          <p:nvPr/>
        </p:nvGraphicFramePr>
        <p:xfrm>
          <a:off x="4284980" y="4794250"/>
          <a:ext cx="3743960" cy="841375"/>
        </p:xfrm>
        <a:graphic>
          <a:graphicData uri="http://schemas.openxmlformats.org/presentationml/2006/ole">
            <mc:AlternateContent xmlns:mc="http://schemas.openxmlformats.org/markup-compatibility/2006">
              <mc:Choice xmlns:v="urn:schemas-microsoft-com:vml" Requires="v">
                <p:oleObj spid="_x0000_s8" name="" r:id="rId1" imgW="1536700" imgH="393700" progId="Equation.KSEE3">
                  <p:embed/>
                </p:oleObj>
              </mc:Choice>
              <mc:Fallback>
                <p:oleObj name="" r:id="rId1" imgW="1536700" imgH="393700" progId="Equation.KSEE3">
                  <p:embed/>
                  <p:pic>
                    <p:nvPicPr>
                      <p:cNvPr id="0" name="图片 7"/>
                      <p:cNvPicPr/>
                      <p:nvPr/>
                    </p:nvPicPr>
                    <p:blipFill>
                      <a:blip r:embed="rId2"/>
                      <a:stretch>
                        <a:fillRect/>
                      </a:stretch>
                    </p:blipFill>
                    <p:spPr>
                      <a:xfrm>
                        <a:off x="4284980" y="4794250"/>
                        <a:ext cx="3743960" cy="841375"/>
                      </a:xfrm>
                      <a:prstGeom prst="rect">
                        <a:avLst/>
                      </a:prstGeom>
                    </p:spPr>
                  </p:pic>
                </p:oleObj>
              </mc:Fallback>
            </mc:AlternateContent>
          </a:graphicData>
        </a:graphic>
      </p:graphicFrame>
      <p:sp>
        <p:nvSpPr>
          <p:cNvPr id="19490" name="Text Box 55"/>
          <p:cNvSpPr txBox="1"/>
          <p:nvPr/>
        </p:nvSpPr>
        <p:spPr>
          <a:xfrm>
            <a:off x="561340" y="811213"/>
            <a:ext cx="986155" cy="460375"/>
          </a:xfrm>
          <a:prstGeom prst="rect">
            <a:avLst/>
          </a:prstGeom>
          <a:noFill/>
          <a:ln w="9525">
            <a:noFill/>
          </a:ln>
        </p:spPr>
        <p:txBody>
          <a:bodyPr wrap="none" anchor="ctr" anchorCtr="0">
            <a:spAutoFit/>
          </a:bodyPr>
          <a:p>
            <a:pPr algn="just">
              <a:spcBef>
                <a:spcPct val="15000"/>
              </a:spcBef>
            </a:pPr>
            <a:r>
              <a:rPr lang="en-US" altLang="zh-CN" sz="2400" b="0" i="1" dirty="0">
                <a:solidFill>
                  <a:srgbClr val="FF0000"/>
                </a:solidFill>
                <a:latin typeface="Times New Roman" panose="02020603050405020304" pitchFamily="18" charset="0"/>
                <a:ea typeface="宋体" panose="02010600030101010101" pitchFamily="2" charset="-122"/>
              </a:rPr>
              <a:t>+ U</a:t>
            </a:r>
            <a:r>
              <a:rPr lang="en-US" altLang="zh-CN" sz="2400" b="0" baseline="-25000" dirty="0">
                <a:solidFill>
                  <a:srgbClr val="FF0000"/>
                </a:solidFill>
                <a:latin typeface="Times New Roman" panose="02020603050405020304" pitchFamily="18" charset="0"/>
                <a:ea typeface="宋体" panose="02010600030101010101" pitchFamily="2" charset="-122"/>
              </a:rPr>
              <a:t>2</a:t>
            </a:r>
            <a:r>
              <a:rPr lang="en-US" altLang="zh-CN" sz="2400" b="0" baseline="-25000" dirty="0">
                <a:solidFill>
                  <a:srgbClr val="FF0000"/>
                </a:solidFill>
                <a:latin typeface="Times New Roman" panose="02020603050405020304" pitchFamily="18" charset="0"/>
                <a:ea typeface="宋体" panose="02010600030101010101" pitchFamily="2" charset="-122"/>
              </a:rPr>
              <a:t> </a:t>
            </a:r>
            <a:r>
              <a:rPr lang="en-US" altLang="zh-CN" sz="2400" b="0" i="1" dirty="0">
                <a:solidFill>
                  <a:srgbClr val="FF0000"/>
                </a:solidFill>
                <a:latin typeface="宋体" panose="02010600030101010101" pitchFamily="2" charset="-122"/>
                <a:ea typeface="宋体" panose="02010600030101010101" pitchFamily="2" charset="-122"/>
              </a:rPr>
              <a:t>-</a:t>
            </a:r>
            <a:endParaRPr lang="en-US" altLang="zh-CN" sz="2400" b="0" i="1" dirty="0">
              <a:solidFill>
                <a:srgbClr val="FF0000"/>
              </a:solidFill>
              <a:latin typeface="宋体" panose="02010600030101010101" pitchFamily="2" charset="-122"/>
              <a:ea typeface="宋体" panose="02010600030101010101" pitchFamily="2" charset="-122"/>
            </a:endParaRPr>
          </a:p>
        </p:txBody>
      </p:sp>
      <p:sp>
        <p:nvSpPr>
          <p:cNvPr id="19491" name="Text Box 56"/>
          <p:cNvSpPr txBox="1"/>
          <p:nvPr/>
        </p:nvSpPr>
        <p:spPr>
          <a:xfrm>
            <a:off x="542290" y="1886268"/>
            <a:ext cx="936625" cy="460375"/>
          </a:xfrm>
          <a:prstGeom prst="rect">
            <a:avLst/>
          </a:prstGeom>
          <a:noFill/>
          <a:ln w="9525">
            <a:noFill/>
          </a:ln>
        </p:spPr>
        <p:txBody>
          <a:bodyPr wrap="none" anchor="ctr" anchorCtr="0">
            <a:spAutoFit/>
          </a:bodyPr>
          <a:p>
            <a:pPr algn="just">
              <a:spcBef>
                <a:spcPct val="15000"/>
              </a:spcBef>
            </a:pPr>
            <a:r>
              <a:rPr lang="en-US" altLang="zh-CN" sz="2400" b="0" i="1" dirty="0">
                <a:solidFill>
                  <a:srgbClr val="FF0000"/>
                </a:solidFill>
                <a:latin typeface="Times New Roman" panose="02020603050405020304" pitchFamily="18" charset="0"/>
                <a:ea typeface="宋体" panose="02010600030101010101" pitchFamily="2" charset="-122"/>
              </a:rPr>
              <a:t>+ U</a:t>
            </a:r>
            <a:r>
              <a:rPr lang="en-US" altLang="zh-CN" sz="2400" b="0" baseline="-25000" dirty="0">
                <a:solidFill>
                  <a:srgbClr val="FF0000"/>
                </a:solidFill>
                <a:latin typeface="Times New Roman" panose="02020603050405020304" pitchFamily="18" charset="0"/>
                <a:ea typeface="宋体" panose="02010600030101010101" pitchFamily="2" charset="-122"/>
              </a:rPr>
              <a:t>1</a:t>
            </a:r>
            <a:r>
              <a:rPr lang="en-US" altLang="zh-CN" sz="2400" b="0" i="1" dirty="0">
                <a:solidFill>
                  <a:srgbClr val="FF0000"/>
                </a:solidFill>
                <a:latin typeface="宋体" panose="02010600030101010101" pitchFamily="2" charset="-122"/>
                <a:ea typeface="宋体" panose="02010600030101010101" pitchFamily="2" charset="-122"/>
              </a:rPr>
              <a:t>-</a:t>
            </a:r>
            <a:endParaRPr lang="en-US" altLang="zh-CN" sz="2400" b="0" i="1" dirty="0">
              <a:solidFill>
                <a:srgbClr val="FF0000"/>
              </a:solidFill>
              <a:latin typeface="宋体" panose="02010600030101010101" pitchFamily="2" charset="-122"/>
              <a:ea typeface="宋体" panose="02010600030101010101" pitchFamily="2" charset="-122"/>
            </a:endParaRPr>
          </a:p>
        </p:txBody>
      </p:sp>
      <p:grpSp>
        <p:nvGrpSpPr>
          <p:cNvPr id="3" name="组合 2"/>
          <p:cNvGrpSpPr/>
          <p:nvPr/>
        </p:nvGrpSpPr>
        <p:grpSpPr>
          <a:xfrm>
            <a:off x="469265" y="1249045"/>
            <a:ext cx="3098800" cy="2566035"/>
            <a:chOff x="739" y="1967"/>
            <a:chExt cx="4880" cy="4041"/>
          </a:xfrm>
        </p:grpSpPr>
        <p:sp>
          <p:nvSpPr>
            <p:cNvPr id="19492" name="Oval 18"/>
            <p:cNvSpPr/>
            <p:nvPr/>
          </p:nvSpPr>
          <p:spPr bwMode="auto">
            <a:xfrm>
              <a:off x="3009" y="2493"/>
              <a:ext cx="228" cy="228"/>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9493" name="Oval 19"/>
            <p:cNvSpPr/>
            <p:nvPr/>
          </p:nvSpPr>
          <p:spPr bwMode="auto">
            <a:xfrm>
              <a:off x="3009" y="3285"/>
              <a:ext cx="228" cy="228"/>
            </a:xfrm>
            <a:prstGeom prst="ellipse">
              <a:avLst/>
            </a:prstGeom>
            <a:solidFill>
              <a:schemeClr val="bg1"/>
            </a:solid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9495" name="Rectangle 21"/>
            <p:cNvSpPr/>
            <p:nvPr/>
          </p:nvSpPr>
          <p:spPr bwMode="auto">
            <a:xfrm>
              <a:off x="739" y="2150"/>
              <a:ext cx="4880" cy="3423"/>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9496" name="Line 22"/>
            <p:cNvSpPr/>
            <p:nvPr/>
          </p:nvSpPr>
          <p:spPr bwMode="auto">
            <a:xfrm>
              <a:off x="739" y="3840"/>
              <a:ext cx="4880" cy="0"/>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19497" name="Line 23"/>
            <p:cNvSpPr/>
            <p:nvPr/>
          </p:nvSpPr>
          <p:spPr bwMode="auto">
            <a:xfrm>
              <a:off x="3122" y="2150"/>
              <a:ext cx="0" cy="343"/>
            </a:xfrm>
            <a:prstGeom prst="line">
              <a:avLst/>
            </a:prstGeom>
            <a:noFill/>
            <a:ln w="19050" cap="sq">
              <a:solidFill>
                <a:schemeClr val="tx2">
                  <a:lumMod val="75000"/>
                </a:schemeClr>
              </a:solidFill>
              <a:round/>
              <a:headEnd type="oval" w="med" len="med"/>
              <a:tailEnd type="none" w="med" len="med"/>
            </a:ln>
            <a:effectLst>
              <a:outerShdw blurRad="50800" dist="38100" dir="2700000" algn="tl" rotWithShape="0">
                <a:prstClr val="black">
                  <a:alpha val="40000"/>
                </a:prstClr>
              </a:outerShdw>
            </a:effectLst>
          </p:spPr>
        </p:sp>
        <p:sp>
          <p:nvSpPr>
            <p:cNvPr id="19498" name="Text Box 24"/>
            <p:cNvSpPr txBox="1"/>
            <p:nvPr/>
          </p:nvSpPr>
          <p:spPr>
            <a:xfrm>
              <a:off x="2832" y="3707"/>
              <a:ext cx="785"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9499" name="Text Box 25"/>
            <p:cNvSpPr txBox="1"/>
            <p:nvPr/>
          </p:nvSpPr>
          <p:spPr>
            <a:xfrm>
              <a:off x="1999" y="4850"/>
              <a:ext cx="788"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9500" name="Text Box 26"/>
            <p:cNvSpPr txBox="1"/>
            <p:nvPr/>
          </p:nvSpPr>
          <p:spPr>
            <a:xfrm>
              <a:off x="3729" y="4850"/>
              <a:ext cx="945"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9501" name="Text Box 27"/>
            <p:cNvSpPr txBox="1"/>
            <p:nvPr/>
          </p:nvSpPr>
          <p:spPr>
            <a:xfrm>
              <a:off x="2629" y="4418"/>
              <a:ext cx="1730"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10V</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9502" name="Text Box 28"/>
            <p:cNvSpPr txBox="1"/>
            <p:nvPr/>
          </p:nvSpPr>
          <p:spPr>
            <a:xfrm>
              <a:off x="4027" y="3965"/>
              <a:ext cx="1260"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4</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9503" name="Text Box 29"/>
            <p:cNvSpPr txBox="1"/>
            <p:nvPr/>
          </p:nvSpPr>
          <p:spPr>
            <a:xfrm>
              <a:off x="4027" y="2150"/>
              <a:ext cx="1260"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6</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9504" name="Text Box 30"/>
            <p:cNvSpPr txBox="1"/>
            <p:nvPr/>
          </p:nvSpPr>
          <p:spPr>
            <a:xfrm>
              <a:off x="967" y="3853"/>
              <a:ext cx="1575"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6</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9505" name="Text Box 31"/>
            <p:cNvSpPr txBox="1"/>
            <p:nvPr/>
          </p:nvSpPr>
          <p:spPr>
            <a:xfrm>
              <a:off x="1079" y="2150"/>
              <a:ext cx="1418"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4</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9506" name="Rectangle 32"/>
            <p:cNvSpPr/>
            <p:nvPr/>
          </p:nvSpPr>
          <p:spPr bwMode="auto">
            <a:xfrm>
              <a:off x="4027" y="1967"/>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9507" name="Rectangle 33"/>
            <p:cNvSpPr/>
            <p:nvPr/>
          </p:nvSpPr>
          <p:spPr bwMode="auto">
            <a:xfrm>
              <a:off x="1192" y="1981"/>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9508" name="Rectangle 34"/>
            <p:cNvSpPr/>
            <p:nvPr/>
          </p:nvSpPr>
          <p:spPr bwMode="auto">
            <a:xfrm>
              <a:off x="4027" y="3696"/>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9509" name="Rectangle 35"/>
            <p:cNvSpPr/>
            <p:nvPr/>
          </p:nvSpPr>
          <p:spPr bwMode="auto">
            <a:xfrm>
              <a:off x="1192" y="3667"/>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9510" name="Line 36"/>
            <p:cNvSpPr/>
            <p:nvPr/>
          </p:nvSpPr>
          <p:spPr bwMode="auto">
            <a:xfrm>
              <a:off x="3122" y="3483"/>
              <a:ext cx="0" cy="343"/>
            </a:xfrm>
            <a:prstGeom prst="line">
              <a:avLst/>
            </a:prstGeom>
            <a:noFill/>
            <a:ln w="19050" cap="sq">
              <a:solidFill>
                <a:schemeClr val="tx2">
                  <a:lumMod val="75000"/>
                </a:schemeClr>
              </a:solidFill>
              <a:round/>
              <a:headEnd type="none" w="med" len="med"/>
              <a:tailEnd type="oval" w="med" len="med"/>
            </a:ln>
            <a:effectLst>
              <a:outerShdw blurRad="50800" dist="38100" dir="2700000" algn="tl" rotWithShape="0">
                <a:prstClr val="black">
                  <a:alpha val="40000"/>
                </a:prstClr>
              </a:outerShdw>
            </a:effectLst>
          </p:spPr>
        </p:sp>
        <p:sp>
          <p:nvSpPr>
            <p:cNvPr id="19511" name="Text Box 37"/>
            <p:cNvSpPr txBox="1"/>
            <p:nvPr/>
          </p:nvSpPr>
          <p:spPr>
            <a:xfrm>
              <a:off x="2442" y="2249"/>
              <a:ext cx="414" cy="725"/>
            </a:xfrm>
            <a:prstGeom prst="rect">
              <a:avLst/>
            </a:prstGeom>
            <a:noFill/>
            <a:ln w="9525">
              <a:noFill/>
            </a:ln>
          </p:spPr>
          <p:txBody>
            <a:bodyPr wrap="square">
              <a:spAutoFit/>
            </a:bodyPr>
            <a:p>
              <a:pPr>
                <a:spcBef>
                  <a:spcPct val="50000"/>
                </a:spcBef>
              </a:pPr>
              <a:r>
                <a:rPr lang="en-US" altLang="zh-CN" b="0" dirty="0">
                  <a:solidFill>
                    <a:schemeClr val="tx1"/>
                  </a:solidFill>
                  <a:latin typeface="宋体" panose="02010600030101010101" pitchFamily="2" charset="-122"/>
                  <a:ea typeface="宋体" panose="02010600030101010101" pitchFamily="2" charset="-122"/>
                </a:rPr>
                <a:t>+</a:t>
              </a:r>
              <a:endParaRPr lang="en-US" altLang="zh-CN" b="0" dirty="0">
                <a:solidFill>
                  <a:schemeClr val="tx1"/>
                </a:solidFill>
                <a:latin typeface="宋体" panose="02010600030101010101" pitchFamily="2" charset="-122"/>
                <a:ea typeface="宋体" panose="02010600030101010101" pitchFamily="2" charset="-122"/>
              </a:endParaRPr>
            </a:p>
          </p:txBody>
        </p:sp>
        <p:sp>
          <p:nvSpPr>
            <p:cNvPr id="19512" name="Text Box 38"/>
            <p:cNvSpPr txBox="1"/>
            <p:nvPr/>
          </p:nvSpPr>
          <p:spPr>
            <a:xfrm>
              <a:off x="2442" y="3044"/>
              <a:ext cx="420" cy="725"/>
            </a:xfrm>
            <a:prstGeom prst="rect">
              <a:avLst/>
            </a:prstGeom>
            <a:noFill/>
            <a:ln w="9525">
              <a:noFill/>
            </a:ln>
          </p:spPr>
          <p:txBody>
            <a:bodyPr wrap="square">
              <a:spAutoFit/>
            </a:bodyPr>
            <a:p>
              <a:pPr>
                <a:spcBef>
                  <a:spcPct val="50000"/>
                </a:spcBef>
              </a:pPr>
              <a:r>
                <a:rPr lang="en-US" altLang="zh-CN" b="0" dirty="0">
                  <a:solidFill>
                    <a:schemeClr val="tx1"/>
                  </a:solidFill>
                  <a:latin typeface="宋体" panose="02010600030101010101" pitchFamily="2" charset="-122"/>
                  <a:ea typeface="宋体" panose="02010600030101010101" pitchFamily="2" charset="-122"/>
                </a:rPr>
                <a:t>-</a:t>
              </a:r>
              <a:endParaRPr lang="en-US" altLang="zh-CN" b="0" dirty="0">
                <a:solidFill>
                  <a:schemeClr val="tx1"/>
                </a:solidFill>
                <a:latin typeface="宋体" panose="02010600030101010101" pitchFamily="2" charset="-122"/>
                <a:ea typeface="宋体" panose="02010600030101010101" pitchFamily="2" charset="-122"/>
              </a:endParaRPr>
            </a:p>
          </p:txBody>
        </p:sp>
        <p:sp>
          <p:nvSpPr>
            <p:cNvPr id="19513" name="Text Box 39"/>
            <p:cNvSpPr txBox="1"/>
            <p:nvPr/>
          </p:nvSpPr>
          <p:spPr>
            <a:xfrm>
              <a:off x="2782" y="2630"/>
              <a:ext cx="1123" cy="634"/>
            </a:xfrm>
            <a:prstGeom prst="rect">
              <a:avLst/>
            </a:prstGeom>
            <a:noFill/>
            <a:ln w="9525">
              <a:noFill/>
            </a:ln>
          </p:spPr>
          <p:txBody>
            <a:bodyPr>
              <a:noAutofit/>
            </a:bodyPr>
            <a:p>
              <a:pPr>
                <a:spcBef>
                  <a:spcPct val="50000"/>
                </a:spcBef>
              </a:pPr>
              <a:r>
                <a:rPr lang="en-US" altLang="zh-CN" b="0" i="1" dirty="0">
                  <a:solidFill>
                    <a:schemeClr val="tx1"/>
                  </a:solidFill>
                  <a:latin typeface="Times New Roman" panose="02020603050405020304" pitchFamily="18" charset="0"/>
                  <a:ea typeface="仿宋_GB2312" pitchFamily="49" charset="-122"/>
                </a:rPr>
                <a:t>U</a:t>
              </a:r>
              <a:r>
                <a:rPr lang="en-US" altLang="zh-CN" b="0" baseline="-25000" dirty="0">
                  <a:solidFill>
                    <a:schemeClr val="tx1"/>
                  </a:solidFill>
                  <a:latin typeface="Times New Roman" panose="02020603050405020304" pitchFamily="18" charset="0"/>
                  <a:ea typeface="仿宋_GB2312" pitchFamily="49" charset="-122"/>
                </a:rPr>
                <a:t>oc</a:t>
              </a:r>
              <a:endParaRPr lang="en-US" altLang="zh-CN" b="0" baseline="-25000" dirty="0">
                <a:solidFill>
                  <a:schemeClr val="tx1"/>
                </a:solidFill>
                <a:latin typeface="Times New Roman" panose="02020603050405020304" pitchFamily="18" charset="0"/>
                <a:ea typeface="仿宋_GB2312" pitchFamily="49" charset="-122"/>
              </a:endParaRPr>
            </a:p>
          </p:txBody>
        </p:sp>
        <p:grpSp>
          <p:nvGrpSpPr>
            <p:cNvPr id="73" name="组合 72"/>
            <p:cNvGrpSpPr/>
            <p:nvPr/>
          </p:nvGrpSpPr>
          <p:grpSpPr>
            <a:xfrm rot="0">
              <a:off x="2664" y="5100"/>
              <a:ext cx="908" cy="908"/>
              <a:chOff x="5907581" y="4495572"/>
              <a:chExt cx="576263" cy="576263"/>
            </a:xfrm>
          </p:grpSpPr>
          <p:sp>
            <p:nvSpPr>
              <p:cNvPr id="74"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75" name="直接连接符 74"/>
              <p:cNvCxnSpPr>
                <a:stCxn id="74" idx="4"/>
                <a:endCxn id="74"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par>
                                <p:cTn id="8" presetID="17" presetClass="entr" presetSubtype="8" fill="hold" grpId="0" nodeType="withEffect">
                                  <p:stCondLst>
                                    <p:cond delay="0"/>
                                  </p:stCondLst>
                                  <p:childTnLst>
                                    <p:set>
                                      <p:cBhvr>
                                        <p:cTn id="9" dur="1" fill="hold">
                                          <p:stCondLst>
                                            <p:cond delay="0"/>
                                          </p:stCondLst>
                                        </p:cTn>
                                        <p:tgtEl>
                                          <p:spTgt spid="129040"/>
                                        </p:tgtEl>
                                        <p:attrNameLst>
                                          <p:attrName>style.visibility</p:attrName>
                                        </p:attrNameLst>
                                      </p:cBhvr>
                                      <p:to>
                                        <p:strVal val="visible"/>
                                      </p:to>
                                    </p:set>
                                    <p:anim calcmode="lin" valueType="num">
                                      <p:cBhvr>
                                        <p:cTn id="10" dur="500" fill="hold"/>
                                        <p:tgtEl>
                                          <p:spTgt spid="129040"/>
                                        </p:tgtEl>
                                        <p:attrNameLst>
                                          <p:attrName>ppt_x</p:attrName>
                                        </p:attrNameLst>
                                      </p:cBhvr>
                                      <p:tavLst>
                                        <p:tav tm="0">
                                          <p:val>
                                            <p:strVal val="#ppt_x-#ppt_w/2"/>
                                          </p:val>
                                        </p:tav>
                                        <p:tav tm="100000">
                                          <p:val>
                                            <p:strVal val="#ppt_x"/>
                                          </p:val>
                                        </p:tav>
                                      </p:tavLst>
                                    </p:anim>
                                    <p:anim calcmode="lin" valueType="num">
                                      <p:cBhvr>
                                        <p:cTn id="11" dur="500" fill="hold"/>
                                        <p:tgtEl>
                                          <p:spTgt spid="129040"/>
                                        </p:tgtEl>
                                        <p:attrNameLst>
                                          <p:attrName>ppt_y</p:attrName>
                                        </p:attrNameLst>
                                      </p:cBhvr>
                                      <p:tavLst>
                                        <p:tav tm="0">
                                          <p:val>
                                            <p:strVal val="#ppt_y"/>
                                          </p:val>
                                        </p:tav>
                                        <p:tav tm="100000">
                                          <p:val>
                                            <p:strVal val="#ppt_y"/>
                                          </p:val>
                                        </p:tav>
                                      </p:tavLst>
                                    </p:anim>
                                    <p:anim calcmode="lin" valueType="num">
                                      <p:cBhvr>
                                        <p:cTn id="12" dur="500" fill="hold"/>
                                        <p:tgtEl>
                                          <p:spTgt spid="129040"/>
                                        </p:tgtEl>
                                        <p:attrNameLst>
                                          <p:attrName>ppt_w</p:attrName>
                                        </p:attrNameLst>
                                      </p:cBhvr>
                                      <p:tavLst>
                                        <p:tav tm="0">
                                          <p:val>
                                            <p:fltVal val="0.000000"/>
                                          </p:val>
                                        </p:tav>
                                        <p:tav tm="100000">
                                          <p:val>
                                            <p:strVal val="#ppt_w"/>
                                          </p:val>
                                        </p:tav>
                                      </p:tavLst>
                                    </p:anim>
                                    <p:anim calcmode="lin" valueType="num">
                                      <p:cBhvr>
                                        <p:cTn id="13" dur="500" fill="hold"/>
                                        <p:tgtEl>
                                          <p:spTgt spid="129040"/>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32" fill="hold" grpId="0" nodeType="clickEffect">
                                  <p:stCondLst>
                                    <p:cond delay="0"/>
                                  </p:stCondLst>
                                  <p:childTnLst>
                                    <p:set>
                                      <p:cBhvr>
                                        <p:cTn id="17" dur="1" fill="hold">
                                          <p:stCondLst>
                                            <p:cond delay="0"/>
                                          </p:stCondLst>
                                        </p:cTn>
                                        <p:tgtEl>
                                          <p:spTgt spid="19490"/>
                                        </p:tgtEl>
                                        <p:attrNameLst>
                                          <p:attrName>style.visibility</p:attrName>
                                        </p:attrNameLst>
                                      </p:cBhvr>
                                      <p:to>
                                        <p:strVal val="visible"/>
                                      </p:to>
                                    </p:set>
                                    <p:anim calcmode="lin" valueType="num">
                                      <p:cBhvr>
                                        <p:cTn id="18" dur="500" fill="hold"/>
                                        <p:tgtEl>
                                          <p:spTgt spid="19490"/>
                                        </p:tgtEl>
                                        <p:attrNameLst>
                                          <p:attrName>ppt_w</p:attrName>
                                        </p:attrNameLst>
                                      </p:cBhvr>
                                      <p:tavLst>
                                        <p:tav tm="0">
                                          <p:val>
                                            <p:strVal val="4*#ppt_w"/>
                                          </p:val>
                                        </p:tav>
                                        <p:tav tm="100000">
                                          <p:val>
                                            <p:strVal val="#ppt_w"/>
                                          </p:val>
                                        </p:tav>
                                      </p:tavLst>
                                    </p:anim>
                                    <p:anim calcmode="lin" valueType="num">
                                      <p:cBhvr>
                                        <p:cTn id="19" dur="500" fill="hold"/>
                                        <p:tgtEl>
                                          <p:spTgt spid="19490"/>
                                        </p:tgtEl>
                                        <p:attrNameLst>
                                          <p:attrName>ppt_h</p:attrName>
                                        </p:attrNameLst>
                                      </p:cBhvr>
                                      <p:tavLst>
                                        <p:tav tm="0">
                                          <p:val>
                                            <p:strVal val="4*#ppt_h"/>
                                          </p:val>
                                        </p:tav>
                                        <p:tav tm="100000">
                                          <p:val>
                                            <p:strVal val="#ppt_h"/>
                                          </p:val>
                                        </p:tav>
                                      </p:tavLst>
                                    </p:anim>
                                  </p:childTnLst>
                                </p:cTn>
                              </p:par>
                              <p:par>
                                <p:cTn id="20" presetID="23" presetClass="entr" presetSubtype="32" fill="hold" grpId="0" nodeType="withEffect">
                                  <p:stCondLst>
                                    <p:cond delay="0"/>
                                  </p:stCondLst>
                                  <p:childTnLst>
                                    <p:set>
                                      <p:cBhvr>
                                        <p:cTn id="21" dur="1" fill="hold">
                                          <p:stCondLst>
                                            <p:cond delay="0"/>
                                          </p:stCondLst>
                                        </p:cTn>
                                        <p:tgtEl>
                                          <p:spTgt spid="19491"/>
                                        </p:tgtEl>
                                        <p:attrNameLst>
                                          <p:attrName>style.visibility</p:attrName>
                                        </p:attrNameLst>
                                      </p:cBhvr>
                                      <p:to>
                                        <p:strVal val="visible"/>
                                      </p:to>
                                    </p:set>
                                    <p:anim calcmode="lin" valueType="num">
                                      <p:cBhvr>
                                        <p:cTn id="22" dur="500" fill="hold"/>
                                        <p:tgtEl>
                                          <p:spTgt spid="19491"/>
                                        </p:tgtEl>
                                        <p:attrNameLst>
                                          <p:attrName>ppt_w</p:attrName>
                                        </p:attrNameLst>
                                      </p:cBhvr>
                                      <p:tavLst>
                                        <p:tav tm="0">
                                          <p:val>
                                            <p:strVal val="4*#ppt_w"/>
                                          </p:val>
                                        </p:tav>
                                        <p:tav tm="100000">
                                          <p:val>
                                            <p:strVal val="#ppt_w"/>
                                          </p:val>
                                        </p:tav>
                                      </p:tavLst>
                                    </p:anim>
                                    <p:anim calcmode="lin" valueType="num">
                                      <p:cBhvr>
                                        <p:cTn id="23" dur="500" fill="hold"/>
                                        <p:tgtEl>
                                          <p:spTgt spid="19491"/>
                                        </p:tgtEl>
                                        <p:attrNameLst>
                                          <p:attrName>ppt_h</p:attrName>
                                        </p:attrNameLst>
                                      </p:cBhvr>
                                      <p:tavLst>
                                        <p:tav tm="0">
                                          <p:val>
                                            <p:strVal val="4*#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129104"/>
                                        </p:tgtEl>
                                        <p:attrNameLst>
                                          <p:attrName>style.visibility</p:attrName>
                                        </p:attrNameLst>
                                      </p:cBhvr>
                                      <p:to>
                                        <p:strVal val="visible"/>
                                      </p:to>
                                    </p:set>
                                    <p:animEffect transition="in" filter="wipe(up)">
                                      <p:cBhvr>
                                        <p:cTn id="28" dur="3000"/>
                                        <p:tgtEl>
                                          <p:spTgt spid="12910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129105"/>
                                        </p:tgtEl>
                                        <p:attrNameLst>
                                          <p:attrName>style.visibility</p:attrName>
                                        </p:attrNameLst>
                                      </p:cBhvr>
                                      <p:to>
                                        <p:strVal val="visible"/>
                                      </p:to>
                                    </p:set>
                                    <p:animEffect transition="in" filter="wipe(up)">
                                      <p:cBhvr>
                                        <p:cTn id="33" dur="3000"/>
                                        <p:tgtEl>
                                          <p:spTgt spid="129105"/>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129039"/>
                                        </p:tgtEl>
                                        <p:attrNameLst>
                                          <p:attrName>style.visibility</p:attrName>
                                        </p:attrNameLst>
                                      </p:cBhvr>
                                      <p:to>
                                        <p:strVal val="visible"/>
                                      </p:to>
                                    </p:set>
                                    <p:animEffect transition="in" filter="wipe(up)">
                                      <p:cBhvr>
                                        <p:cTn id="38" dur="3000"/>
                                        <p:tgtEl>
                                          <p:spTgt spid="129039"/>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29027"/>
                                        </p:tgtEl>
                                        <p:attrNameLst>
                                          <p:attrName>style.visibility</p:attrName>
                                        </p:attrNameLst>
                                      </p:cBhvr>
                                      <p:to>
                                        <p:strVal val="visible"/>
                                      </p:to>
                                    </p:set>
                                    <p:anim calcmode="lin" valueType="num">
                                      <p:cBhvr additive="base">
                                        <p:cTn id="43" dur="500" fill="hold"/>
                                        <p:tgtEl>
                                          <p:spTgt spid="129027"/>
                                        </p:tgtEl>
                                        <p:attrNameLst>
                                          <p:attrName>ppt_x</p:attrName>
                                        </p:attrNameLst>
                                      </p:cBhvr>
                                      <p:tavLst>
                                        <p:tav tm="0">
                                          <p:val>
                                            <p:strVal val="1+#ppt_w/2"/>
                                          </p:val>
                                        </p:tav>
                                        <p:tav tm="100000">
                                          <p:val>
                                            <p:strVal val="#ppt_x"/>
                                          </p:val>
                                        </p:tav>
                                      </p:tavLst>
                                    </p:anim>
                                    <p:anim calcmode="lin" valueType="num">
                                      <p:cBhvr additive="base">
                                        <p:cTn id="44" dur="500" fill="hold"/>
                                        <p:tgtEl>
                                          <p:spTgt spid="129027"/>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nodeType="clickEffect">
                                  <p:stCondLst>
                                    <p:cond delay="0"/>
                                  </p:stCondLst>
                                  <p:childTnLst>
                                    <p:set>
                                      <p:cBhvr>
                                        <p:cTn id="48" dur="1" fill="hold">
                                          <p:stCondLst>
                                            <p:cond delay="0"/>
                                          </p:stCondLst>
                                        </p:cTn>
                                        <p:tgtEl>
                                          <p:spTgt spid="4"/>
                                        </p:tgtEl>
                                        <p:attrNameLst>
                                          <p:attrName>style.visibility</p:attrName>
                                        </p:attrNameLst>
                                      </p:cBhvr>
                                      <p:to>
                                        <p:strVal val="visible"/>
                                      </p:to>
                                    </p:set>
                                    <p:animEffect transition="in" filter="blinds(horizontal)">
                                      <p:cBhvr>
                                        <p:cTn id="49" dur="500"/>
                                        <p:tgtEl>
                                          <p:spTgt spid="4"/>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6"/>
                                        </p:tgtEl>
                                        <p:attrNameLst>
                                          <p:attrName>style.visibility</p:attrName>
                                        </p:attrNameLst>
                                      </p:cBhvr>
                                      <p:to>
                                        <p:strVal val="visible"/>
                                      </p:to>
                                    </p:set>
                                    <p:animEffect transition="in" filter="wipe(left)">
                                      <p:cBhvr>
                                        <p:cTn id="5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7" grpId="0"/>
      <p:bldP spid="129039" grpId="0"/>
      <p:bldP spid="129040" grpId="0"/>
      <p:bldP spid="129104" grpId="0"/>
      <p:bldP spid="129105" grpId="0"/>
      <p:bldP spid="19490" grpId="0"/>
      <p:bldP spid="19491"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4-3 戴维南定理和诺顿定理</a:t>
            </a:r>
            <a:endParaRPr lang="zh-CN" altLang="en-US"/>
          </a:p>
        </p:txBody>
      </p:sp>
      <p:sp>
        <p:nvSpPr>
          <p:cNvPr id="36894" name="AutoShape 30"/>
          <p:cNvSpPr/>
          <p:nvPr/>
        </p:nvSpPr>
        <p:spPr>
          <a:xfrm>
            <a:off x="4211638" y="2298700"/>
            <a:ext cx="647700" cy="215900"/>
          </a:xfrm>
          <a:prstGeom prst="rightArrow">
            <a:avLst>
              <a:gd name="adj1" fmla="val 50000"/>
              <a:gd name="adj2" fmla="val 75000"/>
            </a:avLst>
          </a:prstGeom>
          <a:solidFill>
            <a:srgbClr val="00CCFF"/>
          </a:solidFill>
          <a:ln w="9525" cap="flat" cmpd="sng">
            <a:solidFill>
              <a:srgbClr val="00CC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7002" name="Text Box 138"/>
          <p:cNvSpPr txBox="1"/>
          <p:nvPr/>
        </p:nvSpPr>
        <p:spPr>
          <a:xfrm>
            <a:off x="971550" y="3738563"/>
            <a:ext cx="3455988" cy="521970"/>
          </a:xfrm>
          <a:prstGeom prst="rect">
            <a:avLst/>
          </a:prstGeom>
          <a:noFill/>
          <a:ln w="9525">
            <a:noFill/>
          </a:ln>
        </p:spPr>
        <p:txBody>
          <a:bodyPr>
            <a:spAutoFit/>
          </a:bodyPr>
          <a:p>
            <a:pPr marL="342900" indent="-342900">
              <a:buAutoNum type="circleNumDbPlain" startAt="3"/>
            </a:pP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R</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rPr>
              <a:t>x</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 =1.2</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rPr>
              <a:t>时</a:t>
            </a:r>
            <a:endPar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7003" name="Text Box 139"/>
          <p:cNvSpPr txBox="1"/>
          <p:nvPr/>
        </p:nvSpPr>
        <p:spPr>
          <a:xfrm>
            <a:off x="1331913" y="4387850"/>
            <a:ext cx="4859337" cy="521970"/>
          </a:xfrm>
          <a:prstGeom prst="rect">
            <a:avLst/>
          </a:prstGeom>
          <a:noFill/>
          <a:ln w="9525">
            <a:noFill/>
          </a:ln>
        </p:spPr>
        <p:txBody>
          <a:bodyPr>
            <a:spAutoFit/>
          </a:bodyPr>
          <a:p>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I</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U</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rPr>
              <a:t>oc</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R</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rPr>
              <a:t>eq</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 + </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R</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rPr>
              <a:t>x</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 =0.333A</a:t>
            </a:r>
            <a:endPar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7004" name="Text Box 140"/>
          <p:cNvSpPr txBox="1"/>
          <p:nvPr/>
        </p:nvSpPr>
        <p:spPr>
          <a:xfrm>
            <a:off x="1331913" y="5035550"/>
            <a:ext cx="2879725" cy="521970"/>
          </a:xfrm>
          <a:prstGeom prst="rect">
            <a:avLst/>
          </a:prstGeom>
          <a:noFill/>
          <a:ln w="9525">
            <a:noFill/>
          </a:ln>
        </p:spPr>
        <p:txBody>
          <a:bodyPr>
            <a:spAutoFit/>
          </a:bodyPr>
          <a:p>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R</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rPr>
              <a:t>x</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 =5.2</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rPr>
              <a:t>时</a:t>
            </a:r>
            <a:endPar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7005" name="Text Box 141"/>
          <p:cNvSpPr txBox="1"/>
          <p:nvPr/>
        </p:nvSpPr>
        <p:spPr>
          <a:xfrm>
            <a:off x="1331913" y="5611813"/>
            <a:ext cx="4321175" cy="521970"/>
          </a:xfrm>
          <a:prstGeom prst="rect">
            <a:avLst/>
          </a:prstGeom>
          <a:noFill/>
          <a:ln w="9525">
            <a:noFill/>
          </a:ln>
        </p:spPr>
        <p:txBody>
          <a:bodyPr>
            <a:spAutoFit/>
          </a:bodyPr>
          <a:p>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I</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U</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rPr>
              <a:t>oc</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R</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rPr>
              <a:t>eq</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 + </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R</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rPr>
              <a:t>x</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 =0.2A</a:t>
            </a:r>
            <a:endPar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5" name="组合 4"/>
          <p:cNvGrpSpPr/>
          <p:nvPr/>
        </p:nvGrpSpPr>
        <p:grpSpPr>
          <a:xfrm>
            <a:off x="5147945" y="787400"/>
            <a:ext cx="3375660" cy="2463800"/>
            <a:chOff x="8107" y="1240"/>
            <a:chExt cx="5316" cy="3880"/>
          </a:xfrm>
        </p:grpSpPr>
        <p:sp>
          <p:nvSpPr>
            <p:cNvPr id="75815" name="Text Box 182"/>
            <p:cNvSpPr txBox="1"/>
            <p:nvPr/>
          </p:nvSpPr>
          <p:spPr>
            <a:xfrm>
              <a:off x="11963" y="1240"/>
              <a:ext cx="798" cy="818"/>
            </a:xfrm>
            <a:prstGeom prst="rect">
              <a:avLst/>
            </a:prstGeom>
            <a:noFill/>
            <a:ln w="19050">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grpSp>
          <p:nvGrpSpPr>
            <p:cNvPr id="3" name="组合 2"/>
            <p:cNvGrpSpPr/>
            <p:nvPr/>
          </p:nvGrpSpPr>
          <p:grpSpPr>
            <a:xfrm>
              <a:off x="8107" y="1384"/>
              <a:ext cx="5316" cy="3737"/>
              <a:chOff x="8107" y="1009"/>
              <a:chExt cx="5316" cy="3737"/>
            </a:xfrm>
          </p:grpSpPr>
          <p:sp>
            <p:nvSpPr>
              <p:cNvPr id="75812" name="Rectangle 189"/>
              <p:cNvSpPr/>
              <p:nvPr/>
            </p:nvSpPr>
            <p:spPr bwMode="auto">
              <a:xfrm>
                <a:off x="8560" y="1660"/>
                <a:ext cx="3518" cy="2720"/>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75813" name="Line 180"/>
              <p:cNvSpPr/>
              <p:nvPr/>
            </p:nvSpPr>
            <p:spPr>
              <a:xfrm>
                <a:off x="10830" y="1660"/>
                <a:ext cx="1115"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75814" name="Text Box 181"/>
              <p:cNvSpPr txBox="1"/>
              <p:nvPr/>
            </p:nvSpPr>
            <p:spPr>
              <a:xfrm>
                <a:off x="11170" y="1009"/>
                <a:ext cx="798" cy="818"/>
              </a:xfrm>
              <a:prstGeom prst="rect">
                <a:avLst/>
              </a:prstGeom>
              <a:noFill/>
              <a:ln w="19050">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75816" name="Text Box 183"/>
              <p:cNvSpPr txBox="1"/>
              <p:nvPr/>
            </p:nvSpPr>
            <p:spPr>
              <a:xfrm>
                <a:off x="12078" y="3928"/>
                <a:ext cx="798" cy="818"/>
              </a:xfrm>
              <a:prstGeom prst="rect">
                <a:avLst/>
              </a:prstGeom>
              <a:noFill/>
              <a:ln w="19050">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5817" name="Text Box 184"/>
              <p:cNvSpPr txBox="1"/>
              <p:nvPr/>
            </p:nvSpPr>
            <p:spPr>
              <a:xfrm>
                <a:off x="9015" y="2680"/>
                <a:ext cx="1215" cy="818"/>
              </a:xfrm>
              <a:prstGeom prst="rect">
                <a:avLst/>
              </a:prstGeom>
              <a:noFill/>
              <a:ln w="19050">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baseline="-25000" dirty="0">
                    <a:solidFill>
                      <a:schemeClr val="tx1"/>
                    </a:solidFill>
                    <a:latin typeface="Times New Roman" panose="02020603050405020304" pitchFamily="18" charset="0"/>
                    <a:ea typeface="宋体" panose="02010600030101010101" pitchFamily="2" charset="-122"/>
                  </a:rPr>
                  <a:t>oc</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75818" name="Text Box 185"/>
              <p:cNvSpPr txBox="1"/>
              <p:nvPr/>
            </p:nvSpPr>
            <p:spPr>
              <a:xfrm>
                <a:off x="8675" y="1885"/>
                <a:ext cx="640" cy="818"/>
              </a:xfrm>
              <a:prstGeom prst="rect">
                <a:avLst/>
              </a:prstGeom>
              <a:noFill/>
              <a:ln w="19050">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5819" name="Text Box 186"/>
              <p:cNvSpPr txBox="1"/>
              <p:nvPr/>
            </p:nvSpPr>
            <p:spPr>
              <a:xfrm>
                <a:off x="8675" y="3473"/>
                <a:ext cx="798" cy="818"/>
              </a:xfrm>
              <a:prstGeom prst="rect">
                <a:avLst/>
              </a:prstGeom>
              <a:noFill/>
              <a:ln w="19050">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5820" name="Text Box 187"/>
              <p:cNvSpPr txBox="1"/>
              <p:nvPr/>
            </p:nvSpPr>
            <p:spPr>
              <a:xfrm>
                <a:off x="12303" y="2565"/>
                <a:ext cx="1120" cy="818"/>
              </a:xfrm>
              <a:prstGeom prst="rect">
                <a:avLst/>
              </a:prstGeom>
              <a:noFill/>
              <a:ln w="19050">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R</a:t>
                </a:r>
                <a:r>
                  <a:rPr lang="en-US" altLang="zh-CN" b="0" baseline="-25000" dirty="0">
                    <a:solidFill>
                      <a:schemeClr val="tx1"/>
                    </a:solidFill>
                    <a:latin typeface="Times New Roman" panose="02020603050405020304" pitchFamily="18" charset="0"/>
                    <a:ea typeface="宋体" panose="02010600030101010101" pitchFamily="2" charset="-122"/>
                  </a:rPr>
                  <a:t>x</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75821" name="Text Box 188"/>
              <p:cNvSpPr txBox="1"/>
              <p:nvPr/>
            </p:nvSpPr>
            <p:spPr>
              <a:xfrm>
                <a:off x="9583" y="1773"/>
                <a:ext cx="1118" cy="818"/>
              </a:xfrm>
              <a:prstGeom prst="rect">
                <a:avLst/>
              </a:prstGeom>
              <a:noFill/>
              <a:ln w="19050">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R</a:t>
                </a:r>
                <a:r>
                  <a:rPr lang="en-US" altLang="zh-CN" b="0" baseline="-25000" dirty="0">
                    <a:solidFill>
                      <a:schemeClr val="tx1"/>
                    </a:solidFill>
                    <a:latin typeface="Times New Roman" panose="02020603050405020304" pitchFamily="18" charset="0"/>
                    <a:ea typeface="宋体" panose="02010600030101010101" pitchFamily="2" charset="-122"/>
                  </a:rPr>
                  <a:t>eq</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75822" name="Rectangle 190"/>
              <p:cNvSpPr/>
              <p:nvPr/>
            </p:nvSpPr>
            <p:spPr bwMode="auto">
              <a:xfrm>
                <a:off x="9583" y="1545"/>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75823" name="Rectangle 191"/>
              <p:cNvSpPr/>
              <p:nvPr/>
            </p:nvSpPr>
            <p:spPr bwMode="auto">
              <a:xfrm>
                <a:off x="11963" y="2565"/>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grpSp>
            <p:nvGrpSpPr>
              <p:cNvPr id="79" name="组合 78"/>
              <p:cNvGrpSpPr/>
              <p:nvPr/>
            </p:nvGrpSpPr>
            <p:grpSpPr>
              <a:xfrm>
                <a:off x="8107" y="2591"/>
                <a:ext cx="908" cy="908"/>
                <a:chOff x="505193" y="3720552"/>
                <a:chExt cx="432197" cy="432197"/>
              </a:xfrm>
              <a:solidFill>
                <a:schemeClr val="accent6">
                  <a:lumMod val="40000"/>
                  <a:lumOff val="60000"/>
                </a:schemeClr>
              </a:solidFill>
            </p:grpSpPr>
            <p:sp>
              <p:nvSpPr>
                <p:cNvPr id="80"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81" name="直接连接符 80"/>
                <p:cNvCxnSpPr>
                  <a:stCxn id="80" idx="0"/>
                  <a:endCxn id="80"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4" name="组合 3"/>
          <p:cNvGrpSpPr/>
          <p:nvPr/>
        </p:nvGrpSpPr>
        <p:grpSpPr>
          <a:xfrm>
            <a:off x="755650" y="723265"/>
            <a:ext cx="3098800" cy="2867025"/>
            <a:chOff x="1190" y="773"/>
            <a:chExt cx="4880" cy="4515"/>
          </a:xfrm>
        </p:grpSpPr>
        <p:sp>
          <p:nvSpPr>
            <p:cNvPr id="75789" name="Rectangle 266"/>
            <p:cNvSpPr/>
            <p:nvPr/>
          </p:nvSpPr>
          <p:spPr bwMode="auto">
            <a:xfrm>
              <a:off x="1190" y="1388"/>
              <a:ext cx="4880" cy="3465"/>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75790" name="Line 267"/>
            <p:cNvSpPr/>
            <p:nvPr/>
          </p:nvSpPr>
          <p:spPr bwMode="auto">
            <a:xfrm>
              <a:off x="1190" y="3120"/>
              <a:ext cx="4880"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75791" name="Line 268"/>
            <p:cNvSpPr/>
            <p:nvPr/>
          </p:nvSpPr>
          <p:spPr bwMode="auto">
            <a:xfrm>
              <a:off x="3553" y="1388"/>
              <a:ext cx="0" cy="1733"/>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75792" name="Line 269"/>
            <p:cNvSpPr/>
            <p:nvPr/>
          </p:nvSpPr>
          <p:spPr>
            <a:xfrm>
              <a:off x="3550" y="2225"/>
              <a:ext cx="0" cy="865"/>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75793" name="Text Box 270"/>
            <p:cNvSpPr txBox="1"/>
            <p:nvPr/>
          </p:nvSpPr>
          <p:spPr>
            <a:xfrm>
              <a:off x="3591" y="2225"/>
              <a:ext cx="788" cy="818"/>
            </a:xfrm>
            <a:prstGeom prst="rect">
              <a:avLst/>
            </a:prstGeom>
            <a:noFill/>
            <a:ln w="2857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75794" name="Text Box 271"/>
            <p:cNvSpPr txBox="1"/>
            <p:nvPr/>
          </p:nvSpPr>
          <p:spPr>
            <a:xfrm>
              <a:off x="2665" y="1770"/>
              <a:ext cx="1103" cy="818"/>
            </a:xfrm>
            <a:prstGeom prst="rect">
              <a:avLst/>
            </a:prstGeom>
            <a:noFill/>
            <a:ln w="2857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R</a:t>
              </a:r>
              <a:r>
                <a:rPr lang="en-US" altLang="zh-CN" b="0" baseline="-25000" dirty="0">
                  <a:solidFill>
                    <a:schemeClr val="tx1"/>
                  </a:solidFill>
                  <a:latin typeface="Times New Roman" panose="02020603050405020304" pitchFamily="18" charset="0"/>
                  <a:ea typeface="宋体" panose="02010600030101010101" pitchFamily="2" charset="-122"/>
                </a:rPr>
                <a:t>x</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75795" name="Text Box 272"/>
            <p:cNvSpPr txBox="1"/>
            <p:nvPr/>
          </p:nvSpPr>
          <p:spPr>
            <a:xfrm>
              <a:off x="3293" y="773"/>
              <a:ext cx="785" cy="614"/>
            </a:xfrm>
            <a:prstGeom prst="rect">
              <a:avLst/>
            </a:prstGeom>
            <a:noFill/>
            <a:ln w="28575">
              <a:noFill/>
            </a:ln>
          </p:spPr>
          <p:txBody>
            <a:bodyPr>
              <a:no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5796" name="Text Box 273"/>
            <p:cNvSpPr txBox="1"/>
            <p:nvPr/>
          </p:nvSpPr>
          <p:spPr>
            <a:xfrm>
              <a:off x="3238" y="2975"/>
              <a:ext cx="785"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5797" name="Text Box 274"/>
            <p:cNvSpPr txBox="1"/>
            <p:nvPr/>
          </p:nvSpPr>
          <p:spPr>
            <a:xfrm>
              <a:off x="2450" y="4130"/>
              <a:ext cx="788"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5798" name="Text Box 275"/>
            <p:cNvSpPr txBox="1"/>
            <p:nvPr/>
          </p:nvSpPr>
          <p:spPr>
            <a:xfrm>
              <a:off x="4180" y="4130"/>
              <a:ext cx="945"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5799" name="Text Box 276"/>
            <p:cNvSpPr txBox="1"/>
            <p:nvPr/>
          </p:nvSpPr>
          <p:spPr>
            <a:xfrm>
              <a:off x="3080" y="3698"/>
              <a:ext cx="1730"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10V</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5800" name="Text Box 277"/>
            <p:cNvSpPr txBox="1"/>
            <p:nvPr/>
          </p:nvSpPr>
          <p:spPr>
            <a:xfrm>
              <a:off x="4478" y="3245"/>
              <a:ext cx="1260"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4</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5801" name="Text Box 278"/>
            <p:cNvSpPr txBox="1"/>
            <p:nvPr/>
          </p:nvSpPr>
          <p:spPr>
            <a:xfrm>
              <a:off x="4478" y="1430"/>
              <a:ext cx="1260"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6</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5802" name="Text Box 279"/>
            <p:cNvSpPr txBox="1"/>
            <p:nvPr/>
          </p:nvSpPr>
          <p:spPr>
            <a:xfrm>
              <a:off x="1418" y="3133"/>
              <a:ext cx="1575"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6</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5803" name="Text Box 280"/>
            <p:cNvSpPr txBox="1"/>
            <p:nvPr/>
          </p:nvSpPr>
          <p:spPr>
            <a:xfrm>
              <a:off x="1530" y="1430"/>
              <a:ext cx="1418"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4</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5804" name="Rectangle 281"/>
            <p:cNvSpPr/>
            <p:nvPr/>
          </p:nvSpPr>
          <p:spPr bwMode="auto">
            <a:xfrm>
              <a:off x="4478" y="1205"/>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75805" name="Rectangle 282"/>
            <p:cNvSpPr/>
            <p:nvPr/>
          </p:nvSpPr>
          <p:spPr bwMode="auto">
            <a:xfrm>
              <a:off x="1643" y="1205"/>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75806" name="Rectangle 283"/>
            <p:cNvSpPr/>
            <p:nvPr/>
          </p:nvSpPr>
          <p:spPr bwMode="auto">
            <a:xfrm>
              <a:off x="4478" y="3018"/>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75807" name="Rectangle 284"/>
            <p:cNvSpPr/>
            <p:nvPr/>
          </p:nvSpPr>
          <p:spPr bwMode="auto">
            <a:xfrm>
              <a:off x="1643" y="2905"/>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75808" name="Rectangle 285"/>
            <p:cNvSpPr/>
            <p:nvPr/>
          </p:nvSpPr>
          <p:spPr bwMode="auto">
            <a:xfrm>
              <a:off x="3390" y="1635"/>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grpSp>
          <p:nvGrpSpPr>
            <p:cNvPr id="73" name="组合 72"/>
            <p:cNvGrpSpPr/>
            <p:nvPr/>
          </p:nvGrpSpPr>
          <p:grpSpPr>
            <a:xfrm>
              <a:off x="3115" y="4380"/>
              <a:ext cx="908" cy="908"/>
              <a:chOff x="5907581" y="4495572"/>
              <a:chExt cx="576263" cy="576263"/>
            </a:xfrm>
          </p:grpSpPr>
          <p:sp>
            <p:nvSpPr>
              <p:cNvPr id="74"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75" name="直接连接符 74"/>
              <p:cNvCxnSpPr>
                <a:stCxn id="74" idx="4"/>
                <a:endCxn id="74"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grpId="0" nodeType="clickEffect">
                                  <p:stCondLst>
                                    <p:cond delay="0"/>
                                  </p:stCondLst>
                                  <p:childTnLst>
                                    <p:set>
                                      <p:cBhvr>
                                        <p:cTn id="11" dur="1" fill="hold">
                                          <p:stCondLst>
                                            <p:cond delay="0"/>
                                          </p:stCondLst>
                                        </p:cTn>
                                        <p:tgtEl>
                                          <p:spTgt spid="36894"/>
                                        </p:tgtEl>
                                        <p:attrNameLst>
                                          <p:attrName>style.visibility</p:attrName>
                                        </p:attrNameLst>
                                      </p:cBhvr>
                                      <p:to>
                                        <p:strVal val="visible"/>
                                      </p:to>
                                    </p:set>
                                    <p:animEffect transition="in" filter="slide(fromTop)">
                                      <p:cBhvr>
                                        <p:cTn id="12" dur="500"/>
                                        <p:tgtEl>
                                          <p:spTgt spid="36894"/>
                                        </p:tgtEl>
                                      </p:cBhvr>
                                    </p:animEffect>
                                  </p:childTnLst>
                                </p:cTn>
                              </p:par>
                            </p:childTnLst>
                          </p:cTn>
                        </p:par>
                        <p:par>
                          <p:cTn id="13" fill="hold">
                            <p:stCondLst>
                              <p:cond delay="500"/>
                            </p:stCondLst>
                            <p:childTnLst>
                              <p:par>
                                <p:cTn id="14" presetID="3" presetClass="entr" presetSubtype="10"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linds(horizontal)">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7002"/>
                                        </p:tgtEl>
                                        <p:attrNameLst>
                                          <p:attrName>style.visibility</p:attrName>
                                        </p:attrNameLst>
                                      </p:cBhvr>
                                      <p:to>
                                        <p:strVal val="visible"/>
                                      </p:to>
                                    </p:set>
                                    <p:animEffect transition="in" filter="wipe(left)">
                                      <p:cBhvr>
                                        <p:cTn id="21" dur="2000"/>
                                        <p:tgtEl>
                                          <p:spTgt spid="3700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7003"/>
                                        </p:tgtEl>
                                        <p:attrNameLst>
                                          <p:attrName>style.visibility</p:attrName>
                                        </p:attrNameLst>
                                      </p:cBhvr>
                                      <p:to>
                                        <p:strVal val="visible"/>
                                      </p:to>
                                    </p:set>
                                    <p:animEffect transition="in" filter="wipe(left)">
                                      <p:cBhvr>
                                        <p:cTn id="26" dur="2000"/>
                                        <p:tgtEl>
                                          <p:spTgt spid="3700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7004"/>
                                        </p:tgtEl>
                                        <p:attrNameLst>
                                          <p:attrName>style.visibility</p:attrName>
                                        </p:attrNameLst>
                                      </p:cBhvr>
                                      <p:to>
                                        <p:strVal val="visible"/>
                                      </p:to>
                                    </p:set>
                                    <p:animEffect transition="in" filter="wipe(left)">
                                      <p:cBhvr>
                                        <p:cTn id="31" dur="3000"/>
                                        <p:tgtEl>
                                          <p:spTgt spid="3700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37005"/>
                                        </p:tgtEl>
                                        <p:attrNameLst>
                                          <p:attrName>style.visibility</p:attrName>
                                        </p:attrNameLst>
                                      </p:cBhvr>
                                      <p:to>
                                        <p:strVal val="visible"/>
                                      </p:to>
                                    </p:set>
                                    <p:animEffect transition="in" filter="wipe(left)">
                                      <p:cBhvr>
                                        <p:cTn id="36" dur="3000"/>
                                        <p:tgtEl>
                                          <p:spTgt spid="370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94" grpId="0" bldLvl="0" animBg="1"/>
      <p:bldP spid="37002" grpId="0"/>
      <p:bldP spid="37003" grpId="0"/>
      <p:bldP spid="37004" grpId="0"/>
      <p:bldP spid="3700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4-3 戴维南定理和诺顿定理</a:t>
            </a:r>
            <a:endParaRPr lang="zh-CN" altLang="en-US"/>
          </a:p>
        </p:txBody>
      </p:sp>
      <p:sp>
        <p:nvSpPr>
          <p:cNvPr id="130050" name="Text Box 2"/>
          <p:cNvSpPr txBox="1"/>
          <p:nvPr/>
        </p:nvSpPr>
        <p:spPr>
          <a:xfrm>
            <a:off x="1476375" y="854075"/>
            <a:ext cx="3527425" cy="521970"/>
          </a:xfrm>
          <a:prstGeom prst="rect">
            <a:avLst/>
          </a:prstGeom>
          <a:noFill/>
          <a:ln w="9525">
            <a:noFill/>
          </a:ln>
        </p:spPr>
        <p:txBody>
          <a:bodyPr>
            <a:spAutoFit/>
          </a:bodyPr>
          <a:p>
            <a:pPr>
              <a:spcBef>
                <a:spcPct val="50000"/>
              </a:spcBef>
            </a:pPr>
            <a:r>
              <a:rPr kumimoji="1" lang="zh-CN" altLang="en-US" sz="2800" dirty="0" smtClean="0">
                <a:solidFill>
                  <a:schemeClr val="tx1"/>
                </a:solidFill>
                <a:latin typeface="华文楷体" panose="02010600040101010101" pitchFamily="2" charset="-122"/>
                <a:ea typeface="华文楷体" panose="02010600040101010101" pitchFamily="2" charset="-122"/>
              </a:rPr>
              <a:t>求</a:t>
            </a:r>
            <a:r>
              <a:rPr kumimoji="1" lang="zh-CN" altLang="en-US" sz="2800"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电压</a:t>
            </a:r>
            <a:r>
              <a:rPr kumimoji="1" lang="zh-CN" altLang="en-US" sz="2800" b="0" i="1"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U</a:t>
            </a:r>
            <a:r>
              <a:rPr kumimoji="1" lang="zh-CN" altLang="en-US" sz="2800" b="0" baseline="-25000"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o</a:t>
            </a:r>
            <a:r>
              <a:rPr kumimoji="1" lang="zh-CN" altLang="en-US" sz="2800" b="0"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800" dirty="0" smtClean="0">
                <a:solidFill>
                  <a:schemeClr val="tx1"/>
                </a:solidFill>
                <a:latin typeface="华文楷体" panose="02010600040101010101" pitchFamily="2" charset="-122"/>
                <a:ea typeface="华文楷体" panose="02010600040101010101" pitchFamily="2" charset="-122"/>
              </a:rPr>
              <a:t>。</a:t>
            </a:r>
            <a:endParaRPr kumimoji="1" lang="zh-CN" altLang="en-US" sz="2800" dirty="0" smtClean="0">
              <a:solidFill>
                <a:schemeClr val="tx1"/>
              </a:solidFill>
              <a:latin typeface="华文楷体" panose="02010600040101010101" pitchFamily="2" charset="-122"/>
              <a:ea typeface="华文楷体" panose="02010600040101010101" pitchFamily="2" charset="-122"/>
            </a:endParaRPr>
          </a:p>
        </p:txBody>
      </p:sp>
      <p:sp>
        <p:nvSpPr>
          <p:cNvPr id="130053" name="Text Box 5"/>
          <p:cNvSpPr txBox="1"/>
          <p:nvPr/>
        </p:nvSpPr>
        <p:spPr>
          <a:xfrm>
            <a:off x="1116013" y="1768475"/>
            <a:ext cx="3313112" cy="521970"/>
          </a:xfrm>
          <a:prstGeom prst="rect">
            <a:avLst/>
          </a:prstGeom>
          <a:noFill/>
          <a:ln w="9525">
            <a:noFill/>
          </a:ln>
        </p:spPr>
        <p:txBody>
          <a:bodyPr>
            <a:spAutoFit/>
          </a:bodyPr>
          <a:p>
            <a:pPr marL="342900" indent="-342900">
              <a:spcBef>
                <a:spcPct val="50000"/>
              </a:spcBef>
              <a:buAutoNum type="circleNumDbPlain"/>
            </a:pPr>
            <a:r>
              <a:rPr kumimoji="1" lang="zh-CN" altLang="en-US" sz="2800" dirty="0" smtClean="0">
                <a:latin typeface="华文楷体" panose="02010600040101010101" pitchFamily="2" charset="-122"/>
                <a:ea typeface="华文楷体" panose="02010600040101010101" pitchFamily="2" charset="-122"/>
              </a:rPr>
              <a:t>求开路电</a:t>
            </a:r>
            <a:r>
              <a:rPr kumimoji="1" lang="zh-CN" altLang="en-US" sz="2800" dirty="0" smtClean="0">
                <a:solidFill>
                  <a:schemeClr val="tx1"/>
                </a:solidFill>
                <a:latin typeface="华文楷体" panose="02010600040101010101" pitchFamily="2" charset="-122"/>
                <a:ea typeface="华文楷体" panose="02010600040101010101" pitchFamily="2" charset="-122"/>
              </a:rPr>
              <a:t>压</a:t>
            </a:r>
            <a:r>
              <a:rPr kumimoji="1" lang="zh-CN" altLang="en-US" sz="2800" b="0" i="1"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U</a:t>
            </a:r>
            <a:r>
              <a:rPr kumimoji="1" lang="zh-CN" altLang="en-US" sz="2800" b="0" baseline="-25000"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oc</a:t>
            </a:r>
            <a:endParaRPr kumimoji="1" lang="zh-CN" altLang="en-US" sz="2800" b="0" baseline="-25000"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30054" name="Text Box 6"/>
          <p:cNvSpPr txBox="1"/>
          <p:nvPr/>
        </p:nvSpPr>
        <p:spPr>
          <a:xfrm>
            <a:off x="1331913" y="2416175"/>
            <a:ext cx="2089150" cy="521970"/>
          </a:xfrm>
          <a:prstGeom prst="rect">
            <a:avLst/>
          </a:prstGeom>
          <a:noFill/>
          <a:ln w="9525">
            <a:noFill/>
          </a:ln>
        </p:spPr>
        <p:txBody>
          <a:bodyPr>
            <a:spAutoFit/>
          </a:bodyPr>
          <a:p>
            <a:pPr>
              <a:spcBef>
                <a:spcPct val="50000"/>
              </a:spcBef>
            </a:pP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U</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rPr>
              <a:t>oc</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=6</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I</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+3</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I</a:t>
            </a:r>
            <a:endPar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30055" name="Text Box 7"/>
          <p:cNvSpPr txBox="1"/>
          <p:nvPr/>
        </p:nvSpPr>
        <p:spPr>
          <a:xfrm>
            <a:off x="1403350" y="3063875"/>
            <a:ext cx="2089150" cy="521970"/>
          </a:xfrm>
          <a:prstGeom prst="rect">
            <a:avLst/>
          </a:prstGeom>
          <a:noFill/>
          <a:ln w="9525">
            <a:noFill/>
          </a:ln>
        </p:spPr>
        <p:txBody>
          <a:bodyPr>
            <a:spAutoFit/>
          </a:bodyPr>
          <a:p>
            <a:pPr>
              <a:spcBef>
                <a:spcPct val="50000"/>
              </a:spcBef>
            </a:pP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I</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=9/9A=1A</a:t>
            </a:r>
            <a:endPar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30056" name="AutoShape 8"/>
          <p:cNvSpPr/>
          <p:nvPr/>
        </p:nvSpPr>
        <p:spPr>
          <a:xfrm>
            <a:off x="1042988" y="2487613"/>
            <a:ext cx="287337" cy="1223962"/>
          </a:xfrm>
          <a:prstGeom prst="leftBrace">
            <a:avLst>
              <a:gd name="adj1" fmla="val 35497"/>
              <a:gd name="adj2" fmla="val 50079"/>
            </a:avLst>
          </a:prstGeom>
          <a:noFill/>
          <a:ln w="28575" cap="flat" cmpd="sng">
            <a:solidFill>
              <a:schemeClr val="tx1"/>
            </a:solidFill>
            <a:prstDash val="solid"/>
            <a:headEnd type="none" w="med" len="med"/>
            <a:tailEnd type="none" w="med" len="med"/>
          </a:ln>
          <a:extLst>
            <a:ext uri="{909E8E84-426E-40DD-AFC4-6F175D3DCCD1}">
              <a14:hiddenFill xmlns:a14="http://schemas.microsoft.com/office/drawing/2010/main">
                <a:solidFill>
                  <a:schemeClr val="tx1"/>
                </a:solidFill>
              </a14:hiddenFill>
            </a:ext>
          </a:ex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130057" name="AutoShape 9"/>
          <p:cNvSpPr/>
          <p:nvPr/>
        </p:nvSpPr>
        <p:spPr>
          <a:xfrm>
            <a:off x="971550" y="4000500"/>
            <a:ext cx="790575" cy="215900"/>
          </a:xfrm>
          <a:prstGeom prst="rightArrow">
            <a:avLst>
              <a:gd name="adj1" fmla="val 50000"/>
              <a:gd name="adj2" fmla="val 91544"/>
            </a:avLst>
          </a:prstGeom>
          <a:solidFill>
            <a:srgbClr val="00CCFF"/>
          </a:solidFill>
          <a:ln w="9525" cap="flat" cmpd="sng">
            <a:solidFill>
              <a:srgbClr val="00CC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0058" name="Text Box 10"/>
          <p:cNvSpPr txBox="1"/>
          <p:nvPr/>
        </p:nvSpPr>
        <p:spPr>
          <a:xfrm>
            <a:off x="1835150" y="3784600"/>
            <a:ext cx="1728788" cy="521970"/>
          </a:xfrm>
          <a:prstGeom prst="rect">
            <a:avLst/>
          </a:prstGeom>
          <a:noFill/>
          <a:ln w="9525">
            <a:noFill/>
          </a:ln>
        </p:spPr>
        <p:txBody>
          <a:bodyPr>
            <a:spAutoFit/>
          </a:bodyPr>
          <a:p>
            <a:pPr>
              <a:spcBef>
                <a:spcPct val="50000"/>
              </a:spcBef>
            </a:pP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U</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rPr>
              <a:t>oc</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=9V</a:t>
            </a:r>
            <a:endPar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30059" name="Text Box 11"/>
          <p:cNvSpPr txBox="1"/>
          <p:nvPr/>
        </p:nvSpPr>
        <p:spPr>
          <a:xfrm>
            <a:off x="468313" y="4537075"/>
            <a:ext cx="3276600" cy="460375"/>
          </a:xfrm>
          <a:prstGeom prst="rect">
            <a:avLst/>
          </a:prstGeom>
          <a:noFill/>
          <a:ln w="9525">
            <a:noFill/>
          </a:ln>
        </p:spPr>
        <p:txBody>
          <a:bodyPr>
            <a:spAutoFit/>
          </a:bodyPr>
          <a:p>
            <a:pPr marL="342900" indent="-342900">
              <a:spcBef>
                <a:spcPct val="50000"/>
              </a:spcBef>
              <a:buAutoNum type="circleNumDbPlain" startAt="2"/>
            </a:pPr>
            <a:r>
              <a:rPr lang="zh-CN" altLang="en-US" dirty="0">
                <a:latin typeface="楷体_GB2312" pitchFamily="49" charset="-122"/>
              </a:rPr>
              <a:t>求等效电阻</a:t>
            </a:r>
            <a:r>
              <a:rPr lang="en-US" altLang="zh-CN" b="0" i="1" dirty="0">
                <a:solidFill>
                  <a:schemeClr val="bg1"/>
                </a:solidFill>
                <a:latin typeface="Times New Roman" panose="02020603050405020304" pitchFamily="18" charset="0"/>
                <a:ea typeface="宋体" panose="02010600030101010101" pitchFamily="2" charset="-122"/>
              </a:rPr>
              <a:t>R</a:t>
            </a:r>
            <a:r>
              <a:rPr lang="en-US" altLang="zh-CN" b="0" baseline="-25000" dirty="0">
                <a:solidFill>
                  <a:schemeClr val="bg1"/>
                </a:solidFill>
                <a:latin typeface="Times New Roman" panose="02020603050405020304" pitchFamily="18" charset="0"/>
                <a:ea typeface="宋体" panose="02010600030101010101" pitchFamily="2" charset="-122"/>
              </a:rPr>
              <a:t>eq</a:t>
            </a:r>
            <a:endParaRPr lang="en-US" altLang="zh-CN" b="0" baseline="-25000" dirty="0">
              <a:solidFill>
                <a:schemeClr val="bg1"/>
              </a:solidFill>
              <a:latin typeface="Times New Roman" panose="02020603050405020304" pitchFamily="18" charset="0"/>
              <a:ea typeface="宋体" panose="02010600030101010101" pitchFamily="2" charset="-122"/>
            </a:endParaRPr>
          </a:p>
        </p:txBody>
      </p:sp>
      <p:sp>
        <p:nvSpPr>
          <p:cNvPr id="130060" name="Text Box 12" descr="绿色大理石"/>
          <p:cNvSpPr txBox="1"/>
          <p:nvPr/>
        </p:nvSpPr>
        <p:spPr>
          <a:xfrm>
            <a:off x="2823210" y="4513263"/>
            <a:ext cx="4319588" cy="521970"/>
          </a:xfrm>
          <a:prstGeom prst="rect">
            <a:avLst/>
          </a:prstGeom>
          <a:blipFill rotWithShape="1">
            <a:blip r:embed="rId1"/>
          </a:blipFill>
          <a:ln w="9525">
            <a:noFill/>
          </a:ln>
        </p:spPr>
        <p:txBody>
          <a:bodyPr>
            <a:spAutoFit/>
          </a:bodyPr>
          <a:p>
            <a:pPr>
              <a:spcBef>
                <a:spcPct val="50000"/>
              </a:spcBef>
            </a:pPr>
            <a:r>
              <a:rPr kumimoji="1" lang="zh-CN" altLang="en-US" sz="2800" dirty="0" smtClean="0">
                <a:solidFill>
                  <a:schemeClr val="bg1"/>
                </a:solidFill>
                <a:latin typeface="华文楷体" panose="02010600040101010101" pitchFamily="2" charset="-122"/>
                <a:ea typeface="华文楷体" panose="02010600040101010101" pitchFamily="2" charset="-122"/>
              </a:rPr>
              <a:t>方法1：加电压求电流</a:t>
            </a:r>
            <a:endParaRPr kumimoji="1" lang="zh-CN" altLang="en-US" sz="2800" dirty="0" smtClean="0">
              <a:solidFill>
                <a:schemeClr val="bg1"/>
              </a:solidFill>
              <a:latin typeface="华文楷体" panose="02010600040101010101" pitchFamily="2" charset="-122"/>
              <a:ea typeface="华文楷体" panose="02010600040101010101" pitchFamily="2" charset="-122"/>
            </a:endParaRPr>
          </a:p>
        </p:txBody>
      </p:sp>
      <p:sp>
        <p:nvSpPr>
          <p:cNvPr id="130144" name="Text Box 96"/>
          <p:cNvSpPr txBox="1"/>
          <p:nvPr/>
        </p:nvSpPr>
        <p:spPr>
          <a:xfrm>
            <a:off x="755650" y="5194300"/>
            <a:ext cx="2447925" cy="521970"/>
          </a:xfrm>
          <a:prstGeom prst="rect">
            <a:avLst/>
          </a:prstGeom>
          <a:noFill/>
          <a:ln w="9525">
            <a:noFill/>
          </a:ln>
        </p:spPr>
        <p:txBody>
          <a:bodyPr>
            <a:spAutoFit/>
          </a:bodyPr>
          <a:p>
            <a:pPr>
              <a:spcBef>
                <a:spcPct val="50000"/>
              </a:spcBef>
            </a:pP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U</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=6</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I</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+3</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I</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=9</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I</a:t>
            </a:r>
            <a:endPar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30145" name="Text Box 97"/>
          <p:cNvSpPr txBox="1"/>
          <p:nvPr/>
        </p:nvSpPr>
        <p:spPr>
          <a:xfrm>
            <a:off x="827088" y="5842000"/>
            <a:ext cx="3635375" cy="521970"/>
          </a:xfrm>
          <a:prstGeom prst="rect">
            <a:avLst/>
          </a:prstGeom>
          <a:noFill/>
          <a:ln w="9525">
            <a:noFill/>
          </a:ln>
        </p:spPr>
        <p:txBody>
          <a:bodyPr>
            <a:spAutoFit/>
          </a:bodyPr>
          <a:p>
            <a:pPr>
              <a:spcBef>
                <a:spcPct val="50000"/>
              </a:spcBef>
            </a:pP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I</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I</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rPr>
              <a:t>o</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6/(6+3)=(2/3)</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I</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rPr>
              <a:t>o</a:t>
            </a:r>
            <a:endPar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30146" name="AutoShape 98"/>
          <p:cNvSpPr/>
          <p:nvPr/>
        </p:nvSpPr>
        <p:spPr>
          <a:xfrm>
            <a:off x="617855" y="5337175"/>
            <a:ext cx="137795" cy="1008380"/>
          </a:xfrm>
          <a:prstGeom prst="leftBrace">
            <a:avLst>
              <a:gd name="adj1" fmla="val 117593"/>
              <a:gd name="adj2" fmla="val 50000"/>
            </a:avLst>
          </a:prstGeom>
          <a:noFill/>
          <a:ln w="28575" cap="flat" cmpd="sng">
            <a:solidFill>
              <a:schemeClr val="tx1"/>
            </a:solidFill>
            <a:prstDash val="solid"/>
            <a:headEnd type="none" w="med" len="med"/>
            <a:tailEnd type="none" w="med" len="med"/>
          </a:ln>
          <a:extLst>
            <a:ext uri="{909E8E84-426E-40DD-AFC4-6F175D3DCCD1}">
              <a14:hiddenFill xmlns:a14="http://schemas.microsoft.com/office/drawing/2010/main">
                <a:solidFill>
                  <a:schemeClr val="tx1"/>
                </a:solidFill>
              </a14:hiddenFill>
            </a:ext>
          </a:extLst>
        </p:spPr>
        <p:txBody>
          <a:bodyPr wrap="none" anchor="ctr" anchorCtr="0"/>
          <a:p>
            <a:endParaRPr lang="zh-CN" altLang="en-US" dirty="0">
              <a:latin typeface="Arial" panose="020B0604020202020204" pitchFamily="34" charset="0"/>
            </a:endParaRPr>
          </a:p>
        </p:txBody>
      </p:sp>
      <p:sp>
        <p:nvSpPr>
          <p:cNvPr id="130147" name="AutoShape 99"/>
          <p:cNvSpPr/>
          <p:nvPr/>
        </p:nvSpPr>
        <p:spPr>
          <a:xfrm>
            <a:off x="3563938" y="5338763"/>
            <a:ext cx="720725" cy="215900"/>
          </a:xfrm>
          <a:prstGeom prst="rightArrow">
            <a:avLst>
              <a:gd name="adj1" fmla="val 50000"/>
              <a:gd name="adj2" fmla="val 83455"/>
            </a:avLst>
          </a:prstGeom>
          <a:solidFill>
            <a:srgbClr val="00CCFF"/>
          </a:solidFill>
          <a:ln w="9525" cap="flat" cmpd="sng">
            <a:solidFill>
              <a:srgbClr val="00CC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30148" name="Text Box 100"/>
          <p:cNvSpPr txBox="1"/>
          <p:nvPr/>
        </p:nvSpPr>
        <p:spPr>
          <a:xfrm>
            <a:off x="4427538" y="5194300"/>
            <a:ext cx="3708400" cy="521970"/>
          </a:xfrm>
          <a:prstGeom prst="rect">
            <a:avLst/>
          </a:prstGeom>
          <a:noFill/>
          <a:ln w="9525">
            <a:noFill/>
          </a:ln>
        </p:spPr>
        <p:txBody>
          <a:bodyPr>
            <a:spAutoFit/>
          </a:bodyPr>
          <a:p>
            <a:pPr>
              <a:spcBef>
                <a:spcPct val="50000"/>
              </a:spcBef>
            </a:pP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U</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 =9 </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 (2/3)</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I</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rPr>
              <a:t>0</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=6</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I</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rPr>
              <a:t>o</a:t>
            </a:r>
            <a:endPar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30149" name="Text Box 101"/>
          <p:cNvSpPr txBox="1"/>
          <p:nvPr/>
        </p:nvSpPr>
        <p:spPr>
          <a:xfrm>
            <a:off x="4716463" y="5843588"/>
            <a:ext cx="3240087" cy="521970"/>
          </a:xfrm>
          <a:prstGeom prst="rect">
            <a:avLst/>
          </a:prstGeom>
          <a:noFill/>
          <a:ln w="9525">
            <a:noFill/>
          </a:ln>
        </p:spPr>
        <p:txBody>
          <a:bodyPr>
            <a:spAutoFit/>
          </a:bodyPr>
          <a:p>
            <a:pPr>
              <a:spcBef>
                <a:spcPct val="50000"/>
              </a:spcBef>
            </a:pP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R</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rPr>
              <a:t>eq</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 = </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U</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I</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rPr>
              <a:t>o</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=6 </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endPar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endParaRPr>
          </a:p>
        </p:txBody>
      </p:sp>
      <p:sp>
        <p:nvSpPr>
          <p:cNvPr id="130143" name="AutoShape 95" descr="羊皮纸"/>
          <p:cNvSpPr/>
          <p:nvPr/>
        </p:nvSpPr>
        <p:spPr>
          <a:xfrm>
            <a:off x="6478905" y="3711258"/>
            <a:ext cx="2266950" cy="576262"/>
          </a:xfrm>
          <a:prstGeom prst="wedgeRoundRectCallout">
            <a:avLst>
              <a:gd name="adj1" fmla="val -128713"/>
              <a:gd name="adj2" fmla="val -184435"/>
              <a:gd name="adj3" fmla="val 16667"/>
            </a:avLst>
          </a:prstGeom>
          <a:blipFill rotWithShape="1">
            <a:blip r:embed="rId2"/>
          </a:blipFill>
          <a:ln w="9525">
            <a:noFill/>
          </a:ln>
        </p:spPr>
        <p:txBody>
          <a:bodyPr/>
          <a:p>
            <a:pPr algn="ctr"/>
            <a:r>
              <a:rPr kumimoji="1" lang="zh-CN" altLang="en-US" sz="2800" dirty="0" smtClean="0">
                <a:solidFill>
                  <a:schemeClr val="tx1"/>
                </a:solidFill>
                <a:latin typeface="华文楷体" panose="02010600040101010101" pitchFamily="2" charset="-122"/>
                <a:ea typeface="华文楷体" panose="02010600040101010101" pitchFamily="2" charset="-122"/>
              </a:rPr>
              <a:t>独立源置零</a:t>
            </a:r>
            <a:endParaRPr kumimoji="1" lang="zh-CN" altLang="en-US" sz="2800" dirty="0" smtClean="0">
              <a:solidFill>
                <a:schemeClr val="tx1"/>
              </a:solidFill>
              <a:latin typeface="华文楷体" panose="02010600040101010101" pitchFamily="2" charset="-122"/>
              <a:ea typeface="华文楷体" panose="02010600040101010101" pitchFamily="2" charset="-122"/>
            </a:endParaRPr>
          </a:p>
        </p:txBody>
      </p:sp>
      <p:sp>
        <p:nvSpPr>
          <p:cNvPr id="10" name="Text Box 22"/>
          <p:cNvSpPr txBox="1">
            <a:spLocks noChangeArrowheads="1"/>
          </p:cNvSpPr>
          <p:nvPr/>
        </p:nvSpPr>
        <p:spPr bwMode="auto">
          <a:xfrm>
            <a:off x="236769" y="1780058"/>
            <a:ext cx="648000" cy="576000"/>
          </a:xfrm>
          <a:prstGeom prst="rect">
            <a:avLst/>
          </a:pr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解</a:t>
            </a:r>
            <a:endParaRPr kumimoji="1" lang="zh-CN" altLang="en-US" sz="3200" dirty="0">
              <a:solidFill>
                <a:schemeClr val="bg1"/>
              </a:solidFill>
              <a:latin typeface="华文新魏" panose="02010800040101010101" pitchFamily="2" charset="-122"/>
              <a:ea typeface="华文新魏" panose="02010800040101010101" pitchFamily="2" charset="-122"/>
            </a:endParaRPr>
          </a:p>
        </p:txBody>
      </p:sp>
      <p:sp>
        <p:nvSpPr>
          <p:cNvPr id="9" name="Text Box 22"/>
          <p:cNvSpPr txBox="1">
            <a:spLocks noChangeArrowheads="1"/>
          </p:cNvSpPr>
          <p:nvPr/>
        </p:nvSpPr>
        <p:spPr bwMode="auto">
          <a:xfrm>
            <a:off x="179705" y="813435"/>
            <a:ext cx="1224280" cy="575945"/>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例</a:t>
            </a:r>
            <a:r>
              <a:rPr kumimoji="1" lang="en-US" altLang="zh-CN" sz="3200" dirty="0">
                <a:solidFill>
                  <a:schemeClr val="bg1"/>
                </a:solidFill>
                <a:latin typeface="华文新魏" panose="02010800040101010101" pitchFamily="2" charset="-122"/>
                <a:ea typeface="华文新魏" panose="02010800040101010101" pitchFamily="2" charset="-122"/>
              </a:rPr>
              <a:t>3-2</a:t>
            </a:r>
            <a:endParaRPr kumimoji="1" lang="en-US" altLang="zh-CN" sz="3200" dirty="0">
              <a:solidFill>
                <a:schemeClr val="bg1"/>
              </a:solidFill>
              <a:latin typeface="华文新魏" panose="02010800040101010101" pitchFamily="2" charset="-122"/>
              <a:ea typeface="华文新魏" panose="02010800040101010101" pitchFamily="2" charset="-122"/>
            </a:endParaRPr>
          </a:p>
        </p:txBody>
      </p:sp>
      <p:grpSp>
        <p:nvGrpSpPr>
          <p:cNvPr id="103" name="组合 102"/>
          <p:cNvGrpSpPr/>
          <p:nvPr/>
        </p:nvGrpSpPr>
        <p:grpSpPr>
          <a:xfrm>
            <a:off x="4604385" y="617855"/>
            <a:ext cx="4319905" cy="2281555"/>
            <a:chOff x="7317" y="1180"/>
            <a:chExt cx="6803" cy="3593"/>
          </a:xfrm>
        </p:grpSpPr>
        <p:sp>
          <p:nvSpPr>
            <p:cNvPr id="62" name="Line 135"/>
            <p:cNvSpPr/>
            <p:nvPr>
              <p:custDataLst>
                <p:tags r:id="rId3"/>
              </p:custDataLst>
            </p:nvPr>
          </p:nvSpPr>
          <p:spPr bwMode="auto">
            <a:xfrm flipH="1">
              <a:off x="13101" y="2278"/>
              <a:ext cx="0" cy="2495"/>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63" name="Line 136"/>
            <p:cNvSpPr/>
            <p:nvPr>
              <p:custDataLst>
                <p:tags r:id="rId4"/>
              </p:custDataLst>
            </p:nvPr>
          </p:nvSpPr>
          <p:spPr bwMode="auto">
            <a:xfrm flipH="1">
              <a:off x="10491" y="2278"/>
              <a:ext cx="0" cy="2495"/>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64" name="Text Box 137"/>
            <p:cNvSpPr txBox="1"/>
            <p:nvPr>
              <p:custDataLst>
                <p:tags r:id="rId5"/>
              </p:custDataLst>
            </p:nvPr>
          </p:nvSpPr>
          <p:spPr>
            <a:xfrm>
              <a:off x="9351" y="3163"/>
              <a:ext cx="108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3</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65" name="Text Box 138"/>
            <p:cNvSpPr txBox="1"/>
            <p:nvPr>
              <p:custDataLst>
                <p:tags r:id="rId6"/>
              </p:custDataLst>
            </p:nvPr>
          </p:nvSpPr>
          <p:spPr>
            <a:xfrm>
              <a:off x="8678" y="1370"/>
              <a:ext cx="117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6</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66" name="Line 139"/>
            <p:cNvSpPr/>
            <p:nvPr>
              <p:custDataLst>
                <p:tags r:id="rId7"/>
              </p:custDataLst>
            </p:nvPr>
          </p:nvSpPr>
          <p:spPr>
            <a:xfrm>
              <a:off x="10506" y="2323"/>
              <a:ext cx="0" cy="793"/>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67" name="Text Box 140"/>
            <p:cNvSpPr txBox="1"/>
            <p:nvPr>
              <p:custDataLst>
                <p:tags r:id="rId8"/>
              </p:custDataLst>
            </p:nvPr>
          </p:nvSpPr>
          <p:spPr>
            <a:xfrm>
              <a:off x="10527" y="2390"/>
              <a:ext cx="72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68" name="Text Box 141"/>
            <p:cNvSpPr txBox="1"/>
            <p:nvPr>
              <p:custDataLst>
                <p:tags r:id="rId9"/>
              </p:custDataLst>
            </p:nvPr>
          </p:nvSpPr>
          <p:spPr>
            <a:xfrm>
              <a:off x="8078" y="2505"/>
              <a:ext cx="48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0" name="Text Box 143"/>
            <p:cNvSpPr txBox="1"/>
            <p:nvPr>
              <p:custDataLst>
                <p:tags r:id="rId10"/>
              </p:custDataLst>
            </p:nvPr>
          </p:nvSpPr>
          <p:spPr>
            <a:xfrm>
              <a:off x="8172" y="3083"/>
              <a:ext cx="1240" cy="725"/>
            </a:xfrm>
            <a:prstGeom prst="rect">
              <a:avLst/>
            </a:prstGeom>
            <a:noFill/>
            <a:ln w="9525">
              <a:noFill/>
            </a:ln>
          </p:spPr>
          <p:txBody>
            <a:bodyPr wrap="square">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9V</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1" name="Line 144"/>
            <p:cNvSpPr/>
            <p:nvPr>
              <p:custDataLst>
                <p:tags r:id="rId11"/>
              </p:custDataLst>
            </p:nvPr>
          </p:nvSpPr>
          <p:spPr>
            <a:xfrm>
              <a:off x="11391" y="2323"/>
              <a:ext cx="840" cy="0"/>
            </a:xfrm>
            <a:prstGeom prst="line">
              <a:avLst/>
            </a:prstGeom>
            <a:ln w="9525" cap="flat" cmpd="sng">
              <a:solidFill>
                <a:schemeClr val="tx1"/>
              </a:solidFill>
              <a:prstDash val="solid"/>
              <a:headEnd type="none" w="med" len="med"/>
              <a:tailEnd type="none" w="med" len="med"/>
            </a:ln>
          </p:spPr>
        </p:sp>
        <p:sp>
          <p:nvSpPr>
            <p:cNvPr id="72" name="Text Box 145"/>
            <p:cNvSpPr txBox="1"/>
            <p:nvPr>
              <p:custDataLst>
                <p:tags r:id="rId12"/>
              </p:custDataLst>
            </p:nvPr>
          </p:nvSpPr>
          <p:spPr>
            <a:xfrm>
              <a:off x="12081" y="1483"/>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3" name="Text Box 146"/>
            <p:cNvSpPr txBox="1"/>
            <p:nvPr>
              <p:custDataLst>
                <p:tags r:id="rId13"/>
              </p:custDataLst>
            </p:nvPr>
          </p:nvSpPr>
          <p:spPr>
            <a:xfrm>
              <a:off x="10833" y="1483"/>
              <a:ext cx="72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4" name="Text Box 147"/>
            <p:cNvSpPr txBox="1"/>
            <p:nvPr>
              <p:custDataLst>
                <p:tags r:id="rId14"/>
              </p:custDataLst>
            </p:nvPr>
          </p:nvSpPr>
          <p:spPr>
            <a:xfrm>
              <a:off x="11398" y="1180"/>
              <a:ext cx="108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6</a:t>
              </a:r>
              <a:r>
                <a:rPr lang="en-US" altLang="zh-CN" b="0" i="1" dirty="0">
                  <a:solidFill>
                    <a:schemeClr val="tx1"/>
                  </a:solidFill>
                  <a:latin typeface="Times New Roman" panose="02020603050405020304" pitchFamily="18" charset="0"/>
                  <a:ea typeface="宋体" panose="02010600030101010101" pitchFamily="2" charset="-122"/>
                </a:rPr>
                <a:t>I</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75" name="Line 148"/>
            <p:cNvSpPr/>
            <p:nvPr>
              <p:custDataLst>
                <p:tags r:id="rId15"/>
              </p:custDataLst>
            </p:nvPr>
          </p:nvSpPr>
          <p:spPr bwMode="auto">
            <a:xfrm flipV="1">
              <a:off x="7771" y="2278"/>
              <a:ext cx="5330"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82" name="Line 149"/>
            <p:cNvSpPr/>
            <p:nvPr>
              <p:custDataLst>
                <p:tags r:id="rId16"/>
              </p:custDataLst>
            </p:nvPr>
          </p:nvSpPr>
          <p:spPr bwMode="auto">
            <a:xfrm>
              <a:off x="7771" y="4773"/>
              <a:ext cx="5330"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83" name="Line 150"/>
            <p:cNvSpPr/>
            <p:nvPr>
              <p:custDataLst>
                <p:tags r:id="rId17"/>
              </p:custDataLst>
            </p:nvPr>
          </p:nvSpPr>
          <p:spPr bwMode="auto">
            <a:xfrm flipH="1" flipV="1">
              <a:off x="7771" y="2278"/>
              <a:ext cx="0" cy="2495"/>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84" name="Rectangle 151"/>
            <p:cNvSpPr/>
            <p:nvPr>
              <p:custDataLst>
                <p:tags r:id="rId18"/>
              </p:custDataLst>
            </p:nvPr>
          </p:nvSpPr>
          <p:spPr bwMode="auto">
            <a:xfrm>
              <a:off x="10318" y="3185"/>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85" name="Rectangle 153"/>
            <p:cNvSpPr/>
            <p:nvPr>
              <p:custDataLst>
                <p:tags r:id="rId19"/>
              </p:custDataLst>
            </p:nvPr>
          </p:nvSpPr>
          <p:spPr bwMode="auto">
            <a:xfrm>
              <a:off x="8791" y="2165"/>
              <a:ext cx="792"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grpSp>
          <p:nvGrpSpPr>
            <p:cNvPr id="88" name="组合 87"/>
            <p:cNvGrpSpPr/>
            <p:nvPr/>
          </p:nvGrpSpPr>
          <p:grpSpPr>
            <a:xfrm rot="0">
              <a:off x="11344" y="1823"/>
              <a:ext cx="907" cy="907"/>
              <a:chOff x="5883144" y="5417878"/>
              <a:chExt cx="576000" cy="576000"/>
            </a:xfrm>
          </p:grpSpPr>
          <p:sp>
            <p:nvSpPr>
              <p:cNvPr id="89" name="AutoShape 17"/>
              <p:cNvSpPr>
                <a:spLocks noChangeArrowheads="1"/>
              </p:cNvSpPr>
              <p:nvPr>
                <p:custDataLst>
                  <p:tags r:id="rId20"/>
                </p:custDataLst>
              </p:nvPr>
            </p:nvSpPr>
            <p:spPr bwMode="auto">
              <a:xfrm>
                <a:off x="5883144" y="5417878"/>
                <a:ext cx="576000" cy="576000"/>
              </a:xfrm>
              <a:prstGeom prst="diamond">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en-US" sz="1800"/>
              </a:p>
            </p:txBody>
          </p:sp>
          <p:cxnSp>
            <p:nvCxnSpPr>
              <p:cNvPr id="90" name="直接连接符 89"/>
              <p:cNvCxnSpPr>
                <a:stCxn id="89" idx="1"/>
                <a:endCxn id="89" idx="3"/>
              </p:cNvCxnSpPr>
              <p:nvPr>
                <p:custDataLst>
                  <p:tags r:id="rId21"/>
                </p:custDataLst>
              </p:nvPr>
            </p:nvCxnSpPr>
            <p:spPr>
              <a:xfrm>
                <a:off x="5883144" y="5705878"/>
                <a:ext cx="576000"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4" name="组合 93"/>
            <p:cNvGrpSpPr/>
            <p:nvPr/>
          </p:nvGrpSpPr>
          <p:grpSpPr>
            <a:xfrm rot="0">
              <a:off x="7317" y="3083"/>
              <a:ext cx="908" cy="908"/>
              <a:chOff x="505193" y="3720552"/>
              <a:chExt cx="432197" cy="432197"/>
            </a:xfrm>
            <a:solidFill>
              <a:schemeClr val="accent6">
                <a:lumMod val="40000"/>
                <a:lumOff val="60000"/>
              </a:schemeClr>
            </a:solidFill>
          </p:grpSpPr>
          <p:sp>
            <p:nvSpPr>
              <p:cNvPr id="95" name="Oval 953"/>
              <p:cNvSpPr>
                <a:spLocks noChangeArrowheads="1"/>
              </p:cNvSpPr>
              <p:nvPr>
                <p:custDataLst>
                  <p:tags r:id="rId22"/>
                </p:custDataLst>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96" name="直接连接符 95"/>
              <p:cNvCxnSpPr>
                <a:stCxn id="95" idx="0"/>
                <a:endCxn id="95" idx="4"/>
              </p:cNvCxnSpPr>
              <p:nvPr>
                <p:custDataLst>
                  <p:tags r:id="rId23"/>
                </p:custDataLst>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7" name="Text Box 142"/>
            <p:cNvSpPr txBox="1"/>
            <p:nvPr>
              <p:custDataLst>
                <p:tags r:id="rId24"/>
              </p:custDataLst>
            </p:nvPr>
          </p:nvSpPr>
          <p:spPr>
            <a:xfrm>
              <a:off x="8078" y="3805"/>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98" name="Rectangle 151"/>
            <p:cNvSpPr/>
            <p:nvPr>
              <p:custDataLst>
                <p:tags r:id="rId25"/>
              </p:custDataLst>
            </p:nvPr>
          </p:nvSpPr>
          <p:spPr bwMode="auto">
            <a:xfrm>
              <a:off x="12949" y="3233"/>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99" name="Text Box 141"/>
            <p:cNvSpPr txBox="1"/>
            <p:nvPr>
              <p:custDataLst>
                <p:tags r:id="rId26"/>
              </p:custDataLst>
            </p:nvPr>
          </p:nvSpPr>
          <p:spPr>
            <a:xfrm>
              <a:off x="13212" y="2450"/>
              <a:ext cx="48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00" name="Text Box 142"/>
            <p:cNvSpPr txBox="1"/>
            <p:nvPr>
              <p:custDataLst>
                <p:tags r:id="rId27"/>
              </p:custDataLst>
            </p:nvPr>
          </p:nvSpPr>
          <p:spPr>
            <a:xfrm>
              <a:off x="13212" y="3750"/>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01" name="Text Box 143"/>
            <p:cNvSpPr txBox="1"/>
            <p:nvPr>
              <p:custDataLst>
                <p:tags r:id="rId28"/>
              </p:custDataLst>
            </p:nvPr>
          </p:nvSpPr>
          <p:spPr>
            <a:xfrm>
              <a:off x="13212" y="3163"/>
              <a:ext cx="909" cy="725"/>
            </a:xfrm>
            <a:prstGeom prst="rect">
              <a:avLst/>
            </a:prstGeom>
            <a:noFill/>
            <a:ln w="9525">
              <a:noFill/>
            </a:ln>
          </p:spPr>
          <p:txBody>
            <a:bodyPr wrap="square">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i="1" baseline="-25000" dirty="0">
                  <a:solidFill>
                    <a:schemeClr val="tx1"/>
                  </a:solidFill>
                  <a:latin typeface="Times New Roman" panose="02020603050405020304" pitchFamily="18" charset="0"/>
                  <a:ea typeface="宋体" panose="02010600030101010101" pitchFamily="2" charset="-122"/>
                </a:rPr>
                <a:t>O</a:t>
              </a:r>
              <a:endParaRPr lang="en-US" altLang="zh-CN" b="0" i="1" baseline="-25000" dirty="0">
                <a:solidFill>
                  <a:schemeClr val="tx1"/>
                </a:solidFill>
                <a:latin typeface="Times New Roman" panose="02020603050405020304" pitchFamily="18" charset="0"/>
                <a:ea typeface="宋体" panose="02010600030101010101" pitchFamily="2" charset="-122"/>
              </a:endParaRPr>
            </a:p>
          </p:txBody>
        </p:sp>
        <p:sp>
          <p:nvSpPr>
            <p:cNvPr id="102" name="Text Box 137"/>
            <p:cNvSpPr txBox="1"/>
            <p:nvPr>
              <p:custDataLst>
                <p:tags r:id="rId29"/>
              </p:custDataLst>
            </p:nvPr>
          </p:nvSpPr>
          <p:spPr>
            <a:xfrm>
              <a:off x="12090" y="3251"/>
              <a:ext cx="108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3</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grpSp>
      <p:grpSp>
        <p:nvGrpSpPr>
          <p:cNvPr id="222" name="组合 221"/>
          <p:cNvGrpSpPr/>
          <p:nvPr/>
        </p:nvGrpSpPr>
        <p:grpSpPr>
          <a:xfrm>
            <a:off x="4412615" y="546100"/>
            <a:ext cx="4425950" cy="2593340"/>
            <a:chOff x="3456" y="3767"/>
            <a:chExt cx="6970" cy="4084"/>
          </a:xfrm>
        </p:grpSpPr>
        <p:grpSp>
          <p:nvGrpSpPr>
            <p:cNvPr id="134" name="组合 133"/>
            <p:cNvGrpSpPr/>
            <p:nvPr/>
          </p:nvGrpSpPr>
          <p:grpSpPr>
            <a:xfrm>
              <a:off x="3456" y="3767"/>
              <a:ext cx="6970" cy="4085"/>
              <a:chOff x="6748" y="865"/>
              <a:chExt cx="6970" cy="4085"/>
            </a:xfrm>
          </p:grpSpPr>
          <p:grpSp>
            <p:nvGrpSpPr>
              <p:cNvPr id="135" name="Group 105"/>
              <p:cNvGrpSpPr/>
              <p:nvPr/>
            </p:nvGrpSpPr>
            <p:grpSpPr>
              <a:xfrm>
                <a:off x="6860" y="865"/>
                <a:ext cx="6858" cy="3790"/>
                <a:chOff x="2744" y="346"/>
                <a:chExt cx="2743" cy="1516"/>
              </a:xfrm>
            </p:grpSpPr>
            <p:sp>
              <p:nvSpPr>
                <p:cNvPr id="136" name="Line 20"/>
                <p:cNvSpPr/>
                <p:nvPr>
                  <p:custDataLst>
                    <p:tags r:id="rId30"/>
                  </p:custDataLst>
                </p:nvPr>
              </p:nvSpPr>
              <p:spPr>
                <a:xfrm flipH="1">
                  <a:off x="5058" y="845"/>
                  <a:ext cx="0" cy="998"/>
                </a:xfrm>
                <a:prstGeom prst="line">
                  <a:avLst/>
                </a:prstGeom>
                <a:ln w="28575" cap="flat" cmpd="sng">
                  <a:solidFill>
                    <a:srgbClr val="FFCC00"/>
                  </a:solidFill>
                  <a:prstDash val="solid"/>
                  <a:headEnd type="none" w="med" len="med"/>
                  <a:tailEnd type="none" w="med" len="med"/>
                </a:ln>
              </p:spPr>
            </p:sp>
            <p:sp>
              <p:nvSpPr>
                <p:cNvPr id="137" name="Rectangle 21"/>
                <p:cNvSpPr/>
                <p:nvPr>
                  <p:custDataLst>
                    <p:tags r:id="rId31"/>
                  </p:custDataLst>
                </p:nvPr>
              </p:nvSpPr>
              <p:spPr>
                <a:xfrm>
                  <a:off x="4976" y="1162"/>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138" name="Oval 22"/>
                <p:cNvSpPr/>
                <p:nvPr>
                  <p:custDataLst>
                    <p:tags r:id="rId32"/>
                  </p:custDataLst>
                </p:nvPr>
              </p:nvSpPr>
              <p:spPr>
                <a:xfrm>
                  <a:off x="2744" y="1162"/>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139" name="Line 23"/>
                <p:cNvSpPr/>
                <p:nvPr>
                  <p:custDataLst>
                    <p:tags r:id="rId33"/>
                  </p:custDataLst>
                </p:nvPr>
              </p:nvSpPr>
              <p:spPr>
                <a:xfrm flipH="1">
                  <a:off x="4014" y="845"/>
                  <a:ext cx="0" cy="998"/>
                </a:xfrm>
                <a:prstGeom prst="line">
                  <a:avLst/>
                </a:prstGeom>
                <a:ln w="28575" cap="flat" cmpd="sng">
                  <a:solidFill>
                    <a:srgbClr val="FFCC00"/>
                  </a:solidFill>
                  <a:prstDash val="solid"/>
                  <a:headEnd type="oval" w="med" len="med"/>
                  <a:tailEnd type="oval" w="med" len="med"/>
                </a:ln>
              </p:spPr>
            </p:sp>
            <p:sp>
              <p:nvSpPr>
                <p:cNvPr id="140" name="Text Box 24"/>
                <p:cNvSpPr txBox="1"/>
                <p:nvPr>
                  <p:custDataLst>
                    <p:tags r:id="rId34"/>
                  </p:custDataLst>
                </p:nvPr>
              </p:nvSpPr>
              <p:spPr>
                <a:xfrm>
                  <a:off x="3558" y="1199"/>
                  <a:ext cx="432"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3</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41" name="Text Box 25"/>
                <p:cNvSpPr txBox="1"/>
                <p:nvPr>
                  <p:custDataLst>
                    <p:tags r:id="rId35"/>
                  </p:custDataLst>
                </p:nvPr>
              </p:nvSpPr>
              <p:spPr>
                <a:xfrm>
                  <a:off x="4617" y="1162"/>
                  <a:ext cx="486"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3</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42" name="Text Box 26"/>
                <p:cNvSpPr txBox="1"/>
                <p:nvPr>
                  <p:custDataLst>
                    <p:tags r:id="rId36"/>
                  </p:custDataLst>
                </p:nvPr>
              </p:nvSpPr>
              <p:spPr>
                <a:xfrm>
                  <a:off x="3289" y="482"/>
                  <a:ext cx="470"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6</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43" name="Line 27"/>
                <p:cNvSpPr/>
                <p:nvPr>
                  <p:custDataLst>
                    <p:tags r:id="rId37"/>
                  </p:custDataLst>
                </p:nvPr>
              </p:nvSpPr>
              <p:spPr>
                <a:xfrm>
                  <a:off x="4014" y="890"/>
                  <a:ext cx="0" cy="227"/>
                </a:xfrm>
                <a:prstGeom prst="line">
                  <a:avLst/>
                </a:prstGeom>
                <a:ln w="28575" cap="flat" cmpd="sng">
                  <a:solidFill>
                    <a:srgbClr val="66FFFF"/>
                  </a:solidFill>
                  <a:prstDash val="solid"/>
                  <a:headEnd type="none" w="med" len="med"/>
                  <a:tailEnd type="triangle" w="med" len="med"/>
                </a:ln>
              </p:spPr>
            </p:sp>
            <p:sp>
              <p:nvSpPr>
                <p:cNvPr id="144" name="Text Box 28"/>
                <p:cNvSpPr txBox="1"/>
                <p:nvPr>
                  <p:custDataLst>
                    <p:tags r:id="rId38"/>
                  </p:custDataLst>
                </p:nvPr>
              </p:nvSpPr>
              <p:spPr>
                <a:xfrm>
                  <a:off x="4014" y="845"/>
                  <a:ext cx="288" cy="327"/>
                </a:xfrm>
                <a:prstGeom prst="rect">
                  <a:avLst/>
                </a:prstGeom>
                <a:noFill/>
                <a:ln w="9525">
                  <a:noFill/>
                </a:ln>
              </p:spPr>
              <p:txBody>
                <a:bodyPr>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I</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145" name="Text Box 29"/>
                <p:cNvSpPr txBox="1"/>
                <p:nvPr>
                  <p:custDataLst>
                    <p:tags r:id="rId39"/>
                  </p:custDataLst>
                </p:nvPr>
              </p:nvSpPr>
              <p:spPr>
                <a:xfrm>
                  <a:off x="2934" y="911"/>
                  <a:ext cx="192"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146" name="Text Box 30"/>
                <p:cNvSpPr txBox="1"/>
                <p:nvPr>
                  <p:custDataLst>
                    <p:tags r:id="rId40"/>
                  </p:custDataLst>
                </p:nvPr>
              </p:nvSpPr>
              <p:spPr>
                <a:xfrm>
                  <a:off x="2934" y="1439"/>
                  <a:ext cx="240"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147" name="Text Box 31"/>
                <p:cNvSpPr txBox="1"/>
                <p:nvPr>
                  <p:custDataLst>
                    <p:tags r:id="rId41"/>
                  </p:custDataLst>
                </p:nvPr>
              </p:nvSpPr>
              <p:spPr>
                <a:xfrm>
                  <a:off x="3078" y="1199"/>
                  <a:ext cx="438"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9V</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148" name="Text Box 32"/>
                <p:cNvSpPr txBox="1"/>
                <p:nvPr>
                  <p:custDataLst>
                    <p:tags r:id="rId42"/>
                  </p:custDataLst>
                </p:nvPr>
              </p:nvSpPr>
              <p:spPr>
                <a:xfrm>
                  <a:off x="5142" y="863"/>
                  <a:ext cx="192"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149" name="Text Box 33"/>
                <p:cNvSpPr txBox="1"/>
                <p:nvPr>
                  <p:custDataLst>
                    <p:tags r:id="rId43"/>
                  </p:custDataLst>
                </p:nvPr>
              </p:nvSpPr>
              <p:spPr>
                <a:xfrm>
                  <a:off x="5142" y="1535"/>
                  <a:ext cx="240"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150" name="Text Box 34"/>
                <p:cNvSpPr txBox="1"/>
                <p:nvPr>
                  <p:custDataLst>
                    <p:tags r:id="rId44"/>
                  </p:custDataLst>
                </p:nvPr>
              </p:nvSpPr>
              <p:spPr>
                <a:xfrm>
                  <a:off x="5103" y="1162"/>
                  <a:ext cx="384" cy="327"/>
                </a:xfrm>
                <a:prstGeom prst="rect">
                  <a:avLst/>
                </a:prstGeom>
                <a:noFill/>
                <a:ln w="9525">
                  <a:noFill/>
                </a:ln>
              </p:spPr>
              <p:txBody>
                <a:bodyPr>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baseline="-25000" dirty="0">
                      <a:solidFill>
                        <a:schemeClr val="bg1"/>
                      </a:solidFill>
                      <a:latin typeface="Times New Roman" panose="02020603050405020304" pitchFamily="18" charset="0"/>
                      <a:ea typeface="宋体" panose="02010600030101010101" pitchFamily="2" charset="-122"/>
                    </a:rPr>
                    <a:t>0</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151" name="Line 35"/>
                <p:cNvSpPr/>
                <p:nvPr>
                  <p:custDataLst>
                    <p:tags r:id="rId45"/>
                  </p:custDataLst>
                </p:nvPr>
              </p:nvSpPr>
              <p:spPr>
                <a:xfrm>
                  <a:off x="4374" y="863"/>
                  <a:ext cx="336" cy="0"/>
                </a:xfrm>
                <a:prstGeom prst="line">
                  <a:avLst/>
                </a:prstGeom>
                <a:ln w="9525" cap="flat" cmpd="sng">
                  <a:solidFill>
                    <a:schemeClr val="tx1"/>
                  </a:solidFill>
                  <a:prstDash val="solid"/>
                  <a:headEnd type="none" w="med" len="med"/>
                  <a:tailEnd type="none" w="med" len="med"/>
                </a:ln>
              </p:spPr>
            </p:sp>
            <p:sp>
              <p:nvSpPr>
                <p:cNvPr id="152" name="Text Box 36"/>
                <p:cNvSpPr txBox="1"/>
                <p:nvPr>
                  <p:custDataLst>
                    <p:tags r:id="rId46"/>
                  </p:custDataLst>
                </p:nvPr>
              </p:nvSpPr>
              <p:spPr>
                <a:xfrm>
                  <a:off x="4650" y="527"/>
                  <a:ext cx="240"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153" name="Text Box 37"/>
                <p:cNvSpPr txBox="1"/>
                <p:nvPr>
                  <p:custDataLst>
                    <p:tags r:id="rId47"/>
                  </p:custDataLst>
                </p:nvPr>
              </p:nvSpPr>
              <p:spPr>
                <a:xfrm>
                  <a:off x="4151" y="527"/>
                  <a:ext cx="288"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154" name="Text Box 38"/>
                <p:cNvSpPr txBox="1"/>
                <p:nvPr>
                  <p:custDataLst>
                    <p:tags r:id="rId48"/>
                  </p:custDataLst>
                </p:nvPr>
              </p:nvSpPr>
              <p:spPr>
                <a:xfrm>
                  <a:off x="4377" y="346"/>
                  <a:ext cx="432"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6</a:t>
                  </a:r>
                  <a:r>
                    <a:rPr lang="en-US" altLang="zh-CN" b="0" i="1" dirty="0">
                      <a:solidFill>
                        <a:schemeClr val="bg1"/>
                      </a:solidFill>
                      <a:latin typeface="Times New Roman" panose="02020603050405020304" pitchFamily="18" charset="0"/>
                      <a:ea typeface="宋体" panose="02010600030101010101" pitchFamily="2" charset="-122"/>
                    </a:rPr>
                    <a:t>I</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155" name="Line 39"/>
                <p:cNvSpPr/>
                <p:nvPr>
                  <p:custDataLst>
                    <p:tags r:id="rId49"/>
                  </p:custDataLst>
                </p:nvPr>
              </p:nvSpPr>
              <p:spPr>
                <a:xfrm flipV="1">
                  <a:off x="2926" y="845"/>
                  <a:ext cx="2132" cy="0"/>
                </a:xfrm>
                <a:prstGeom prst="line">
                  <a:avLst/>
                </a:prstGeom>
                <a:ln w="28575" cap="flat" cmpd="sng">
                  <a:solidFill>
                    <a:srgbClr val="FFCC00"/>
                  </a:solidFill>
                  <a:prstDash val="solid"/>
                  <a:headEnd type="none" w="med" len="med"/>
                  <a:tailEnd type="none" w="med" len="med"/>
                </a:ln>
              </p:spPr>
            </p:sp>
            <p:sp>
              <p:nvSpPr>
                <p:cNvPr id="156" name="Line 40"/>
                <p:cNvSpPr/>
                <p:nvPr>
                  <p:custDataLst>
                    <p:tags r:id="rId50"/>
                  </p:custDataLst>
                </p:nvPr>
              </p:nvSpPr>
              <p:spPr>
                <a:xfrm>
                  <a:off x="2926" y="1843"/>
                  <a:ext cx="2132" cy="0"/>
                </a:xfrm>
                <a:prstGeom prst="line">
                  <a:avLst/>
                </a:prstGeom>
                <a:ln w="28575" cap="flat" cmpd="sng">
                  <a:solidFill>
                    <a:srgbClr val="FFCC00"/>
                  </a:solidFill>
                  <a:prstDash val="solid"/>
                  <a:headEnd type="none" w="med" len="med"/>
                  <a:tailEnd type="none" w="med" len="med"/>
                </a:ln>
              </p:spPr>
            </p:sp>
            <p:sp>
              <p:nvSpPr>
                <p:cNvPr id="157" name="Line 41"/>
                <p:cNvSpPr/>
                <p:nvPr>
                  <p:custDataLst>
                    <p:tags r:id="rId51"/>
                  </p:custDataLst>
                </p:nvPr>
              </p:nvSpPr>
              <p:spPr>
                <a:xfrm flipH="1" flipV="1">
                  <a:off x="2926" y="845"/>
                  <a:ext cx="0" cy="998"/>
                </a:xfrm>
                <a:prstGeom prst="line">
                  <a:avLst/>
                </a:prstGeom>
                <a:ln w="28575" cap="flat" cmpd="sng">
                  <a:solidFill>
                    <a:srgbClr val="FFCC00"/>
                  </a:solidFill>
                  <a:prstDash val="solid"/>
                  <a:headEnd type="none" w="med" len="med"/>
                  <a:tailEnd type="none" w="med" len="med"/>
                </a:ln>
              </p:spPr>
            </p:sp>
            <p:sp>
              <p:nvSpPr>
                <p:cNvPr id="158" name="Rectangle 42"/>
                <p:cNvSpPr/>
                <p:nvPr>
                  <p:custDataLst>
                    <p:tags r:id="rId52"/>
                  </p:custDataLst>
                </p:nvPr>
              </p:nvSpPr>
              <p:spPr>
                <a:xfrm>
                  <a:off x="3933" y="1208"/>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159" name="AutoShape 43"/>
                <p:cNvSpPr/>
                <p:nvPr>
                  <p:custDataLst>
                    <p:tags r:id="rId53"/>
                  </p:custDataLst>
                </p:nvPr>
              </p:nvSpPr>
              <p:spPr>
                <a:xfrm rot="10800000">
                  <a:off x="4332" y="663"/>
                  <a:ext cx="407" cy="363"/>
                </a:xfrm>
                <a:prstGeom prst="flowChartSort">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miter/>
                  <a:headEnd type="none" w="med" len="med"/>
                  <a:tailEnd type="none" w="med" len="med"/>
                </a:ln>
              </p:spPr>
              <p:txBody>
                <a:bodyPr anchor="ctr" anchorCtr="0">
                  <a:spAutoFit/>
                </a:bodyPr>
                <a:p>
                  <a:endParaRPr lang="zh-CN" altLang="en-US" dirty="0">
                    <a:latin typeface="Arial" panose="020B0604020202020204" pitchFamily="34" charset="0"/>
                  </a:endParaRPr>
                </a:p>
              </p:txBody>
            </p:sp>
            <p:sp>
              <p:nvSpPr>
                <p:cNvPr id="160" name="Rectangle 44"/>
                <p:cNvSpPr/>
                <p:nvPr>
                  <p:custDataLst>
                    <p:tags r:id="rId54"/>
                  </p:custDataLst>
                </p:nvPr>
              </p:nvSpPr>
              <p:spPr>
                <a:xfrm>
                  <a:off x="3334" y="800"/>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grpSp>
          <p:grpSp>
            <p:nvGrpSpPr>
              <p:cNvPr id="161" name="Group 106"/>
              <p:cNvGrpSpPr/>
              <p:nvPr/>
            </p:nvGrpSpPr>
            <p:grpSpPr>
              <a:xfrm>
                <a:off x="6748" y="865"/>
                <a:ext cx="6917" cy="4085"/>
                <a:chOff x="793" y="2069"/>
                <a:chExt cx="2767" cy="1634"/>
              </a:xfrm>
            </p:grpSpPr>
            <p:sp>
              <p:nvSpPr>
                <p:cNvPr id="162" name="Rectangle 107"/>
                <p:cNvSpPr/>
                <p:nvPr>
                  <p:custDataLst>
                    <p:tags r:id="rId55"/>
                  </p:custDataLst>
                </p:nvPr>
              </p:nvSpPr>
              <p:spPr>
                <a:xfrm>
                  <a:off x="793" y="2115"/>
                  <a:ext cx="2767" cy="1588"/>
                </a:xfrm>
                <a:prstGeom prst="rect">
                  <a:avLst/>
                </a:prstGeom>
                <a:solidFill>
                  <a:schemeClr val="bg2"/>
                </a:solidFill>
                <a:ln w="9525">
                  <a:noFill/>
                </a:ln>
              </p:spPr>
              <p:txBody>
                <a:bodyPr wrap="none" anchor="ctr" anchorCtr="0"/>
                <a:p>
                  <a:endParaRPr lang="zh-CN" altLang="en-US" dirty="0">
                    <a:latin typeface="Arial" panose="020B0604020202020204" pitchFamily="34" charset="0"/>
                  </a:endParaRPr>
                </a:p>
              </p:txBody>
            </p:sp>
            <p:sp>
              <p:nvSpPr>
                <p:cNvPr id="163" name="Oval 108"/>
                <p:cNvSpPr/>
                <p:nvPr>
                  <p:custDataLst>
                    <p:tags r:id="rId56"/>
                  </p:custDataLst>
                </p:nvPr>
              </p:nvSpPr>
              <p:spPr>
                <a:xfrm>
                  <a:off x="929" y="2885"/>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164" name="Line 109"/>
                <p:cNvSpPr/>
                <p:nvPr>
                  <p:custDataLst>
                    <p:tags r:id="rId57"/>
                  </p:custDataLst>
                </p:nvPr>
              </p:nvSpPr>
              <p:spPr>
                <a:xfrm flipH="1">
                  <a:off x="2199" y="2568"/>
                  <a:ext cx="0" cy="998"/>
                </a:xfrm>
                <a:prstGeom prst="line">
                  <a:avLst/>
                </a:prstGeom>
                <a:ln w="28575" cap="flat" cmpd="sng">
                  <a:solidFill>
                    <a:srgbClr val="FFCC00"/>
                  </a:solidFill>
                  <a:prstDash val="solid"/>
                  <a:headEnd type="oval" w="med" len="med"/>
                  <a:tailEnd type="oval" w="med" len="med"/>
                </a:ln>
              </p:spPr>
            </p:sp>
            <p:sp>
              <p:nvSpPr>
                <p:cNvPr id="165" name="Text Box 110"/>
                <p:cNvSpPr txBox="1"/>
                <p:nvPr>
                  <p:custDataLst>
                    <p:tags r:id="rId58"/>
                  </p:custDataLst>
                </p:nvPr>
              </p:nvSpPr>
              <p:spPr>
                <a:xfrm>
                  <a:off x="1743" y="2922"/>
                  <a:ext cx="432"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3</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66" name="Text Box 111"/>
                <p:cNvSpPr txBox="1"/>
                <p:nvPr>
                  <p:custDataLst>
                    <p:tags r:id="rId59"/>
                  </p:custDataLst>
                </p:nvPr>
              </p:nvSpPr>
              <p:spPr>
                <a:xfrm>
                  <a:off x="1474" y="2205"/>
                  <a:ext cx="470"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6</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67" name="Line 112"/>
                <p:cNvSpPr/>
                <p:nvPr>
                  <p:custDataLst>
                    <p:tags r:id="rId60"/>
                  </p:custDataLst>
                </p:nvPr>
              </p:nvSpPr>
              <p:spPr>
                <a:xfrm flipH="1">
                  <a:off x="2200" y="2605"/>
                  <a:ext cx="1" cy="281"/>
                </a:xfrm>
                <a:prstGeom prst="line">
                  <a:avLst/>
                </a:prstGeom>
                <a:ln w="28575" cap="flat" cmpd="sng">
                  <a:solidFill>
                    <a:srgbClr val="66FFFF"/>
                  </a:solidFill>
                  <a:prstDash val="solid"/>
                  <a:headEnd type="none" w="med" len="med"/>
                  <a:tailEnd type="triangle" w="med" len="med"/>
                </a:ln>
              </p:spPr>
            </p:sp>
            <p:sp>
              <p:nvSpPr>
                <p:cNvPr id="168" name="Text Box 113"/>
                <p:cNvSpPr txBox="1"/>
                <p:nvPr>
                  <p:custDataLst>
                    <p:tags r:id="rId61"/>
                  </p:custDataLst>
                </p:nvPr>
              </p:nvSpPr>
              <p:spPr>
                <a:xfrm>
                  <a:off x="2200" y="2614"/>
                  <a:ext cx="288" cy="327"/>
                </a:xfrm>
                <a:prstGeom prst="rect">
                  <a:avLst/>
                </a:prstGeom>
                <a:noFill/>
                <a:ln w="9525">
                  <a:noFill/>
                </a:ln>
              </p:spPr>
              <p:txBody>
                <a:bodyPr>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I</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169" name="Text Box 114"/>
                <p:cNvSpPr txBox="1"/>
                <p:nvPr>
                  <p:custDataLst>
                    <p:tags r:id="rId62"/>
                  </p:custDataLst>
                </p:nvPr>
              </p:nvSpPr>
              <p:spPr>
                <a:xfrm>
                  <a:off x="1119" y="2634"/>
                  <a:ext cx="192"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170" name="Text Box 115"/>
                <p:cNvSpPr txBox="1"/>
                <p:nvPr>
                  <p:custDataLst>
                    <p:tags r:id="rId63"/>
                  </p:custDataLst>
                </p:nvPr>
              </p:nvSpPr>
              <p:spPr>
                <a:xfrm>
                  <a:off x="1119" y="3162"/>
                  <a:ext cx="240"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171" name="Text Box 116"/>
                <p:cNvSpPr txBox="1"/>
                <p:nvPr>
                  <p:custDataLst>
                    <p:tags r:id="rId64"/>
                  </p:custDataLst>
                </p:nvPr>
              </p:nvSpPr>
              <p:spPr>
                <a:xfrm>
                  <a:off x="1263" y="2922"/>
                  <a:ext cx="438"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9V</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172" name="Text Box 117"/>
                <p:cNvSpPr txBox="1"/>
                <p:nvPr>
                  <p:custDataLst>
                    <p:tags r:id="rId65"/>
                  </p:custDataLst>
                </p:nvPr>
              </p:nvSpPr>
              <p:spPr>
                <a:xfrm>
                  <a:off x="3106" y="2613"/>
                  <a:ext cx="192"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173" name="Text Box 118"/>
                <p:cNvSpPr txBox="1"/>
                <p:nvPr>
                  <p:custDataLst>
                    <p:tags r:id="rId66"/>
                  </p:custDataLst>
                </p:nvPr>
              </p:nvSpPr>
              <p:spPr>
                <a:xfrm>
                  <a:off x="3152" y="3248"/>
                  <a:ext cx="240"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174" name="Text Box 119"/>
                <p:cNvSpPr txBox="1"/>
                <p:nvPr>
                  <p:custDataLst>
                    <p:tags r:id="rId67"/>
                  </p:custDataLst>
                </p:nvPr>
              </p:nvSpPr>
              <p:spPr>
                <a:xfrm>
                  <a:off x="2970" y="2931"/>
                  <a:ext cx="544" cy="327"/>
                </a:xfrm>
                <a:prstGeom prst="rect">
                  <a:avLst/>
                </a:prstGeom>
                <a:noFill/>
                <a:ln w="9525">
                  <a:noFill/>
                </a:ln>
              </p:spPr>
              <p:txBody>
                <a:bodyPr>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baseline="-25000" dirty="0">
                      <a:solidFill>
                        <a:schemeClr val="bg1"/>
                      </a:solidFill>
                      <a:latin typeface="Times New Roman" panose="02020603050405020304" pitchFamily="18" charset="0"/>
                      <a:ea typeface="宋体" panose="02010600030101010101" pitchFamily="2" charset="-122"/>
                    </a:rPr>
                    <a:t>oc</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175" name="Line 120"/>
                <p:cNvSpPr/>
                <p:nvPr>
                  <p:custDataLst>
                    <p:tags r:id="rId68"/>
                  </p:custDataLst>
                </p:nvPr>
              </p:nvSpPr>
              <p:spPr>
                <a:xfrm>
                  <a:off x="2559" y="2586"/>
                  <a:ext cx="336" cy="0"/>
                </a:xfrm>
                <a:prstGeom prst="line">
                  <a:avLst/>
                </a:prstGeom>
                <a:ln w="9525" cap="flat" cmpd="sng">
                  <a:solidFill>
                    <a:schemeClr val="tx1"/>
                  </a:solidFill>
                  <a:prstDash val="solid"/>
                  <a:headEnd type="none" w="med" len="med"/>
                  <a:tailEnd type="none" w="med" len="med"/>
                </a:ln>
              </p:spPr>
            </p:sp>
            <p:sp>
              <p:nvSpPr>
                <p:cNvPr id="176" name="Text Box 121"/>
                <p:cNvSpPr txBox="1"/>
                <p:nvPr>
                  <p:custDataLst>
                    <p:tags r:id="rId69"/>
                  </p:custDataLst>
                </p:nvPr>
              </p:nvSpPr>
              <p:spPr>
                <a:xfrm>
                  <a:off x="2835" y="2250"/>
                  <a:ext cx="240"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177" name="Text Box 122"/>
                <p:cNvSpPr txBox="1"/>
                <p:nvPr>
                  <p:custDataLst>
                    <p:tags r:id="rId70"/>
                  </p:custDataLst>
                </p:nvPr>
              </p:nvSpPr>
              <p:spPr>
                <a:xfrm>
                  <a:off x="2336" y="2250"/>
                  <a:ext cx="288"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178" name="Text Box 123"/>
                <p:cNvSpPr txBox="1"/>
                <p:nvPr>
                  <p:custDataLst>
                    <p:tags r:id="rId71"/>
                  </p:custDataLst>
                </p:nvPr>
              </p:nvSpPr>
              <p:spPr>
                <a:xfrm>
                  <a:off x="2562" y="2069"/>
                  <a:ext cx="432"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6</a:t>
                  </a:r>
                  <a:r>
                    <a:rPr lang="en-US" altLang="zh-CN" b="0" i="1" dirty="0">
                      <a:solidFill>
                        <a:schemeClr val="bg1"/>
                      </a:solidFill>
                      <a:latin typeface="Times New Roman" panose="02020603050405020304" pitchFamily="18" charset="0"/>
                      <a:ea typeface="宋体" panose="02010600030101010101" pitchFamily="2" charset="-122"/>
                    </a:rPr>
                    <a:t>I</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179" name="Line 124"/>
                <p:cNvSpPr/>
                <p:nvPr>
                  <p:custDataLst>
                    <p:tags r:id="rId72"/>
                  </p:custDataLst>
                </p:nvPr>
              </p:nvSpPr>
              <p:spPr>
                <a:xfrm flipV="1">
                  <a:off x="1111" y="2568"/>
                  <a:ext cx="2132" cy="0"/>
                </a:xfrm>
                <a:prstGeom prst="line">
                  <a:avLst/>
                </a:prstGeom>
                <a:ln w="28575" cap="flat" cmpd="sng">
                  <a:solidFill>
                    <a:srgbClr val="FFCC00"/>
                  </a:solidFill>
                  <a:prstDash val="solid"/>
                  <a:headEnd type="none" w="med" len="med"/>
                  <a:tailEnd type="none" w="med" len="med"/>
                </a:ln>
              </p:spPr>
            </p:sp>
            <p:sp>
              <p:nvSpPr>
                <p:cNvPr id="180" name="Line 125"/>
                <p:cNvSpPr/>
                <p:nvPr>
                  <p:custDataLst>
                    <p:tags r:id="rId73"/>
                  </p:custDataLst>
                </p:nvPr>
              </p:nvSpPr>
              <p:spPr>
                <a:xfrm>
                  <a:off x="1111" y="3566"/>
                  <a:ext cx="2132" cy="0"/>
                </a:xfrm>
                <a:prstGeom prst="line">
                  <a:avLst/>
                </a:prstGeom>
                <a:ln w="28575" cap="flat" cmpd="sng">
                  <a:solidFill>
                    <a:srgbClr val="FFCC00"/>
                  </a:solidFill>
                  <a:prstDash val="solid"/>
                  <a:headEnd type="none" w="med" len="med"/>
                  <a:tailEnd type="none" w="med" len="med"/>
                </a:ln>
              </p:spPr>
            </p:sp>
            <p:sp>
              <p:nvSpPr>
                <p:cNvPr id="181" name="Line 126"/>
                <p:cNvSpPr/>
                <p:nvPr>
                  <p:custDataLst>
                    <p:tags r:id="rId74"/>
                  </p:custDataLst>
                </p:nvPr>
              </p:nvSpPr>
              <p:spPr>
                <a:xfrm flipH="1" flipV="1">
                  <a:off x="1111" y="2568"/>
                  <a:ext cx="0" cy="998"/>
                </a:xfrm>
                <a:prstGeom prst="line">
                  <a:avLst/>
                </a:prstGeom>
                <a:ln w="28575" cap="flat" cmpd="sng">
                  <a:solidFill>
                    <a:srgbClr val="FFCC00"/>
                  </a:solidFill>
                  <a:prstDash val="solid"/>
                  <a:headEnd type="none" w="med" len="med"/>
                  <a:tailEnd type="none" w="med" len="med"/>
                </a:ln>
              </p:spPr>
            </p:sp>
            <p:sp>
              <p:nvSpPr>
                <p:cNvPr id="182" name="Rectangle 127"/>
                <p:cNvSpPr/>
                <p:nvPr>
                  <p:custDataLst>
                    <p:tags r:id="rId75"/>
                  </p:custDataLst>
                </p:nvPr>
              </p:nvSpPr>
              <p:spPr>
                <a:xfrm>
                  <a:off x="2136" y="2931"/>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183" name="AutoShape 128"/>
                <p:cNvSpPr/>
                <p:nvPr>
                  <p:custDataLst>
                    <p:tags r:id="rId76"/>
                  </p:custDataLst>
                </p:nvPr>
              </p:nvSpPr>
              <p:spPr>
                <a:xfrm rot="10800000">
                  <a:off x="2517" y="2386"/>
                  <a:ext cx="407" cy="363"/>
                </a:xfrm>
                <a:prstGeom prst="flowChartSort">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miter/>
                  <a:headEnd type="none" w="med" len="med"/>
                  <a:tailEnd type="none" w="med" len="med"/>
                </a:ln>
              </p:spPr>
              <p:txBody>
                <a:bodyPr anchor="ctr" anchorCtr="0">
                  <a:spAutoFit/>
                </a:bodyPr>
                <a:p>
                  <a:endParaRPr lang="zh-CN" altLang="en-US" dirty="0">
                    <a:latin typeface="Arial" panose="020B0604020202020204" pitchFamily="34" charset="0"/>
                  </a:endParaRPr>
                </a:p>
              </p:txBody>
            </p:sp>
            <p:sp>
              <p:nvSpPr>
                <p:cNvPr id="184" name="Rectangle 129"/>
                <p:cNvSpPr/>
                <p:nvPr>
                  <p:custDataLst>
                    <p:tags r:id="rId77"/>
                  </p:custDataLst>
                </p:nvPr>
              </p:nvSpPr>
              <p:spPr>
                <a:xfrm>
                  <a:off x="1519" y="2514"/>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185" name="Oval 130"/>
                <p:cNvSpPr/>
                <p:nvPr>
                  <p:custDataLst>
                    <p:tags r:id="rId78"/>
                  </p:custDataLst>
                </p:nvPr>
              </p:nvSpPr>
              <p:spPr>
                <a:xfrm>
                  <a:off x="3242" y="3520"/>
                  <a:ext cx="91" cy="91"/>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86" name="Oval 131"/>
                <p:cNvSpPr/>
                <p:nvPr>
                  <p:custDataLst>
                    <p:tags r:id="rId79"/>
                  </p:custDataLst>
                </p:nvPr>
              </p:nvSpPr>
              <p:spPr>
                <a:xfrm>
                  <a:off x="3242" y="2522"/>
                  <a:ext cx="91" cy="91"/>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sp>
            <p:nvSpPr>
              <p:cNvPr id="187" name="Rectangle 133"/>
              <p:cNvSpPr/>
              <p:nvPr>
                <p:custDataLst>
                  <p:tags r:id="rId80"/>
                </p:custDataLst>
              </p:nvPr>
            </p:nvSpPr>
            <p:spPr>
              <a:xfrm>
                <a:off x="6748" y="978"/>
                <a:ext cx="6917" cy="3970"/>
              </a:xfrm>
              <a:prstGeom prst="rect">
                <a:avLst/>
              </a:prstGeom>
              <a:solidFill>
                <a:schemeClr val="bg2"/>
              </a:solidFill>
              <a:ln w="9525">
                <a:noFill/>
              </a:ln>
            </p:spPr>
            <p:txBody>
              <a:bodyPr wrap="none" anchor="ctr" anchorCtr="0"/>
              <a:p>
                <a:endParaRPr lang="zh-CN" altLang="en-US" dirty="0">
                  <a:latin typeface="Arial" panose="020B0604020202020204" pitchFamily="34" charset="0"/>
                </a:endParaRPr>
              </a:p>
            </p:txBody>
          </p:sp>
          <p:sp>
            <p:nvSpPr>
              <p:cNvPr id="189" name="Line 136"/>
              <p:cNvSpPr/>
              <p:nvPr>
                <p:custDataLst>
                  <p:tags r:id="rId81"/>
                </p:custDataLst>
              </p:nvPr>
            </p:nvSpPr>
            <p:spPr bwMode="auto">
              <a:xfrm flipH="1">
                <a:off x="10263" y="2113"/>
                <a:ext cx="0" cy="2495"/>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90" name="Text Box 137"/>
              <p:cNvSpPr txBox="1"/>
              <p:nvPr>
                <p:custDataLst>
                  <p:tags r:id="rId82"/>
                </p:custDataLst>
              </p:nvPr>
            </p:nvSpPr>
            <p:spPr>
              <a:xfrm>
                <a:off x="9123" y="2998"/>
                <a:ext cx="108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3</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91" name="Text Box 138"/>
              <p:cNvSpPr txBox="1"/>
              <p:nvPr>
                <p:custDataLst>
                  <p:tags r:id="rId83"/>
                </p:custDataLst>
              </p:nvPr>
            </p:nvSpPr>
            <p:spPr>
              <a:xfrm>
                <a:off x="8450" y="1205"/>
                <a:ext cx="117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6</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92" name="Line 139"/>
              <p:cNvSpPr/>
              <p:nvPr>
                <p:custDataLst>
                  <p:tags r:id="rId84"/>
                </p:custDataLst>
              </p:nvPr>
            </p:nvSpPr>
            <p:spPr>
              <a:xfrm>
                <a:off x="10263" y="2158"/>
                <a:ext cx="0" cy="793"/>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193" name="Text Box 140"/>
              <p:cNvSpPr txBox="1"/>
              <p:nvPr>
                <p:custDataLst>
                  <p:tags r:id="rId85"/>
                </p:custDataLst>
              </p:nvPr>
            </p:nvSpPr>
            <p:spPr>
              <a:xfrm>
                <a:off x="10254" y="2225"/>
                <a:ext cx="72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194" name="Text Box 141"/>
              <p:cNvSpPr txBox="1"/>
              <p:nvPr>
                <p:custDataLst>
                  <p:tags r:id="rId86"/>
                </p:custDataLst>
              </p:nvPr>
            </p:nvSpPr>
            <p:spPr>
              <a:xfrm>
                <a:off x="12415" y="2225"/>
                <a:ext cx="48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95" name="Text Box 142"/>
              <p:cNvSpPr txBox="1"/>
              <p:nvPr>
                <p:custDataLst>
                  <p:tags r:id="rId87"/>
                </p:custDataLst>
              </p:nvPr>
            </p:nvSpPr>
            <p:spPr>
              <a:xfrm>
                <a:off x="12468" y="3813"/>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96" name="Text Box 143"/>
              <p:cNvSpPr txBox="1"/>
              <p:nvPr>
                <p:custDataLst>
                  <p:tags r:id="rId88"/>
                </p:custDataLst>
              </p:nvPr>
            </p:nvSpPr>
            <p:spPr>
              <a:xfrm>
                <a:off x="11933" y="3020"/>
                <a:ext cx="1220" cy="725"/>
              </a:xfrm>
              <a:prstGeom prst="rect">
                <a:avLst/>
              </a:prstGeom>
              <a:noFill/>
              <a:ln w="9525">
                <a:noFill/>
              </a:ln>
            </p:spPr>
            <p:txBody>
              <a:bodyPr wrap="square">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baseline="-25000" dirty="0">
                    <a:solidFill>
                      <a:schemeClr val="tx1"/>
                    </a:solidFill>
                    <a:latin typeface="Times New Roman" panose="02020603050405020304" pitchFamily="18" charset="0"/>
                    <a:ea typeface="宋体" panose="02010600030101010101" pitchFamily="2" charset="-122"/>
                  </a:rPr>
                  <a:t>OC</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197" name="Line 144"/>
              <p:cNvSpPr/>
              <p:nvPr>
                <p:custDataLst>
                  <p:tags r:id="rId89"/>
                </p:custDataLst>
              </p:nvPr>
            </p:nvSpPr>
            <p:spPr>
              <a:xfrm>
                <a:off x="11163" y="2158"/>
                <a:ext cx="840" cy="0"/>
              </a:xfrm>
              <a:prstGeom prst="line">
                <a:avLst/>
              </a:prstGeom>
              <a:ln w="9525" cap="flat" cmpd="sng">
                <a:solidFill>
                  <a:schemeClr val="tx1"/>
                </a:solidFill>
                <a:prstDash val="solid"/>
                <a:headEnd type="none" w="med" len="med"/>
                <a:tailEnd type="none" w="med" len="med"/>
              </a:ln>
            </p:spPr>
          </p:sp>
          <p:sp>
            <p:nvSpPr>
              <p:cNvPr id="198" name="Text Box 145"/>
              <p:cNvSpPr txBox="1"/>
              <p:nvPr>
                <p:custDataLst>
                  <p:tags r:id="rId90"/>
                </p:custDataLst>
              </p:nvPr>
            </p:nvSpPr>
            <p:spPr>
              <a:xfrm>
                <a:off x="11853" y="1318"/>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99" name="Text Box 146"/>
              <p:cNvSpPr txBox="1"/>
              <p:nvPr>
                <p:custDataLst>
                  <p:tags r:id="rId91"/>
                </p:custDataLst>
              </p:nvPr>
            </p:nvSpPr>
            <p:spPr>
              <a:xfrm>
                <a:off x="10605" y="1318"/>
                <a:ext cx="72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00" name="Text Box 147"/>
              <p:cNvSpPr txBox="1"/>
              <p:nvPr>
                <p:custDataLst>
                  <p:tags r:id="rId92"/>
                </p:custDataLst>
              </p:nvPr>
            </p:nvSpPr>
            <p:spPr>
              <a:xfrm>
                <a:off x="11170" y="1015"/>
                <a:ext cx="108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6</a:t>
                </a:r>
                <a:r>
                  <a:rPr lang="en-US" altLang="zh-CN" b="0" i="1" dirty="0">
                    <a:solidFill>
                      <a:schemeClr val="tx1"/>
                    </a:solidFill>
                    <a:latin typeface="Times New Roman" panose="02020603050405020304" pitchFamily="18" charset="0"/>
                    <a:ea typeface="宋体" panose="02010600030101010101" pitchFamily="2" charset="-122"/>
                  </a:rPr>
                  <a:t>I</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201" name="Line 148"/>
              <p:cNvSpPr/>
              <p:nvPr>
                <p:custDataLst>
                  <p:tags r:id="rId93"/>
                </p:custDataLst>
              </p:nvPr>
            </p:nvSpPr>
            <p:spPr bwMode="auto">
              <a:xfrm flipV="1">
                <a:off x="7543" y="2113"/>
                <a:ext cx="5330"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202" name="Line 149"/>
              <p:cNvSpPr/>
              <p:nvPr>
                <p:custDataLst>
                  <p:tags r:id="rId94"/>
                </p:custDataLst>
              </p:nvPr>
            </p:nvSpPr>
            <p:spPr bwMode="auto">
              <a:xfrm>
                <a:off x="7543" y="4608"/>
                <a:ext cx="5330"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204" name="Rectangle 151"/>
              <p:cNvSpPr/>
              <p:nvPr>
                <p:custDataLst>
                  <p:tags r:id="rId95"/>
                </p:custDataLst>
              </p:nvPr>
            </p:nvSpPr>
            <p:spPr bwMode="auto">
              <a:xfrm>
                <a:off x="10060" y="3020"/>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205" name="Rectangle 153"/>
              <p:cNvSpPr/>
              <p:nvPr>
                <p:custDataLst>
                  <p:tags r:id="rId96"/>
                </p:custDataLst>
              </p:nvPr>
            </p:nvSpPr>
            <p:spPr bwMode="auto">
              <a:xfrm>
                <a:off x="8563" y="2000"/>
                <a:ext cx="792"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grpSp>
            <p:nvGrpSpPr>
              <p:cNvPr id="208" name="组合 207"/>
              <p:cNvGrpSpPr/>
              <p:nvPr/>
            </p:nvGrpSpPr>
            <p:grpSpPr>
              <a:xfrm>
                <a:off x="11116" y="1658"/>
                <a:ext cx="907" cy="907"/>
                <a:chOff x="5883144" y="5417878"/>
                <a:chExt cx="576000" cy="576000"/>
              </a:xfrm>
            </p:grpSpPr>
            <p:sp>
              <p:nvSpPr>
                <p:cNvPr id="209" name="AutoShape 17"/>
                <p:cNvSpPr>
                  <a:spLocks noChangeArrowheads="1"/>
                </p:cNvSpPr>
                <p:nvPr>
                  <p:custDataLst>
                    <p:tags r:id="rId97"/>
                  </p:custDataLst>
                </p:nvPr>
              </p:nvSpPr>
              <p:spPr bwMode="auto">
                <a:xfrm>
                  <a:off x="5883144" y="5417878"/>
                  <a:ext cx="576000" cy="576000"/>
                </a:xfrm>
                <a:prstGeom prst="diamond">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en-US" sz="1800"/>
                </a:p>
              </p:txBody>
            </p:sp>
            <p:cxnSp>
              <p:nvCxnSpPr>
                <p:cNvPr id="210" name="直接连接符 209"/>
                <p:cNvCxnSpPr>
                  <a:stCxn id="209" idx="1"/>
                  <a:endCxn id="209" idx="3"/>
                </p:cNvCxnSpPr>
                <p:nvPr>
                  <p:custDataLst>
                    <p:tags r:id="rId98"/>
                  </p:custDataLst>
                </p:nvPr>
              </p:nvCxnSpPr>
              <p:spPr>
                <a:xfrm>
                  <a:off x="5883144" y="5705878"/>
                  <a:ext cx="576000"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3" name="Line 150"/>
              <p:cNvSpPr/>
              <p:nvPr>
                <p:custDataLst>
                  <p:tags r:id="rId99"/>
                </p:custDataLst>
              </p:nvPr>
            </p:nvSpPr>
            <p:spPr bwMode="auto">
              <a:xfrm flipH="1" flipV="1">
                <a:off x="7543" y="2113"/>
                <a:ext cx="0" cy="2495"/>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grpSp>
        <p:sp>
          <p:nvSpPr>
            <p:cNvPr id="214" name="Oval 953"/>
            <p:cNvSpPr>
              <a:spLocks noChangeArrowheads="1"/>
            </p:cNvSpPr>
            <p:nvPr>
              <p:custDataLst>
                <p:tags r:id="rId100"/>
              </p:custDataLst>
            </p:nvPr>
          </p:nvSpPr>
          <p:spPr bwMode="auto">
            <a:xfrm>
              <a:off x="3795" y="5945"/>
              <a:ext cx="908" cy="908"/>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sp>
          <p:nvSpPr>
            <p:cNvPr id="216" name="Line 150"/>
            <p:cNvSpPr/>
            <p:nvPr>
              <p:custDataLst>
                <p:tags r:id="rId101"/>
              </p:custDataLst>
            </p:nvPr>
          </p:nvSpPr>
          <p:spPr bwMode="auto">
            <a:xfrm flipH="1" flipV="1">
              <a:off x="4251" y="5006"/>
              <a:ext cx="0" cy="2495"/>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217" name="Text Box 141"/>
            <p:cNvSpPr txBox="1"/>
            <p:nvPr>
              <p:custDataLst>
                <p:tags r:id="rId102"/>
              </p:custDataLst>
            </p:nvPr>
          </p:nvSpPr>
          <p:spPr>
            <a:xfrm>
              <a:off x="4678" y="5407"/>
              <a:ext cx="48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18" name="Text Box 142"/>
            <p:cNvSpPr txBox="1"/>
            <p:nvPr>
              <p:custDataLst>
                <p:tags r:id="rId103"/>
              </p:custDataLst>
            </p:nvPr>
          </p:nvSpPr>
          <p:spPr>
            <a:xfrm>
              <a:off x="4678" y="6707"/>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19" name="Text Box 143"/>
            <p:cNvSpPr txBox="1"/>
            <p:nvPr>
              <p:custDataLst>
                <p:tags r:id="rId104"/>
              </p:custDataLst>
            </p:nvPr>
          </p:nvSpPr>
          <p:spPr>
            <a:xfrm>
              <a:off x="4661" y="6031"/>
              <a:ext cx="1240" cy="725"/>
            </a:xfrm>
            <a:prstGeom prst="rect">
              <a:avLst/>
            </a:prstGeom>
            <a:noFill/>
            <a:ln w="9525">
              <a:noFill/>
            </a:ln>
          </p:spPr>
          <p:txBody>
            <a:bodyPr wrap="square">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9V</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20" name="椭圆 219"/>
            <p:cNvSpPr/>
            <p:nvPr/>
          </p:nvSpPr>
          <p:spPr>
            <a:xfrm>
              <a:off x="9585" y="4935"/>
              <a:ext cx="180" cy="180"/>
            </a:xfrm>
            <a:prstGeom prst="ellipse">
              <a:avLst/>
            </a:prstGeom>
            <a:noFill/>
            <a:ln>
              <a:solidFill>
                <a:schemeClr val="tx2">
                  <a:lumMod val="75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1" name="椭圆 220"/>
            <p:cNvSpPr/>
            <p:nvPr>
              <p:custDataLst>
                <p:tags r:id="rId105"/>
              </p:custDataLst>
            </p:nvPr>
          </p:nvSpPr>
          <p:spPr>
            <a:xfrm>
              <a:off x="9605" y="7400"/>
              <a:ext cx="180" cy="180"/>
            </a:xfrm>
            <a:prstGeom prst="ellipse">
              <a:avLst/>
            </a:prstGeom>
            <a:noFill/>
            <a:ln>
              <a:solidFill>
                <a:schemeClr val="tx2">
                  <a:lumMod val="75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3" name="组合 2"/>
          <p:cNvGrpSpPr/>
          <p:nvPr/>
        </p:nvGrpSpPr>
        <p:grpSpPr>
          <a:xfrm>
            <a:off x="4387850" y="682625"/>
            <a:ext cx="4465320" cy="2593975"/>
            <a:chOff x="6748" y="865"/>
            <a:chExt cx="7032" cy="4085"/>
          </a:xfrm>
        </p:grpSpPr>
        <p:grpSp>
          <p:nvGrpSpPr>
            <p:cNvPr id="4" name="Group 105"/>
            <p:cNvGrpSpPr/>
            <p:nvPr/>
          </p:nvGrpSpPr>
          <p:grpSpPr>
            <a:xfrm>
              <a:off x="6860" y="865"/>
              <a:ext cx="6858" cy="3790"/>
              <a:chOff x="2744" y="346"/>
              <a:chExt cx="2743" cy="1516"/>
            </a:xfrm>
          </p:grpSpPr>
          <p:sp>
            <p:nvSpPr>
              <p:cNvPr id="76876" name="Line 20"/>
              <p:cNvSpPr/>
              <p:nvPr/>
            </p:nvSpPr>
            <p:spPr>
              <a:xfrm flipH="1">
                <a:off x="5058" y="845"/>
                <a:ext cx="0" cy="998"/>
              </a:xfrm>
              <a:prstGeom prst="line">
                <a:avLst/>
              </a:prstGeom>
              <a:ln w="28575" cap="flat" cmpd="sng">
                <a:solidFill>
                  <a:srgbClr val="FFCC00"/>
                </a:solidFill>
                <a:prstDash val="solid"/>
                <a:headEnd type="none" w="med" len="med"/>
                <a:tailEnd type="none" w="med" len="med"/>
              </a:ln>
            </p:spPr>
          </p:sp>
          <p:sp>
            <p:nvSpPr>
              <p:cNvPr id="76877" name="Rectangle 21"/>
              <p:cNvSpPr/>
              <p:nvPr/>
            </p:nvSpPr>
            <p:spPr>
              <a:xfrm>
                <a:off x="4976" y="1162"/>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76878" name="Oval 22"/>
              <p:cNvSpPr/>
              <p:nvPr/>
            </p:nvSpPr>
            <p:spPr>
              <a:xfrm>
                <a:off x="2744" y="1162"/>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76879" name="Line 23"/>
              <p:cNvSpPr/>
              <p:nvPr/>
            </p:nvSpPr>
            <p:spPr>
              <a:xfrm flipH="1">
                <a:off x="4014" y="845"/>
                <a:ext cx="0" cy="998"/>
              </a:xfrm>
              <a:prstGeom prst="line">
                <a:avLst/>
              </a:prstGeom>
              <a:ln w="28575" cap="flat" cmpd="sng">
                <a:solidFill>
                  <a:srgbClr val="FFCC00"/>
                </a:solidFill>
                <a:prstDash val="solid"/>
                <a:headEnd type="oval" w="med" len="med"/>
                <a:tailEnd type="oval" w="med" len="med"/>
              </a:ln>
            </p:spPr>
          </p:sp>
          <p:sp>
            <p:nvSpPr>
              <p:cNvPr id="76880" name="Text Box 24"/>
              <p:cNvSpPr txBox="1"/>
              <p:nvPr/>
            </p:nvSpPr>
            <p:spPr>
              <a:xfrm>
                <a:off x="3558" y="1199"/>
                <a:ext cx="432"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3</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6881" name="Text Box 25"/>
              <p:cNvSpPr txBox="1"/>
              <p:nvPr/>
            </p:nvSpPr>
            <p:spPr>
              <a:xfrm>
                <a:off x="4617" y="1162"/>
                <a:ext cx="486"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3</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6882" name="Text Box 26"/>
              <p:cNvSpPr txBox="1"/>
              <p:nvPr/>
            </p:nvSpPr>
            <p:spPr>
              <a:xfrm>
                <a:off x="3289" y="482"/>
                <a:ext cx="470"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6</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6883" name="Line 27"/>
              <p:cNvSpPr/>
              <p:nvPr/>
            </p:nvSpPr>
            <p:spPr>
              <a:xfrm>
                <a:off x="4014" y="890"/>
                <a:ext cx="0" cy="227"/>
              </a:xfrm>
              <a:prstGeom prst="line">
                <a:avLst/>
              </a:prstGeom>
              <a:ln w="28575" cap="flat" cmpd="sng">
                <a:solidFill>
                  <a:srgbClr val="66FFFF"/>
                </a:solidFill>
                <a:prstDash val="solid"/>
                <a:headEnd type="none" w="med" len="med"/>
                <a:tailEnd type="triangle" w="med" len="med"/>
              </a:ln>
            </p:spPr>
          </p:sp>
          <p:sp>
            <p:nvSpPr>
              <p:cNvPr id="76884" name="Text Box 28"/>
              <p:cNvSpPr txBox="1"/>
              <p:nvPr/>
            </p:nvSpPr>
            <p:spPr>
              <a:xfrm>
                <a:off x="4014" y="845"/>
                <a:ext cx="288" cy="327"/>
              </a:xfrm>
              <a:prstGeom prst="rect">
                <a:avLst/>
              </a:prstGeom>
              <a:noFill/>
              <a:ln w="9525">
                <a:noFill/>
              </a:ln>
            </p:spPr>
            <p:txBody>
              <a:bodyPr>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I</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6885" name="Text Box 29"/>
              <p:cNvSpPr txBox="1"/>
              <p:nvPr/>
            </p:nvSpPr>
            <p:spPr>
              <a:xfrm>
                <a:off x="2934" y="911"/>
                <a:ext cx="192"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6886" name="Text Box 30"/>
              <p:cNvSpPr txBox="1"/>
              <p:nvPr/>
            </p:nvSpPr>
            <p:spPr>
              <a:xfrm>
                <a:off x="2934" y="1439"/>
                <a:ext cx="240"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6887" name="Text Box 31"/>
              <p:cNvSpPr txBox="1"/>
              <p:nvPr/>
            </p:nvSpPr>
            <p:spPr>
              <a:xfrm>
                <a:off x="3078" y="1199"/>
                <a:ext cx="438"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9V</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6888" name="Text Box 32"/>
              <p:cNvSpPr txBox="1"/>
              <p:nvPr/>
            </p:nvSpPr>
            <p:spPr>
              <a:xfrm>
                <a:off x="5142" y="863"/>
                <a:ext cx="192"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6889" name="Text Box 33"/>
              <p:cNvSpPr txBox="1"/>
              <p:nvPr/>
            </p:nvSpPr>
            <p:spPr>
              <a:xfrm>
                <a:off x="5142" y="1535"/>
                <a:ext cx="240"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6890" name="Text Box 34"/>
              <p:cNvSpPr txBox="1"/>
              <p:nvPr/>
            </p:nvSpPr>
            <p:spPr>
              <a:xfrm>
                <a:off x="5103" y="1162"/>
                <a:ext cx="384" cy="327"/>
              </a:xfrm>
              <a:prstGeom prst="rect">
                <a:avLst/>
              </a:prstGeom>
              <a:noFill/>
              <a:ln w="9525">
                <a:noFill/>
              </a:ln>
            </p:spPr>
            <p:txBody>
              <a:bodyPr>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baseline="-25000" dirty="0">
                    <a:solidFill>
                      <a:schemeClr val="bg1"/>
                    </a:solidFill>
                    <a:latin typeface="Times New Roman" panose="02020603050405020304" pitchFamily="18" charset="0"/>
                    <a:ea typeface="宋体" panose="02010600030101010101" pitchFamily="2" charset="-122"/>
                  </a:rPr>
                  <a:t>0</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6891" name="Line 35"/>
              <p:cNvSpPr/>
              <p:nvPr/>
            </p:nvSpPr>
            <p:spPr>
              <a:xfrm>
                <a:off x="4374" y="863"/>
                <a:ext cx="336" cy="0"/>
              </a:xfrm>
              <a:prstGeom prst="line">
                <a:avLst/>
              </a:prstGeom>
              <a:ln w="9525" cap="flat" cmpd="sng">
                <a:solidFill>
                  <a:schemeClr val="tx1"/>
                </a:solidFill>
                <a:prstDash val="solid"/>
                <a:headEnd type="none" w="med" len="med"/>
                <a:tailEnd type="none" w="med" len="med"/>
              </a:ln>
            </p:spPr>
          </p:sp>
          <p:sp>
            <p:nvSpPr>
              <p:cNvPr id="76892" name="Text Box 36"/>
              <p:cNvSpPr txBox="1"/>
              <p:nvPr/>
            </p:nvSpPr>
            <p:spPr>
              <a:xfrm>
                <a:off x="4650" y="527"/>
                <a:ext cx="240"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6893" name="Text Box 37"/>
              <p:cNvSpPr txBox="1"/>
              <p:nvPr/>
            </p:nvSpPr>
            <p:spPr>
              <a:xfrm>
                <a:off x="4151" y="527"/>
                <a:ext cx="288"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6894" name="Text Box 38"/>
              <p:cNvSpPr txBox="1"/>
              <p:nvPr/>
            </p:nvSpPr>
            <p:spPr>
              <a:xfrm>
                <a:off x="4377" y="346"/>
                <a:ext cx="432"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6</a:t>
                </a:r>
                <a:r>
                  <a:rPr lang="en-US" altLang="zh-CN" b="0" i="1" dirty="0">
                    <a:solidFill>
                      <a:schemeClr val="bg1"/>
                    </a:solidFill>
                    <a:latin typeface="Times New Roman" panose="02020603050405020304" pitchFamily="18" charset="0"/>
                    <a:ea typeface="宋体" panose="02010600030101010101" pitchFamily="2" charset="-122"/>
                  </a:rPr>
                  <a:t>I</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6895" name="Line 39"/>
              <p:cNvSpPr/>
              <p:nvPr/>
            </p:nvSpPr>
            <p:spPr>
              <a:xfrm flipV="1">
                <a:off x="2926" y="845"/>
                <a:ext cx="2132" cy="0"/>
              </a:xfrm>
              <a:prstGeom prst="line">
                <a:avLst/>
              </a:prstGeom>
              <a:ln w="28575" cap="flat" cmpd="sng">
                <a:solidFill>
                  <a:srgbClr val="FFCC00"/>
                </a:solidFill>
                <a:prstDash val="solid"/>
                <a:headEnd type="none" w="med" len="med"/>
                <a:tailEnd type="none" w="med" len="med"/>
              </a:ln>
            </p:spPr>
          </p:sp>
          <p:sp>
            <p:nvSpPr>
              <p:cNvPr id="76896" name="Line 40"/>
              <p:cNvSpPr/>
              <p:nvPr/>
            </p:nvSpPr>
            <p:spPr>
              <a:xfrm>
                <a:off x="2926" y="1843"/>
                <a:ext cx="2132" cy="0"/>
              </a:xfrm>
              <a:prstGeom prst="line">
                <a:avLst/>
              </a:prstGeom>
              <a:ln w="28575" cap="flat" cmpd="sng">
                <a:solidFill>
                  <a:srgbClr val="FFCC00"/>
                </a:solidFill>
                <a:prstDash val="solid"/>
                <a:headEnd type="none" w="med" len="med"/>
                <a:tailEnd type="none" w="med" len="med"/>
              </a:ln>
            </p:spPr>
          </p:sp>
          <p:sp>
            <p:nvSpPr>
              <p:cNvPr id="76897" name="Line 41"/>
              <p:cNvSpPr/>
              <p:nvPr/>
            </p:nvSpPr>
            <p:spPr>
              <a:xfrm flipH="1" flipV="1">
                <a:off x="2926" y="845"/>
                <a:ext cx="0" cy="998"/>
              </a:xfrm>
              <a:prstGeom prst="line">
                <a:avLst/>
              </a:prstGeom>
              <a:ln w="28575" cap="flat" cmpd="sng">
                <a:solidFill>
                  <a:srgbClr val="FFCC00"/>
                </a:solidFill>
                <a:prstDash val="solid"/>
                <a:headEnd type="none" w="med" len="med"/>
                <a:tailEnd type="none" w="med" len="med"/>
              </a:ln>
            </p:spPr>
          </p:sp>
          <p:sp>
            <p:nvSpPr>
              <p:cNvPr id="76898" name="Rectangle 42"/>
              <p:cNvSpPr/>
              <p:nvPr/>
            </p:nvSpPr>
            <p:spPr>
              <a:xfrm>
                <a:off x="3933" y="1208"/>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76899" name="AutoShape 43"/>
              <p:cNvSpPr/>
              <p:nvPr/>
            </p:nvSpPr>
            <p:spPr>
              <a:xfrm rot="10800000">
                <a:off x="4332" y="663"/>
                <a:ext cx="407" cy="363"/>
              </a:xfrm>
              <a:prstGeom prst="flowChartSort">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miter/>
                <a:headEnd type="none" w="med" len="med"/>
                <a:tailEnd type="none" w="med" len="med"/>
              </a:ln>
            </p:spPr>
            <p:txBody>
              <a:bodyPr anchor="ctr" anchorCtr="0">
                <a:spAutoFit/>
              </a:bodyPr>
              <a:p>
                <a:endParaRPr lang="zh-CN" altLang="en-US" dirty="0">
                  <a:latin typeface="Arial" panose="020B0604020202020204" pitchFamily="34" charset="0"/>
                </a:endParaRPr>
              </a:p>
            </p:txBody>
          </p:sp>
          <p:sp>
            <p:nvSpPr>
              <p:cNvPr id="76900" name="Rectangle 44"/>
              <p:cNvSpPr/>
              <p:nvPr/>
            </p:nvSpPr>
            <p:spPr>
              <a:xfrm>
                <a:off x="3334" y="800"/>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grpSp>
        <p:grpSp>
          <p:nvGrpSpPr>
            <p:cNvPr id="6" name="Group 106"/>
            <p:cNvGrpSpPr/>
            <p:nvPr/>
          </p:nvGrpSpPr>
          <p:grpSpPr>
            <a:xfrm>
              <a:off x="6748" y="865"/>
              <a:ext cx="6917" cy="4085"/>
              <a:chOff x="793" y="2069"/>
              <a:chExt cx="2767" cy="1634"/>
            </a:xfrm>
          </p:grpSpPr>
          <p:sp>
            <p:nvSpPr>
              <p:cNvPr id="76849" name="Rectangle 107"/>
              <p:cNvSpPr/>
              <p:nvPr/>
            </p:nvSpPr>
            <p:spPr>
              <a:xfrm>
                <a:off x="793" y="2115"/>
                <a:ext cx="2767" cy="1588"/>
              </a:xfrm>
              <a:prstGeom prst="rect">
                <a:avLst/>
              </a:prstGeom>
              <a:solidFill>
                <a:schemeClr val="bg2"/>
              </a:solidFill>
              <a:ln w="9525">
                <a:noFill/>
              </a:ln>
            </p:spPr>
            <p:txBody>
              <a:bodyPr wrap="none" anchor="ctr" anchorCtr="0"/>
              <a:p>
                <a:endParaRPr lang="zh-CN" altLang="en-US" dirty="0">
                  <a:latin typeface="Arial" panose="020B0604020202020204" pitchFamily="34" charset="0"/>
                </a:endParaRPr>
              </a:p>
            </p:txBody>
          </p:sp>
          <p:sp>
            <p:nvSpPr>
              <p:cNvPr id="76850" name="Oval 108"/>
              <p:cNvSpPr/>
              <p:nvPr/>
            </p:nvSpPr>
            <p:spPr>
              <a:xfrm>
                <a:off x="929" y="2885"/>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76851" name="Line 109"/>
              <p:cNvSpPr/>
              <p:nvPr/>
            </p:nvSpPr>
            <p:spPr>
              <a:xfrm flipH="1">
                <a:off x="2199" y="2568"/>
                <a:ext cx="0" cy="998"/>
              </a:xfrm>
              <a:prstGeom prst="line">
                <a:avLst/>
              </a:prstGeom>
              <a:ln w="28575" cap="flat" cmpd="sng">
                <a:solidFill>
                  <a:srgbClr val="FFCC00"/>
                </a:solidFill>
                <a:prstDash val="solid"/>
                <a:headEnd type="oval" w="med" len="med"/>
                <a:tailEnd type="oval" w="med" len="med"/>
              </a:ln>
            </p:spPr>
          </p:sp>
          <p:sp>
            <p:nvSpPr>
              <p:cNvPr id="76852" name="Text Box 110"/>
              <p:cNvSpPr txBox="1"/>
              <p:nvPr/>
            </p:nvSpPr>
            <p:spPr>
              <a:xfrm>
                <a:off x="1743" y="2922"/>
                <a:ext cx="432"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3</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6853" name="Text Box 111"/>
              <p:cNvSpPr txBox="1"/>
              <p:nvPr/>
            </p:nvSpPr>
            <p:spPr>
              <a:xfrm>
                <a:off x="1474" y="2205"/>
                <a:ext cx="470"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6</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6854" name="Line 112"/>
              <p:cNvSpPr/>
              <p:nvPr/>
            </p:nvSpPr>
            <p:spPr>
              <a:xfrm flipH="1">
                <a:off x="2200" y="2605"/>
                <a:ext cx="1" cy="281"/>
              </a:xfrm>
              <a:prstGeom prst="line">
                <a:avLst/>
              </a:prstGeom>
              <a:ln w="28575" cap="flat" cmpd="sng">
                <a:solidFill>
                  <a:srgbClr val="66FFFF"/>
                </a:solidFill>
                <a:prstDash val="solid"/>
                <a:headEnd type="none" w="med" len="med"/>
                <a:tailEnd type="triangle" w="med" len="med"/>
              </a:ln>
            </p:spPr>
          </p:sp>
          <p:sp>
            <p:nvSpPr>
              <p:cNvPr id="76855" name="Text Box 113"/>
              <p:cNvSpPr txBox="1"/>
              <p:nvPr/>
            </p:nvSpPr>
            <p:spPr>
              <a:xfrm>
                <a:off x="2200" y="2614"/>
                <a:ext cx="288" cy="327"/>
              </a:xfrm>
              <a:prstGeom prst="rect">
                <a:avLst/>
              </a:prstGeom>
              <a:noFill/>
              <a:ln w="9525">
                <a:noFill/>
              </a:ln>
            </p:spPr>
            <p:txBody>
              <a:bodyPr>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I</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6856" name="Text Box 114"/>
              <p:cNvSpPr txBox="1"/>
              <p:nvPr/>
            </p:nvSpPr>
            <p:spPr>
              <a:xfrm>
                <a:off x="1119" y="2634"/>
                <a:ext cx="192"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6857" name="Text Box 115"/>
              <p:cNvSpPr txBox="1"/>
              <p:nvPr/>
            </p:nvSpPr>
            <p:spPr>
              <a:xfrm>
                <a:off x="1119" y="3162"/>
                <a:ext cx="240"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6858" name="Text Box 116"/>
              <p:cNvSpPr txBox="1"/>
              <p:nvPr/>
            </p:nvSpPr>
            <p:spPr>
              <a:xfrm>
                <a:off x="1263" y="2922"/>
                <a:ext cx="438"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9V</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6859" name="Text Box 117"/>
              <p:cNvSpPr txBox="1"/>
              <p:nvPr/>
            </p:nvSpPr>
            <p:spPr>
              <a:xfrm>
                <a:off x="3106" y="2613"/>
                <a:ext cx="192"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6860" name="Text Box 118"/>
              <p:cNvSpPr txBox="1"/>
              <p:nvPr/>
            </p:nvSpPr>
            <p:spPr>
              <a:xfrm>
                <a:off x="3152" y="3248"/>
                <a:ext cx="240"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6861" name="Text Box 119"/>
              <p:cNvSpPr txBox="1"/>
              <p:nvPr/>
            </p:nvSpPr>
            <p:spPr>
              <a:xfrm>
                <a:off x="2970" y="2931"/>
                <a:ext cx="544" cy="327"/>
              </a:xfrm>
              <a:prstGeom prst="rect">
                <a:avLst/>
              </a:prstGeom>
              <a:noFill/>
              <a:ln w="9525">
                <a:noFill/>
              </a:ln>
            </p:spPr>
            <p:txBody>
              <a:bodyPr>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baseline="-25000" dirty="0">
                    <a:solidFill>
                      <a:schemeClr val="bg1"/>
                    </a:solidFill>
                    <a:latin typeface="Times New Roman" panose="02020603050405020304" pitchFamily="18" charset="0"/>
                    <a:ea typeface="宋体" panose="02010600030101010101" pitchFamily="2" charset="-122"/>
                  </a:rPr>
                  <a:t>oc</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6862" name="Line 120"/>
              <p:cNvSpPr/>
              <p:nvPr/>
            </p:nvSpPr>
            <p:spPr>
              <a:xfrm>
                <a:off x="2559" y="2586"/>
                <a:ext cx="336" cy="0"/>
              </a:xfrm>
              <a:prstGeom prst="line">
                <a:avLst/>
              </a:prstGeom>
              <a:ln w="9525" cap="flat" cmpd="sng">
                <a:solidFill>
                  <a:schemeClr val="tx1"/>
                </a:solidFill>
                <a:prstDash val="solid"/>
                <a:headEnd type="none" w="med" len="med"/>
                <a:tailEnd type="none" w="med" len="med"/>
              </a:ln>
            </p:spPr>
          </p:sp>
          <p:sp>
            <p:nvSpPr>
              <p:cNvPr id="76863" name="Text Box 121"/>
              <p:cNvSpPr txBox="1"/>
              <p:nvPr/>
            </p:nvSpPr>
            <p:spPr>
              <a:xfrm>
                <a:off x="2835" y="2250"/>
                <a:ext cx="240"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6864" name="Text Box 122"/>
              <p:cNvSpPr txBox="1"/>
              <p:nvPr/>
            </p:nvSpPr>
            <p:spPr>
              <a:xfrm>
                <a:off x="2336" y="2250"/>
                <a:ext cx="288"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6865" name="Text Box 123"/>
              <p:cNvSpPr txBox="1"/>
              <p:nvPr/>
            </p:nvSpPr>
            <p:spPr>
              <a:xfrm>
                <a:off x="2562" y="2069"/>
                <a:ext cx="432"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6</a:t>
                </a:r>
                <a:r>
                  <a:rPr lang="en-US" altLang="zh-CN" b="0" i="1" dirty="0">
                    <a:solidFill>
                      <a:schemeClr val="bg1"/>
                    </a:solidFill>
                    <a:latin typeface="Times New Roman" panose="02020603050405020304" pitchFamily="18" charset="0"/>
                    <a:ea typeface="宋体" panose="02010600030101010101" pitchFamily="2" charset="-122"/>
                  </a:rPr>
                  <a:t>I</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6866" name="Line 124"/>
              <p:cNvSpPr/>
              <p:nvPr/>
            </p:nvSpPr>
            <p:spPr>
              <a:xfrm flipV="1">
                <a:off x="1111" y="2568"/>
                <a:ext cx="2132" cy="0"/>
              </a:xfrm>
              <a:prstGeom prst="line">
                <a:avLst/>
              </a:prstGeom>
              <a:ln w="28575" cap="flat" cmpd="sng">
                <a:solidFill>
                  <a:srgbClr val="FFCC00"/>
                </a:solidFill>
                <a:prstDash val="solid"/>
                <a:headEnd type="none" w="med" len="med"/>
                <a:tailEnd type="none" w="med" len="med"/>
              </a:ln>
            </p:spPr>
          </p:sp>
          <p:sp>
            <p:nvSpPr>
              <p:cNvPr id="76867" name="Line 125"/>
              <p:cNvSpPr/>
              <p:nvPr/>
            </p:nvSpPr>
            <p:spPr>
              <a:xfrm>
                <a:off x="1111" y="3566"/>
                <a:ext cx="2132" cy="0"/>
              </a:xfrm>
              <a:prstGeom prst="line">
                <a:avLst/>
              </a:prstGeom>
              <a:ln w="28575" cap="flat" cmpd="sng">
                <a:solidFill>
                  <a:srgbClr val="FFCC00"/>
                </a:solidFill>
                <a:prstDash val="solid"/>
                <a:headEnd type="none" w="med" len="med"/>
                <a:tailEnd type="none" w="med" len="med"/>
              </a:ln>
            </p:spPr>
          </p:sp>
          <p:sp>
            <p:nvSpPr>
              <p:cNvPr id="76868" name="Line 126"/>
              <p:cNvSpPr/>
              <p:nvPr/>
            </p:nvSpPr>
            <p:spPr>
              <a:xfrm flipH="1" flipV="1">
                <a:off x="1111" y="2568"/>
                <a:ext cx="0" cy="998"/>
              </a:xfrm>
              <a:prstGeom prst="line">
                <a:avLst/>
              </a:prstGeom>
              <a:ln w="28575" cap="flat" cmpd="sng">
                <a:solidFill>
                  <a:srgbClr val="FFCC00"/>
                </a:solidFill>
                <a:prstDash val="solid"/>
                <a:headEnd type="none" w="med" len="med"/>
                <a:tailEnd type="none" w="med" len="med"/>
              </a:ln>
            </p:spPr>
          </p:sp>
          <p:sp>
            <p:nvSpPr>
              <p:cNvPr id="76869" name="Rectangle 127"/>
              <p:cNvSpPr/>
              <p:nvPr/>
            </p:nvSpPr>
            <p:spPr>
              <a:xfrm>
                <a:off x="2136" y="2931"/>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76870" name="AutoShape 128"/>
              <p:cNvSpPr/>
              <p:nvPr/>
            </p:nvSpPr>
            <p:spPr>
              <a:xfrm rot="10800000">
                <a:off x="2517" y="2386"/>
                <a:ext cx="407" cy="363"/>
              </a:xfrm>
              <a:prstGeom prst="flowChartSort">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miter/>
                <a:headEnd type="none" w="med" len="med"/>
                <a:tailEnd type="none" w="med" len="med"/>
              </a:ln>
            </p:spPr>
            <p:txBody>
              <a:bodyPr anchor="ctr" anchorCtr="0">
                <a:spAutoFit/>
              </a:bodyPr>
              <a:p>
                <a:endParaRPr lang="zh-CN" altLang="en-US" dirty="0">
                  <a:latin typeface="Arial" panose="020B0604020202020204" pitchFamily="34" charset="0"/>
                </a:endParaRPr>
              </a:p>
            </p:txBody>
          </p:sp>
          <p:sp>
            <p:nvSpPr>
              <p:cNvPr id="76871" name="Rectangle 129"/>
              <p:cNvSpPr/>
              <p:nvPr/>
            </p:nvSpPr>
            <p:spPr>
              <a:xfrm>
                <a:off x="1519" y="2514"/>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76872" name="Oval 130"/>
              <p:cNvSpPr/>
              <p:nvPr/>
            </p:nvSpPr>
            <p:spPr>
              <a:xfrm>
                <a:off x="3242" y="3520"/>
                <a:ext cx="91" cy="91"/>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76873" name="Oval 131"/>
              <p:cNvSpPr/>
              <p:nvPr/>
            </p:nvSpPr>
            <p:spPr>
              <a:xfrm>
                <a:off x="3242" y="2522"/>
                <a:ext cx="91" cy="91"/>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sp>
          <p:nvSpPr>
            <p:cNvPr id="76826" name="Rectangle 133"/>
            <p:cNvSpPr/>
            <p:nvPr/>
          </p:nvSpPr>
          <p:spPr>
            <a:xfrm>
              <a:off x="6748" y="978"/>
              <a:ext cx="6917" cy="3970"/>
            </a:xfrm>
            <a:prstGeom prst="rect">
              <a:avLst/>
            </a:prstGeom>
            <a:solidFill>
              <a:schemeClr val="bg2"/>
            </a:solidFill>
            <a:ln w="9525">
              <a:noFill/>
            </a:ln>
          </p:spPr>
          <p:txBody>
            <a:bodyPr wrap="none" anchor="ctr" anchorCtr="0"/>
            <a:p>
              <a:endParaRPr lang="zh-CN" altLang="en-US" dirty="0">
                <a:latin typeface="Arial" panose="020B0604020202020204" pitchFamily="34" charset="0"/>
              </a:endParaRPr>
            </a:p>
          </p:txBody>
        </p:sp>
        <p:sp>
          <p:nvSpPr>
            <p:cNvPr id="76828" name="Line 135"/>
            <p:cNvSpPr/>
            <p:nvPr/>
          </p:nvSpPr>
          <p:spPr bwMode="auto">
            <a:xfrm flipH="1">
              <a:off x="12873" y="2113"/>
              <a:ext cx="0" cy="2495"/>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76829" name="Line 136"/>
            <p:cNvSpPr/>
            <p:nvPr/>
          </p:nvSpPr>
          <p:spPr bwMode="auto">
            <a:xfrm flipH="1">
              <a:off x="10263" y="2113"/>
              <a:ext cx="0" cy="2495"/>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76830" name="Text Box 137"/>
            <p:cNvSpPr txBox="1"/>
            <p:nvPr/>
          </p:nvSpPr>
          <p:spPr>
            <a:xfrm>
              <a:off x="9123" y="2998"/>
              <a:ext cx="108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3</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6831" name="Text Box 138"/>
            <p:cNvSpPr txBox="1"/>
            <p:nvPr/>
          </p:nvSpPr>
          <p:spPr>
            <a:xfrm>
              <a:off x="8450" y="1205"/>
              <a:ext cx="117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6</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6832" name="Line 139"/>
            <p:cNvSpPr/>
            <p:nvPr/>
          </p:nvSpPr>
          <p:spPr>
            <a:xfrm>
              <a:off x="10263" y="2158"/>
              <a:ext cx="0" cy="793"/>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76833" name="Text Box 140"/>
            <p:cNvSpPr txBox="1"/>
            <p:nvPr/>
          </p:nvSpPr>
          <p:spPr>
            <a:xfrm>
              <a:off x="10254" y="2225"/>
              <a:ext cx="72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76834" name="Text Box 141"/>
            <p:cNvSpPr txBox="1"/>
            <p:nvPr/>
          </p:nvSpPr>
          <p:spPr>
            <a:xfrm>
              <a:off x="11965" y="2225"/>
              <a:ext cx="48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6835" name="Text Box 142"/>
            <p:cNvSpPr txBox="1"/>
            <p:nvPr/>
          </p:nvSpPr>
          <p:spPr>
            <a:xfrm>
              <a:off x="12078" y="3813"/>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6836" name="Text Box 143"/>
            <p:cNvSpPr txBox="1"/>
            <p:nvPr/>
          </p:nvSpPr>
          <p:spPr>
            <a:xfrm>
              <a:off x="11738" y="3020"/>
              <a:ext cx="136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76837" name="Line 144"/>
            <p:cNvSpPr/>
            <p:nvPr/>
          </p:nvSpPr>
          <p:spPr>
            <a:xfrm>
              <a:off x="11163" y="2158"/>
              <a:ext cx="840" cy="0"/>
            </a:xfrm>
            <a:prstGeom prst="line">
              <a:avLst/>
            </a:prstGeom>
            <a:ln w="9525" cap="flat" cmpd="sng">
              <a:solidFill>
                <a:schemeClr val="tx1"/>
              </a:solidFill>
              <a:prstDash val="solid"/>
              <a:headEnd type="none" w="med" len="med"/>
              <a:tailEnd type="none" w="med" len="med"/>
            </a:ln>
          </p:spPr>
        </p:sp>
        <p:sp>
          <p:nvSpPr>
            <p:cNvPr id="76838" name="Text Box 145"/>
            <p:cNvSpPr txBox="1"/>
            <p:nvPr/>
          </p:nvSpPr>
          <p:spPr>
            <a:xfrm>
              <a:off x="11853" y="1318"/>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6839" name="Text Box 146"/>
            <p:cNvSpPr txBox="1"/>
            <p:nvPr/>
          </p:nvSpPr>
          <p:spPr>
            <a:xfrm>
              <a:off x="10605" y="1318"/>
              <a:ext cx="72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6840" name="Text Box 147"/>
            <p:cNvSpPr txBox="1"/>
            <p:nvPr/>
          </p:nvSpPr>
          <p:spPr>
            <a:xfrm>
              <a:off x="11170" y="1015"/>
              <a:ext cx="108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6</a:t>
              </a:r>
              <a:r>
                <a:rPr lang="en-US" altLang="zh-CN" b="0" i="1" dirty="0">
                  <a:solidFill>
                    <a:schemeClr val="tx1"/>
                  </a:solidFill>
                  <a:latin typeface="Times New Roman" panose="02020603050405020304" pitchFamily="18" charset="0"/>
                  <a:ea typeface="宋体" panose="02010600030101010101" pitchFamily="2" charset="-122"/>
                </a:rPr>
                <a:t>I</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76841" name="Line 148"/>
            <p:cNvSpPr/>
            <p:nvPr/>
          </p:nvSpPr>
          <p:spPr bwMode="auto">
            <a:xfrm flipV="1">
              <a:off x="7543" y="2113"/>
              <a:ext cx="5330"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76842" name="Line 149"/>
            <p:cNvSpPr/>
            <p:nvPr/>
          </p:nvSpPr>
          <p:spPr bwMode="auto">
            <a:xfrm>
              <a:off x="7543" y="4608"/>
              <a:ext cx="5330"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76843" name="Line 150"/>
            <p:cNvSpPr/>
            <p:nvPr/>
          </p:nvSpPr>
          <p:spPr bwMode="auto">
            <a:xfrm flipH="1" flipV="1">
              <a:off x="7543" y="2113"/>
              <a:ext cx="0" cy="2495"/>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76844" name="Rectangle 151"/>
            <p:cNvSpPr/>
            <p:nvPr/>
          </p:nvSpPr>
          <p:spPr bwMode="auto">
            <a:xfrm>
              <a:off x="10060" y="3020"/>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76846" name="Rectangle 153"/>
            <p:cNvSpPr/>
            <p:nvPr/>
          </p:nvSpPr>
          <p:spPr bwMode="auto">
            <a:xfrm>
              <a:off x="8563" y="2000"/>
              <a:ext cx="792"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76847" name="Line 154"/>
            <p:cNvSpPr/>
            <p:nvPr/>
          </p:nvSpPr>
          <p:spPr>
            <a:xfrm flipH="1" flipV="1">
              <a:off x="12875" y="2133"/>
              <a:ext cx="0" cy="68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76848" name="Text Box 155"/>
            <p:cNvSpPr txBox="1"/>
            <p:nvPr/>
          </p:nvSpPr>
          <p:spPr>
            <a:xfrm>
              <a:off x="12645" y="1286"/>
              <a:ext cx="1135"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r>
                <a:rPr lang="en-US" altLang="zh-CN" b="0" baseline="-25000" dirty="0">
                  <a:solidFill>
                    <a:schemeClr val="tx1"/>
                  </a:solidFill>
                  <a:latin typeface="Times New Roman" panose="02020603050405020304" pitchFamily="18" charset="0"/>
                  <a:ea typeface="宋体" panose="02010600030101010101" pitchFamily="2" charset="-122"/>
                </a:rPr>
                <a:t>o</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grpSp>
          <p:nvGrpSpPr>
            <p:cNvPr id="76" name="组合 75"/>
            <p:cNvGrpSpPr/>
            <p:nvPr/>
          </p:nvGrpSpPr>
          <p:grpSpPr>
            <a:xfrm>
              <a:off x="11116" y="1658"/>
              <a:ext cx="907" cy="907"/>
              <a:chOff x="5883144" y="5417878"/>
              <a:chExt cx="576000" cy="576000"/>
            </a:xfrm>
          </p:grpSpPr>
          <p:sp>
            <p:nvSpPr>
              <p:cNvPr id="77" name="AutoShape 17"/>
              <p:cNvSpPr>
                <a:spLocks noChangeArrowheads="1"/>
              </p:cNvSpPr>
              <p:nvPr/>
            </p:nvSpPr>
            <p:spPr bwMode="auto">
              <a:xfrm>
                <a:off x="5883144" y="5417878"/>
                <a:ext cx="576000" cy="576000"/>
              </a:xfrm>
              <a:prstGeom prst="diamond">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en-US" sz="1800"/>
              </a:p>
            </p:txBody>
          </p:sp>
          <p:cxnSp>
            <p:nvCxnSpPr>
              <p:cNvPr id="78" name="直接连接符 77"/>
              <p:cNvCxnSpPr>
                <a:stCxn id="77" idx="1"/>
                <a:endCxn id="77" idx="3"/>
              </p:cNvCxnSpPr>
              <p:nvPr/>
            </p:nvCxnSpPr>
            <p:spPr>
              <a:xfrm>
                <a:off x="5883144" y="5705878"/>
                <a:ext cx="576000"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9" name="组合 78"/>
            <p:cNvGrpSpPr/>
            <p:nvPr/>
          </p:nvGrpSpPr>
          <p:grpSpPr>
            <a:xfrm>
              <a:off x="12422" y="2905"/>
              <a:ext cx="908" cy="908"/>
              <a:chOff x="505193" y="3720552"/>
              <a:chExt cx="432197" cy="432197"/>
            </a:xfrm>
            <a:solidFill>
              <a:schemeClr val="accent6">
                <a:lumMod val="40000"/>
                <a:lumOff val="60000"/>
              </a:schemeClr>
            </a:solidFill>
          </p:grpSpPr>
          <p:sp>
            <p:nvSpPr>
              <p:cNvPr id="80"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81" name="直接连接符 80"/>
              <p:cNvCxnSpPr>
                <a:stCxn id="80" idx="0"/>
                <a:endCxn id="80"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fltVal val="0"/>
                                          </p:val>
                                        </p:tav>
                                        <p:tav tm="100000">
                                          <p:val>
                                            <p:strVal val="#ppt_w"/>
                                          </p:val>
                                        </p:tav>
                                      </p:tavLst>
                                    </p:anim>
                                    <p:anim calcmode="lin" valueType="num">
                                      <p:cBhvr>
                                        <p:cTn id="8" dur="1000" fill="hold"/>
                                        <p:tgtEl>
                                          <p:spTgt spid="9"/>
                                        </p:tgtEl>
                                        <p:attrNameLst>
                                          <p:attrName>ppt_h</p:attrName>
                                        </p:attrNameLst>
                                      </p:cBhvr>
                                      <p:tavLst>
                                        <p:tav tm="0">
                                          <p:val>
                                            <p:fltVal val="0"/>
                                          </p:val>
                                        </p:tav>
                                        <p:tav tm="100000">
                                          <p:val>
                                            <p:strVal val="#ppt_h"/>
                                          </p:val>
                                        </p:tav>
                                      </p:tavLst>
                                    </p:anim>
                                    <p:anim calcmode="lin" valueType="num">
                                      <p:cBhvr>
                                        <p:cTn id="9" dur="1000" fill="hold"/>
                                        <p:tgtEl>
                                          <p:spTgt spid="9"/>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9"/>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103"/>
                                        </p:tgtEl>
                                        <p:attrNameLst>
                                          <p:attrName>style.visibility</p:attrName>
                                        </p:attrNameLst>
                                      </p:cBhvr>
                                      <p:to>
                                        <p:strVal val="visible"/>
                                      </p:to>
                                    </p:set>
                                    <p:animEffect transition="in" filter="blinds(horizontal)">
                                      <p:cBhvr>
                                        <p:cTn id="14" dur="500"/>
                                        <p:tgtEl>
                                          <p:spTgt spid="103"/>
                                        </p:tgtEl>
                                      </p:cBhvr>
                                    </p:animEffect>
                                  </p:childTnLst>
                                </p:cTn>
                              </p:par>
                            </p:childTnLst>
                          </p:cTn>
                        </p:par>
                        <p:par>
                          <p:cTn id="15" fill="hold">
                            <p:stCondLst>
                              <p:cond delay="1500"/>
                            </p:stCondLst>
                            <p:childTnLst>
                              <p:par>
                                <p:cTn id="16" presetID="2" presetClass="entr" presetSubtype="2" fill="hold" grpId="0" nodeType="afterEffect">
                                  <p:stCondLst>
                                    <p:cond delay="0"/>
                                  </p:stCondLst>
                                  <p:childTnLst>
                                    <p:set>
                                      <p:cBhvr>
                                        <p:cTn id="17" dur="1" fill="hold">
                                          <p:stCondLst>
                                            <p:cond delay="0"/>
                                          </p:stCondLst>
                                        </p:cTn>
                                        <p:tgtEl>
                                          <p:spTgt spid="130050"/>
                                        </p:tgtEl>
                                        <p:attrNameLst>
                                          <p:attrName>style.visibility</p:attrName>
                                        </p:attrNameLst>
                                      </p:cBhvr>
                                      <p:to>
                                        <p:strVal val="visible"/>
                                      </p:to>
                                    </p:set>
                                    <p:anim calcmode="lin" valueType="num">
                                      <p:cBhvr additive="base">
                                        <p:cTn id="18" dur="500" fill="hold"/>
                                        <p:tgtEl>
                                          <p:spTgt spid="130050"/>
                                        </p:tgtEl>
                                        <p:attrNameLst>
                                          <p:attrName>ppt_x</p:attrName>
                                        </p:attrNameLst>
                                      </p:cBhvr>
                                      <p:tavLst>
                                        <p:tav tm="0">
                                          <p:val>
                                            <p:strVal val="1+#ppt_w/2"/>
                                          </p:val>
                                        </p:tav>
                                        <p:tav tm="100000">
                                          <p:val>
                                            <p:strVal val="#ppt_x"/>
                                          </p:val>
                                        </p:tav>
                                      </p:tavLst>
                                    </p:anim>
                                    <p:anim calcmode="lin" valueType="num">
                                      <p:cBhvr additive="base">
                                        <p:cTn id="19" dur="500" fill="hold"/>
                                        <p:tgtEl>
                                          <p:spTgt spid="130050"/>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5" presetClass="entr" presetSubtype="0" fill="hold" grpId="1" nodeType="click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p:cTn id="24" dur="1000" fill="hold"/>
                                        <p:tgtEl>
                                          <p:spTgt spid="10"/>
                                        </p:tgtEl>
                                        <p:attrNameLst>
                                          <p:attrName>ppt_w</p:attrName>
                                        </p:attrNameLst>
                                      </p:cBhvr>
                                      <p:tavLst>
                                        <p:tav tm="0">
                                          <p:val>
                                            <p:fltVal val="0"/>
                                          </p:val>
                                        </p:tav>
                                        <p:tav tm="100000">
                                          <p:val>
                                            <p:strVal val="#ppt_w"/>
                                          </p:val>
                                        </p:tav>
                                      </p:tavLst>
                                    </p:anim>
                                    <p:anim calcmode="lin" valueType="num">
                                      <p:cBhvr>
                                        <p:cTn id="25" dur="1000" fill="hold"/>
                                        <p:tgtEl>
                                          <p:spTgt spid="10"/>
                                        </p:tgtEl>
                                        <p:attrNameLst>
                                          <p:attrName>ppt_h</p:attrName>
                                        </p:attrNameLst>
                                      </p:cBhvr>
                                      <p:tavLst>
                                        <p:tav tm="0">
                                          <p:val>
                                            <p:fltVal val="0"/>
                                          </p:val>
                                        </p:tav>
                                        <p:tav tm="100000">
                                          <p:val>
                                            <p:strVal val="#ppt_h"/>
                                          </p:val>
                                        </p:tav>
                                      </p:tavLst>
                                    </p:anim>
                                    <p:anim calcmode="lin" valueType="num">
                                      <p:cBhvr>
                                        <p:cTn id="26" dur="1000" fill="hold"/>
                                        <p:tgtEl>
                                          <p:spTgt spid="10"/>
                                        </p:tgtEl>
                                        <p:attrNameLst>
                                          <p:attrName>ppt_x</p:attrName>
                                        </p:attrNameLst>
                                      </p:cBhvr>
                                      <p:tavLst>
                                        <p:tav tm="0" fmla="#ppt_x+(cos(-2*pi*(1-$))*-#ppt_x-sin(-2*pi*(1-$))*(1-#ppt_y))*(1-$)">
                                          <p:val>
                                            <p:fltVal val="0"/>
                                          </p:val>
                                        </p:tav>
                                        <p:tav tm="100000">
                                          <p:val>
                                            <p:fltVal val="1"/>
                                          </p:val>
                                        </p:tav>
                                      </p:tavLst>
                                    </p:anim>
                                    <p:anim calcmode="lin" valueType="num">
                                      <p:cBhvr>
                                        <p:cTn id="27" dur="1000" fill="hold"/>
                                        <p:tgtEl>
                                          <p:spTgt spid="1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8" fill="hold">
                      <p:stCondLst>
                        <p:cond delay="indefinite"/>
                      </p:stCondLst>
                      <p:childTnLst>
                        <p:par>
                          <p:cTn id="29" fill="hold">
                            <p:stCondLst>
                              <p:cond delay="0"/>
                            </p:stCondLst>
                            <p:childTnLst>
                              <p:par>
                                <p:cTn id="30" presetID="17" presetClass="entr" presetSubtype="8" fill="hold" grpId="0" nodeType="clickEffect">
                                  <p:stCondLst>
                                    <p:cond delay="0"/>
                                  </p:stCondLst>
                                  <p:childTnLst>
                                    <p:set>
                                      <p:cBhvr>
                                        <p:cTn id="31" dur="1" fill="hold">
                                          <p:stCondLst>
                                            <p:cond delay="0"/>
                                          </p:stCondLst>
                                        </p:cTn>
                                        <p:tgtEl>
                                          <p:spTgt spid="130053"/>
                                        </p:tgtEl>
                                        <p:attrNameLst>
                                          <p:attrName>style.visibility</p:attrName>
                                        </p:attrNameLst>
                                      </p:cBhvr>
                                      <p:to>
                                        <p:strVal val="visible"/>
                                      </p:to>
                                    </p:set>
                                    <p:anim calcmode="lin" valueType="num">
                                      <p:cBhvr>
                                        <p:cTn id="32" dur="500" fill="hold"/>
                                        <p:tgtEl>
                                          <p:spTgt spid="130053"/>
                                        </p:tgtEl>
                                        <p:attrNameLst>
                                          <p:attrName>ppt_x</p:attrName>
                                        </p:attrNameLst>
                                      </p:cBhvr>
                                      <p:tavLst>
                                        <p:tav tm="0">
                                          <p:val>
                                            <p:strVal val="#ppt_x-#ppt_w/2"/>
                                          </p:val>
                                        </p:tav>
                                        <p:tav tm="100000">
                                          <p:val>
                                            <p:strVal val="#ppt_x"/>
                                          </p:val>
                                        </p:tav>
                                      </p:tavLst>
                                    </p:anim>
                                    <p:anim calcmode="lin" valueType="num">
                                      <p:cBhvr>
                                        <p:cTn id="33" dur="500" fill="hold"/>
                                        <p:tgtEl>
                                          <p:spTgt spid="130053"/>
                                        </p:tgtEl>
                                        <p:attrNameLst>
                                          <p:attrName>ppt_y</p:attrName>
                                        </p:attrNameLst>
                                      </p:cBhvr>
                                      <p:tavLst>
                                        <p:tav tm="0">
                                          <p:val>
                                            <p:strVal val="#ppt_y"/>
                                          </p:val>
                                        </p:tav>
                                        <p:tav tm="100000">
                                          <p:val>
                                            <p:strVal val="#ppt_y"/>
                                          </p:val>
                                        </p:tav>
                                      </p:tavLst>
                                    </p:anim>
                                    <p:anim calcmode="lin" valueType="num">
                                      <p:cBhvr>
                                        <p:cTn id="34" dur="500" fill="hold"/>
                                        <p:tgtEl>
                                          <p:spTgt spid="130053"/>
                                        </p:tgtEl>
                                        <p:attrNameLst>
                                          <p:attrName>ppt_w</p:attrName>
                                        </p:attrNameLst>
                                      </p:cBhvr>
                                      <p:tavLst>
                                        <p:tav tm="0">
                                          <p:val>
                                            <p:fltVal val="0.000000"/>
                                          </p:val>
                                        </p:tav>
                                        <p:tav tm="100000">
                                          <p:val>
                                            <p:strVal val="#ppt_w"/>
                                          </p:val>
                                        </p:tav>
                                      </p:tavLst>
                                    </p:anim>
                                    <p:anim calcmode="lin" valueType="num">
                                      <p:cBhvr>
                                        <p:cTn id="35" dur="500" fill="hold"/>
                                        <p:tgtEl>
                                          <p:spTgt spid="130053"/>
                                        </p:tgtEl>
                                        <p:attrNameLst>
                                          <p:attrName>ppt_h</p:attrName>
                                        </p:attrNameLst>
                                      </p:cBhvr>
                                      <p:tavLst>
                                        <p:tav tm="0">
                                          <p:val>
                                            <p:strVal val="#ppt_h"/>
                                          </p:val>
                                        </p:tav>
                                        <p:tav tm="100000">
                                          <p:val>
                                            <p:strVal val="#ppt_h"/>
                                          </p:val>
                                        </p:tav>
                                      </p:tavLst>
                                    </p:anim>
                                  </p:childTnLst>
                                </p:cTn>
                              </p:par>
                            </p:childTnLst>
                          </p:cTn>
                        </p:par>
                        <p:par>
                          <p:cTn id="36" fill="hold">
                            <p:stCondLst>
                              <p:cond delay="500"/>
                            </p:stCondLst>
                            <p:childTnLst>
                              <p:par>
                                <p:cTn id="37" presetID="3" presetClass="entr" presetSubtype="10" fill="hold" nodeType="afterEffect">
                                  <p:stCondLst>
                                    <p:cond delay="0"/>
                                  </p:stCondLst>
                                  <p:childTnLst>
                                    <p:set>
                                      <p:cBhvr>
                                        <p:cTn id="38" dur="1" fill="hold">
                                          <p:stCondLst>
                                            <p:cond delay="0"/>
                                          </p:stCondLst>
                                        </p:cTn>
                                        <p:tgtEl>
                                          <p:spTgt spid="222"/>
                                        </p:tgtEl>
                                        <p:attrNameLst>
                                          <p:attrName>style.visibility</p:attrName>
                                        </p:attrNameLst>
                                      </p:cBhvr>
                                      <p:to>
                                        <p:strVal val="visible"/>
                                      </p:to>
                                    </p:set>
                                    <p:animEffect transition="in" filter="blinds(horizontal)">
                                      <p:cBhvr>
                                        <p:cTn id="39" dur="500"/>
                                        <p:tgtEl>
                                          <p:spTgt spid="222"/>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2" fill="hold" grpId="0" nodeType="clickEffect">
                                  <p:stCondLst>
                                    <p:cond delay="0"/>
                                  </p:stCondLst>
                                  <p:childTnLst>
                                    <p:set>
                                      <p:cBhvr>
                                        <p:cTn id="43" dur="1" fill="hold">
                                          <p:stCondLst>
                                            <p:cond delay="0"/>
                                          </p:stCondLst>
                                        </p:cTn>
                                        <p:tgtEl>
                                          <p:spTgt spid="130056"/>
                                        </p:tgtEl>
                                        <p:attrNameLst>
                                          <p:attrName>style.visibility</p:attrName>
                                        </p:attrNameLst>
                                      </p:cBhvr>
                                      <p:to>
                                        <p:strVal val="visible"/>
                                      </p:to>
                                    </p:set>
                                    <p:anim calcmode="lin" valueType="num">
                                      <p:cBhvr additive="base">
                                        <p:cTn id="44" dur="500" fill="hold"/>
                                        <p:tgtEl>
                                          <p:spTgt spid="130056"/>
                                        </p:tgtEl>
                                        <p:attrNameLst>
                                          <p:attrName>ppt_x</p:attrName>
                                        </p:attrNameLst>
                                      </p:cBhvr>
                                      <p:tavLst>
                                        <p:tav tm="0">
                                          <p:val>
                                            <p:strVal val="1+#ppt_w/2"/>
                                          </p:val>
                                        </p:tav>
                                        <p:tav tm="100000">
                                          <p:val>
                                            <p:strVal val="#ppt_x"/>
                                          </p:val>
                                        </p:tav>
                                      </p:tavLst>
                                    </p:anim>
                                    <p:anim calcmode="lin" valueType="num">
                                      <p:cBhvr additive="base">
                                        <p:cTn id="45" dur="500" fill="hold"/>
                                        <p:tgtEl>
                                          <p:spTgt spid="130056"/>
                                        </p:tgtEl>
                                        <p:attrNameLst>
                                          <p:attrName>ppt_y</p:attrName>
                                        </p:attrNameLst>
                                      </p:cBhvr>
                                      <p:tavLst>
                                        <p:tav tm="0">
                                          <p:val>
                                            <p:strVal val="#ppt_y"/>
                                          </p:val>
                                        </p:tav>
                                        <p:tav tm="100000">
                                          <p:val>
                                            <p:strVal val="#ppt_y"/>
                                          </p:val>
                                        </p:tav>
                                      </p:tavLst>
                                    </p:anim>
                                  </p:childTnLst>
                                </p:cTn>
                              </p:par>
                            </p:childTnLst>
                          </p:cTn>
                        </p:par>
                        <p:par>
                          <p:cTn id="46" fill="hold">
                            <p:stCondLst>
                              <p:cond delay="500"/>
                            </p:stCondLst>
                            <p:childTnLst>
                              <p:par>
                                <p:cTn id="47" presetID="2" presetClass="entr" presetSubtype="2" fill="hold" grpId="0" nodeType="afterEffect">
                                  <p:stCondLst>
                                    <p:cond delay="0"/>
                                  </p:stCondLst>
                                  <p:childTnLst>
                                    <p:set>
                                      <p:cBhvr>
                                        <p:cTn id="48" dur="1" fill="hold">
                                          <p:stCondLst>
                                            <p:cond delay="0"/>
                                          </p:stCondLst>
                                        </p:cTn>
                                        <p:tgtEl>
                                          <p:spTgt spid="130054"/>
                                        </p:tgtEl>
                                        <p:attrNameLst>
                                          <p:attrName>style.visibility</p:attrName>
                                        </p:attrNameLst>
                                      </p:cBhvr>
                                      <p:to>
                                        <p:strVal val="visible"/>
                                      </p:to>
                                    </p:set>
                                    <p:anim calcmode="lin" valueType="num">
                                      <p:cBhvr additive="base">
                                        <p:cTn id="49" dur="500" fill="hold"/>
                                        <p:tgtEl>
                                          <p:spTgt spid="130054"/>
                                        </p:tgtEl>
                                        <p:attrNameLst>
                                          <p:attrName>ppt_x</p:attrName>
                                        </p:attrNameLst>
                                      </p:cBhvr>
                                      <p:tavLst>
                                        <p:tav tm="0">
                                          <p:val>
                                            <p:strVal val="1+#ppt_w/2"/>
                                          </p:val>
                                        </p:tav>
                                        <p:tav tm="100000">
                                          <p:val>
                                            <p:strVal val="#ppt_x"/>
                                          </p:val>
                                        </p:tav>
                                      </p:tavLst>
                                    </p:anim>
                                    <p:anim calcmode="lin" valueType="num">
                                      <p:cBhvr additive="base">
                                        <p:cTn id="50" dur="500" fill="hold"/>
                                        <p:tgtEl>
                                          <p:spTgt spid="130054"/>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130055"/>
                                        </p:tgtEl>
                                        <p:attrNameLst>
                                          <p:attrName>style.visibility</p:attrName>
                                        </p:attrNameLst>
                                      </p:cBhvr>
                                      <p:to>
                                        <p:strVal val="visible"/>
                                      </p:to>
                                    </p:set>
                                    <p:anim calcmode="lin" valueType="num">
                                      <p:cBhvr additive="base">
                                        <p:cTn id="55" dur="500" fill="hold"/>
                                        <p:tgtEl>
                                          <p:spTgt spid="130055"/>
                                        </p:tgtEl>
                                        <p:attrNameLst>
                                          <p:attrName>ppt_x</p:attrName>
                                        </p:attrNameLst>
                                      </p:cBhvr>
                                      <p:tavLst>
                                        <p:tav tm="0">
                                          <p:val>
                                            <p:strVal val="1+#ppt_w/2"/>
                                          </p:val>
                                        </p:tav>
                                        <p:tav tm="100000">
                                          <p:val>
                                            <p:strVal val="#ppt_x"/>
                                          </p:val>
                                        </p:tav>
                                      </p:tavLst>
                                    </p:anim>
                                    <p:anim calcmode="lin" valueType="num">
                                      <p:cBhvr additive="base">
                                        <p:cTn id="56" dur="500" fill="hold"/>
                                        <p:tgtEl>
                                          <p:spTgt spid="130055"/>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12" presetClass="entr" presetSubtype="8" fill="hold" grpId="0" nodeType="clickEffect">
                                  <p:stCondLst>
                                    <p:cond delay="0"/>
                                  </p:stCondLst>
                                  <p:childTnLst>
                                    <p:set>
                                      <p:cBhvr>
                                        <p:cTn id="60" dur="1" fill="hold">
                                          <p:stCondLst>
                                            <p:cond delay="0"/>
                                          </p:stCondLst>
                                        </p:cTn>
                                        <p:tgtEl>
                                          <p:spTgt spid="130057"/>
                                        </p:tgtEl>
                                        <p:attrNameLst>
                                          <p:attrName>style.visibility</p:attrName>
                                        </p:attrNameLst>
                                      </p:cBhvr>
                                      <p:to>
                                        <p:strVal val="visible"/>
                                      </p:to>
                                    </p:set>
                                    <p:animEffect transition="in" filter="slide(fromLeft)">
                                      <p:cBhvr>
                                        <p:cTn id="61" dur="500"/>
                                        <p:tgtEl>
                                          <p:spTgt spid="130057"/>
                                        </p:tgtEl>
                                      </p:cBhvr>
                                    </p:animEffect>
                                  </p:childTnLst>
                                </p:cTn>
                              </p:par>
                            </p:childTnLst>
                          </p:cTn>
                        </p:par>
                        <p:par>
                          <p:cTn id="62" fill="hold">
                            <p:stCondLst>
                              <p:cond delay="500"/>
                            </p:stCondLst>
                            <p:childTnLst>
                              <p:par>
                                <p:cTn id="63" presetID="2" presetClass="entr" presetSubtype="4" fill="hold" grpId="0" nodeType="afterEffect">
                                  <p:stCondLst>
                                    <p:cond delay="0"/>
                                  </p:stCondLst>
                                  <p:childTnLst>
                                    <p:set>
                                      <p:cBhvr>
                                        <p:cTn id="64" dur="1" fill="hold">
                                          <p:stCondLst>
                                            <p:cond delay="0"/>
                                          </p:stCondLst>
                                        </p:cTn>
                                        <p:tgtEl>
                                          <p:spTgt spid="130058"/>
                                        </p:tgtEl>
                                        <p:attrNameLst>
                                          <p:attrName>style.visibility</p:attrName>
                                        </p:attrNameLst>
                                      </p:cBhvr>
                                      <p:to>
                                        <p:strVal val="visible"/>
                                      </p:to>
                                    </p:set>
                                    <p:anim calcmode="lin" valueType="num">
                                      <p:cBhvr additive="base">
                                        <p:cTn id="65" dur="500" fill="hold"/>
                                        <p:tgtEl>
                                          <p:spTgt spid="130058"/>
                                        </p:tgtEl>
                                        <p:attrNameLst>
                                          <p:attrName>ppt_x</p:attrName>
                                        </p:attrNameLst>
                                      </p:cBhvr>
                                      <p:tavLst>
                                        <p:tav tm="0">
                                          <p:val>
                                            <p:strVal val="#ppt_x"/>
                                          </p:val>
                                        </p:tav>
                                        <p:tav tm="100000">
                                          <p:val>
                                            <p:strVal val="#ppt_x"/>
                                          </p:val>
                                        </p:tav>
                                      </p:tavLst>
                                    </p:anim>
                                    <p:anim calcmode="lin" valueType="num">
                                      <p:cBhvr additive="base">
                                        <p:cTn id="66" dur="500" fill="hold"/>
                                        <p:tgtEl>
                                          <p:spTgt spid="130058"/>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16" presetClass="entr" presetSubtype="26" fill="hold" grpId="0" nodeType="clickEffect">
                                  <p:stCondLst>
                                    <p:cond delay="0"/>
                                  </p:stCondLst>
                                  <p:childTnLst>
                                    <p:set>
                                      <p:cBhvr>
                                        <p:cTn id="70" dur="1" fill="hold">
                                          <p:stCondLst>
                                            <p:cond delay="0"/>
                                          </p:stCondLst>
                                        </p:cTn>
                                        <p:tgtEl>
                                          <p:spTgt spid="130059"/>
                                        </p:tgtEl>
                                        <p:attrNameLst>
                                          <p:attrName>style.visibility</p:attrName>
                                        </p:attrNameLst>
                                      </p:cBhvr>
                                      <p:to>
                                        <p:strVal val="visible"/>
                                      </p:to>
                                    </p:set>
                                    <p:animEffect transition="in" filter="barn(inHorizontal)">
                                      <p:cBhvr>
                                        <p:cTn id="71" dur="500"/>
                                        <p:tgtEl>
                                          <p:spTgt spid="130059"/>
                                        </p:tgtEl>
                                      </p:cBhvr>
                                    </p:animEffect>
                                  </p:childTnLst>
                                </p:cTn>
                              </p:par>
                            </p:childTnLst>
                          </p:cTn>
                        </p:par>
                      </p:childTnLst>
                    </p:cTn>
                  </p:par>
                  <p:par>
                    <p:cTn id="72" fill="hold">
                      <p:stCondLst>
                        <p:cond delay="indefinite"/>
                      </p:stCondLst>
                      <p:childTnLst>
                        <p:par>
                          <p:cTn id="73" fill="hold">
                            <p:stCondLst>
                              <p:cond delay="0"/>
                            </p:stCondLst>
                            <p:childTnLst>
                              <p:par>
                                <p:cTn id="74" presetID="12" presetClass="entr" presetSubtype="2" fill="hold" grpId="0" nodeType="clickEffect">
                                  <p:stCondLst>
                                    <p:cond delay="0"/>
                                  </p:stCondLst>
                                  <p:childTnLst>
                                    <p:set>
                                      <p:cBhvr>
                                        <p:cTn id="75" dur="1" fill="hold">
                                          <p:stCondLst>
                                            <p:cond delay="0"/>
                                          </p:stCondLst>
                                        </p:cTn>
                                        <p:tgtEl>
                                          <p:spTgt spid="130060"/>
                                        </p:tgtEl>
                                        <p:attrNameLst>
                                          <p:attrName>style.visibility</p:attrName>
                                        </p:attrNameLst>
                                      </p:cBhvr>
                                      <p:to>
                                        <p:strVal val="visible"/>
                                      </p:to>
                                    </p:set>
                                    <p:animEffect transition="in" filter="slide(fromRight)">
                                      <p:cBhvr>
                                        <p:cTn id="76" dur="500"/>
                                        <p:tgtEl>
                                          <p:spTgt spid="130060"/>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nodeType="clickEffect">
                                  <p:stCondLst>
                                    <p:cond delay="0"/>
                                  </p:stCondLst>
                                  <p:childTnLst>
                                    <p:set>
                                      <p:cBhvr>
                                        <p:cTn id="80" dur="1" fill="hold">
                                          <p:stCondLst>
                                            <p:cond delay="0"/>
                                          </p:stCondLst>
                                        </p:cTn>
                                        <p:tgtEl>
                                          <p:spTgt spid="3"/>
                                        </p:tgtEl>
                                        <p:attrNameLst>
                                          <p:attrName>style.visibility</p:attrName>
                                        </p:attrNameLst>
                                      </p:cBhvr>
                                      <p:to>
                                        <p:strVal val="visible"/>
                                      </p:to>
                                    </p:set>
                                    <p:animEffect transition="in" filter="blinds(horizontal)">
                                      <p:cBhvr>
                                        <p:cTn id="81" dur="500"/>
                                        <p:tgtEl>
                                          <p:spTgt spid="3"/>
                                        </p:tgtEl>
                                      </p:cBhvr>
                                    </p:animEffect>
                                  </p:childTnLst>
                                </p:cTn>
                              </p:par>
                            </p:childTnLst>
                          </p:cTn>
                        </p:par>
                        <p:par>
                          <p:cTn id="82" fill="hold">
                            <p:stCondLst>
                              <p:cond delay="500"/>
                            </p:stCondLst>
                            <p:childTnLst>
                              <p:par>
                                <p:cTn id="83" presetID="20" presetClass="entr" presetSubtype="0" fill="hold" grpId="0" nodeType="afterEffect">
                                  <p:stCondLst>
                                    <p:cond delay="0"/>
                                  </p:stCondLst>
                                  <p:childTnLst>
                                    <p:set>
                                      <p:cBhvr>
                                        <p:cTn id="84" dur="1" fill="hold">
                                          <p:stCondLst>
                                            <p:cond delay="0"/>
                                          </p:stCondLst>
                                        </p:cTn>
                                        <p:tgtEl>
                                          <p:spTgt spid="130143"/>
                                        </p:tgtEl>
                                        <p:attrNameLst>
                                          <p:attrName>style.visibility</p:attrName>
                                        </p:attrNameLst>
                                      </p:cBhvr>
                                      <p:to>
                                        <p:strVal val="visible"/>
                                      </p:to>
                                    </p:set>
                                    <p:animEffect transition="in" filter="wedge">
                                      <p:cBhvr>
                                        <p:cTn id="85" dur="2000"/>
                                        <p:tgtEl>
                                          <p:spTgt spid="130143"/>
                                        </p:tgtEl>
                                      </p:cBhvr>
                                    </p:animEffect>
                                  </p:childTnLst>
                                </p:cTn>
                              </p:par>
                            </p:childTnLst>
                          </p:cTn>
                        </p:par>
                      </p:childTnLst>
                    </p:cTn>
                  </p:par>
                  <p:par>
                    <p:cTn id="86" fill="hold">
                      <p:stCondLst>
                        <p:cond delay="indefinite"/>
                      </p:stCondLst>
                      <p:childTnLst>
                        <p:par>
                          <p:cTn id="87" fill="hold">
                            <p:stCondLst>
                              <p:cond delay="0"/>
                            </p:stCondLst>
                            <p:childTnLst>
                              <p:par>
                                <p:cTn id="88" presetID="2" presetClass="entr" presetSubtype="1" fill="hold" grpId="0" nodeType="clickEffect">
                                  <p:stCondLst>
                                    <p:cond delay="0"/>
                                  </p:stCondLst>
                                  <p:childTnLst>
                                    <p:set>
                                      <p:cBhvr>
                                        <p:cTn id="89" dur="1" fill="hold">
                                          <p:stCondLst>
                                            <p:cond delay="0"/>
                                          </p:stCondLst>
                                        </p:cTn>
                                        <p:tgtEl>
                                          <p:spTgt spid="130146"/>
                                        </p:tgtEl>
                                        <p:attrNameLst>
                                          <p:attrName>style.visibility</p:attrName>
                                        </p:attrNameLst>
                                      </p:cBhvr>
                                      <p:to>
                                        <p:strVal val="visible"/>
                                      </p:to>
                                    </p:set>
                                    <p:anim calcmode="lin" valueType="num">
                                      <p:cBhvr additive="base">
                                        <p:cTn id="90" dur="500" fill="hold"/>
                                        <p:tgtEl>
                                          <p:spTgt spid="130146"/>
                                        </p:tgtEl>
                                        <p:attrNameLst>
                                          <p:attrName>ppt_x</p:attrName>
                                        </p:attrNameLst>
                                      </p:cBhvr>
                                      <p:tavLst>
                                        <p:tav tm="0">
                                          <p:val>
                                            <p:strVal val="#ppt_x"/>
                                          </p:val>
                                        </p:tav>
                                        <p:tav tm="100000">
                                          <p:val>
                                            <p:strVal val="#ppt_x"/>
                                          </p:val>
                                        </p:tav>
                                      </p:tavLst>
                                    </p:anim>
                                    <p:anim calcmode="lin" valueType="num">
                                      <p:cBhvr additive="base">
                                        <p:cTn id="91" dur="500" fill="hold"/>
                                        <p:tgtEl>
                                          <p:spTgt spid="130146"/>
                                        </p:tgtEl>
                                        <p:attrNameLst>
                                          <p:attrName>ppt_y</p:attrName>
                                        </p:attrNameLst>
                                      </p:cBhvr>
                                      <p:tavLst>
                                        <p:tav tm="0">
                                          <p:val>
                                            <p:strVal val="0-#ppt_h/2"/>
                                          </p:val>
                                        </p:tav>
                                        <p:tav tm="100000">
                                          <p:val>
                                            <p:strVal val="#ppt_y"/>
                                          </p:val>
                                        </p:tav>
                                      </p:tavLst>
                                    </p:anim>
                                  </p:childTnLst>
                                </p:cTn>
                              </p:par>
                            </p:childTnLst>
                          </p:cTn>
                        </p:par>
                        <p:par>
                          <p:cTn id="92" fill="hold">
                            <p:stCondLst>
                              <p:cond delay="500"/>
                            </p:stCondLst>
                            <p:childTnLst>
                              <p:par>
                                <p:cTn id="93" presetID="16" presetClass="entr" presetSubtype="42" fill="hold" grpId="0" nodeType="afterEffect">
                                  <p:stCondLst>
                                    <p:cond delay="1000"/>
                                  </p:stCondLst>
                                  <p:childTnLst>
                                    <p:set>
                                      <p:cBhvr>
                                        <p:cTn id="94" dur="1" fill="hold">
                                          <p:stCondLst>
                                            <p:cond delay="0"/>
                                          </p:stCondLst>
                                        </p:cTn>
                                        <p:tgtEl>
                                          <p:spTgt spid="130144"/>
                                        </p:tgtEl>
                                        <p:attrNameLst>
                                          <p:attrName>style.visibility</p:attrName>
                                        </p:attrNameLst>
                                      </p:cBhvr>
                                      <p:to>
                                        <p:strVal val="visible"/>
                                      </p:to>
                                    </p:set>
                                    <p:animEffect transition="in" filter="barn(outHorizontal)">
                                      <p:cBhvr>
                                        <p:cTn id="95" dur="500"/>
                                        <p:tgtEl>
                                          <p:spTgt spid="130144"/>
                                        </p:tgtEl>
                                      </p:cBhvr>
                                    </p:animEffect>
                                  </p:childTnLst>
                                </p:cTn>
                              </p:par>
                            </p:childTnLst>
                          </p:cTn>
                        </p:par>
                      </p:childTnLst>
                    </p:cTn>
                  </p:par>
                  <p:par>
                    <p:cTn id="96" fill="hold">
                      <p:stCondLst>
                        <p:cond delay="indefinite"/>
                      </p:stCondLst>
                      <p:childTnLst>
                        <p:par>
                          <p:cTn id="97" fill="hold">
                            <p:stCondLst>
                              <p:cond delay="0"/>
                            </p:stCondLst>
                            <p:childTnLst>
                              <p:par>
                                <p:cTn id="98" presetID="16" presetClass="entr" presetSubtype="37" fill="hold" grpId="0" nodeType="clickEffect">
                                  <p:stCondLst>
                                    <p:cond delay="0"/>
                                  </p:stCondLst>
                                  <p:childTnLst>
                                    <p:set>
                                      <p:cBhvr>
                                        <p:cTn id="99" dur="1" fill="hold">
                                          <p:stCondLst>
                                            <p:cond delay="0"/>
                                          </p:stCondLst>
                                        </p:cTn>
                                        <p:tgtEl>
                                          <p:spTgt spid="130145"/>
                                        </p:tgtEl>
                                        <p:attrNameLst>
                                          <p:attrName>style.visibility</p:attrName>
                                        </p:attrNameLst>
                                      </p:cBhvr>
                                      <p:to>
                                        <p:strVal val="visible"/>
                                      </p:to>
                                    </p:set>
                                    <p:animEffect transition="in" filter="barn(outVertical)">
                                      <p:cBhvr>
                                        <p:cTn id="100" dur="500"/>
                                        <p:tgtEl>
                                          <p:spTgt spid="130145"/>
                                        </p:tgtEl>
                                      </p:cBhvr>
                                    </p:animEffect>
                                  </p:childTnLst>
                                </p:cTn>
                              </p:par>
                            </p:childTnLst>
                          </p:cTn>
                        </p:par>
                      </p:childTnLst>
                    </p:cTn>
                  </p:par>
                  <p:par>
                    <p:cTn id="101" fill="hold">
                      <p:stCondLst>
                        <p:cond delay="indefinite"/>
                      </p:stCondLst>
                      <p:childTnLst>
                        <p:par>
                          <p:cTn id="102" fill="hold">
                            <p:stCondLst>
                              <p:cond delay="0"/>
                            </p:stCondLst>
                            <p:childTnLst>
                              <p:par>
                                <p:cTn id="103" presetID="12" presetClass="entr" presetSubtype="8" fill="hold" grpId="0" nodeType="clickEffect">
                                  <p:stCondLst>
                                    <p:cond delay="0"/>
                                  </p:stCondLst>
                                  <p:childTnLst>
                                    <p:set>
                                      <p:cBhvr>
                                        <p:cTn id="104" dur="1" fill="hold">
                                          <p:stCondLst>
                                            <p:cond delay="0"/>
                                          </p:stCondLst>
                                        </p:cTn>
                                        <p:tgtEl>
                                          <p:spTgt spid="130147"/>
                                        </p:tgtEl>
                                        <p:attrNameLst>
                                          <p:attrName>style.visibility</p:attrName>
                                        </p:attrNameLst>
                                      </p:cBhvr>
                                      <p:to>
                                        <p:strVal val="visible"/>
                                      </p:to>
                                    </p:set>
                                    <p:animEffect transition="in" filter="slide(fromLeft)">
                                      <p:cBhvr>
                                        <p:cTn id="105" dur="500"/>
                                        <p:tgtEl>
                                          <p:spTgt spid="130147"/>
                                        </p:tgtEl>
                                      </p:cBhvr>
                                    </p:animEffect>
                                  </p:childTnLst>
                                </p:cTn>
                              </p:par>
                            </p:childTnLst>
                          </p:cTn>
                        </p:par>
                        <p:par>
                          <p:cTn id="106" fill="hold">
                            <p:stCondLst>
                              <p:cond delay="500"/>
                            </p:stCondLst>
                            <p:childTnLst>
                              <p:par>
                                <p:cTn id="107" presetID="17" presetClass="entr" presetSubtype="8" fill="hold" grpId="0" nodeType="afterEffect">
                                  <p:stCondLst>
                                    <p:cond delay="0"/>
                                  </p:stCondLst>
                                  <p:childTnLst>
                                    <p:set>
                                      <p:cBhvr>
                                        <p:cTn id="108" dur="1" fill="hold">
                                          <p:stCondLst>
                                            <p:cond delay="0"/>
                                          </p:stCondLst>
                                        </p:cTn>
                                        <p:tgtEl>
                                          <p:spTgt spid="130148"/>
                                        </p:tgtEl>
                                        <p:attrNameLst>
                                          <p:attrName>style.visibility</p:attrName>
                                        </p:attrNameLst>
                                      </p:cBhvr>
                                      <p:to>
                                        <p:strVal val="visible"/>
                                      </p:to>
                                    </p:set>
                                    <p:anim calcmode="lin" valueType="num">
                                      <p:cBhvr>
                                        <p:cTn id="109" dur="500" fill="hold"/>
                                        <p:tgtEl>
                                          <p:spTgt spid="130148"/>
                                        </p:tgtEl>
                                        <p:attrNameLst>
                                          <p:attrName>ppt_x</p:attrName>
                                        </p:attrNameLst>
                                      </p:cBhvr>
                                      <p:tavLst>
                                        <p:tav tm="0">
                                          <p:val>
                                            <p:strVal val="#ppt_x-#ppt_w/2"/>
                                          </p:val>
                                        </p:tav>
                                        <p:tav tm="100000">
                                          <p:val>
                                            <p:strVal val="#ppt_x"/>
                                          </p:val>
                                        </p:tav>
                                      </p:tavLst>
                                    </p:anim>
                                    <p:anim calcmode="lin" valueType="num">
                                      <p:cBhvr>
                                        <p:cTn id="110" dur="500" fill="hold"/>
                                        <p:tgtEl>
                                          <p:spTgt spid="130148"/>
                                        </p:tgtEl>
                                        <p:attrNameLst>
                                          <p:attrName>ppt_y</p:attrName>
                                        </p:attrNameLst>
                                      </p:cBhvr>
                                      <p:tavLst>
                                        <p:tav tm="0">
                                          <p:val>
                                            <p:strVal val="#ppt_y"/>
                                          </p:val>
                                        </p:tav>
                                        <p:tav tm="100000">
                                          <p:val>
                                            <p:strVal val="#ppt_y"/>
                                          </p:val>
                                        </p:tav>
                                      </p:tavLst>
                                    </p:anim>
                                    <p:anim calcmode="lin" valueType="num">
                                      <p:cBhvr>
                                        <p:cTn id="111" dur="500" fill="hold"/>
                                        <p:tgtEl>
                                          <p:spTgt spid="130148"/>
                                        </p:tgtEl>
                                        <p:attrNameLst>
                                          <p:attrName>ppt_w</p:attrName>
                                        </p:attrNameLst>
                                      </p:cBhvr>
                                      <p:tavLst>
                                        <p:tav tm="0">
                                          <p:val>
                                            <p:fltVal val="0.000000"/>
                                          </p:val>
                                        </p:tav>
                                        <p:tav tm="100000">
                                          <p:val>
                                            <p:strVal val="#ppt_w"/>
                                          </p:val>
                                        </p:tav>
                                      </p:tavLst>
                                    </p:anim>
                                    <p:anim calcmode="lin" valueType="num">
                                      <p:cBhvr>
                                        <p:cTn id="112" dur="500" fill="hold"/>
                                        <p:tgtEl>
                                          <p:spTgt spid="130148"/>
                                        </p:tgtEl>
                                        <p:attrNameLst>
                                          <p:attrName>ppt_h</p:attrName>
                                        </p:attrNameLst>
                                      </p:cBhvr>
                                      <p:tavLst>
                                        <p:tav tm="0">
                                          <p:val>
                                            <p:strVal val="#ppt_h"/>
                                          </p:val>
                                        </p:tav>
                                        <p:tav tm="100000">
                                          <p:val>
                                            <p:strVal val="#ppt_h"/>
                                          </p:val>
                                        </p:tav>
                                      </p:tavLst>
                                    </p:anim>
                                  </p:childTnLst>
                                </p:cTn>
                              </p:par>
                            </p:childTnLst>
                          </p:cTn>
                        </p:par>
                      </p:childTnLst>
                    </p:cTn>
                  </p:par>
                  <p:par>
                    <p:cTn id="113" fill="hold">
                      <p:stCondLst>
                        <p:cond delay="indefinite"/>
                      </p:stCondLst>
                      <p:childTnLst>
                        <p:par>
                          <p:cTn id="114" fill="hold">
                            <p:stCondLst>
                              <p:cond delay="0"/>
                            </p:stCondLst>
                            <p:childTnLst>
                              <p:par>
                                <p:cTn id="115" presetID="17" presetClass="entr" presetSubtype="8" fill="hold" grpId="0" nodeType="clickEffect">
                                  <p:stCondLst>
                                    <p:cond delay="0"/>
                                  </p:stCondLst>
                                  <p:childTnLst>
                                    <p:set>
                                      <p:cBhvr>
                                        <p:cTn id="116" dur="1" fill="hold">
                                          <p:stCondLst>
                                            <p:cond delay="0"/>
                                          </p:stCondLst>
                                        </p:cTn>
                                        <p:tgtEl>
                                          <p:spTgt spid="130149"/>
                                        </p:tgtEl>
                                        <p:attrNameLst>
                                          <p:attrName>style.visibility</p:attrName>
                                        </p:attrNameLst>
                                      </p:cBhvr>
                                      <p:to>
                                        <p:strVal val="visible"/>
                                      </p:to>
                                    </p:set>
                                    <p:anim calcmode="lin" valueType="num">
                                      <p:cBhvr>
                                        <p:cTn id="117" dur="500" fill="hold"/>
                                        <p:tgtEl>
                                          <p:spTgt spid="130149"/>
                                        </p:tgtEl>
                                        <p:attrNameLst>
                                          <p:attrName>ppt_x</p:attrName>
                                        </p:attrNameLst>
                                      </p:cBhvr>
                                      <p:tavLst>
                                        <p:tav tm="0">
                                          <p:val>
                                            <p:strVal val="#ppt_x-#ppt_w/2"/>
                                          </p:val>
                                        </p:tav>
                                        <p:tav tm="100000">
                                          <p:val>
                                            <p:strVal val="#ppt_x"/>
                                          </p:val>
                                        </p:tav>
                                      </p:tavLst>
                                    </p:anim>
                                    <p:anim calcmode="lin" valueType="num">
                                      <p:cBhvr>
                                        <p:cTn id="118" dur="500" fill="hold"/>
                                        <p:tgtEl>
                                          <p:spTgt spid="130149"/>
                                        </p:tgtEl>
                                        <p:attrNameLst>
                                          <p:attrName>ppt_y</p:attrName>
                                        </p:attrNameLst>
                                      </p:cBhvr>
                                      <p:tavLst>
                                        <p:tav tm="0">
                                          <p:val>
                                            <p:strVal val="#ppt_y"/>
                                          </p:val>
                                        </p:tav>
                                        <p:tav tm="100000">
                                          <p:val>
                                            <p:strVal val="#ppt_y"/>
                                          </p:val>
                                        </p:tav>
                                      </p:tavLst>
                                    </p:anim>
                                    <p:anim calcmode="lin" valueType="num">
                                      <p:cBhvr>
                                        <p:cTn id="119" dur="500" fill="hold"/>
                                        <p:tgtEl>
                                          <p:spTgt spid="130149"/>
                                        </p:tgtEl>
                                        <p:attrNameLst>
                                          <p:attrName>ppt_w</p:attrName>
                                        </p:attrNameLst>
                                      </p:cBhvr>
                                      <p:tavLst>
                                        <p:tav tm="0">
                                          <p:val>
                                            <p:fltVal val="0.000000"/>
                                          </p:val>
                                        </p:tav>
                                        <p:tav tm="100000">
                                          <p:val>
                                            <p:strVal val="#ppt_w"/>
                                          </p:val>
                                        </p:tav>
                                      </p:tavLst>
                                    </p:anim>
                                    <p:anim calcmode="lin" valueType="num">
                                      <p:cBhvr>
                                        <p:cTn id="120" dur="500" fill="hold"/>
                                        <p:tgtEl>
                                          <p:spTgt spid="13014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0" grpId="0"/>
      <p:bldP spid="130053" grpId="0"/>
      <p:bldP spid="130054" grpId="0"/>
      <p:bldP spid="130055" grpId="0"/>
      <p:bldP spid="130056" grpId="0" bldLvl="0" animBg="1"/>
      <p:bldP spid="130057" grpId="0" bldLvl="0" animBg="1"/>
      <p:bldP spid="130058" grpId="0"/>
      <p:bldP spid="130059" grpId="0"/>
      <p:bldP spid="130060" grpId="0" bldLvl="0" animBg="1"/>
      <p:bldP spid="130144" grpId="0"/>
      <p:bldP spid="130145" grpId="0"/>
      <p:bldP spid="130146" grpId="0" bldLvl="0" animBg="1"/>
      <p:bldP spid="130147" grpId="0" bldLvl="0" animBg="1"/>
      <p:bldP spid="130148" grpId="0"/>
      <p:bldP spid="130149" grpId="0"/>
      <p:bldP spid="130143" grpId="0" bldLvl="0" animBg="1"/>
      <p:bldP spid="9" grpId="0" animBg="1"/>
      <p:bldP spid="10" grpId="1"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4-3 戴维南定理和诺顿定理</a:t>
            </a:r>
            <a:endParaRPr lang="zh-CN" altLang="en-US"/>
          </a:p>
        </p:txBody>
      </p:sp>
      <p:sp>
        <p:nvSpPr>
          <p:cNvPr id="68649" name="Text Box 41" descr="绿色大理石"/>
          <p:cNvSpPr txBox="1"/>
          <p:nvPr/>
        </p:nvSpPr>
        <p:spPr>
          <a:xfrm>
            <a:off x="111125" y="773113"/>
            <a:ext cx="5472113" cy="521970"/>
          </a:xfrm>
          <a:prstGeom prst="rect">
            <a:avLst/>
          </a:prstGeom>
          <a:blipFill rotWithShape="1">
            <a:blip r:embed="rId1"/>
          </a:blipFill>
          <a:ln w="9525">
            <a:noFill/>
          </a:ln>
        </p:spPr>
        <p:txBody>
          <a:bodyPr>
            <a:spAutoFit/>
          </a:bodyPr>
          <a:p>
            <a:pPr>
              <a:spcBef>
                <a:spcPct val="50000"/>
              </a:spcBef>
            </a:pPr>
            <a:r>
              <a:rPr kumimoji="1" lang="zh-CN" altLang="en-US" sz="2800" dirty="0" smtClean="0">
                <a:solidFill>
                  <a:schemeClr val="bg1"/>
                </a:solidFill>
                <a:latin typeface="华文楷体" panose="02010600040101010101" pitchFamily="2" charset="-122"/>
                <a:ea typeface="华文楷体" panose="02010600040101010101" pitchFamily="2" charset="-122"/>
              </a:rPr>
              <a:t>方法2：开路电压、短路电流法</a:t>
            </a:r>
            <a:endParaRPr kumimoji="1" lang="zh-CN" altLang="en-US" sz="2800" dirty="0" smtClean="0">
              <a:solidFill>
                <a:schemeClr val="bg1"/>
              </a:solidFill>
              <a:latin typeface="华文楷体" panose="02010600040101010101" pitchFamily="2" charset="-122"/>
              <a:ea typeface="华文楷体" panose="02010600040101010101" pitchFamily="2" charset="-122"/>
            </a:endParaRPr>
          </a:p>
        </p:txBody>
      </p:sp>
      <p:sp>
        <p:nvSpPr>
          <p:cNvPr id="68650" name="Text Box 42"/>
          <p:cNvSpPr txBox="1"/>
          <p:nvPr/>
        </p:nvSpPr>
        <p:spPr>
          <a:xfrm>
            <a:off x="1187450" y="1463675"/>
            <a:ext cx="1828800" cy="521970"/>
          </a:xfrm>
          <a:prstGeom prst="rect">
            <a:avLst/>
          </a:prstGeom>
          <a:noFill/>
          <a:ln w="9525">
            <a:noFill/>
          </a:ln>
        </p:spPr>
        <p:txBody>
          <a:bodyPr>
            <a:spAutoFit/>
          </a:bodyPr>
          <a:p>
            <a:pPr>
              <a:spcBef>
                <a:spcPct val="50000"/>
              </a:spcBef>
            </a:pPr>
            <a:r>
              <a:rPr kumimoji="1" lang="zh-CN" altLang="en-US" sz="2800" b="0" dirty="0" smtClean="0">
                <a:latin typeface="华文楷体" panose="02010600040101010101" pitchFamily="2" charset="-122"/>
                <a:ea typeface="华文楷体" panose="02010600040101010101" pitchFamily="2" charset="-122"/>
              </a:rPr>
              <a:t>(</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U</a:t>
            </a:r>
            <a:r>
              <a:rPr kumimoji="1" lang="zh-CN" altLang="en-US" sz="2800" b="0" baseline="-25000" dirty="0" smtClean="0">
                <a:latin typeface="华文楷体" panose="02010600040101010101" pitchFamily="2" charset="-122"/>
                <a:ea typeface="华文楷体" panose="02010600040101010101" pitchFamily="2" charset="-122"/>
              </a:rPr>
              <a:t>oc</a:t>
            </a:r>
            <a:r>
              <a:rPr kumimoji="1" lang="zh-CN" altLang="en-US" sz="2800" b="0" dirty="0" smtClean="0">
                <a:latin typeface="华文楷体" panose="02010600040101010101" pitchFamily="2" charset="-122"/>
                <a:ea typeface="华文楷体" panose="02010600040101010101" pitchFamily="2" charset="-122"/>
              </a:rPr>
              <a:t>=9V)</a:t>
            </a:r>
            <a:endParaRPr kumimoji="1" lang="zh-CN" altLang="en-US" sz="2800" b="0" dirty="0" smtClean="0">
              <a:latin typeface="华文楷体" panose="02010600040101010101" pitchFamily="2" charset="-122"/>
              <a:ea typeface="华文楷体" panose="02010600040101010101" pitchFamily="2" charset="-122"/>
            </a:endParaRPr>
          </a:p>
        </p:txBody>
      </p:sp>
      <p:sp>
        <p:nvSpPr>
          <p:cNvPr id="68651" name="Text Box 43"/>
          <p:cNvSpPr txBox="1"/>
          <p:nvPr/>
        </p:nvSpPr>
        <p:spPr>
          <a:xfrm>
            <a:off x="1044575" y="1966913"/>
            <a:ext cx="2232025" cy="521970"/>
          </a:xfrm>
          <a:prstGeom prst="rect">
            <a:avLst/>
          </a:prstGeom>
          <a:noFill/>
          <a:ln w="9525">
            <a:noFill/>
          </a:ln>
        </p:spPr>
        <p:txBody>
          <a:bodyPr>
            <a:spAutoFit/>
          </a:bodyPr>
          <a:p>
            <a:pPr>
              <a:spcBef>
                <a:spcPct val="50000"/>
              </a:spcBef>
            </a:pPr>
            <a:r>
              <a:rPr kumimoji="1" lang="zh-CN" altLang="en-US" sz="2800" b="0"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6 </a:t>
            </a:r>
            <a:r>
              <a:rPr kumimoji="1" lang="zh-CN" altLang="en-US" sz="2800" b="0" i="1"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zh-CN" altLang="en-US" sz="2800" b="0" baseline="-25000"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1</a:t>
            </a:r>
            <a:r>
              <a:rPr kumimoji="1" lang="zh-CN" altLang="en-US" sz="2800" b="0"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 +3</a:t>
            </a:r>
            <a:r>
              <a:rPr kumimoji="1" lang="zh-CN" altLang="en-US" sz="2800" b="0" i="1"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zh-CN" altLang="en-US" sz="2800" b="0"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=9</a:t>
            </a:r>
            <a:endParaRPr kumimoji="1" lang="zh-CN" altLang="en-US" sz="2800" b="0"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8652" name="Text Box 44"/>
          <p:cNvSpPr txBox="1"/>
          <p:nvPr/>
        </p:nvSpPr>
        <p:spPr>
          <a:xfrm>
            <a:off x="1042988" y="2543175"/>
            <a:ext cx="2592387" cy="521970"/>
          </a:xfrm>
          <a:prstGeom prst="rect">
            <a:avLst/>
          </a:prstGeom>
          <a:noFill/>
          <a:ln w="9525">
            <a:noFill/>
          </a:ln>
        </p:spPr>
        <p:txBody>
          <a:bodyPr>
            <a:spAutoFit/>
          </a:bodyPr>
          <a:p>
            <a:pPr>
              <a:spcBef>
                <a:spcPct val="50000"/>
              </a:spcBef>
            </a:pP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6</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I</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+3</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I</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=0</a:t>
            </a:r>
            <a:endPar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8653" name="Text Box 45"/>
          <p:cNvSpPr txBox="1"/>
          <p:nvPr/>
        </p:nvSpPr>
        <p:spPr>
          <a:xfrm>
            <a:off x="1835150" y="3048000"/>
            <a:ext cx="838200" cy="521970"/>
          </a:xfrm>
          <a:prstGeom prst="rect">
            <a:avLst/>
          </a:prstGeom>
          <a:noFill/>
          <a:ln w="9525">
            <a:noFill/>
          </a:ln>
        </p:spPr>
        <p:txBody>
          <a:bodyPr>
            <a:spAutoFit/>
          </a:bodyPr>
          <a:p>
            <a:pPr>
              <a:spcBef>
                <a:spcPct val="50000"/>
              </a:spcBef>
            </a:pP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I</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=0</a:t>
            </a:r>
            <a:endPar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8654" name="AutoShape 46"/>
          <p:cNvSpPr/>
          <p:nvPr/>
        </p:nvSpPr>
        <p:spPr>
          <a:xfrm>
            <a:off x="1116013" y="3190875"/>
            <a:ext cx="504825" cy="215900"/>
          </a:xfrm>
          <a:prstGeom prst="rightArrow">
            <a:avLst>
              <a:gd name="adj1" fmla="val 50000"/>
              <a:gd name="adj2" fmla="val 58455"/>
            </a:avLst>
          </a:prstGeom>
          <a:solidFill>
            <a:srgbClr val="00CCFF"/>
          </a:solidFill>
          <a:ln w="9525" cap="flat" cmpd="sng">
            <a:solidFill>
              <a:srgbClr val="00CC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8655" name="Text Box 47"/>
          <p:cNvSpPr txBox="1"/>
          <p:nvPr/>
        </p:nvSpPr>
        <p:spPr>
          <a:xfrm>
            <a:off x="900113" y="3551238"/>
            <a:ext cx="3743325" cy="521970"/>
          </a:xfrm>
          <a:prstGeom prst="rect">
            <a:avLst/>
          </a:prstGeom>
          <a:noFill/>
          <a:ln w="9525">
            <a:noFill/>
          </a:ln>
        </p:spPr>
        <p:txBody>
          <a:bodyPr>
            <a:spAutoFit/>
          </a:bodyPr>
          <a:p>
            <a:pPr>
              <a:spcBef>
                <a:spcPct val="50000"/>
              </a:spcBef>
            </a:pP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I</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rPr>
              <a:t>sc</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I</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rPr>
              <a:t>1</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=9/6A=1.5A</a:t>
            </a:r>
            <a:endPar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8656" name="Text Box 48"/>
          <p:cNvSpPr txBox="1"/>
          <p:nvPr/>
        </p:nvSpPr>
        <p:spPr>
          <a:xfrm>
            <a:off x="827088" y="4200525"/>
            <a:ext cx="4968875" cy="521970"/>
          </a:xfrm>
          <a:prstGeom prst="rect">
            <a:avLst/>
          </a:prstGeom>
          <a:noFill/>
          <a:ln w="9525">
            <a:noFill/>
          </a:ln>
        </p:spPr>
        <p:txBody>
          <a:bodyPr>
            <a:spAutoFit/>
          </a:bodyPr>
          <a:p>
            <a:pPr>
              <a:spcBef>
                <a:spcPct val="50000"/>
              </a:spcBef>
            </a:pP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R</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rPr>
              <a:t>eq</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U</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rPr>
              <a:t>oc</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I</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rPr>
              <a:t>sc</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=9/1.5</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=6 </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endPar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endParaRPr>
          </a:p>
        </p:txBody>
      </p:sp>
      <p:sp>
        <p:nvSpPr>
          <p:cNvPr id="68688" name="AutoShape 80" descr="羊皮纸"/>
          <p:cNvSpPr/>
          <p:nvPr/>
        </p:nvSpPr>
        <p:spPr>
          <a:xfrm>
            <a:off x="5580063" y="3479800"/>
            <a:ext cx="2305050" cy="792163"/>
          </a:xfrm>
          <a:prstGeom prst="wedgeRoundRectCallout">
            <a:avLst>
              <a:gd name="adj1" fmla="val -57852"/>
              <a:gd name="adj2" fmla="val -130560"/>
              <a:gd name="adj3" fmla="val 16667"/>
            </a:avLst>
          </a:prstGeom>
          <a:blipFill rotWithShape="1">
            <a:blip r:embed="rId2"/>
          </a:blipFill>
          <a:ln w="9525">
            <a:noFill/>
          </a:ln>
        </p:spPr>
        <p:txBody>
          <a:bodyPr/>
          <a:p>
            <a:pPr algn="ctr"/>
            <a:r>
              <a:rPr kumimoji="1" lang="zh-CN" altLang="en-US" sz="2800" dirty="0" smtClean="0">
                <a:solidFill>
                  <a:schemeClr val="tx1"/>
                </a:solidFill>
                <a:latin typeface="华文楷体" panose="02010600040101010101" pitchFamily="2" charset="-122"/>
                <a:ea typeface="华文楷体" panose="02010600040101010101" pitchFamily="2" charset="-122"/>
              </a:rPr>
              <a:t>独立源保留</a:t>
            </a:r>
            <a:endParaRPr kumimoji="1" lang="zh-CN" altLang="en-US" sz="2800" dirty="0" smtClean="0">
              <a:solidFill>
                <a:schemeClr val="tx1"/>
              </a:solidFill>
              <a:latin typeface="华文楷体" panose="02010600040101010101" pitchFamily="2" charset="-122"/>
              <a:ea typeface="华文楷体" panose="02010600040101010101" pitchFamily="2" charset="-122"/>
            </a:endParaRPr>
          </a:p>
        </p:txBody>
      </p:sp>
      <p:sp>
        <p:nvSpPr>
          <p:cNvPr id="68748" name="Text Box 140"/>
          <p:cNvSpPr txBox="1"/>
          <p:nvPr/>
        </p:nvSpPr>
        <p:spPr>
          <a:xfrm>
            <a:off x="996633" y="4973955"/>
            <a:ext cx="2514600" cy="521970"/>
          </a:xfrm>
          <a:prstGeom prst="rect">
            <a:avLst/>
          </a:prstGeom>
          <a:noFill/>
          <a:ln w="9525">
            <a:noFill/>
          </a:ln>
        </p:spPr>
        <p:txBody>
          <a:bodyPr>
            <a:spAutoFit/>
          </a:bodyPr>
          <a:p>
            <a:pPr marL="342900" indent="-342900">
              <a:spcBef>
                <a:spcPct val="50000"/>
              </a:spcBef>
              <a:buAutoNum type="circleNumDbPlain" startAt="3"/>
            </a:pPr>
            <a:r>
              <a:rPr kumimoji="1" lang="zh-CN" altLang="en-US" sz="2800" dirty="0" smtClean="0">
                <a:latin typeface="华文楷体" panose="02010600040101010101" pitchFamily="2" charset="-122"/>
                <a:ea typeface="华文楷体" panose="02010600040101010101" pitchFamily="2" charset="-122"/>
              </a:rPr>
              <a:t>等效电路</a:t>
            </a:r>
            <a:endParaRPr kumimoji="1" lang="zh-CN" altLang="en-US" sz="2800" dirty="0" smtClean="0">
              <a:latin typeface="华文楷体" panose="02010600040101010101" pitchFamily="2" charset="-122"/>
              <a:ea typeface="华文楷体" panose="02010600040101010101" pitchFamily="2" charset="-122"/>
            </a:endParaRPr>
          </a:p>
        </p:txBody>
      </p:sp>
      <p:grpSp>
        <p:nvGrpSpPr>
          <p:cNvPr id="5" name="组合 4"/>
          <p:cNvGrpSpPr/>
          <p:nvPr/>
        </p:nvGrpSpPr>
        <p:grpSpPr>
          <a:xfrm>
            <a:off x="4399280" y="958850"/>
            <a:ext cx="4450080" cy="2376805"/>
            <a:chOff x="6928" y="1090"/>
            <a:chExt cx="7008" cy="3743"/>
          </a:xfrm>
        </p:grpSpPr>
        <p:sp>
          <p:nvSpPr>
            <p:cNvPr id="20533" name="Text Box 107"/>
            <p:cNvSpPr txBox="1"/>
            <p:nvPr/>
          </p:nvSpPr>
          <p:spPr>
            <a:xfrm>
              <a:off x="11283" y="1090"/>
              <a:ext cx="108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6</a:t>
              </a:r>
              <a:r>
                <a:rPr lang="en-US" altLang="zh-CN" b="0" i="1" dirty="0">
                  <a:solidFill>
                    <a:schemeClr val="tx1"/>
                  </a:solidFill>
                  <a:latin typeface="Times New Roman" panose="02020603050405020304" pitchFamily="18" charset="0"/>
                  <a:ea typeface="宋体" panose="02010600030101010101" pitchFamily="2" charset="-122"/>
                </a:rPr>
                <a:t>I</a:t>
              </a:r>
              <a:endParaRPr lang="en-US" altLang="zh-CN" b="0" i="1" dirty="0">
                <a:solidFill>
                  <a:schemeClr val="tx1"/>
                </a:solidFill>
                <a:latin typeface="Times New Roman" panose="02020603050405020304" pitchFamily="18" charset="0"/>
                <a:ea typeface="宋体" panose="02010600030101010101" pitchFamily="2" charset="-122"/>
              </a:endParaRPr>
            </a:p>
          </p:txBody>
        </p:sp>
        <p:grpSp>
          <p:nvGrpSpPr>
            <p:cNvPr id="4" name="组合 3"/>
            <p:cNvGrpSpPr/>
            <p:nvPr/>
          </p:nvGrpSpPr>
          <p:grpSpPr>
            <a:xfrm>
              <a:off x="6928" y="1543"/>
              <a:ext cx="7008" cy="3290"/>
              <a:chOff x="6928" y="1543"/>
              <a:chExt cx="7008" cy="3290"/>
            </a:xfrm>
          </p:grpSpPr>
          <p:sp>
            <p:nvSpPr>
              <p:cNvPr id="20520" name="Line 94"/>
              <p:cNvSpPr/>
              <p:nvPr/>
            </p:nvSpPr>
            <p:spPr bwMode="auto">
              <a:xfrm flipH="1">
                <a:off x="12985" y="2338"/>
                <a:ext cx="0" cy="2495"/>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20522" name="Line 96"/>
              <p:cNvSpPr/>
              <p:nvPr/>
            </p:nvSpPr>
            <p:spPr bwMode="auto">
              <a:xfrm flipH="1">
                <a:off x="10375" y="2338"/>
                <a:ext cx="0" cy="2495"/>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20523" name="Text Box 97"/>
              <p:cNvSpPr txBox="1"/>
              <p:nvPr/>
            </p:nvSpPr>
            <p:spPr>
              <a:xfrm>
                <a:off x="9235" y="3223"/>
                <a:ext cx="108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3</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0524" name="Text Box 98"/>
              <p:cNvSpPr txBox="1"/>
              <p:nvPr/>
            </p:nvSpPr>
            <p:spPr>
              <a:xfrm>
                <a:off x="8698" y="1565"/>
                <a:ext cx="117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6</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0525" name="Line 99"/>
              <p:cNvSpPr/>
              <p:nvPr/>
            </p:nvSpPr>
            <p:spPr>
              <a:xfrm>
                <a:off x="10375" y="2453"/>
                <a:ext cx="0" cy="68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20526" name="Text Box 100"/>
              <p:cNvSpPr txBox="1"/>
              <p:nvPr/>
            </p:nvSpPr>
            <p:spPr>
              <a:xfrm>
                <a:off x="10348" y="2453"/>
                <a:ext cx="72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20527" name="Text Box 101"/>
              <p:cNvSpPr txBox="1"/>
              <p:nvPr/>
            </p:nvSpPr>
            <p:spPr>
              <a:xfrm>
                <a:off x="7675" y="2503"/>
                <a:ext cx="48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0528" name="Text Box 102"/>
              <p:cNvSpPr txBox="1"/>
              <p:nvPr/>
            </p:nvSpPr>
            <p:spPr>
              <a:xfrm>
                <a:off x="7675" y="3823"/>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0529" name="Text Box 103"/>
              <p:cNvSpPr txBox="1"/>
              <p:nvPr/>
            </p:nvSpPr>
            <p:spPr>
              <a:xfrm>
                <a:off x="8035" y="3223"/>
                <a:ext cx="109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9V</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0530" name="Line 104"/>
              <p:cNvSpPr/>
              <p:nvPr/>
            </p:nvSpPr>
            <p:spPr>
              <a:xfrm>
                <a:off x="11275" y="2383"/>
                <a:ext cx="840" cy="0"/>
              </a:xfrm>
              <a:prstGeom prst="line">
                <a:avLst/>
              </a:prstGeom>
              <a:ln w="9525" cap="flat" cmpd="sng">
                <a:solidFill>
                  <a:schemeClr val="tx1"/>
                </a:solidFill>
                <a:prstDash val="solid"/>
                <a:headEnd type="none" w="med" len="med"/>
                <a:tailEnd type="none" w="med" len="med"/>
              </a:ln>
            </p:spPr>
          </p:sp>
          <p:sp>
            <p:nvSpPr>
              <p:cNvPr id="20531" name="Text Box 105"/>
              <p:cNvSpPr txBox="1"/>
              <p:nvPr/>
            </p:nvSpPr>
            <p:spPr>
              <a:xfrm>
                <a:off x="11965" y="1543"/>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0532" name="Text Box 106"/>
              <p:cNvSpPr txBox="1"/>
              <p:nvPr/>
            </p:nvSpPr>
            <p:spPr>
              <a:xfrm>
                <a:off x="10718" y="1543"/>
                <a:ext cx="72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0534" name="Line 108"/>
              <p:cNvSpPr/>
              <p:nvPr/>
            </p:nvSpPr>
            <p:spPr bwMode="auto">
              <a:xfrm flipV="1">
                <a:off x="7655" y="2338"/>
                <a:ext cx="5330"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20535" name="Line 109"/>
              <p:cNvSpPr/>
              <p:nvPr/>
            </p:nvSpPr>
            <p:spPr bwMode="auto">
              <a:xfrm>
                <a:off x="7655" y="4833"/>
                <a:ext cx="5330"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20536" name="Line 110"/>
              <p:cNvSpPr/>
              <p:nvPr/>
            </p:nvSpPr>
            <p:spPr bwMode="auto">
              <a:xfrm flipH="1" flipV="1">
                <a:off x="7655" y="2338"/>
                <a:ext cx="0" cy="2495"/>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20537" name="Rectangle 111"/>
              <p:cNvSpPr/>
              <p:nvPr/>
            </p:nvSpPr>
            <p:spPr bwMode="auto">
              <a:xfrm>
                <a:off x="10215" y="3245"/>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0539" name="Rectangle 113"/>
              <p:cNvSpPr/>
              <p:nvPr/>
            </p:nvSpPr>
            <p:spPr bwMode="auto">
              <a:xfrm>
                <a:off x="8675" y="2183"/>
                <a:ext cx="792"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0540" name="Text Box 114"/>
              <p:cNvSpPr txBox="1"/>
              <p:nvPr/>
            </p:nvSpPr>
            <p:spPr>
              <a:xfrm>
                <a:off x="12976" y="2450"/>
                <a:ext cx="96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r>
                  <a:rPr lang="en-US" altLang="zh-CN" b="0" baseline="-25000" dirty="0">
                    <a:solidFill>
                      <a:schemeClr val="tx1"/>
                    </a:solidFill>
                    <a:latin typeface="Times New Roman" panose="02020603050405020304" pitchFamily="18" charset="0"/>
                    <a:ea typeface="宋体" panose="02010600030101010101" pitchFamily="2" charset="-122"/>
                  </a:rPr>
                  <a:t>sc</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20541" name="Line 115"/>
              <p:cNvSpPr/>
              <p:nvPr/>
            </p:nvSpPr>
            <p:spPr>
              <a:xfrm>
                <a:off x="12983" y="2565"/>
                <a:ext cx="0" cy="84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20542" name="Line 116"/>
              <p:cNvSpPr/>
              <p:nvPr/>
            </p:nvSpPr>
            <p:spPr>
              <a:xfrm flipV="1">
                <a:off x="7653" y="2338"/>
                <a:ext cx="0" cy="62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20543" name="Text Box 117"/>
              <p:cNvSpPr txBox="1"/>
              <p:nvPr/>
            </p:nvSpPr>
            <p:spPr>
              <a:xfrm>
                <a:off x="6928" y="2225"/>
                <a:ext cx="96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r>
                  <a:rPr lang="en-US" altLang="zh-CN" b="0" baseline="-25000" dirty="0">
                    <a:solidFill>
                      <a:schemeClr val="tx1"/>
                    </a:solidFill>
                    <a:latin typeface="Times New Roman" panose="02020603050405020304" pitchFamily="18" charset="0"/>
                    <a:ea typeface="宋体" panose="02010600030101010101" pitchFamily="2" charset="-122"/>
                  </a:rPr>
                  <a:t>1</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grpSp>
            <p:nvGrpSpPr>
              <p:cNvPr id="76" name="组合 75"/>
              <p:cNvGrpSpPr/>
              <p:nvPr/>
            </p:nvGrpSpPr>
            <p:grpSpPr>
              <a:xfrm>
                <a:off x="11208" y="1890"/>
                <a:ext cx="907" cy="907"/>
                <a:chOff x="5883144" y="5417878"/>
                <a:chExt cx="576000" cy="576000"/>
              </a:xfrm>
            </p:grpSpPr>
            <p:sp>
              <p:nvSpPr>
                <p:cNvPr id="77" name="AutoShape 17"/>
                <p:cNvSpPr>
                  <a:spLocks noChangeArrowheads="1"/>
                </p:cNvSpPr>
                <p:nvPr/>
              </p:nvSpPr>
              <p:spPr bwMode="auto">
                <a:xfrm>
                  <a:off x="5883144" y="5417878"/>
                  <a:ext cx="576000" cy="576000"/>
                </a:xfrm>
                <a:prstGeom prst="diamond">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en-US" sz="1800"/>
                </a:p>
              </p:txBody>
            </p:sp>
            <p:cxnSp>
              <p:nvCxnSpPr>
                <p:cNvPr id="78" name="直接连接符 77"/>
                <p:cNvCxnSpPr>
                  <a:stCxn id="77" idx="1"/>
                  <a:endCxn id="77" idx="3"/>
                </p:cNvCxnSpPr>
                <p:nvPr/>
              </p:nvCxnSpPr>
              <p:spPr>
                <a:xfrm>
                  <a:off x="5883144" y="5705878"/>
                  <a:ext cx="576000"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 name="组合 8"/>
              <p:cNvGrpSpPr/>
              <p:nvPr/>
            </p:nvGrpSpPr>
            <p:grpSpPr>
              <a:xfrm>
                <a:off x="7199" y="3223"/>
                <a:ext cx="908" cy="908"/>
                <a:chOff x="505193" y="3720552"/>
                <a:chExt cx="432197" cy="432197"/>
              </a:xfrm>
              <a:solidFill>
                <a:schemeClr val="accent6">
                  <a:lumMod val="40000"/>
                  <a:lumOff val="60000"/>
                </a:schemeClr>
              </a:solidFill>
            </p:grpSpPr>
            <p:sp>
              <p:nvSpPr>
                <p:cNvPr id="10"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11" name="直接连接符 10"/>
                <p:cNvCxnSpPr>
                  <a:stCxn id="10" idx="0"/>
                  <a:endCxn id="10"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7" name="组合 6"/>
          <p:cNvGrpSpPr/>
          <p:nvPr/>
        </p:nvGrpSpPr>
        <p:grpSpPr>
          <a:xfrm>
            <a:off x="5429885" y="4343400"/>
            <a:ext cx="3167380" cy="2087880"/>
            <a:chOff x="8560" y="6420"/>
            <a:chExt cx="4988" cy="3288"/>
          </a:xfrm>
        </p:grpSpPr>
        <p:sp>
          <p:nvSpPr>
            <p:cNvPr id="20502" name="Text Box 119"/>
            <p:cNvSpPr txBox="1"/>
            <p:nvPr/>
          </p:nvSpPr>
          <p:spPr>
            <a:xfrm>
              <a:off x="10603" y="7555"/>
              <a:ext cx="1058" cy="818"/>
            </a:xfrm>
            <a:prstGeom prst="rect">
              <a:avLst/>
            </a:prstGeom>
            <a:noFill/>
            <a:ln w="9525">
              <a:noFill/>
            </a:ln>
          </p:spPr>
          <p:txBody>
            <a:bodyPr anchor="ctr" anchorCtr="0">
              <a:spAutoFit/>
            </a:bodyPr>
            <a:p>
              <a:pPr algn="ct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baseline="-25000" dirty="0">
                  <a:solidFill>
                    <a:schemeClr val="tx1"/>
                  </a:solidFill>
                  <a:latin typeface="Times New Roman" panose="02020603050405020304" pitchFamily="18" charset="0"/>
                  <a:ea typeface="宋体" panose="02010600030101010101" pitchFamily="2" charset="-122"/>
                </a:rPr>
                <a:t>o</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20504" name="Line 121"/>
            <p:cNvSpPr/>
            <p:nvPr/>
          </p:nvSpPr>
          <p:spPr bwMode="auto">
            <a:xfrm>
              <a:off x="9015" y="9595"/>
              <a:ext cx="1815"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20505" name="Line 122"/>
            <p:cNvSpPr/>
            <p:nvPr/>
          </p:nvSpPr>
          <p:spPr bwMode="auto">
            <a:xfrm>
              <a:off x="9015" y="6533"/>
              <a:ext cx="0" cy="3063"/>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20506" name="Line 123"/>
            <p:cNvSpPr/>
            <p:nvPr/>
          </p:nvSpPr>
          <p:spPr bwMode="auto">
            <a:xfrm>
              <a:off x="9015" y="6533"/>
              <a:ext cx="1815"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20507" name="Text Box 124"/>
            <p:cNvSpPr txBox="1"/>
            <p:nvPr/>
          </p:nvSpPr>
          <p:spPr>
            <a:xfrm>
              <a:off x="9128" y="7443"/>
              <a:ext cx="758" cy="818"/>
            </a:xfrm>
            <a:prstGeom prst="rect">
              <a:avLst/>
            </a:prstGeom>
            <a:noFill/>
            <a:ln w="9525">
              <a:noFill/>
            </a:ln>
          </p:spPr>
          <p:txBody>
            <a:bodyPr anchor="ctr" anchorCtr="0">
              <a:spAutoFit/>
            </a:bodyPr>
            <a:p>
              <a:pPr algn="ct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0508" name="Text Box 125"/>
            <p:cNvSpPr txBox="1"/>
            <p:nvPr/>
          </p:nvSpPr>
          <p:spPr>
            <a:xfrm>
              <a:off x="9355" y="8803"/>
              <a:ext cx="570" cy="820"/>
            </a:xfrm>
            <a:prstGeom prst="rect">
              <a:avLst/>
            </a:prstGeom>
            <a:noFill/>
            <a:ln w="9525">
              <a:noFill/>
            </a:ln>
          </p:spPr>
          <p:txBody>
            <a:bodyPr wrap="none" anchor="ctr" anchorCtr="0">
              <a:spAutoFit/>
            </a:bodyPr>
            <a:p>
              <a:pPr algn="ctr">
                <a:spcBef>
                  <a:spcPct val="50000"/>
                </a:spcBef>
              </a:pPr>
              <a:r>
                <a:rPr lang="en-US" altLang="zh-CN" b="0" dirty="0">
                  <a:solidFill>
                    <a:schemeClr val="tx1"/>
                  </a:solidFill>
                  <a:latin typeface="宋体" panose="02010600030101010101" pitchFamily="2" charset="-122"/>
                  <a:ea typeface="宋体" panose="02010600030101010101" pitchFamily="2" charset="-122"/>
                </a:rPr>
                <a:t>-</a:t>
              </a:r>
              <a:endParaRPr lang="en-US" altLang="zh-CN" b="0" dirty="0">
                <a:solidFill>
                  <a:schemeClr val="tx1"/>
                </a:solidFill>
                <a:latin typeface="宋体" panose="02010600030101010101" pitchFamily="2" charset="-122"/>
                <a:ea typeface="宋体" panose="02010600030101010101" pitchFamily="2" charset="-122"/>
              </a:endParaRPr>
            </a:p>
          </p:txBody>
        </p:sp>
        <p:sp>
          <p:nvSpPr>
            <p:cNvPr id="20509" name="Text Box 126"/>
            <p:cNvSpPr txBox="1"/>
            <p:nvPr/>
          </p:nvSpPr>
          <p:spPr>
            <a:xfrm>
              <a:off x="10943" y="6648"/>
              <a:ext cx="605" cy="818"/>
            </a:xfrm>
            <a:prstGeom prst="rect">
              <a:avLst/>
            </a:prstGeom>
            <a:noFill/>
            <a:ln w="9525">
              <a:noFill/>
            </a:ln>
          </p:spPr>
          <p:txBody>
            <a:bodyPr wrap="none" anchor="ctr" anchorCtr="0">
              <a:spAutoFit/>
            </a:bodyPr>
            <a:p>
              <a:pPr algn="ct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0510" name="Text Box 127"/>
            <p:cNvSpPr txBox="1"/>
            <p:nvPr/>
          </p:nvSpPr>
          <p:spPr>
            <a:xfrm>
              <a:off x="10943" y="8803"/>
              <a:ext cx="570" cy="818"/>
            </a:xfrm>
            <a:prstGeom prst="rect">
              <a:avLst/>
            </a:prstGeom>
            <a:noFill/>
            <a:ln w="9525">
              <a:noFill/>
            </a:ln>
          </p:spPr>
          <p:txBody>
            <a:bodyPr wrap="none" anchor="ctr" anchorCtr="0">
              <a:spAutoFit/>
            </a:bodyPr>
            <a:p>
              <a:pPr algn="ctr">
                <a:spcBef>
                  <a:spcPct val="50000"/>
                </a:spcBef>
              </a:pPr>
              <a:r>
                <a:rPr lang="en-US" altLang="zh-CN" b="0" dirty="0">
                  <a:solidFill>
                    <a:schemeClr val="tx1"/>
                  </a:solidFill>
                  <a:latin typeface="宋体" panose="02010600030101010101" pitchFamily="2" charset="-122"/>
                  <a:ea typeface="宋体" panose="02010600030101010101" pitchFamily="2" charset="-122"/>
                </a:rPr>
                <a:t>-</a:t>
              </a:r>
              <a:endParaRPr lang="en-US" altLang="zh-CN" b="0" dirty="0">
                <a:solidFill>
                  <a:schemeClr val="tx1"/>
                </a:solidFill>
                <a:latin typeface="宋体" panose="02010600030101010101" pitchFamily="2" charset="-122"/>
                <a:ea typeface="宋体" panose="02010600030101010101" pitchFamily="2" charset="-122"/>
              </a:endParaRPr>
            </a:p>
          </p:txBody>
        </p:sp>
        <p:sp>
          <p:nvSpPr>
            <p:cNvPr id="20511" name="Rectangle 128"/>
            <p:cNvSpPr/>
            <p:nvPr/>
          </p:nvSpPr>
          <p:spPr>
            <a:xfrm>
              <a:off x="8810" y="6760"/>
              <a:ext cx="318" cy="795"/>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solidFill>
                  <a:schemeClr val="tx1"/>
                </a:solidFill>
                <a:latin typeface="Arial" panose="020B0604020202020204" pitchFamily="34" charset="0"/>
              </a:endParaRPr>
            </a:p>
          </p:txBody>
        </p:sp>
        <p:sp>
          <p:nvSpPr>
            <p:cNvPr id="20512" name="Oval 129"/>
            <p:cNvSpPr/>
            <p:nvPr/>
          </p:nvSpPr>
          <p:spPr>
            <a:xfrm>
              <a:off x="10828" y="9480"/>
              <a:ext cx="228" cy="228"/>
            </a:xfrm>
            <a:prstGeom prst="ellipse">
              <a:avLst/>
            </a:prstGeom>
            <a:noFill/>
            <a:ln w="28575" cap="flat" cmpd="sng">
              <a:solidFill>
                <a:schemeClr val="tx2">
                  <a:lumMod val="75000"/>
                </a:schemeClr>
              </a:solidFill>
              <a:prstDash val="solid"/>
              <a:headEnd type="none" w="med" len="med"/>
              <a:tailEnd type="none" w="med" len="med"/>
            </a:ln>
          </p:spPr>
          <p:txBody>
            <a:bodyPr wrap="none" anchor="ctr" anchorCtr="0"/>
            <a:p>
              <a:endParaRPr lang="zh-CN" altLang="en-US" dirty="0">
                <a:solidFill>
                  <a:schemeClr val="tx1"/>
                </a:solidFill>
                <a:latin typeface="Arial" panose="020B0604020202020204" pitchFamily="34" charset="0"/>
              </a:endParaRPr>
            </a:p>
          </p:txBody>
        </p:sp>
        <p:sp>
          <p:nvSpPr>
            <p:cNvPr id="20513" name="Oval 130"/>
            <p:cNvSpPr/>
            <p:nvPr/>
          </p:nvSpPr>
          <p:spPr>
            <a:xfrm>
              <a:off x="10828" y="6420"/>
              <a:ext cx="228" cy="228"/>
            </a:xfrm>
            <a:prstGeom prst="ellipse">
              <a:avLst/>
            </a:prstGeom>
            <a:noFill/>
            <a:ln w="28575" cap="flat" cmpd="sng">
              <a:solidFill>
                <a:schemeClr val="tx2">
                  <a:lumMod val="75000"/>
                </a:schemeClr>
              </a:solidFill>
              <a:prstDash val="solid"/>
              <a:headEnd type="none" w="med" len="med"/>
              <a:tailEnd type="none" w="med" len="med"/>
            </a:ln>
          </p:spPr>
          <p:txBody>
            <a:bodyPr wrap="none" anchor="ctr" anchorCtr="0"/>
            <a:p>
              <a:endParaRPr lang="zh-CN" altLang="en-US" dirty="0">
                <a:solidFill>
                  <a:schemeClr val="tx1"/>
                </a:solidFill>
                <a:latin typeface="Arial" panose="020B0604020202020204" pitchFamily="34" charset="0"/>
              </a:endParaRPr>
            </a:p>
          </p:txBody>
        </p:sp>
        <p:sp>
          <p:nvSpPr>
            <p:cNvPr id="20514" name="Line 131"/>
            <p:cNvSpPr/>
            <p:nvPr/>
          </p:nvSpPr>
          <p:spPr bwMode="auto">
            <a:xfrm>
              <a:off x="11055" y="6533"/>
              <a:ext cx="1020"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20515" name="Line 132"/>
            <p:cNvSpPr/>
            <p:nvPr/>
          </p:nvSpPr>
          <p:spPr bwMode="auto">
            <a:xfrm>
              <a:off x="12078" y="6533"/>
              <a:ext cx="0" cy="3063"/>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20516" name="Line 133"/>
            <p:cNvSpPr/>
            <p:nvPr/>
          </p:nvSpPr>
          <p:spPr bwMode="auto">
            <a:xfrm>
              <a:off x="11055" y="9595"/>
              <a:ext cx="1020"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20517" name="Rectangle 134"/>
            <p:cNvSpPr/>
            <p:nvPr/>
          </p:nvSpPr>
          <p:spPr>
            <a:xfrm>
              <a:off x="11963" y="7555"/>
              <a:ext cx="318" cy="795"/>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solidFill>
                  <a:schemeClr val="tx1"/>
                </a:solidFill>
                <a:latin typeface="Arial" panose="020B0604020202020204" pitchFamily="34" charset="0"/>
              </a:endParaRPr>
            </a:p>
          </p:txBody>
        </p:sp>
        <p:sp>
          <p:nvSpPr>
            <p:cNvPr id="20518" name="Text Box 135"/>
            <p:cNvSpPr txBox="1"/>
            <p:nvPr/>
          </p:nvSpPr>
          <p:spPr>
            <a:xfrm>
              <a:off x="8788" y="6648"/>
              <a:ext cx="1698" cy="818"/>
            </a:xfrm>
            <a:prstGeom prst="rect">
              <a:avLst/>
            </a:prstGeom>
            <a:noFill/>
            <a:ln w="9525">
              <a:noFill/>
            </a:ln>
          </p:spPr>
          <p:txBody>
            <a:bodyPr anchor="ctr" anchorCtr="0">
              <a:spAutoFit/>
            </a:bodyPr>
            <a:p>
              <a:pPr algn="ctr">
                <a:spcBef>
                  <a:spcPct val="50000"/>
                </a:spcBef>
              </a:pPr>
              <a:r>
                <a:rPr lang="en-US" altLang="zh-CN" b="0" dirty="0">
                  <a:solidFill>
                    <a:schemeClr val="tx1"/>
                  </a:solidFill>
                  <a:latin typeface="Times New Roman" panose="02020603050405020304" pitchFamily="18" charset="0"/>
                  <a:ea typeface="宋体" panose="02010600030101010101" pitchFamily="2" charset="-122"/>
                </a:rPr>
                <a:t>6</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0519" name="Text Box 136"/>
            <p:cNvSpPr txBox="1"/>
            <p:nvPr/>
          </p:nvSpPr>
          <p:spPr>
            <a:xfrm>
              <a:off x="9128" y="8235"/>
              <a:ext cx="1698" cy="818"/>
            </a:xfrm>
            <a:prstGeom prst="rect">
              <a:avLst/>
            </a:prstGeom>
            <a:noFill/>
            <a:ln w="9525">
              <a:noFill/>
            </a:ln>
          </p:spPr>
          <p:txBody>
            <a:bodyPr anchor="ctr" anchorCtr="0">
              <a:spAutoFit/>
            </a:bodyPr>
            <a:p>
              <a:pPr algn="ctr">
                <a:spcBef>
                  <a:spcPct val="50000"/>
                </a:spcBef>
              </a:pPr>
              <a:r>
                <a:rPr lang="en-US" altLang="zh-CN" b="0" dirty="0">
                  <a:solidFill>
                    <a:schemeClr val="tx1"/>
                  </a:solidFill>
                  <a:latin typeface="Times New Roman" panose="02020603050405020304" pitchFamily="18" charset="0"/>
                  <a:ea typeface="宋体" panose="02010600030101010101" pitchFamily="2" charset="-122"/>
                </a:rPr>
                <a:t>9V</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0501" name="Text Box 138"/>
            <p:cNvSpPr txBox="1"/>
            <p:nvPr/>
          </p:nvSpPr>
          <p:spPr>
            <a:xfrm>
              <a:off x="11850" y="7555"/>
              <a:ext cx="1698" cy="818"/>
            </a:xfrm>
            <a:prstGeom prst="rect">
              <a:avLst/>
            </a:prstGeom>
            <a:noFill/>
            <a:ln w="9525">
              <a:noFill/>
            </a:ln>
          </p:spPr>
          <p:txBody>
            <a:bodyPr anchor="ctr" anchorCtr="0">
              <a:spAutoFit/>
            </a:bodyPr>
            <a:p>
              <a:pPr algn="ctr">
                <a:spcBef>
                  <a:spcPct val="50000"/>
                </a:spcBef>
              </a:pPr>
              <a:r>
                <a:rPr lang="en-US" altLang="zh-CN" b="0" dirty="0">
                  <a:solidFill>
                    <a:schemeClr val="tx1"/>
                  </a:solidFill>
                  <a:latin typeface="Times New Roman" panose="02020603050405020304" pitchFamily="18" charset="0"/>
                  <a:ea typeface="宋体" panose="02010600030101010101" pitchFamily="2" charset="-122"/>
                </a:rPr>
                <a:t>3</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79" name="组合 78"/>
            <p:cNvGrpSpPr/>
            <p:nvPr/>
          </p:nvGrpSpPr>
          <p:grpSpPr>
            <a:xfrm>
              <a:off x="8560" y="8123"/>
              <a:ext cx="908" cy="908"/>
              <a:chOff x="505193" y="3720552"/>
              <a:chExt cx="432197" cy="432197"/>
            </a:xfrm>
            <a:solidFill>
              <a:schemeClr val="accent6">
                <a:lumMod val="40000"/>
                <a:lumOff val="60000"/>
              </a:schemeClr>
            </a:solidFill>
          </p:grpSpPr>
          <p:sp>
            <p:nvSpPr>
              <p:cNvPr id="80"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8" name="直接连接符 7"/>
              <p:cNvCxnSpPr>
                <a:stCxn id="80" idx="0"/>
                <a:endCxn id="80"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0" name="Rectangle 54"/>
            <p:cNvSpPr>
              <a:spLocks noChangeArrowheads="1"/>
            </p:cNvSpPr>
            <p:nvPr/>
          </p:nvSpPr>
          <p:spPr bwMode="auto">
            <a:xfrm>
              <a:off x="11899" y="7468"/>
              <a:ext cx="340" cy="90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en-US" sz="1800"/>
            </a:p>
          </p:txBody>
        </p:sp>
        <p:sp>
          <p:nvSpPr>
            <p:cNvPr id="12" name="Rectangle 54"/>
            <p:cNvSpPr>
              <a:spLocks noChangeArrowheads="1"/>
            </p:cNvSpPr>
            <p:nvPr/>
          </p:nvSpPr>
          <p:spPr bwMode="auto">
            <a:xfrm>
              <a:off x="8852" y="6760"/>
              <a:ext cx="340" cy="90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en-US" sz="1800"/>
            </a:p>
          </p:txBody>
        </p:sp>
      </p:grpSp>
      <p:graphicFrame>
        <p:nvGraphicFramePr>
          <p:cNvPr id="18" name="对象 17"/>
          <p:cNvGraphicFramePr/>
          <p:nvPr/>
        </p:nvGraphicFramePr>
        <p:xfrm>
          <a:off x="1116013" y="5512435"/>
          <a:ext cx="3176270" cy="807085"/>
        </p:xfrm>
        <a:graphic>
          <a:graphicData uri="http://schemas.openxmlformats.org/presentationml/2006/ole">
            <mc:AlternateContent xmlns:mc="http://schemas.openxmlformats.org/markup-compatibility/2006">
              <mc:Choice xmlns:v="urn:schemas-microsoft-com:vml" Requires="v">
                <p:oleObj spid="_x0000_s19" name="" r:id="rId3" imgW="1308100" imgH="393700" progId="Equation.KSEE3">
                  <p:embed/>
                </p:oleObj>
              </mc:Choice>
              <mc:Fallback>
                <p:oleObj name="" r:id="rId3" imgW="1308100" imgH="393700" progId="Equation.KSEE3">
                  <p:embed/>
                  <p:pic>
                    <p:nvPicPr>
                      <p:cNvPr id="0" name="图片 11"/>
                      <p:cNvPicPr/>
                      <p:nvPr/>
                    </p:nvPicPr>
                    <p:blipFill>
                      <a:blip r:embed="rId4"/>
                      <a:stretch>
                        <a:fillRect/>
                      </a:stretch>
                    </p:blipFill>
                    <p:spPr>
                      <a:xfrm>
                        <a:off x="1116013" y="5512435"/>
                        <a:ext cx="3176270" cy="807085"/>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68649"/>
                                        </p:tgtEl>
                                        <p:attrNameLst>
                                          <p:attrName>style.visibility</p:attrName>
                                        </p:attrNameLst>
                                      </p:cBhvr>
                                      <p:to>
                                        <p:strVal val="visible"/>
                                      </p:to>
                                    </p:set>
                                    <p:anim calcmode="lin" valueType="num">
                                      <p:cBhvr additive="base">
                                        <p:cTn id="7" dur="500" fill="hold"/>
                                        <p:tgtEl>
                                          <p:spTgt spid="68649"/>
                                        </p:tgtEl>
                                        <p:attrNameLst>
                                          <p:attrName>ppt_x</p:attrName>
                                        </p:attrNameLst>
                                      </p:cBhvr>
                                      <p:tavLst>
                                        <p:tav tm="0">
                                          <p:val>
                                            <p:strVal val="1+#ppt_w/2"/>
                                          </p:val>
                                        </p:tav>
                                        <p:tav tm="100000">
                                          <p:val>
                                            <p:strVal val="#ppt_x"/>
                                          </p:val>
                                        </p:tav>
                                      </p:tavLst>
                                    </p:anim>
                                    <p:anim calcmode="lin" valueType="num">
                                      <p:cBhvr additive="base">
                                        <p:cTn id="8" dur="500" fill="hold"/>
                                        <p:tgtEl>
                                          <p:spTgt spid="6864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linds(horizontal)">
                                      <p:cBhvr>
                                        <p:cTn id="13" dur="500"/>
                                        <p:tgtEl>
                                          <p:spTgt spid="5"/>
                                        </p:tgtEl>
                                      </p:cBhvr>
                                    </p:animEffect>
                                  </p:childTnLst>
                                </p:cTn>
                              </p:par>
                            </p:childTnLst>
                          </p:cTn>
                        </p:par>
                        <p:par>
                          <p:cTn id="14" fill="hold">
                            <p:stCondLst>
                              <p:cond delay="500"/>
                            </p:stCondLst>
                            <p:childTnLst>
                              <p:par>
                                <p:cTn id="15" presetID="20" presetClass="entr" presetSubtype="0" fill="hold" grpId="0" nodeType="afterEffect">
                                  <p:stCondLst>
                                    <p:cond delay="0"/>
                                  </p:stCondLst>
                                  <p:childTnLst>
                                    <p:set>
                                      <p:cBhvr>
                                        <p:cTn id="16" dur="1" fill="hold">
                                          <p:stCondLst>
                                            <p:cond delay="0"/>
                                          </p:stCondLst>
                                        </p:cTn>
                                        <p:tgtEl>
                                          <p:spTgt spid="68688"/>
                                        </p:tgtEl>
                                        <p:attrNameLst>
                                          <p:attrName>style.visibility</p:attrName>
                                        </p:attrNameLst>
                                      </p:cBhvr>
                                      <p:to>
                                        <p:strVal val="visible"/>
                                      </p:to>
                                    </p:set>
                                    <p:animEffect transition="in" filter="wedge">
                                      <p:cBhvr>
                                        <p:cTn id="17" dur="2000"/>
                                        <p:tgtEl>
                                          <p:spTgt spid="6868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8650"/>
                                        </p:tgtEl>
                                        <p:attrNameLst>
                                          <p:attrName>style.visibility</p:attrName>
                                        </p:attrNameLst>
                                      </p:cBhvr>
                                      <p:to>
                                        <p:strVal val="visible"/>
                                      </p:to>
                                    </p:set>
                                    <p:animEffect transition="in" filter="wipe(left)">
                                      <p:cBhvr>
                                        <p:cTn id="22" dur="1000"/>
                                        <p:tgtEl>
                                          <p:spTgt spid="6865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8651"/>
                                        </p:tgtEl>
                                        <p:attrNameLst>
                                          <p:attrName>style.visibility</p:attrName>
                                        </p:attrNameLst>
                                      </p:cBhvr>
                                      <p:to>
                                        <p:strVal val="visible"/>
                                      </p:to>
                                    </p:set>
                                    <p:animEffect transition="in" filter="wipe(left)">
                                      <p:cBhvr>
                                        <p:cTn id="27" dur="1000"/>
                                        <p:tgtEl>
                                          <p:spTgt spid="6865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8652"/>
                                        </p:tgtEl>
                                        <p:attrNameLst>
                                          <p:attrName>style.visibility</p:attrName>
                                        </p:attrNameLst>
                                      </p:cBhvr>
                                      <p:to>
                                        <p:strVal val="visible"/>
                                      </p:to>
                                    </p:set>
                                    <p:animEffect transition="in" filter="wipe(left)">
                                      <p:cBhvr>
                                        <p:cTn id="32" dur="1000"/>
                                        <p:tgtEl>
                                          <p:spTgt spid="68652"/>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8" fill="hold" grpId="0" nodeType="clickEffect">
                                  <p:stCondLst>
                                    <p:cond delay="0"/>
                                  </p:stCondLst>
                                  <p:childTnLst>
                                    <p:set>
                                      <p:cBhvr>
                                        <p:cTn id="36" dur="1" fill="hold">
                                          <p:stCondLst>
                                            <p:cond delay="0"/>
                                          </p:stCondLst>
                                        </p:cTn>
                                        <p:tgtEl>
                                          <p:spTgt spid="68654"/>
                                        </p:tgtEl>
                                        <p:attrNameLst>
                                          <p:attrName>style.visibility</p:attrName>
                                        </p:attrNameLst>
                                      </p:cBhvr>
                                      <p:to>
                                        <p:strVal val="visible"/>
                                      </p:to>
                                    </p:set>
                                    <p:animEffect transition="in" filter="slide(fromLeft)">
                                      <p:cBhvr>
                                        <p:cTn id="37" dur="500"/>
                                        <p:tgtEl>
                                          <p:spTgt spid="68654"/>
                                        </p:tgtEl>
                                      </p:cBhvr>
                                    </p:animEffect>
                                  </p:childTnLst>
                                </p:cTn>
                              </p:par>
                            </p:childTnLst>
                          </p:cTn>
                        </p:par>
                        <p:par>
                          <p:cTn id="38" fill="hold">
                            <p:stCondLst>
                              <p:cond delay="500"/>
                            </p:stCondLst>
                            <p:childTnLst>
                              <p:par>
                                <p:cTn id="39" presetID="22" presetClass="entr" presetSubtype="8" fill="hold" grpId="0" nodeType="afterEffect">
                                  <p:stCondLst>
                                    <p:cond delay="0"/>
                                  </p:stCondLst>
                                  <p:childTnLst>
                                    <p:set>
                                      <p:cBhvr>
                                        <p:cTn id="40" dur="1" fill="hold">
                                          <p:stCondLst>
                                            <p:cond delay="0"/>
                                          </p:stCondLst>
                                        </p:cTn>
                                        <p:tgtEl>
                                          <p:spTgt spid="68653"/>
                                        </p:tgtEl>
                                        <p:attrNameLst>
                                          <p:attrName>style.visibility</p:attrName>
                                        </p:attrNameLst>
                                      </p:cBhvr>
                                      <p:to>
                                        <p:strVal val="visible"/>
                                      </p:to>
                                    </p:set>
                                    <p:animEffect transition="in" filter="wipe(left)">
                                      <p:cBhvr>
                                        <p:cTn id="41" dur="1000"/>
                                        <p:tgtEl>
                                          <p:spTgt spid="68653"/>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68655"/>
                                        </p:tgtEl>
                                        <p:attrNameLst>
                                          <p:attrName>style.visibility</p:attrName>
                                        </p:attrNameLst>
                                      </p:cBhvr>
                                      <p:to>
                                        <p:strVal val="visible"/>
                                      </p:to>
                                    </p:set>
                                    <p:animEffect transition="in" filter="wipe(left)">
                                      <p:cBhvr>
                                        <p:cTn id="46" dur="2000"/>
                                        <p:tgtEl>
                                          <p:spTgt spid="68655"/>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68656"/>
                                        </p:tgtEl>
                                        <p:attrNameLst>
                                          <p:attrName>style.visibility</p:attrName>
                                        </p:attrNameLst>
                                      </p:cBhvr>
                                      <p:to>
                                        <p:strVal val="visible"/>
                                      </p:to>
                                    </p:set>
                                    <p:animEffect transition="in" filter="wipe(left)">
                                      <p:cBhvr>
                                        <p:cTn id="51" dur="1000"/>
                                        <p:tgtEl>
                                          <p:spTgt spid="68656"/>
                                        </p:tgtEl>
                                      </p:cBhvr>
                                    </p:animEffect>
                                  </p:childTnLst>
                                </p:cTn>
                              </p:par>
                            </p:childTnLst>
                          </p:cTn>
                        </p:par>
                      </p:childTnLst>
                    </p:cTn>
                  </p:par>
                  <p:par>
                    <p:cTn id="52" fill="hold">
                      <p:stCondLst>
                        <p:cond delay="indefinite"/>
                      </p:stCondLst>
                      <p:childTnLst>
                        <p:par>
                          <p:cTn id="53" fill="hold">
                            <p:stCondLst>
                              <p:cond delay="0"/>
                            </p:stCondLst>
                            <p:childTnLst>
                              <p:par>
                                <p:cTn id="54" presetID="2" presetClass="entr" presetSubtype="9" fill="hold" grpId="0" nodeType="clickEffect">
                                  <p:stCondLst>
                                    <p:cond delay="0"/>
                                  </p:stCondLst>
                                  <p:childTnLst>
                                    <p:set>
                                      <p:cBhvr>
                                        <p:cTn id="55" dur="1" fill="hold">
                                          <p:stCondLst>
                                            <p:cond delay="0"/>
                                          </p:stCondLst>
                                        </p:cTn>
                                        <p:tgtEl>
                                          <p:spTgt spid="68748"/>
                                        </p:tgtEl>
                                        <p:attrNameLst>
                                          <p:attrName>style.visibility</p:attrName>
                                        </p:attrNameLst>
                                      </p:cBhvr>
                                      <p:to>
                                        <p:strVal val="visible"/>
                                      </p:to>
                                    </p:set>
                                    <p:anim calcmode="lin" valueType="num">
                                      <p:cBhvr additive="base">
                                        <p:cTn id="56" dur="500" fill="hold"/>
                                        <p:tgtEl>
                                          <p:spTgt spid="68748"/>
                                        </p:tgtEl>
                                        <p:attrNameLst>
                                          <p:attrName>ppt_x</p:attrName>
                                        </p:attrNameLst>
                                      </p:cBhvr>
                                      <p:tavLst>
                                        <p:tav tm="0">
                                          <p:val>
                                            <p:strVal val="0-#ppt_w/2"/>
                                          </p:val>
                                        </p:tav>
                                        <p:tav tm="100000">
                                          <p:val>
                                            <p:strVal val="#ppt_x"/>
                                          </p:val>
                                        </p:tav>
                                      </p:tavLst>
                                    </p:anim>
                                    <p:anim calcmode="lin" valueType="num">
                                      <p:cBhvr additive="base">
                                        <p:cTn id="57" dur="500" fill="hold"/>
                                        <p:tgtEl>
                                          <p:spTgt spid="68748"/>
                                        </p:tgtEl>
                                        <p:attrNameLst>
                                          <p:attrName>ppt_y</p:attrName>
                                        </p:attrNameLst>
                                      </p:cBhvr>
                                      <p:tavLst>
                                        <p:tav tm="0">
                                          <p:val>
                                            <p:strVal val="0-#ppt_h/2"/>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7"/>
                                        </p:tgtEl>
                                        <p:attrNameLst>
                                          <p:attrName>style.visibility</p:attrName>
                                        </p:attrNameLst>
                                      </p:cBhvr>
                                      <p:to>
                                        <p:strVal val="visible"/>
                                      </p:to>
                                    </p:set>
                                    <p:animEffect transition="in" filter="blinds(horizontal)">
                                      <p:cBhvr>
                                        <p:cTn id="62" dur="500"/>
                                        <p:tgtEl>
                                          <p:spTgt spid="7"/>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nodeType="click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wipe(down)">
                                      <p:cBhvr>
                                        <p:cTn id="6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49" grpId="0" bldLvl="0" animBg="1"/>
      <p:bldP spid="68650" grpId="0"/>
      <p:bldP spid="68651" grpId="0"/>
      <p:bldP spid="68652" grpId="0"/>
      <p:bldP spid="68653" grpId="0"/>
      <p:bldP spid="68654" grpId="0" bldLvl="0" animBg="1"/>
      <p:bldP spid="68655" grpId="0"/>
      <p:bldP spid="68656" grpId="0"/>
      <p:bldP spid="68688" grpId="0" bldLvl="0" animBg="1"/>
      <p:bldP spid="6874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4-3 戴维南定理和诺顿定理</a:t>
            </a:r>
            <a:endParaRPr lang="zh-CN" altLang="en-US"/>
          </a:p>
        </p:txBody>
      </p:sp>
      <p:sp>
        <p:nvSpPr>
          <p:cNvPr id="69664" name="Text Box 32"/>
          <p:cNvSpPr txBox="1"/>
          <p:nvPr/>
        </p:nvSpPr>
        <p:spPr>
          <a:xfrm>
            <a:off x="684213" y="792163"/>
            <a:ext cx="8135937" cy="1641475"/>
          </a:xfrm>
          <a:prstGeom prst="rect">
            <a:avLst/>
          </a:prstGeom>
          <a:noFill/>
          <a:ln w="9525">
            <a:noFill/>
          </a:ln>
        </p:spPr>
        <p:txBody>
          <a:bodyPr>
            <a:spAutoFit/>
          </a:bodyPr>
          <a:p>
            <a:pPr>
              <a:lnSpc>
                <a:spcPct val="120000"/>
              </a:lnSpc>
            </a:pPr>
            <a:r>
              <a:rPr lang="en-US" altLang="zh-CN" dirty="0">
                <a:latin typeface="楷体_GB2312" pitchFamily="49" charset="-122"/>
              </a:rPr>
              <a:t>        </a:t>
            </a:r>
            <a:r>
              <a:rPr kumimoji="1" lang="zh-CN" altLang="en-US" sz="2800" dirty="0" smtClean="0">
                <a:latin typeface="华文楷体" panose="02010600040101010101" pitchFamily="2" charset="-122"/>
                <a:ea typeface="华文楷体" panose="02010600040101010101" pitchFamily="2" charset="-122"/>
              </a:rPr>
              <a:t>计算含受控源电路的等效电阻是用外加电源法还是开路、短路法，要具体问题具体分析，以计算简便为好。</a:t>
            </a:r>
            <a:endParaRPr kumimoji="1" lang="zh-CN" altLang="en-US" sz="2800" dirty="0" smtClean="0">
              <a:latin typeface="华文楷体" panose="02010600040101010101" pitchFamily="2" charset="-122"/>
              <a:ea typeface="华文楷体" panose="02010600040101010101" pitchFamily="2" charset="-122"/>
            </a:endParaRPr>
          </a:p>
        </p:txBody>
      </p:sp>
      <p:sp>
        <p:nvSpPr>
          <p:cNvPr id="69665" name="Text Box 33"/>
          <p:cNvSpPr txBox="1"/>
          <p:nvPr/>
        </p:nvSpPr>
        <p:spPr>
          <a:xfrm>
            <a:off x="1403350" y="2520950"/>
            <a:ext cx="4248150" cy="521970"/>
          </a:xfrm>
          <a:prstGeom prst="rect">
            <a:avLst/>
          </a:prstGeom>
          <a:no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求负载</a:t>
            </a:r>
            <a:r>
              <a:rPr lang="en-US" altLang="zh-CN" b="0" i="1" dirty="0">
                <a:solidFill>
                  <a:schemeClr val="tx1"/>
                </a:solidFill>
                <a:latin typeface="Times New Roman" panose="02020603050405020304" pitchFamily="18" charset="0"/>
              </a:rPr>
              <a:t>R</a:t>
            </a:r>
            <a:r>
              <a:rPr lang="en-US" altLang="zh-CN" baseline="-25000" dirty="0">
                <a:solidFill>
                  <a:schemeClr val="tx1"/>
                </a:solidFill>
                <a:latin typeface="Times New Roman" panose="02020603050405020304" pitchFamily="18" charset="0"/>
              </a:rPr>
              <a:t>L</a:t>
            </a:r>
            <a:r>
              <a:rPr kumimoji="1" lang="zh-CN" altLang="en-US" sz="2800" dirty="0" smtClean="0">
                <a:latin typeface="华文楷体" panose="02010600040101010101" pitchFamily="2" charset="-122"/>
                <a:ea typeface="华文楷体" panose="02010600040101010101" pitchFamily="2" charset="-122"/>
              </a:rPr>
              <a:t>消耗的功率。</a:t>
            </a:r>
            <a:endParaRPr lang="zh-CN" altLang="en-US" dirty="0">
              <a:latin typeface="楷体_GB2312" pitchFamily="49" charset="-122"/>
            </a:endParaRPr>
          </a:p>
        </p:txBody>
      </p:sp>
      <p:sp>
        <p:nvSpPr>
          <p:cNvPr id="69707" name="Text Box 75"/>
          <p:cNvSpPr txBox="1"/>
          <p:nvPr/>
        </p:nvSpPr>
        <p:spPr>
          <a:xfrm>
            <a:off x="1258888" y="3240088"/>
            <a:ext cx="3313112" cy="521970"/>
          </a:xfrm>
          <a:prstGeom prst="rect">
            <a:avLst/>
          </a:prstGeom>
          <a:noFill/>
          <a:ln w="9525">
            <a:noFill/>
          </a:ln>
        </p:spPr>
        <p:txBody>
          <a:bodyPr>
            <a:spAutoFit/>
          </a:bodyPr>
          <a:p>
            <a:pPr marL="342900" indent="-342900">
              <a:spcBef>
                <a:spcPct val="50000"/>
              </a:spcBef>
              <a:buAutoNum type="circleNumDbPlain"/>
            </a:pPr>
            <a:r>
              <a:rPr kumimoji="1" lang="zh-CN" altLang="en-US" sz="2800" dirty="0" smtClean="0">
                <a:latin typeface="华文楷体" panose="02010600040101010101" pitchFamily="2" charset="-122"/>
                <a:ea typeface="华文楷体" panose="02010600040101010101" pitchFamily="2" charset="-122"/>
              </a:rPr>
              <a:t>求开路电压</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U</a:t>
            </a:r>
            <a:r>
              <a:rPr kumimoji="1" lang="zh-CN" altLang="en-US" sz="2800" b="0" baseline="-25000" dirty="0" smtClean="0">
                <a:latin typeface="华文楷体" panose="02010600040101010101" pitchFamily="2" charset="-122"/>
                <a:ea typeface="华文楷体" panose="02010600040101010101" pitchFamily="2" charset="-122"/>
              </a:rPr>
              <a:t>oc</a:t>
            </a:r>
            <a:r>
              <a:rPr kumimoji="1" lang="zh-CN" altLang="en-US" sz="2800" b="0" dirty="0" smtClean="0">
                <a:latin typeface="华文楷体" panose="02010600040101010101" pitchFamily="2" charset="-122"/>
                <a:ea typeface="华文楷体" panose="02010600040101010101" pitchFamily="2" charset="-122"/>
              </a:rPr>
              <a:t> </a:t>
            </a:r>
            <a:endParaRPr kumimoji="1" lang="zh-CN" altLang="en-US" sz="2800" dirty="0" smtClean="0">
              <a:latin typeface="华文楷体" panose="02010600040101010101" pitchFamily="2" charset="-122"/>
              <a:ea typeface="华文楷体" panose="02010600040101010101" pitchFamily="2" charset="-122"/>
            </a:endParaRPr>
          </a:p>
        </p:txBody>
      </p:sp>
      <p:sp>
        <p:nvSpPr>
          <p:cNvPr id="9" name="Text Box 22"/>
          <p:cNvSpPr txBox="1">
            <a:spLocks noChangeArrowheads="1"/>
          </p:cNvSpPr>
          <p:nvPr/>
        </p:nvSpPr>
        <p:spPr bwMode="auto">
          <a:xfrm>
            <a:off x="155575" y="2449830"/>
            <a:ext cx="1219200" cy="575945"/>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例</a:t>
            </a:r>
            <a:r>
              <a:rPr kumimoji="1" lang="en-US" altLang="zh-CN" sz="3200" dirty="0">
                <a:solidFill>
                  <a:schemeClr val="bg1"/>
                </a:solidFill>
                <a:latin typeface="华文新魏" panose="02010800040101010101" pitchFamily="2" charset="-122"/>
                <a:ea typeface="华文新魏" panose="02010800040101010101" pitchFamily="2" charset="-122"/>
              </a:rPr>
              <a:t>3-3</a:t>
            </a:r>
            <a:endParaRPr kumimoji="1" lang="en-US" altLang="zh-CN" sz="3200" dirty="0">
              <a:solidFill>
                <a:schemeClr val="bg1"/>
              </a:solidFill>
              <a:latin typeface="华文新魏" panose="02010800040101010101" pitchFamily="2" charset="-122"/>
              <a:ea typeface="华文新魏" panose="02010800040101010101" pitchFamily="2" charset="-122"/>
            </a:endParaRPr>
          </a:p>
        </p:txBody>
      </p:sp>
      <p:sp>
        <p:nvSpPr>
          <p:cNvPr id="10" name="Text Box 22"/>
          <p:cNvSpPr txBox="1">
            <a:spLocks noChangeArrowheads="1"/>
          </p:cNvSpPr>
          <p:nvPr/>
        </p:nvSpPr>
        <p:spPr bwMode="auto">
          <a:xfrm>
            <a:off x="395519" y="3168803"/>
            <a:ext cx="648000" cy="576000"/>
          </a:xfrm>
          <a:prstGeom prst="rect">
            <a:avLst/>
          </a:pr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解</a:t>
            </a:r>
            <a:endParaRPr kumimoji="1" lang="zh-CN" altLang="en-US" sz="3200" dirty="0">
              <a:solidFill>
                <a:schemeClr val="bg1"/>
              </a:solidFill>
              <a:latin typeface="华文新魏" panose="02010800040101010101" pitchFamily="2" charset="-122"/>
              <a:ea typeface="华文新魏" panose="02010800040101010101" pitchFamily="2" charset="-122"/>
            </a:endParaRPr>
          </a:p>
        </p:txBody>
      </p:sp>
      <p:grpSp>
        <p:nvGrpSpPr>
          <p:cNvPr id="3" name="组合 2"/>
          <p:cNvGrpSpPr/>
          <p:nvPr/>
        </p:nvGrpSpPr>
        <p:grpSpPr>
          <a:xfrm>
            <a:off x="436235" y="806128"/>
            <a:ext cx="1469301" cy="596753"/>
            <a:chOff x="333345" y="3065118"/>
            <a:chExt cx="1469299" cy="596752"/>
          </a:xfrm>
        </p:grpSpPr>
        <p:sp>
          <p:nvSpPr>
            <p:cNvPr id="6" name="Text Box 47"/>
            <p:cNvSpPr txBox="1">
              <a:spLocks noChangeArrowheads="1"/>
            </p:cNvSpPr>
            <p:nvPr/>
          </p:nvSpPr>
          <p:spPr bwMode="auto">
            <a:xfrm>
              <a:off x="797242" y="3065118"/>
              <a:ext cx="1005402" cy="584774"/>
            </a:xfrm>
            <a:prstGeom prst="rect">
              <a:avLst/>
            </a:prstGeom>
            <a:noFill/>
            <a:ln w="9525">
              <a:noFill/>
              <a:miter lim="800000"/>
            </a:ln>
            <a:effectLst/>
          </p:spPr>
          <p:txBody>
            <a:bodyPr wrap="none">
              <a:spAutoFit/>
            </a:bodyPr>
            <a:p>
              <a:r>
                <a:rPr kumimoji="1" lang="zh-CN" altLang="en-US" sz="3200"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注意</a:t>
              </a:r>
              <a:endParaRPr kumimoji="1" lang="zh-CN" altLang="en-US" sz="3200"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p:txBody>
        </p:sp>
        <p:grpSp>
          <p:nvGrpSpPr>
            <p:cNvPr id="8" name="组合 15"/>
            <p:cNvGrpSpPr/>
            <p:nvPr/>
          </p:nvGrpSpPr>
          <p:grpSpPr>
            <a:xfrm>
              <a:off x="333345" y="3109916"/>
              <a:ext cx="655770" cy="551954"/>
              <a:chOff x="6691327" y="3681420"/>
              <a:chExt cx="655770" cy="551954"/>
            </a:xfrm>
          </p:grpSpPr>
          <p:sp>
            <p:nvSpPr>
              <p:cNvPr id="11" name="等腰三角形 10"/>
              <p:cNvSpPr/>
              <p:nvPr/>
            </p:nvSpPr>
            <p:spPr>
              <a:xfrm>
                <a:off x="6691327" y="3681420"/>
                <a:ext cx="576000" cy="504000"/>
              </a:xfrm>
              <a:prstGeom prst="triangle">
                <a:avLst/>
              </a:prstGeom>
              <a:solidFill>
                <a:schemeClr val="accent6">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3200"/>
              </a:p>
            </p:txBody>
          </p:sp>
          <p:sp>
            <p:nvSpPr>
              <p:cNvPr id="12" name="TextBox 91"/>
              <p:cNvSpPr txBox="1"/>
              <p:nvPr/>
            </p:nvSpPr>
            <p:spPr>
              <a:xfrm>
                <a:off x="6803359" y="3710155"/>
                <a:ext cx="543738" cy="523219"/>
              </a:xfrm>
              <a:prstGeom prst="rect">
                <a:avLst/>
              </a:prstGeom>
              <a:noFill/>
            </p:spPr>
            <p:txBody>
              <a:bodyPr wrap="none" rtlCol="0">
                <a:spAutoFit/>
              </a:bodyPr>
              <a:p>
                <a:pPr algn="ctr"/>
                <a:r>
                  <a:rPr lang="zh-CN" altLang="en-US" sz="2800" dirty="0">
                    <a:solidFill>
                      <a:schemeClr val="accent2">
                        <a:lumMod val="75000"/>
                      </a:schemeClr>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rPr>
                  <a:t>！</a:t>
                </a:r>
                <a:endParaRPr lang="zh-CN" altLang="en-US" sz="2800" dirty="0">
                  <a:solidFill>
                    <a:schemeClr val="accent2">
                      <a:lumMod val="75000"/>
                    </a:schemeClr>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endParaRPr>
              </a:p>
            </p:txBody>
          </p:sp>
        </p:grpSp>
      </p:grpSp>
      <p:grpSp>
        <p:nvGrpSpPr>
          <p:cNvPr id="7" name="组合 6"/>
          <p:cNvGrpSpPr/>
          <p:nvPr/>
        </p:nvGrpSpPr>
        <p:grpSpPr>
          <a:xfrm>
            <a:off x="1031875" y="3744595"/>
            <a:ext cx="3168650" cy="2953385"/>
            <a:chOff x="1643" y="5627"/>
            <a:chExt cx="4990" cy="4651"/>
          </a:xfrm>
        </p:grpSpPr>
        <p:sp>
          <p:nvSpPr>
            <p:cNvPr id="77840" name="Rectangle 137"/>
            <p:cNvSpPr/>
            <p:nvPr/>
          </p:nvSpPr>
          <p:spPr bwMode="auto">
            <a:xfrm>
              <a:off x="2095" y="7103"/>
              <a:ext cx="2948" cy="3063"/>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77841" name="Line 123"/>
            <p:cNvSpPr/>
            <p:nvPr/>
          </p:nvSpPr>
          <p:spPr bwMode="auto">
            <a:xfrm>
              <a:off x="5043" y="7100"/>
              <a:ext cx="1360" cy="0"/>
            </a:xfrm>
            <a:prstGeom prst="line">
              <a:avLst/>
            </a:prstGeom>
            <a:noFill/>
            <a:ln w="19050" cap="sq">
              <a:solidFill>
                <a:schemeClr val="tx2">
                  <a:lumMod val="75000"/>
                </a:schemeClr>
              </a:solidFill>
              <a:round/>
              <a:headEnd type="oval" w="med" len="med"/>
              <a:tailEnd type="none" w="med" len="med"/>
            </a:ln>
            <a:effectLst>
              <a:outerShdw blurRad="50800" dist="38100" dir="2700000" algn="tl" rotWithShape="0">
                <a:prstClr val="black">
                  <a:alpha val="40000"/>
                </a:prstClr>
              </a:outerShdw>
            </a:effectLst>
          </p:spPr>
        </p:sp>
        <p:sp>
          <p:nvSpPr>
            <p:cNvPr id="77842" name="Text Box 124"/>
            <p:cNvSpPr txBox="1"/>
            <p:nvPr/>
          </p:nvSpPr>
          <p:spPr>
            <a:xfrm>
              <a:off x="3458" y="8123"/>
              <a:ext cx="1563"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100</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7843" name="Text Box 125"/>
            <p:cNvSpPr txBox="1"/>
            <p:nvPr/>
          </p:nvSpPr>
          <p:spPr>
            <a:xfrm>
              <a:off x="3230" y="7215"/>
              <a:ext cx="1473"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50</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7844" name="Line 126"/>
            <p:cNvSpPr/>
            <p:nvPr/>
          </p:nvSpPr>
          <p:spPr>
            <a:xfrm>
              <a:off x="5045" y="7215"/>
              <a:ext cx="0" cy="96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77845" name="Text Box 127"/>
            <p:cNvSpPr txBox="1"/>
            <p:nvPr/>
          </p:nvSpPr>
          <p:spPr>
            <a:xfrm>
              <a:off x="2323" y="8123"/>
              <a:ext cx="48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7846" name="Text Box 128"/>
            <p:cNvSpPr txBox="1"/>
            <p:nvPr/>
          </p:nvSpPr>
          <p:spPr>
            <a:xfrm>
              <a:off x="2210" y="9370"/>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7847" name="Text Box 129"/>
            <p:cNvSpPr txBox="1"/>
            <p:nvPr/>
          </p:nvSpPr>
          <p:spPr>
            <a:xfrm>
              <a:off x="2550" y="8690"/>
              <a:ext cx="147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40V</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7848" name="Text Box 131"/>
            <p:cNvSpPr txBox="1"/>
            <p:nvPr/>
          </p:nvSpPr>
          <p:spPr>
            <a:xfrm>
              <a:off x="5045" y="7215"/>
              <a:ext cx="96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r>
                <a:rPr lang="en-US" altLang="zh-CN" b="0" baseline="-25000" dirty="0">
                  <a:solidFill>
                    <a:schemeClr val="tx1"/>
                  </a:solidFill>
                  <a:latin typeface="Times New Roman" panose="02020603050405020304" pitchFamily="18" charset="0"/>
                  <a:ea typeface="宋体" panose="02010600030101010101" pitchFamily="2" charset="-122"/>
                </a:rPr>
                <a:t>1</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77849" name="Line 132"/>
            <p:cNvSpPr/>
            <p:nvPr/>
          </p:nvSpPr>
          <p:spPr bwMode="auto">
            <a:xfrm>
              <a:off x="2095" y="6083"/>
              <a:ext cx="0" cy="1020"/>
            </a:xfrm>
            <a:prstGeom prst="line">
              <a:avLst/>
            </a:prstGeom>
            <a:noFill/>
            <a:ln w="19050" cap="sq">
              <a:solidFill>
                <a:schemeClr val="tx2">
                  <a:lumMod val="75000"/>
                </a:schemeClr>
              </a:solidFill>
              <a:round/>
              <a:headEnd type="none" w="med" len="med"/>
              <a:tailEnd type="oval" w="med" len="med"/>
            </a:ln>
            <a:effectLst>
              <a:outerShdw blurRad="50800" dist="38100" dir="2700000" algn="tl" rotWithShape="0">
                <a:prstClr val="black">
                  <a:alpha val="40000"/>
                </a:prstClr>
              </a:outerShdw>
            </a:effectLst>
          </p:spPr>
        </p:sp>
        <p:sp>
          <p:nvSpPr>
            <p:cNvPr id="77850" name="Line 133"/>
            <p:cNvSpPr/>
            <p:nvPr/>
          </p:nvSpPr>
          <p:spPr bwMode="auto">
            <a:xfrm>
              <a:off x="5045" y="6083"/>
              <a:ext cx="0" cy="102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77851" name="Text Box 134"/>
            <p:cNvSpPr txBox="1"/>
            <p:nvPr/>
          </p:nvSpPr>
          <p:spPr>
            <a:xfrm>
              <a:off x="2498" y="5997"/>
              <a:ext cx="960"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4</a:t>
              </a:r>
              <a:r>
                <a:rPr lang="en-US" altLang="zh-CN" b="0" i="1" dirty="0">
                  <a:solidFill>
                    <a:schemeClr val="tx1"/>
                  </a:solidFill>
                  <a:latin typeface="Times New Roman" panose="02020603050405020304" pitchFamily="18" charset="0"/>
                  <a:ea typeface="宋体" panose="02010600030101010101" pitchFamily="2" charset="-122"/>
                </a:rPr>
                <a:t>I</a:t>
              </a:r>
              <a:r>
                <a:rPr lang="en-US" altLang="zh-CN" b="0" baseline="-25000" dirty="0">
                  <a:solidFill>
                    <a:schemeClr val="tx1"/>
                  </a:solidFill>
                  <a:latin typeface="Times New Roman" panose="02020603050405020304" pitchFamily="18" charset="0"/>
                  <a:ea typeface="宋体" panose="02010600030101010101" pitchFamily="2" charset="-122"/>
                </a:rPr>
                <a:t>1</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77852" name="Line 135"/>
            <p:cNvSpPr/>
            <p:nvPr/>
          </p:nvSpPr>
          <p:spPr bwMode="auto">
            <a:xfrm>
              <a:off x="2095" y="6083"/>
              <a:ext cx="2950"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77853" name="Text Box 136"/>
            <p:cNvSpPr txBox="1"/>
            <p:nvPr/>
          </p:nvSpPr>
          <p:spPr>
            <a:xfrm>
              <a:off x="2095" y="7443"/>
              <a:ext cx="1473"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50</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7854" name="Rectangle 138"/>
            <p:cNvSpPr/>
            <p:nvPr/>
          </p:nvSpPr>
          <p:spPr bwMode="auto">
            <a:xfrm>
              <a:off x="1924" y="7443"/>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77855" name="Rectangle 139"/>
            <p:cNvSpPr/>
            <p:nvPr/>
          </p:nvSpPr>
          <p:spPr bwMode="auto">
            <a:xfrm>
              <a:off x="4871" y="8235"/>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77856" name="Rectangle 140"/>
            <p:cNvSpPr/>
            <p:nvPr/>
          </p:nvSpPr>
          <p:spPr bwMode="auto">
            <a:xfrm>
              <a:off x="3458" y="6912"/>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77857" name="Line 142"/>
            <p:cNvSpPr/>
            <p:nvPr/>
          </p:nvSpPr>
          <p:spPr bwMode="auto">
            <a:xfrm>
              <a:off x="5043" y="10163"/>
              <a:ext cx="1360" cy="0"/>
            </a:xfrm>
            <a:prstGeom prst="line">
              <a:avLst/>
            </a:prstGeom>
            <a:noFill/>
            <a:ln w="19050" cap="sq">
              <a:solidFill>
                <a:schemeClr val="tx2">
                  <a:lumMod val="75000"/>
                </a:schemeClr>
              </a:solidFill>
              <a:round/>
              <a:headEnd type="oval" w="med" len="med"/>
              <a:tailEnd type="none" w="med" len="med"/>
            </a:ln>
            <a:effectLst>
              <a:outerShdw blurRad="50800" dist="38100" dir="2700000" algn="tl" rotWithShape="0">
                <a:prstClr val="black">
                  <a:alpha val="40000"/>
                </a:prstClr>
              </a:outerShdw>
            </a:effectLst>
          </p:spPr>
        </p:sp>
        <p:sp>
          <p:nvSpPr>
            <p:cNvPr id="77858" name="Oval 143"/>
            <p:cNvSpPr/>
            <p:nvPr/>
          </p:nvSpPr>
          <p:spPr bwMode="auto">
            <a:xfrm>
              <a:off x="6405" y="10050"/>
              <a:ext cx="228" cy="228"/>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p>
              <a:endParaRPr lang="zh-CN" altLang="en-US" dirty="0">
                <a:solidFill>
                  <a:schemeClr val="tx1"/>
                </a:solidFill>
                <a:latin typeface="Arial" panose="020B0604020202020204" pitchFamily="34" charset="0"/>
              </a:endParaRPr>
            </a:p>
          </p:txBody>
        </p:sp>
        <p:sp>
          <p:nvSpPr>
            <p:cNvPr id="77859" name="Oval 144"/>
            <p:cNvSpPr/>
            <p:nvPr/>
          </p:nvSpPr>
          <p:spPr bwMode="auto">
            <a:xfrm>
              <a:off x="6405" y="6988"/>
              <a:ext cx="228" cy="228"/>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77860" name="Line 130"/>
            <p:cNvSpPr/>
            <p:nvPr/>
          </p:nvSpPr>
          <p:spPr>
            <a:xfrm flipH="1" flipV="1">
              <a:off x="2438" y="6080"/>
              <a:ext cx="1020"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pSp>
          <p:nvGrpSpPr>
            <p:cNvPr id="4" name="组合 3"/>
            <p:cNvGrpSpPr/>
            <p:nvPr/>
          </p:nvGrpSpPr>
          <p:grpSpPr>
            <a:xfrm>
              <a:off x="3458" y="5627"/>
              <a:ext cx="907" cy="907"/>
              <a:chOff x="2791723" y="3758473"/>
              <a:chExt cx="432000" cy="432000"/>
            </a:xfrm>
            <a:solidFill>
              <a:schemeClr val="accent6">
                <a:lumMod val="40000"/>
                <a:lumOff val="60000"/>
              </a:schemeClr>
            </a:solidFill>
          </p:grpSpPr>
          <p:sp>
            <p:nvSpPr>
              <p:cNvPr id="13" name="AutoShape 17"/>
              <p:cNvSpPr>
                <a:spLocks noChangeArrowheads="1"/>
              </p:cNvSpPr>
              <p:nvPr/>
            </p:nvSpPr>
            <p:spPr bwMode="auto">
              <a:xfrm>
                <a:off x="2791723" y="3758473"/>
                <a:ext cx="432000" cy="432000"/>
              </a:xfrm>
              <a:prstGeom prst="diamond">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en-US" sz="1800"/>
              </a:p>
            </p:txBody>
          </p:sp>
          <p:cxnSp>
            <p:nvCxnSpPr>
              <p:cNvPr id="14" name="直接连接符 13"/>
              <p:cNvCxnSpPr>
                <a:stCxn id="13" idx="0"/>
                <a:endCxn id="13" idx="2"/>
              </p:cNvCxnSpPr>
              <p:nvPr/>
            </p:nvCxnSpPr>
            <p:spPr>
              <a:xfrm>
                <a:off x="3007723" y="3758473"/>
                <a:ext cx="0" cy="43200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1643" y="8600"/>
              <a:ext cx="908" cy="908"/>
              <a:chOff x="505193" y="3720552"/>
              <a:chExt cx="432197" cy="432197"/>
            </a:xfrm>
            <a:solidFill>
              <a:schemeClr val="accent6">
                <a:lumMod val="40000"/>
                <a:lumOff val="60000"/>
              </a:schemeClr>
            </a:solidFill>
          </p:grpSpPr>
          <p:sp>
            <p:nvSpPr>
              <p:cNvPr id="16"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17" name="直接连接符 16"/>
              <p:cNvCxnSpPr>
                <a:stCxn id="16" idx="0"/>
                <a:endCxn id="16"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5" name="组合 4"/>
          <p:cNvGrpSpPr/>
          <p:nvPr/>
        </p:nvGrpSpPr>
        <p:grpSpPr>
          <a:xfrm>
            <a:off x="4909820" y="2160905"/>
            <a:ext cx="4034790" cy="3168650"/>
            <a:chOff x="7654" y="3133"/>
            <a:chExt cx="6354" cy="4990"/>
          </a:xfrm>
        </p:grpSpPr>
        <p:sp>
          <p:nvSpPr>
            <p:cNvPr id="77862" name="Text Box 114"/>
            <p:cNvSpPr txBox="1"/>
            <p:nvPr/>
          </p:nvSpPr>
          <p:spPr>
            <a:xfrm>
              <a:off x="13069" y="5628"/>
              <a:ext cx="939" cy="725"/>
            </a:xfrm>
            <a:prstGeom prst="rect">
              <a:avLst/>
            </a:prstGeom>
            <a:noFill/>
            <a:ln w="9525">
              <a:noFill/>
            </a:ln>
          </p:spPr>
          <p:txBody>
            <a:bodyPr wrap="square">
              <a:spAutoFit/>
            </a:bodyPr>
            <a:p>
              <a:r>
                <a:rPr lang="en-US" altLang="zh-CN" b="0" dirty="0">
                  <a:solidFill>
                    <a:schemeClr val="tx1"/>
                  </a:solidFill>
                  <a:latin typeface="Times New Roman" panose="02020603050405020304" pitchFamily="18" charset="0"/>
                  <a:ea typeface="宋体" panose="02010600030101010101" pitchFamily="2" charset="-122"/>
                </a:rPr>
                <a:t>5</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7866" name="Line 96"/>
            <p:cNvSpPr/>
            <p:nvPr/>
          </p:nvSpPr>
          <p:spPr bwMode="auto">
            <a:xfrm>
              <a:off x="11058" y="4608"/>
              <a:ext cx="0" cy="3062"/>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77867" name="Text Box 97"/>
            <p:cNvSpPr txBox="1"/>
            <p:nvPr/>
          </p:nvSpPr>
          <p:spPr>
            <a:xfrm>
              <a:off x="9470" y="5628"/>
              <a:ext cx="1563"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100</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7868" name="Text Box 98"/>
            <p:cNvSpPr txBox="1"/>
            <p:nvPr/>
          </p:nvSpPr>
          <p:spPr>
            <a:xfrm>
              <a:off x="9243" y="4720"/>
              <a:ext cx="1473"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50</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7869" name="Line 99"/>
            <p:cNvSpPr/>
            <p:nvPr/>
          </p:nvSpPr>
          <p:spPr>
            <a:xfrm>
              <a:off x="11055" y="4720"/>
              <a:ext cx="0" cy="792"/>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77870" name="Text Box 100"/>
            <p:cNvSpPr txBox="1"/>
            <p:nvPr/>
          </p:nvSpPr>
          <p:spPr>
            <a:xfrm>
              <a:off x="8335" y="5628"/>
              <a:ext cx="480"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7871" name="Text Box 101"/>
            <p:cNvSpPr txBox="1"/>
            <p:nvPr/>
          </p:nvSpPr>
          <p:spPr>
            <a:xfrm>
              <a:off x="8223" y="6875"/>
              <a:ext cx="600"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7872" name="Text Box 102"/>
            <p:cNvSpPr txBox="1"/>
            <p:nvPr/>
          </p:nvSpPr>
          <p:spPr>
            <a:xfrm>
              <a:off x="8563" y="6195"/>
              <a:ext cx="1475"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40V</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7873" name="Text Box 103"/>
            <p:cNvSpPr txBox="1"/>
            <p:nvPr/>
          </p:nvSpPr>
          <p:spPr>
            <a:xfrm>
              <a:off x="11965" y="5628"/>
              <a:ext cx="960" cy="817"/>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R</a:t>
              </a:r>
              <a:r>
                <a:rPr lang="en-US" altLang="zh-CN" b="0" baseline="-25000" dirty="0">
                  <a:solidFill>
                    <a:schemeClr val="tx1"/>
                  </a:solidFill>
                  <a:latin typeface="Times New Roman" panose="02020603050405020304" pitchFamily="18" charset="0"/>
                  <a:ea typeface="宋体" panose="02010600030101010101" pitchFamily="2" charset="-122"/>
                </a:rPr>
                <a:t>L</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77874" name="Text Box 104"/>
            <p:cNvSpPr txBox="1"/>
            <p:nvPr/>
          </p:nvSpPr>
          <p:spPr>
            <a:xfrm>
              <a:off x="10943" y="6862"/>
              <a:ext cx="600"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7875" name="Text Box 105"/>
            <p:cNvSpPr txBox="1"/>
            <p:nvPr/>
          </p:nvSpPr>
          <p:spPr>
            <a:xfrm>
              <a:off x="12305" y="6763"/>
              <a:ext cx="720"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7876" name="Text Box 106"/>
            <p:cNvSpPr txBox="1"/>
            <p:nvPr/>
          </p:nvSpPr>
          <p:spPr>
            <a:xfrm>
              <a:off x="11398" y="6423"/>
              <a:ext cx="1335"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50V</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7877" name="Text Box 108"/>
            <p:cNvSpPr txBox="1"/>
            <p:nvPr/>
          </p:nvSpPr>
          <p:spPr>
            <a:xfrm>
              <a:off x="11073" y="4720"/>
              <a:ext cx="960" cy="817"/>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r>
                <a:rPr lang="en-US" altLang="zh-CN" b="0" baseline="-25000" dirty="0">
                  <a:solidFill>
                    <a:schemeClr val="tx1"/>
                  </a:solidFill>
                  <a:latin typeface="Times New Roman" panose="02020603050405020304" pitchFamily="18" charset="0"/>
                  <a:ea typeface="宋体" panose="02010600030101010101" pitchFamily="2" charset="-122"/>
                </a:rPr>
                <a:t>1</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77878" name="Line 109"/>
            <p:cNvSpPr/>
            <p:nvPr/>
          </p:nvSpPr>
          <p:spPr bwMode="auto">
            <a:xfrm>
              <a:off x="8108" y="3588"/>
              <a:ext cx="0" cy="1020"/>
            </a:xfrm>
            <a:prstGeom prst="line">
              <a:avLst/>
            </a:prstGeom>
            <a:noFill/>
            <a:ln w="19050" cap="sq">
              <a:solidFill>
                <a:schemeClr val="tx2">
                  <a:lumMod val="75000"/>
                </a:schemeClr>
              </a:solidFill>
              <a:round/>
              <a:headEnd type="none" w="med" len="med"/>
              <a:tailEnd type="oval" w="med" len="med"/>
            </a:ln>
            <a:effectLst>
              <a:outerShdw blurRad="50800" dist="38100" dir="2700000" algn="tl" rotWithShape="0">
                <a:prstClr val="black">
                  <a:alpha val="40000"/>
                </a:prstClr>
              </a:outerShdw>
            </a:effectLst>
          </p:spPr>
        </p:sp>
        <p:sp>
          <p:nvSpPr>
            <p:cNvPr id="77879" name="Line 110"/>
            <p:cNvSpPr/>
            <p:nvPr/>
          </p:nvSpPr>
          <p:spPr bwMode="auto">
            <a:xfrm>
              <a:off x="11058" y="3588"/>
              <a:ext cx="0" cy="1020"/>
            </a:xfrm>
            <a:prstGeom prst="line">
              <a:avLst/>
            </a:prstGeom>
            <a:noFill/>
            <a:ln w="19050" cap="sq">
              <a:solidFill>
                <a:schemeClr val="tx2">
                  <a:lumMod val="75000"/>
                </a:schemeClr>
              </a:solidFill>
              <a:round/>
              <a:headEnd type="none" w="med" len="med"/>
              <a:tailEnd type="oval" w="med" len="med"/>
            </a:ln>
            <a:effectLst>
              <a:outerShdw blurRad="50800" dist="38100" dir="2700000" algn="tl" rotWithShape="0">
                <a:prstClr val="black">
                  <a:alpha val="40000"/>
                </a:prstClr>
              </a:outerShdw>
            </a:effectLst>
          </p:spPr>
        </p:sp>
        <p:sp>
          <p:nvSpPr>
            <p:cNvPr id="77880" name="Text Box 111"/>
            <p:cNvSpPr txBox="1"/>
            <p:nvPr/>
          </p:nvSpPr>
          <p:spPr>
            <a:xfrm>
              <a:off x="8448" y="3500"/>
              <a:ext cx="960" cy="81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4</a:t>
              </a:r>
              <a:r>
                <a:rPr lang="en-US" altLang="zh-CN" b="0" i="1" dirty="0">
                  <a:solidFill>
                    <a:schemeClr val="tx1"/>
                  </a:solidFill>
                  <a:latin typeface="Times New Roman" panose="02020603050405020304" pitchFamily="18" charset="0"/>
                  <a:ea typeface="宋体" panose="02010600030101010101" pitchFamily="2" charset="-122"/>
                </a:rPr>
                <a:t>I</a:t>
              </a:r>
              <a:r>
                <a:rPr lang="en-US" altLang="zh-CN" b="0" baseline="-25000" dirty="0">
                  <a:solidFill>
                    <a:schemeClr val="tx1"/>
                  </a:solidFill>
                  <a:latin typeface="Times New Roman" panose="02020603050405020304" pitchFamily="18" charset="0"/>
                  <a:ea typeface="宋体" panose="02010600030101010101" pitchFamily="2" charset="-122"/>
                </a:rPr>
                <a:t>1</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77881" name="Line 112"/>
            <p:cNvSpPr/>
            <p:nvPr/>
          </p:nvSpPr>
          <p:spPr bwMode="auto">
            <a:xfrm>
              <a:off x="8108" y="3588"/>
              <a:ext cx="2950"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77882" name="Text Box 113"/>
            <p:cNvSpPr txBox="1"/>
            <p:nvPr/>
          </p:nvSpPr>
          <p:spPr>
            <a:xfrm>
              <a:off x="8108" y="4948"/>
              <a:ext cx="1473" cy="81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50</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7883" name="Rectangle 115"/>
            <p:cNvSpPr/>
            <p:nvPr/>
          </p:nvSpPr>
          <p:spPr bwMode="auto">
            <a:xfrm>
              <a:off x="8108" y="4608"/>
              <a:ext cx="4878" cy="3062"/>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77884" name="Rectangle 116"/>
            <p:cNvSpPr/>
            <p:nvPr/>
          </p:nvSpPr>
          <p:spPr bwMode="auto">
            <a:xfrm>
              <a:off x="7947" y="4948"/>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77885" name="Rectangle 117"/>
            <p:cNvSpPr/>
            <p:nvPr/>
          </p:nvSpPr>
          <p:spPr bwMode="auto">
            <a:xfrm>
              <a:off x="10887" y="5628"/>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77886" name="Rectangle 118"/>
            <p:cNvSpPr/>
            <p:nvPr/>
          </p:nvSpPr>
          <p:spPr bwMode="auto">
            <a:xfrm>
              <a:off x="12828" y="5628"/>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77887" name="Rectangle 119"/>
            <p:cNvSpPr/>
            <p:nvPr/>
          </p:nvSpPr>
          <p:spPr bwMode="auto">
            <a:xfrm>
              <a:off x="9470" y="4453"/>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77888" name="Line 107"/>
            <p:cNvSpPr/>
            <p:nvPr/>
          </p:nvSpPr>
          <p:spPr>
            <a:xfrm flipH="1" flipV="1">
              <a:off x="8448" y="3585"/>
              <a:ext cx="908"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pSp>
          <p:nvGrpSpPr>
            <p:cNvPr id="82" name="组合 81"/>
            <p:cNvGrpSpPr/>
            <p:nvPr/>
          </p:nvGrpSpPr>
          <p:grpSpPr>
            <a:xfrm>
              <a:off x="9356" y="3133"/>
              <a:ext cx="907" cy="907"/>
              <a:chOff x="2791723" y="3758473"/>
              <a:chExt cx="432000" cy="432000"/>
            </a:xfrm>
            <a:solidFill>
              <a:schemeClr val="accent6">
                <a:lumMod val="40000"/>
                <a:lumOff val="60000"/>
              </a:schemeClr>
            </a:solidFill>
          </p:grpSpPr>
          <p:sp>
            <p:nvSpPr>
              <p:cNvPr id="83" name="AutoShape 17"/>
              <p:cNvSpPr>
                <a:spLocks noChangeArrowheads="1"/>
              </p:cNvSpPr>
              <p:nvPr/>
            </p:nvSpPr>
            <p:spPr bwMode="auto">
              <a:xfrm>
                <a:off x="2791723" y="3758473"/>
                <a:ext cx="432000" cy="432000"/>
              </a:xfrm>
              <a:prstGeom prst="diamond">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en-US" sz="1800"/>
              </a:p>
            </p:txBody>
          </p:sp>
          <p:cxnSp>
            <p:nvCxnSpPr>
              <p:cNvPr id="84" name="直接连接符 83"/>
              <p:cNvCxnSpPr>
                <a:stCxn id="83" idx="0"/>
                <a:endCxn id="83" idx="2"/>
              </p:cNvCxnSpPr>
              <p:nvPr/>
            </p:nvCxnSpPr>
            <p:spPr>
              <a:xfrm>
                <a:off x="3007723" y="3758473"/>
                <a:ext cx="0" cy="43200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9" name="组合 78"/>
            <p:cNvGrpSpPr/>
            <p:nvPr/>
          </p:nvGrpSpPr>
          <p:grpSpPr>
            <a:xfrm>
              <a:off x="7654" y="6192"/>
              <a:ext cx="908" cy="908"/>
              <a:chOff x="505193" y="3720552"/>
              <a:chExt cx="432197" cy="432197"/>
            </a:xfrm>
            <a:solidFill>
              <a:schemeClr val="accent6">
                <a:lumMod val="40000"/>
                <a:lumOff val="60000"/>
              </a:schemeClr>
            </a:solidFill>
          </p:grpSpPr>
          <p:sp>
            <p:nvSpPr>
              <p:cNvPr id="80"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81" name="直接连接符 80"/>
              <p:cNvCxnSpPr>
                <a:stCxn id="80" idx="0"/>
                <a:endCxn id="80"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3" name="组合 72"/>
            <p:cNvGrpSpPr/>
            <p:nvPr/>
          </p:nvGrpSpPr>
          <p:grpSpPr>
            <a:xfrm>
              <a:off x="11543" y="7215"/>
              <a:ext cx="908" cy="908"/>
              <a:chOff x="5907581" y="4495572"/>
              <a:chExt cx="576263" cy="576263"/>
            </a:xfrm>
          </p:grpSpPr>
          <p:sp>
            <p:nvSpPr>
              <p:cNvPr id="74"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75" name="直接连接符 74"/>
              <p:cNvCxnSpPr>
                <a:stCxn id="74" idx="4"/>
                <a:endCxn id="74"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9664"/>
                                        </p:tgtEl>
                                        <p:attrNameLst>
                                          <p:attrName>style.visibility</p:attrName>
                                        </p:attrNameLst>
                                      </p:cBhvr>
                                      <p:to>
                                        <p:strVal val="visible"/>
                                      </p:to>
                                    </p:set>
                                    <p:animEffect transition="in" filter="wipe(up)">
                                      <p:cBhvr>
                                        <p:cTn id="12" dur="1000"/>
                                        <p:tgtEl>
                                          <p:spTgt spid="69664"/>
                                        </p:tgtEl>
                                      </p:cBhvr>
                                    </p:animEffect>
                                  </p:childTnLst>
                                </p:cTn>
                              </p:par>
                            </p:childTnLst>
                          </p:cTn>
                        </p:par>
                      </p:childTnLst>
                    </p:cTn>
                  </p:par>
                  <p:par>
                    <p:cTn id="13" fill="hold">
                      <p:stCondLst>
                        <p:cond delay="indefinite"/>
                      </p:stCondLst>
                      <p:childTnLst>
                        <p:par>
                          <p:cTn id="14" fill="hold">
                            <p:stCondLst>
                              <p:cond delay="0"/>
                            </p:stCondLst>
                            <p:childTnLst>
                              <p:par>
                                <p:cTn id="15" presetID="15"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p:cTn id="17" dur="1000" fill="hold"/>
                                        <p:tgtEl>
                                          <p:spTgt spid="9"/>
                                        </p:tgtEl>
                                        <p:attrNameLst>
                                          <p:attrName>ppt_w</p:attrName>
                                        </p:attrNameLst>
                                      </p:cBhvr>
                                      <p:tavLst>
                                        <p:tav tm="0">
                                          <p:val>
                                            <p:fltVal val="0"/>
                                          </p:val>
                                        </p:tav>
                                        <p:tav tm="100000">
                                          <p:val>
                                            <p:strVal val="#ppt_w"/>
                                          </p:val>
                                        </p:tav>
                                      </p:tavLst>
                                    </p:anim>
                                    <p:anim calcmode="lin" valueType="num">
                                      <p:cBhvr>
                                        <p:cTn id="18" dur="1000" fill="hold"/>
                                        <p:tgtEl>
                                          <p:spTgt spid="9"/>
                                        </p:tgtEl>
                                        <p:attrNameLst>
                                          <p:attrName>ppt_h</p:attrName>
                                        </p:attrNameLst>
                                      </p:cBhvr>
                                      <p:tavLst>
                                        <p:tav tm="0">
                                          <p:val>
                                            <p:fltVal val="0"/>
                                          </p:val>
                                        </p:tav>
                                        <p:tav tm="100000">
                                          <p:val>
                                            <p:strVal val="#ppt_h"/>
                                          </p:val>
                                        </p:tav>
                                      </p:tavLst>
                                    </p:anim>
                                    <p:anim calcmode="lin" valueType="num">
                                      <p:cBhvr>
                                        <p:cTn id="19" dur="1000" fill="hold"/>
                                        <p:tgtEl>
                                          <p:spTgt spid="9"/>
                                        </p:tgtEl>
                                        <p:attrNameLst>
                                          <p:attrName>ppt_x</p:attrName>
                                        </p:attrNameLst>
                                      </p:cBhvr>
                                      <p:tavLst>
                                        <p:tav tm="0" fmla="#ppt_x+(cos(-2*pi*(1-$))*-#ppt_x-sin(-2*pi*(1-$))*(1-#ppt_y))*(1-$)">
                                          <p:val>
                                            <p:fltVal val="0"/>
                                          </p:val>
                                        </p:tav>
                                        <p:tav tm="100000">
                                          <p:val>
                                            <p:fltVal val="1"/>
                                          </p:val>
                                        </p:tav>
                                      </p:tavLst>
                                    </p:anim>
                                    <p:anim calcmode="lin" valueType="num">
                                      <p:cBhvr>
                                        <p:cTn id="20" dur="1000" fill="hold"/>
                                        <p:tgtEl>
                                          <p:spTgt spid="9"/>
                                        </p:tgtEl>
                                        <p:attrNameLst>
                                          <p:attrName>ppt_y</p:attrName>
                                        </p:attrNameLst>
                                      </p:cBhvr>
                                      <p:tavLst>
                                        <p:tav tm="0" fmla="#ppt_y+(sin(-2*pi*(1-$))*-#ppt_x+cos(-2*pi*(1-$))*(1-#ppt_y))*(1-$)">
                                          <p:val>
                                            <p:fltVal val="0"/>
                                          </p:val>
                                        </p:tav>
                                        <p:tav tm="100000">
                                          <p:val>
                                            <p:fltVal val="1"/>
                                          </p:val>
                                        </p:tav>
                                      </p:tavLst>
                                    </p:anim>
                                  </p:childTnLst>
                                </p:cTn>
                              </p:par>
                            </p:childTnLst>
                          </p:cTn>
                        </p:par>
                        <p:par>
                          <p:cTn id="21" fill="hold">
                            <p:stCondLst>
                              <p:cond delay="1000"/>
                            </p:stCondLst>
                            <p:childTnLst>
                              <p:par>
                                <p:cTn id="22" presetID="22" presetClass="entr" presetSubtype="4"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ipe(down)">
                                      <p:cBhvr>
                                        <p:cTn id="24" dur="500"/>
                                        <p:tgtEl>
                                          <p:spTgt spid="5"/>
                                        </p:tgtEl>
                                      </p:cBhvr>
                                    </p:animEffect>
                                  </p:childTnLst>
                                </p:cTn>
                              </p:par>
                            </p:childTnLst>
                          </p:cTn>
                        </p:par>
                        <p:par>
                          <p:cTn id="25" fill="hold">
                            <p:stCondLst>
                              <p:cond delay="1500"/>
                            </p:stCondLst>
                            <p:childTnLst>
                              <p:par>
                                <p:cTn id="26" presetID="2" presetClass="entr" presetSubtype="4" fill="hold" grpId="0" nodeType="afterEffect">
                                  <p:stCondLst>
                                    <p:cond delay="0"/>
                                  </p:stCondLst>
                                  <p:childTnLst>
                                    <p:set>
                                      <p:cBhvr>
                                        <p:cTn id="27" dur="1" fill="hold">
                                          <p:stCondLst>
                                            <p:cond delay="0"/>
                                          </p:stCondLst>
                                        </p:cTn>
                                        <p:tgtEl>
                                          <p:spTgt spid="69665"/>
                                        </p:tgtEl>
                                        <p:attrNameLst>
                                          <p:attrName>style.visibility</p:attrName>
                                        </p:attrNameLst>
                                      </p:cBhvr>
                                      <p:to>
                                        <p:strVal val="visible"/>
                                      </p:to>
                                    </p:set>
                                    <p:anim calcmode="lin" valueType="num">
                                      <p:cBhvr additive="base">
                                        <p:cTn id="28" dur="500" fill="hold"/>
                                        <p:tgtEl>
                                          <p:spTgt spid="69665"/>
                                        </p:tgtEl>
                                        <p:attrNameLst>
                                          <p:attrName>ppt_x</p:attrName>
                                        </p:attrNameLst>
                                      </p:cBhvr>
                                      <p:tavLst>
                                        <p:tav tm="0">
                                          <p:val>
                                            <p:strVal val="#ppt_x"/>
                                          </p:val>
                                        </p:tav>
                                        <p:tav tm="100000">
                                          <p:val>
                                            <p:strVal val="#ppt_x"/>
                                          </p:val>
                                        </p:tav>
                                      </p:tavLst>
                                    </p:anim>
                                    <p:anim calcmode="lin" valueType="num">
                                      <p:cBhvr additive="base">
                                        <p:cTn id="29" dur="500" fill="hold"/>
                                        <p:tgtEl>
                                          <p:spTgt spid="69665"/>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5" presetClass="entr" presetSubtype="0"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p:cTn id="34" dur="1000" fill="hold"/>
                                        <p:tgtEl>
                                          <p:spTgt spid="10"/>
                                        </p:tgtEl>
                                        <p:attrNameLst>
                                          <p:attrName>ppt_w</p:attrName>
                                        </p:attrNameLst>
                                      </p:cBhvr>
                                      <p:tavLst>
                                        <p:tav tm="0">
                                          <p:val>
                                            <p:fltVal val="0"/>
                                          </p:val>
                                        </p:tav>
                                        <p:tav tm="100000">
                                          <p:val>
                                            <p:strVal val="#ppt_w"/>
                                          </p:val>
                                        </p:tav>
                                      </p:tavLst>
                                    </p:anim>
                                    <p:anim calcmode="lin" valueType="num">
                                      <p:cBhvr>
                                        <p:cTn id="35" dur="1000" fill="hold"/>
                                        <p:tgtEl>
                                          <p:spTgt spid="10"/>
                                        </p:tgtEl>
                                        <p:attrNameLst>
                                          <p:attrName>ppt_h</p:attrName>
                                        </p:attrNameLst>
                                      </p:cBhvr>
                                      <p:tavLst>
                                        <p:tav tm="0">
                                          <p:val>
                                            <p:fltVal val="0"/>
                                          </p:val>
                                        </p:tav>
                                        <p:tav tm="100000">
                                          <p:val>
                                            <p:strVal val="#ppt_h"/>
                                          </p:val>
                                        </p:tav>
                                      </p:tavLst>
                                    </p:anim>
                                    <p:anim calcmode="lin" valueType="num">
                                      <p:cBhvr>
                                        <p:cTn id="36" dur="1000" fill="hold"/>
                                        <p:tgtEl>
                                          <p:spTgt spid="10"/>
                                        </p:tgtEl>
                                        <p:attrNameLst>
                                          <p:attrName>ppt_x</p:attrName>
                                        </p:attrNameLst>
                                      </p:cBhvr>
                                      <p:tavLst>
                                        <p:tav tm="0" fmla="#ppt_x+(cos(-2*pi*(1-$))*-#ppt_x-sin(-2*pi*(1-$))*(1-#ppt_y))*(1-$)">
                                          <p:val>
                                            <p:fltVal val="0"/>
                                          </p:val>
                                        </p:tav>
                                        <p:tav tm="100000">
                                          <p:val>
                                            <p:fltVal val="1"/>
                                          </p:val>
                                        </p:tav>
                                      </p:tavLst>
                                    </p:anim>
                                    <p:anim calcmode="lin" valueType="num">
                                      <p:cBhvr>
                                        <p:cTn id="37" dur="1000" fill="hold"/>
                                        <p:tgtEl>
                                          <p:spTgt spid="1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9707"/>
                                        </p:tgtEl>
                                        <p:attrNameLst>
                                          <p:attrName>style.visibility</p:attrName>
                                        </p:attrNameLst>
                                      </p:cBhvr>
                                      <p:to>
                                        <p:strVal val="visible"/>
                                      </p:to>
                                    </p:set>
                                    <p:animEffect transition="in" filter="wipe(left)">
                                      <p:cBhvr>
                                        <p:cTn id="42" dur="2000"/>
                                        <p:tgtEl>
                                          <p:spTgt spid="69707"/>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blinds(horizontal)">
                                      <p:cBhvr>
                                        <p:cTn id="4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64" grpId="0"/>
      <p:bldP spid="69665" grpId="0"/>
      <p:bldP spid="69707" grpId="0"/>
      <p:bldP spid="9" grpId="0" bldLvl="0" animBg="1"/>
      <p:bldP spid="10"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4-3 戴维南定理和诺顿定理</a:t>
            </a:r>
            <a:endParaRPr lang="zh-CN" altLang="en-US"/>
          </a:p>
        </p:txBody>
      </p:sp>
      <p:sp>
        <p:nvSpPr>
          <p:cNvPr id="34975" name="AutoShape 159"/>
          <p:cNvSpPr/>
          <p:nvPr/>
        </p:nvSpPr>
        <p:spPr>
          <a:xfrm>
            <a:off x="827088" y="1857375"/>
            <a:ext cx="649287" cy="215900"/>
          </a:xfrm>
          <a:prstGeom prst="rightArrow">
            <a:avLst>
              <a:gd name="adj1" fmla="val 50000"/>
              <a:gd name="adj2" fmla="val 75183"/>
            </a:avLst>
          </a:prstGeom>
          <a:solidFill>
            <a:srgbClr val="00CCFF"/>
          </a:solidFill>
          <a:ln w="9525" cap="flat" cmpd="sng">
            <a:solidFill>
              <a:srgbClr val="00CC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4977" name="Text Box 161"/>
          <p:cNvSpPr txBox="1"/>
          <p:nvPr/>
        </p:nvSpPr>
        <p:spPr>
          <a:xfrm>
            <a:off x="468313" y="3140075"/>
            <a:ext cx="3276600" cy="521970"/>
          </a:xfrm>
          <a:prstGeom prst="rect">
            <a:avLst/>
          </a:prstGeom>
          <a:noFill/>
          <a:ln w="9525">
            <a:noFill/>
          </a:ln>
        </p:spPr>
        <p:txBody>
          <a:bodyPr>
            <a:spAutoFit/>
          </a:bodyPr>
          <a:p>
            <a:pPr marL="342900" indent="-342900">
              <a:spcBef>
                <a:spcPct val="50000"/>
              </a:spcBef>
              <a:buAutoNum type="circleNumDbPlain" startAt="2"/>
            </a:pPr>
            <a:r>
              <a:rPr kumimoji="1" lang="zh-CN" altLang="en-US" sz="2800" dirty="0" smtClean="0">
                <a:latin typeface="华文楷体" panose="02010600040101010101" pitchFamily="2" charset="-122"/>
                <a:ea typeface="华文楷体" panose="02010600040101010101" pitchFamily="2" charset="-122"/>
              </a:rPr>
              <a:t>求等效电阻</a:t>
            </a:r>
            <a:r>
              <a:rPr lang="en-US" altLang="zh-CN" b="0" i="1" dirty="0">
                <a:solidFill>
                  <a:schemeClr val="tx1"/>
                </a:solidFill>
                <a:latin typeface="Times New Roman" panose="02020603050405020304" pitchFamily="18" charset="0"/>
                <a:ea typeface="宋体" panose="02010600030101010101" pitchFamily="2" charset="-122"/>
              </a:rPr>
              <a:t>R</a:t>
            </a:r>
            <a:r>
              <a:rPr lang="en-US" altLang="zh-CN" b="0" baseline="-25000" dirty="0">
                <a:solidFill>
                  <a:schemeClr val="tx1"/>
                </a:solidFill>
                <a:latin typeface="Times New Roman" panose="02020603050405020304" pitchFamily="18" charset="0"/>
                <a:ea typeface="宋体" panose="02010600030101010101" pitchFamily="2" charset="-122"/>
              </a:rPr>
              <a:t>eq</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34978" name="Text Box 162"/>
          <p:cNvSpPr txBox="1"/>
          <p:nvPr/>
        </p:nvSpPr>
        <p:spPr>
          <a:xfrm>
            <a:off x="395288" y="3842068"/>
            <a:ext cx="4464050" cy="521970"/>
          </a:xfrm>
          <a:prstGeom prst="rect">
            <a:avLst/>
          </a:prstGeom>
          <a:noFill/>
          <a:ln w="9525">
            <a:noFill/>
          </a:ln>
        </p:spPr>
        <p:txBody>
          <a:bodyPr>
            <a:spAutoFit/>
          </a:bodyPr>
          <a:p>
            <a:r>
              <a:rPr kumimoji="1" lang="zh-CN" altLang="en-US" sz="2800" dirty="0" smtClean="0">
                <a:latin typeface="华文楷体" panose="02010600040101010101" pitchFamily="2" charset="-122"/>
                <a:ea typeface="华文楷体" panose="02010600040101010101" pitchFamily="2" charset="-122"/>
              </a:rPr>
              <a:t>用开路电压、短路电流法</a:t>
            </a:r>
            <a:endParaRPr kumimoji="1" lang="zh-CN" altLang="en-US" sz="2800" dirty="0" smtClean="0">
              <a:latin typeface="华文楷体" panose="02010600040101010101" pitchFamily="2" charset="-122"/>
              <a:ea typeface="华文楷体" panose="02010600040101010101" pitchFamily="2" charset="-122"/>
            </a:endParaRPr>
          </a:p>
        </p:txBody>
      </p:sp>
      <p:sp>
        <p:nvSpPr>
          <p:cNvPr id="34985" name="AutoShape 169"/>
          <p:cNvSpPr/>
          <p:nvPr/>
        </p:nvSpPr>
        <p:spPr>
          <a:xfrm>
            <a:off x="6443663" y="3716338"/>
            <a:ext cx="215900" cy="504825"/>
          </a:xfrm>
          <a:prstGeom prst="downArrow">
            <a:avLst>
              <a:gd name="adj1" fmla="val 50000"/>
              <a:gd name="adj2" fmla="val 58455"/>
            </a:avLst>
          </a:prstGeom>
          <a:solidFill>
            <a:srgbClr val="00CCFF"/>
          </a:solidFill>
          <a:ln w="9525" cap="flat" cmpd="sng">
            <a:solidFill>
              <a:srgbClr val="00CCFF"/>
            </a:solidFill>
            <a:prstDash val="solid"/>
            <a:miter/>
            <a:headEnd type="none" w="med" len="med"/>
            <a:tailEnd type="none" w="med" len="med"/>
          </a:ln>
        </p:spPr>
        <p:txBody>
          <a:bodyPr vert="eaVert" wrap="none" anchor="ctr" anchorCtr="0"/>
          <a:p>
            <a:endParaRPr lang="zh-CN" altLang="en-US" dirty="0">
              <a:latin typeface="Arial" panose="020B0604020202020204" pitchFamily="34" charset="0"/>
            </a:endParaRPr>
          </a:p>
        </p:txBody>
      </p:sp>
      <p:graphicFrame>
        <p:nvGraphicFramePr>
          <p:cNvPr id="3" name="对象 2"/>
          <p:cNvGraphicFramePr/>
          <p:nvPr/>
        </p:nvGraphicFramePr>
        <p:xfrm>
          <a:off x="395605" y="992505"/>
          <a:ext cx="3907790" cy="485775"/>
        </p:xfrm>
        <a:graphic>
          <a:graphicData uri="http://schemas.openxmlformats.org/presentationml/2006/ole">
            <mc:AlternateContent xmlns:mc="http://schemas.openxmlformats.org/markup-compatibility/2006">
              <mc:Choice xmlns:v="urn:schemas-microsoft-com:vml" Requires="v">
                <p:oleObj spid="_x0000_s4" name="" r:id="rId1" imgW="1612900" imgH="215900" progId="Equation.KSEE3">
                  <p:embed/>
                </p:oleObj>
              </mc:Choice>
              <mc:Fallback>
                <p:oleObj name="" r:id="rId1" imgW="1612900" imgH="215900" progId="Equation.KSEE3">
                  <p:embed/>
                  <p:pic>
                    <p:nvPicPr>
                      <p:cNvPr id="0" name="图片 3"/>
                      <p:cNvPicPr/>
                      <p:nvPr/>
                    </p:nvPicPr>
                    <p:blipFill>
                      <a:blip r:embed="rId2"/>
                      <a:stretch>
                        <a:fillRect/>
                      </a:stretch>
                    </p:blipFill>
                    <p:spPr>
                      <a:xfrm>
                        <a:off x="395605" y="992505"/>
                        <a:ext cx="3907790" cy="485775"/>
                      </a:xfrm>
                      <a:prstGeom prst="rect">
                        <a:avLst/>
                      </a:prstGeom>
                    </p:spPr>
                  </p:pic>
                </p:oleObj>
              </mc:Fallback>
            </mc:AlternateContent>
          </a:graphicData>
        </a:graphic>
      </p:graphicFrame>
      <p:graphicFrame>
        <p:nvGraphicFramePr>
          <p:cNvPr id="5" name="对象 4"/>
          <p:cNvGraphicFramePr/>
          <p:nvPr/>
        </p:nvGraphicFramePr>
        <p:xfrm>
          <a:off x="1814830" y="1776095"/>
          <a:ext cx="1591310" cy="489585"/>
        </p:xfrm>
        <a:graphic>
          <a:graphicData uri="http://schemas.openxmlformats.org/presentationml/2006/ole">
            <mc:AlternateContent xmlns:mc="http://schemas.openxmlformats.org/markup-compatibility/2006">
              <mc:Choice xmlns:v="urn:schemas-microsoft-com:vml" Requires="v">
                <p:oleObj spid="_x0000_s7" name="" r:id="rId3" imgW="609600" imgH="215900" progId="Equation.KSEE3">
                  <p:embed/>
                </p:oleObj>
              </mc:Choice>
              <mc:Fallback>
                <p:oleObj name="" r:id="rId3" imgW="609600" imgH="215900" progId="Equation.KSEE3">
                  <p:embed/>
                  <p:pic>
                    <p:nvPicPr>
                      <p:cNvPr id="0" name="图片 6"/>
                      <p:cNvPicPr/>
                      <p:nvPr/>
                    </p:nvPicPr>
                    <p:blipFill>
                      <a:blip r:embed="rId4"/>
                      <a:stretch>
                        <a:fillRect/>
                      </a:stretch>
                    </p:blipFill>
                    <p:spPr>
                      <a:xfrm>
                        <a:off x="1814830" y="1776095"/>
                        <a:ext cx="1591310" cy="489585"/>
                      </a:xfrm>
                      <a:prstGeom prst="rect">
                        <a:avLst/>
                      </a:prstGeom>
                    </p:spPr>
                  </p:pic>
                </p:oleObj>
              </mc:Fallback>
            </mc:AlternateContent>
          </a:graphicData>
        </a:graphic>
      </p:graphicFrame>
      <p:graphicFrame>
        <p:nvGraphicFramePr>
          <p:cNvPr id="9" name="对象 8"/>
          <p:cNvGraphicFramePr/>
          <p:nvPr/>
        </p:nvGraphicFramePr>
        <p:xfrm>
          <a:off x="564515" y="2463165"/>
          <a:ext cx="3285490" cy="509905"/>
        </p:xfrm>
        <a:graphic>
          <a:graphicData uri="http://schemas.openxmlformats.org/presentationml/2006/ole">
            <mc:AlternateContent xmlns:mc="http://schemas.openxmlformats.org/markup-compatibility/2006">
              <mc:Choice xmlns:v="urn:schemas-microsoft-com:vml" Requires="v">
                <p:oleObj spid="_x0000_s10" name="" r:id="rId5" imgW="1143000" imgH="228600" progId="Equation.KSEE3">
                  <p:embed/>
                </p:oleObj>
              </mc:Choice>
              <mc:Fallback>
                <p:oleObj name="" r:id="rId5" imgW="1143000" imgH="228600" progId="Equation.KSEE3">
                  <p:embed/>
                  <p:pic>
                    <p:nvPicPr>
                      <p:cNvPr id="0" name="图片 9"/>
                      <p:cNvPicPr/>
                      <p:nvPr/>
                    </p:nvPicPr>
                    <p:blipFill>
                      <a:blip r:embed="rId6"/>
                      <a:stretch>
                        <a:fillRect/>
                      </a:stretch>
                    </p:blipFill>
                    <p:spPr>
                      <a:xfrm>
                        <a:off x="564515" y="2463165"/>
                        <a:ext cx="3285490" cy="509905"/>
                      </a:xfrm>
                      <a:prstGeom prst="rect">
                        <a:avLst/>
                      </a:prstGeom>
                    </p:spPr>
                  </p:pic>
                </p:oleObj>
              </mc:Fallback>
            </mc:AlternateContent>
          </a:graphicData>
        </a:graphic>
      </p:graphicFrame>
      <p:graphicFrame>
        <p:nvGraphicFramePr>
          <p:cNvPr id="11" name="对象 10"/>
          <p:cNvGraphicFramePr/>
          <p:nvPr/>
        </p:nvGraphicFramePr>
        <p:xfrm>
          <a:off x="468630" y="4580255"/>
          <a:ext cx="3558540" cy="502920"/>
        </p:xfrm>
        <a:graphic>
          <a:graphicData uri="http://schemas.openxmlformats.org/presentationml/2006/ole">
            <mc:AlternateContent xmlns:mc="http://schemas.openxmlformats.org/markup-compatibility/2006">
              <mc:Choice xmlns:v="urn:schemas-microsoft-com:vml" Requires="v">
                <p:oleObj spid="_x0000_s12" name="" r:id="rId7" imgW="1397000" imgH="228600" progId="Equation.KSEE3">
                  <p:embed/>
                </p:oleObj>
              </mc:Choice>
              <mc:Fallback>
                <p:oleObj name="" r:id="rId7" imgW="1397000" imgH="228600" progId="Equation.KSEE3">
                  <p:embed/>
                  <p:pic>
                    <p:nvPicPr>
                      <p:cNvPr id="0" name="图片 11"/>
                      <p:cNvPicPr/>
                      <p:nvPr/>
                    </p:nvPicPr>
                    <p:blipFill>
                      <a:blip r:embed="rId8"/>
                      <a:stretch>
                        <a:fillRect/>
                      </a:stretch>
                    </p:blipFill>
                    <p:spPr>
                      <a:xfrm>
                        <a:off x="468630" y="4580255"/>
                        <a:ext cx="3558540" cy="502920"/>
                      </a:xfrm>
                      <a:prstGeom prst="rect">
                        <a:avLst/>
                      </a:prstGeom>
                    </p:spPr>
                  </p:pic>
                </p:oleObj>
              </mc:Fallback>
            </mc:AlternateContent>
          </a:graphicData>
        </a:graphic>
      </p:graphicFrame>
      <p:grpSp>
        <p:nvGrpSpPr>
          <p:cNvPr id="8" name="组合 7"/>
          <p:cNvGrpSpPr/>
          <p:nvPr/>
        </p:nvGrpSpPr>
        <p:grpSpPr>
          <a:xfrm>
            <a:off x="5003800" y="4319905"/>
            <a:ext cx="3540760" cy="2074545"/>
            <a:chOff x="7880" y="6578"/>
            <a:chExt cx="5576" cy="3267"/>
          </a:xfrm>
        </p:grpSpPr>
        <p:sp>
          <p:nvSpPr>
            <p:cNvPr id="21548" name="Text Box 296"/>
            <p:cNvSpPr txBox="1"/>
            <p:nvPr/>
          </p:nvSpPr>
          <p:spPr>
            <a:xfrm>
              <a:off x="9808" y="6873"/>
              <a:ext cx="1473"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50</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1549" name="Text Box 297"/>
            <p:cNvSpPr txBox="1"/>
            <p:nvPr/>
          </p:nvSpPr>
          <p:spPr>
            <a:xfrm>
              <a:off x="8560" y="7780"/>
              <a:ext cx="480"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1550" name="Text Box 298"/>
            <p:cNvSpPr txBox="1"/>
            <p:nvPr/>
          </p:nvSpPr>
          <p:spPr>
            <a:xfrm>
              <a:off x="8448" y="9028"/>
              <a:ext cx="600"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1551" name="Text Box 299"/>
            <p:cNvSpPr txBox="1"/>
            <p:nvPr/>
          </p:nvSpPr>
          <p:spPr>
            <a:xfrm>
              <a:off x="8788" y="8348"/>
              <a:ext cx="1475"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40V</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1552" name="Text Box 300"/>
            <p:cNvSpPr txBox="1"/>
            <p:nvPr/>
          </p:nvSpPr>
          <p:spPr>
            <a:xfrm>
              <a:off x="8449" y="7100"/>
              <a:ext cx="1357" cy="725"/>
            </a:xfrm>
            <a:prstGeom prst="rect">
              <a:avLst/>
            </a:prstGeom>
            <a:noFill/>
            <a:ln w="9525">
              <a:noFill/>
            </a:ln>
          </p:spPr>
          <p:txBody>
            <a:bodyPr wrap="square">
              <a:spAutoFit/>
            </a:bodyPr>
            <a:p>
              <a:r>
                <a:rPr lang="en-US" altLang="zh-CN" b="0" dirty="0">
                  <a:solidFill>
                    <a:schemeClr val="tx1"/>
                  </a:solidFill>
                  <a:latin typeface="Times New Roman" panose="02020603050405020304" pitchFamily="18" charset="0"/>
                  <a:ea typeface="宋体" panose="02010600030101010101" pitchFamily="2" charset="-122"/>
                </a:rPr>
                <a:t>50</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1553" name="Rectangle 301"/>
            <p:cNvSpPr/>
            <p:nvPr/>
          </p:nvSpPr>
          <p:spPr bwMode="auto">
            <a:xfrm>
              <a:off x="8333" y="6760"/>
              <a:ext cx="3970" cy="3062"/>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21554" name="Rectangle 302"/>
            <p:cNvSpPr/>
            <p:nvPr/>
          </p:nvSpPr>
          <p:spPr bwMode="auto">
            <a:xfrm>
              <a:off x="8172" y="7100"/>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1555" name="Rectangle 303"/>
            <p:cNvSpPr/>
            <p:nvPr/>
          </p:nvSpPr>
          <p:spPr bwMode="auto">
            <a:xfrm>
              <a:off x="10035" y="6578"/>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1557" name="Line 293"/>
            <p:cNvSpPr/>
            <p:nvPr/>
          </p:nvSpPr>
          <p:spPr>
            <a:xfrm>
              <a:off x="12303" y="7440"/>
              <a:ext cx="0" cy="102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21558" name="Text Box 294"/>
            <p:cNvSpPr txBox="1"/>
            <p:nvPr/>
          </p:nvSpPr>
          <p:spPr>
            <a:xfrm>
              <a:off x="12321" y="7553"/>
              <a:ext cx="1135" cy="818"/>
            </a:xfrm>
            <a:prstGeom prst="rect">
              <a:avLst/>
            </a:prstGeom>
            <a:noFill/>
            <a:ln w="28575">
              <a:noFill/>
            </a:ln>
          </p:spPr>
          <p:txBody>
            <a:bodyPr>
              <a:spAutoFit/>
            </a:bodyPr>
            <a:p>
              <a:pPr>
                <a:spcBef>
                  <a:spcPct val="50000"/>
                </a:spcBef>
              </a:pPr>
              <a:r>
                <a:rPr lang="en-US" altLang="zh-CN" b="0" i="1" dirty="0">
                  <a:solidFill>
                    <a:schemeClr val="tx1"/>
                  </a:solidFill>
                  <a:latin typeface="Times New Roman" panose="02020603050405020304" pitchFamily="18" charset="0"/>
                  <a:ea typeface="仿宋_GB2312" pitchFamily="49" charset="-122"/>
                </a:rPr>
                <a:t>I</a:t>
              </a:r>
              <a:r>
                <a:rPr lang="en-US" altLang="zh-CN" b="0" baseline="-25000" dirty="0">
                  <a:solidFill>
                    <a:schemeClr val="tx1"/>
                  </a:solidFill>
                  <a:latin typeface="Times New Roman" panose="02020603050405020304" pitchFamily="18" charset="0"/>
                  <a:ea typeface="仿宋_GB2312" pitchFamily="49" charset="-122"/>
                </a:rPr>
                <a:t>sc</a:t>
              </a:r>
              <a:endParaRPr lang="en-US" altLang="zh-CN" b="0" baseline="-25000" dirty="0">
                <a:solidFill>
                  <a:schemeClr val="tx1"/>
                </a:solidFill>
                <a:latin typeface="Times New Roman" panose="02020603050405020304" pitchFamily="18" charset="0"/>
                <a:ea typeface="仿宋_GB2312" pitchFamily="49" charset="-122"/>
              </a:endParaRPr>
            </a:p>
          </p:txBody>
        </p:sp>
        <p:grpSp>
          <p:nvGrpSpPr>
            <p:cNvPr id="79" name="组合 78"/>
            <p:cNvGrpSpPr/>
            <p:nvPr/>
          </p:nvGrpSpPr>
          <p:grpSpPr>
            <a:xfrm>
              <a:off x="7880" y="8257"/>
              <a:ext cx="908" cy="908"/>
              <a:chOff x="505193" y="3720552"/>
              <a:chExt cx="432197" cy="432197"/>
            </a:xfrm>
            <a:solidFill>
              <a:schemeClr val="accent6">
                <a:lumMod val="40000"/>
                <a:lumOff val="60000"/>
              </a:schemeClr>
            </a:solidFill>
          </p:grpSpPr>
          <p:sp>
            <p:nvSpPr>
              <p:cNvPr id="80"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81" name="直接连接符 80"/>
              <p:cNvCxnSpPr>
                <a:stCxn id="80" idx="0"/>
                <a:endCxn id="80"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84" name="组合 83"/>
          <p:cNvGrpSpPr/>
          <p:nvPr/>
        </p:nvGrpSpPr>
        <p:grpSpPr>
          <a:xfrm>
            <a:off x="4596130" y="657860"/>
            <a:ext cx="4464050" cy="2907665"/>
            <a:chOff x="7238" y="1036"/>
            <a:chExt cx="7030" cy="4579"/>
          </a:xfrm>
        </p:grpSpPr>
        <p:grpSp>
          <p:nvGrpSpPr>
            <p:cNvPr id="21" name="Group 312"/>
            <p:cNvGrpSpPr/>
            <p:nvPr/>
          </p:nvGrpSpPr>
          <p:grpSpPr>
            <a:xfrm rot="0">
              <a:off x="7351" y="1036"/>
              <a:ext cx="6462" cy="4310"/>
              <a:chOff x="2925" y="346"/>
              <a:chExt cx="2585" cy="1724"/>
            </a:xfrm>
          </p:grpSpPr>
          <p:sp>
            <p:nvSpPr>
              <p:cNvPr id="22" name="Oval 240"/>
              <p:cNvSpPr/>
              <p:nvPr>
                <p:custDataLst>
                  <p:tags r:id="rId9"/>
                </p:custDataLst>
              </p:nvPr>
            </p:nvSpPr>
            <p:spPr>
              <a:xfrm>
                <a:off x="2925" y="1435"/>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3" name="Rectangle 250"/>
              <p:cNvSpPr/>
              <p:nvPr>
                <p:custDataLst>
                  <p:tags r:id="rId10"/>
                </p:custDataLst>
              </p:nvPr>
            </p:nvSpPr>
            <p:spPr>
              <a:xfrm>
                <a:off x="3106" y="800"/>
                <a:ext cx="1588" cy="1225"/>
              </a:xfrm>
              <a:prstGeom prst="rect">
                <a:avLst/>
              </a:prstGeom>
              <a:noFill/>
              <a:ln w="28575" cap="flat" cmpd="sng">
                <a:solidFill>
                  <a:srgbClr val="FFCC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4" name="Line 241"/>
              <p:cNvSpPr/>
              <p:nvPr>
                <p:custDataLst>
                  <p:tags r:id="rId11"/>
                </p:custDataLst>
              </p:nvPr>
            </p:nvSpPr>
            <p:spPr>
              <a:xfrm>
                <a:off x="4694" y="800"/>
                <a:ext cx="544" cy="0"/>
              </a:xfrm>
              <a:prstGeom prst="line">
                <a:avLst/>
              </a:prstGeom>
              <a:ln w="28575" cap="flat" cmpd="sng">
                <a:solidFill>
                  <a:srgbClr val="FFCC00"/>
                </a:solidFill>
                <a:prstDash val="solid"/>
                <a:headEnd type="oval" w="med" len="med"/>
                <a:tailEnd type="none" w="med" len="med"/>
              </a:ln>
            </p:spPr>
          </p:sp>
          <p:sp>
            <p:nvSpPr>
              <p:cNvPr id="25" name="Text Box 242"/>
              <p:cNvSpPr txBox="1"/>
              <p:nvPr>
                <p:custDataLst>
                  <p:tags r:id="rId12"/>
                </p:custDataLst>
              </p:nvPr>
            </p:nvSpPr>
            <p:spPr>
              <a:xfrm>
                <a:off x="4014" y="1208"/>
                <a:ext cx="625"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100</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6" name="Text Box 243"/>
              <p:cNvSpPr txBox="1"/>
              <p:nvPr>
                <p:custDataLst>
                  <p:tags r:id="rId13"/>
                </p:custDataLst>
              </p:nvPr>
            </p:nvSpPr>
            <p:spPr>
              <a:xfrm>
                <a:off x="3288" y="391"/>
                <a:ext cx="589"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50</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7" name="Line 244"/>
              <p:cNvSpPr/>
              <p:nvPr>
                <p:custDataLst>
                  <p:tags r:id="rId14"/>
                </p:custDataLst>
              </p:nvPr>
            </p:nvSpPr>
            <p:spPr>
              <a:xfrm>
                <a:off x="4694" y="845"/>
                <a:ext cx="0" cy="384"/>
              </a:xfrm>
              <a:prstGeom prst="line">
                <a:avLst/>
              </a:prstGeom>
              <a:ln w="28575" cap="flat" cmpd="sng">
                <a:solidFill>
                  <a:srgbClr val="66FFFF"/>
                </a:solidFill>
                <a:prstDash val="solid"/>
                <a:headEnd type="none" w="med" len="med"/>
                <a:tailEnd type="triangle" w="med" len="med"/>
              </a:ln>
            </p:spPr>
          </p:sp>
          <p:sp>
            <p:nvSpPr>
              <p:cNvPr id="28" name="Text Box 245"/>
              <p:cNvSpPr txBox="1"/>
              <p:nvPr>
                <p:custDataLst>
                  <p:tags r:id="rId15"/>
                </p:custDataLst>
              </p:nvPr>
            </p:nvSpPr>
            <p:spPr>
              <a:xfrm>
                <a:off x="3197" y="1208"/>
                <a:ext cx="192"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29" name="Text Box 246"/>
              <p:cNvSpPr txBox="1"/>
              <p:nvPr>
                <p:custDataLst>
                  <p:tags r:id="rId16"/>
                </p:custDataLst>
              </p:nvPr>
            </p:nvSpPr>
            <p:spPr>
              <a:xfrm>
                <a:off x="3152" y="1707"/>
                <a:ext cx="240"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30" name="Text Box 247"/>
              <p:cNvSpPr txBox="1"/>
              <p:nvPr>
                <p:custDataLst>
                  <p:tags r:id="rId17"/>
                </p:custDataLst>
              </p:nvPr>
            </p:nvSpPr>
            <p:spPr>
              <a:xfrm>
                <a:off x="3288" y="1435"/>
                <a:ext cx="590"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40V</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31" name="Text Box 248"/>
              <p:cNvSpPr txBox="1"/>
              <p:nvPr>
                <p:custDataLst>
                  <p:tags r:id="rId18"/>
                </p:custDataLst>
              </p:nvPr>
            </p:nvSpPr>
            <p:spPr>
              <a:xfrm>
                <a:off x="4739" y="845"/>
                <a:ext cx="384" cy="327"/>
              </a:xfrm>
              <a:prstGeom prst="rect">
                <a:avLst/>
              </a:prstGeom>
              <a:noFill/>
              <a:ln w="9525">
                <a:noFill/>
              </a:ln>
            </p:spPr>
            <p:txBody>
              <a:bodyPr>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baseline="-25000" dirty="0">
                    <a:solidFill>
                      <a:schemeClr val="bg1"/>
                    </a:solidFill>
                    <a:latin typeface="Times New Roman" panose="02020603050405020304" pitchFamily="18" charset="0"/>
                    <a:ea typeface="宋体" panose="02010600030101010101" pitchFamily="2" charset="-122"/>
                  </a:rPr>
                  <a:t>1</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32" name="Text Box 249"/>
              <p:cNvSpPr txBox="1"/>
              <p:nvPr>
                <p:custDataLst>
                  <p:tags r:id="rId19"/>
                </p:custDataLst>
              </p:nvPr>
            </p:nvSpPr>
            <p:spPr>
              <a:xfrm>
                <a:off x="3106" y="936"/>
                <a:ext cx="589"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50</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Arial" panose="020B0604020202020204" pitchFamily="34" charset="0"/>
                  <a:ea typeface="仿宋_GB2312" pitchFamily="49" charset="-122"/>
                </a:endParaRPr>
              </a:p>
            </p:txBody>
          </p:sp>
          <p:sp>
            <p:nvSpPr>
              <p:cNvPr id="33" name="Rectangle 251"/>
              <p:cNvSpPr/>
              <p:nvPr>
                <p:custDataLst>
                  <p:tags r:id="rId20"/>
                </p:custDataLst>
              </p:nvPr>
            </p:nvSpPr>
            <p:spPr>
              <a:xfrm>
                <a:off x="3025" y="936"/>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34" name="Rectangle 252"/>
              <p:cNvSpPr/>
              <p:nvPr>
                <p:custDataLst>
                  <p:tags r:id="rId21"/>
                </p:custDataLst>
              </p:nvPr>
            </p:nvSpPr>
            <p:spPr>
              <a:xfrm>
                <a:off x="4649" y="1253"/>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35" name="Rectangle 253"/>
              <p:cNvSpPr/>
              <p:nvPr>
                <p:custDataLst>
                  <p:tags r:id="rId22"/>
                </p:custDataLst>
              </p:nvPr>
            </p:nvSpPr>
            <p:spPr>
              <a:xfrm>
                <a:off x="3424" y="709"/>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36" name="AutoShape 254"/>
              <p:cNvSpPr/>
              <p:nvPr>
                <p:custDataLst>
                  <p:tags r:id="rId23"/>
                </p:custDataLst>
              </p:nvPr>
            </p:nvSpPr>
            <p:spPr>
              <a:xfrm>
                <a:off x="4014" y="617"/>
                <a:ext cx="430" cy="364"/>
              </a:xfrm>
              <a:prstGeom prst="flowChartSort">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miter/>
                <a:headEnd type="none" w="med" len="med"/>
                <a:tailEnd type="none" w="med" len="med"/>
              </a:ln>
            </p:spPr>
            <p:txBody>
              <a:bodyPr anchor="ctr" anchorCtr="0">
                <a:spAutoFit/>
              </a:bodyPr>
              <a:p>
                <a:endParaRPr lang="zh-CN" altLang="en-US" dirty="0">
                  <a:latin typeface="Arial" panose="020B0604020202020204" pitchFamily="34" charset="0"/>
                </a:endParaRPr>
              </a:p>
            </p:txBody>
          </p:sp>
          <p:sp>
            <p:nvSpPr>
              <p:cNvPr id="37" name="Line 255"/>
              <p:cNvSpPr/>
              <p:nvPr>
                <p:custDataLst>
                  <p:tags r:id="rId24"/>
                </p:custDataLst>
              </p:nvPr>
            </p:nvSpPr>
            <p:spPr>
              <a:xfrm>
                <a:off x="4694" y="2024"/>
                <a:ext cx="544" cy="0"/>
              </a:xfrm>
              <a:prstGeom prst="line">
                <a:avLst/>
              </a:prstGeom>
              <a:ln w="28575" cap="flat" cmpd="sng">
                <a:solidFill>
                  <a:srgbClr val="FFCC00"/>
                </a:solidFill>
                <a:prstDash val="solid"/>
                <a:headEnd type="oval" w="med" len="med"/>
                <a:tailEnd type="none" w="med" len="med"/>
              </a:ln>
            </p:spPr>
          </p:sp>
          <p:sp>
            <p:nvSpPr>
              <p:cNvPr id="38" name="Oval 256"/>
              <p:cNvSpPr/>
              <p:nvPr>
                <p:custDataLst>
                  <p:tags r:id="rId25"/>
                </p:custDataLst>
              </p:nvPr>
            </p:nvSpPr>
            <p:spPr>
              <a:xfrm>
                <a:off x="5238" y="1979"/>
                <a:ext cx="91" cy="91"/>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9" name="Oval 257"/>
              <p:cNvSpPr/>
              <p:nvPr>
                <p:custDataLst>
                  <p:tags r:id="rId26"/>
                </p:custDataLst>
              </p:nvPr>
            </p:nvSpPr>
            <p:spPr>
              <a:xfrm>
                <a:off x="5238" y="754"/>
                <a:ext cx="91" cy="91"/>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0" name="Text Box 258"/>
              <p:cNvSpPr txBox="1"/>
              <p:nvPr>
                <p:custDataLst>
                  <p:tags r:id="rId27"/>
                </p:custDataLst>
              </p:nvPr>
            </p:nvSpPr>
            <p:spPr>
              <a:xfrm>
                <a:off x="3923" y="346"/>
                <a:ext cx="726"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200</a:t>
                </a:r>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baseline="-25000" dirty="0">
                    <a:solidFill>
                      <a:schemeClr val="bg1"/>
                    </a:solidFill>
                    <a:latin typeface="Times New Roman" panose="02020603050405020304" pitchFamily="18" charset="0"/>
                    <a:ea typeface="宋体" panose="02010600030101010101" pitchFamily="2" charset="-122"/>
                  </a:rPr>
                  <a:t>1</a:t>
                </a:r>
                <a:endParaRPr lang="en-US" altLang="zh-CN" b="0" dirty="0">
                  <a:latin typeface="Arial" panose="020B0604020202020204" pitchFamily="34" charset="0"/>
                  <a:ea typeface="仿宋_GB2312" pitchFamily="49" charset="-122"/>
                </a:endParaRPr>
              </a:p>
            </p:txBody>
          </p:sp>
          <p:sp>
            <p:nvSpPr>
              <p:cNvPr id="41" name="Text Box 259"/>
              <p:cNvSpPr txBox="1"/>
              <p:nvPr>
                <p:custDataLst>
                  <p:tags r:id="rId28"/>
                </p:custDataLst>
              </p:nvPr>
            </p:nvSpPr>
            <p:spPr>
              <a:xfrm>
                <a:off x="5148" y="845"/>
                <a:ext cx="192"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latin typeface="Arial" panose="020B0604020202020204" pitchFamily="34" charset="0"/>
                  <a:ea typeface="仿宋_GB2312" pitchFamily="49" charset="-122"/>
                </a:endParaRPr>
              </a:p>
            </p:txBody>
          </p:sp>
          <p:sp>
            <p:nvSpPr>
              <p:cNvPr id="42" name="Text Box 260"/>
              <p:cNvSpPr txBox="1"/>
              <p:nvPr>
                <p:custDataLst>
                  <p:tags r:id="rId29"/>
                </p:custDataLst>
              </p:nvPr>
            </p:nvSpPr>
            <p:spPr>
              <a:xfrm>
                <a:off x="5102" y="1616"/>
                <a:ext cx="240"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latin typeface="Arial" panose="020B0604020202020204" pitchFamily="34" charset="0"/>
                  <a:ea typeface="仿宋_GB2312" pitchFamily="49" charset="-122"/>
                </a:endParaRPr>
              </a:p>
            </p:txBody>
          </p:sp>
          <p:sp>
            <p:nvSpPr>
              <p:cNvPr id="43" name="Text Box 261"/>
              <p:cNvSpPr txBox="1"/>
              <p:nvPr>
                <p:custDataLst>
                  <p:tags r:id="rId30"/>
                </p:custDataLst>
              </p:nvPr>
            </p:nvSpPr>
            <p:spPr>
              <a:xfrm>
                <a:off x="5057" y="1253"/>
                <a:ext cx="453" cy="327"/>
              </a:xfrm>
              <a:prstGeom prst="rect">
                <a:avLst/>
              </a:prstGeom>
              <a:noFill/>
              <a:ln w="9525">
                <a:noFill/>
              </a:ln>
            </p:spPr>
            <p:txBody>
              <a:bodyPr>
                <a:spAutoFit/>
              </a:bodyPr>
              <a:p>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baseline="-25000" dirty="0">
                    <a:solidFill>
                      <a:schemeClr val="bg1"/>
                    </a:solidFill>
                    <a:latin typeface="Times New Roman" panose="02020603050405020304" pitchFamily="18" charset="0"/>
                    <a:ea typeface="宋体" panose="02010600030101010101" pitchFamily="2" charset="-122"/>
                  </a:rPr>
                  <a:t>oc</a:t>
                </a:r>
                <a:endParaRPr lang="en-US" altLang="zh-CN" b="0" dirty="0">
                  <a:latin typeface="Arial" panose="020B0604020202020204" pitchFamily="34" charset="0"/>
                  <a:ea typeface="仿宋_GB2312" pitchFamily="49" charset="-122"/>
                </a:endParaRPr>
              </a:p>
            </p:txBody>
          </p:sp>
          <p:sp>
            <p:nvSpPr>
              <p:cNvPr id="44" name="Text Box 262"/>
              <p:cNvSpPr txBox="1"/>
              <p:nvPr>
                <p:custDataLst>
                  <p:tags r:id="rId31"/>
                </p:custDataLst>
              </p:nvPr>
            </p:nvSpPr>
            <p:spPr>
              <a:xfrm>
                <a:off x="4467" y="482"/>
                <a:ext cx="240"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latin typeface="Arial" panose="020B0604020202020204" pitchFamily="34" charset="0"/>
                  <a:ea typeface="仿宋_GB2312" pitchFamily="49" charset="-122"/>
                </a:endParaRPr>
              </a:p>
            </p:txBody>
          </p:sp>
          <p:sp>
            <p:nvSpPr>
              <p:cNvPr id="45" name="Text Box 263"/>
              <p:cNvSpPr txBox="1"/>
              <p:nvPr>
                <p:custDataLst>
                  <p:tags r:id="rId32"/>
                </p:custDataLst>
              </p:nvPr>
            </p:nvSpPr>
            <p:spPr>
              <a:xfrm>
                <a:off x="3832" y="518"/>
                <a:ext cx="192"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latin typeface="Arial" panose="020B0604020202020204" pitchFamily="34" charset="0"/>
                  <a:ea typeface="仿宋_GB2312" pitchFamily="49" charset="-122"/>
                </a:endParaRPr>
              </a:p>
            </p:txBody>
          </p:sp>
        </p:grpSp>
        <p:sp>
          <p:nvSpPr>
            <p:cNvPr id="46" name="Rectangle 314"/>
            <p:cNvSpPr/>
            <p:nvPr>
              <p:custDataLst>
                <p:tags r:id="rId33"/>
              </p:custDataLst>
            </p:nvPr>
          </p:nvSpPr>
          <p:spPr>
            <a:xfrm>
              <a:off x="7238" y="1193"/>
              <a:ext cx="7030" cy="4423"/>
            </a:xfrm>
            <a:prstGeom prst="rect">
              <a:avLst/>
            </a:prstGeom>
            <a:solidFill>
              <a:schemeClr val="bg2"/>
            </a:solidFill>
            <a:ln w="9525">
              <a:noFill/>
            </a:ln>
          </p:spPr>
          <p:txBody>
            <a:bodyPr wrap="none" anchor="ctr" anchorCtr="0"/>
            <a:p>
              <a:endParaRPr lang="zh-CN" altLang="en-US" dirty="0">
                <a:solidFill>
                  <a:schemeClr val="tx1"/>
                </a:solidFill>
                <a:latin typeface="Arial" panose="020B0604020202020204" pitchFamily="34" charset="0"/>
              </a:endParaRPr>
            </a:p>
          </p:txBody>
        </p:sp>
        <p:sp>
          <p:nvSpPr>
            <p:cNvPr id="47" name="Line 316"/>
            <p:cNvSpPr/>
            <p:nvPr>
              <p:custDataLst>
                <p:tags r:id="rId34"/>
              </p:custDataLst>
            </p:nvPr>
          </p:nvSpPr>
          <p:spPr bwMode="auto">
            <a:xfrm>
              <a:off x="11888" y="2215"/>
              <a:ext cx="1360"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48" name="Text Box 317"/>
            <p:cNvSpPr txBox="1"/>
            <p:nvPr>
              <p:custDataLst>
                <p:tags r:id="rId35"/>
              </p:custDataLst>
            </p:nvPr>
          </p:nvSpPr>
          <p:spPr>
            <a:xfrm>
              <a:off x="10188" y="3235"/>
              <a:ext cx="1562"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100</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49" name="Text Box 318"/>
            <p:cNvSpPr txBox="1"/>
            <p:nvPr>
              <p:custDataLst>
                <p:tags r:id="rId36"/>
              </p:custDataLst>
            </p:nvPr>
          </p:nvSpPr>
          <p:spPr>
            <a:xfrm>
              <a:off x="8373" y="1193"/>
              <a:ext cx="1472"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50</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50" name="Text Box 319"/>
            <p:cNvSpPr txBox="1"/>
            <p:nvPr>
              <p:custDataLst>
                <p:tags r:id="rId37"/>
              </p:custDataLst>
            </p:nvPr>
          </p:nvSpPr>
          <p:spPr>
            <a:xfrm>
              <a:off x="8145" y="3235"/>
              <a:ext cx="48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51" name="Text Box 320"/>
            <p:cNvSpPr txBox="1"/>
            <p:nvPr>
              <p:custDataLst>
                <p:tags r:id="rId38"/>
              </p:custDataLst>
            </p:nvPr>
          </p:nvSpPr>
          <p:spPr>
            <a:xfrm>
              <a:off x="8183" y="4483"/>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52" name="Text Box 321"/>
            <p:cNvSpPr txBox="1"/>
            <p:nvPr>
              <p:custDataLst>
                <p:tags r:id="rId39"/>
              </p:custDataLst>
            </p:nvPr>
          </p:nvSpPr>
          <p:spPr>
            <a:xfrm>
              <a:off x="8373" y="3803"/>
              <a:ext cx="147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40V</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53" name="Text Box 322"/>
            <p:cNvSpPr txBox="1"/>
            <p:nvPr>
              <p:custDataLst>
                <p:tags r:id="rId40"/>
              </p:custDataLst>
            </p:nvPr>
          </p:nvSpPr>
          <p:spPr>
            <a:xfrm>
              <a:off x="11928" y="2328"/>
              <a:ext cx="96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r>
                <a:rPr lang="en-US" altLang="zh-CN" b="0" baseline="-25000" dirty="0">
                  <a:solidFill>
                    <a:schemeClr val="tx1"/>
                  </a:solidFill>
                  <a:latin typeface="Times New Roman" panose="02020603050405020304" pitchFamily="18" charset="0"/>
                  <a:ea typeface="宋体" panose="02010600030101010101" pitchFamily="2" charset="-122"/>
                </a:rPr>
                <a:t>1</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54" name="Text Box 323"/>
            <p:cNvSpPr txBox="1"/>
            <p:nvPr>
              <p:custDataLst>
                <p:tags r:id="rId41"/>
              </p:custDataLst>
            </p:nvPr>
          </p:nvSpPr>
          <p:spPr>
            <a:xfrm>
              <a:off x="7918" y="2555"/>
              <a:ext cx="1472"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50</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55" name="Rectangle 324"/>
            <p:cNvSpPr/>
            <p:nvPr>
              <p:custDataLst>
                <p:tags r:id="rId42"/>
              </p:custDataLst>
            </p:nvPr>
          </p:nvSpPr>
          <p:spPr bwMode="auto">
            <a:xfrm>
              <a:off x="7918" y="2215"/>
              <a:ext cx="3970" cy="3063"/>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56" name="Rectangle 325"/>
            <p:cNvSpPr/>
            <p:nvPr>
              <p:custDataLst>
                <p:tags r:id="rId43"/>
              </p:custDataLst>
            </p:nvPr>
          </p:nvSpPr>
          <p:spPr bwMode="auto">
            <a:xfrm>
              <a:off x="7715" y="2555"/>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57" name="Rectangle 326"/>
            <p:cNvSpPr/>
            <p:nvPr>
              <p:custDataLst>
                <p:tags r:id="rId44"/>
              </p:custDataLst>
            </p:nvPr>
          </p:nvSpPr>
          <p:spPr bwMode="auto">
            <a:xfrm>
              <a:off x="11775" y="3348"/>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58" name="Rectangle 327"/>
            <p:cNvSpPr/>
            <p:nvPr>
              <p:custDataLst>
                <p:tags r:id="rId45"/>
              </p:custDataLst>
            </p:nvPr>
          </p:nvSpPr>
          <p:spPr bwMode="auto">
            <a:xfrm>
              <a:off x="8713" y="1988"/>
              <a:ext cx="792"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59" name="Line 329"/>
            <p:cNvSpPr/>
            <p:nvPr>
              <p:custDataLst>
                <p:tags r:id="rId46"/>
              </p:custDataLst>
            </p:nvPr>
          </p:nvSpPr>
          <p:spPr bwMode="auto">
            <a:xfrm>
              <a:off x="11888" y="5275"/>
              <a:ext cx="1360"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60" name="Oval 330"/>
            <p:cNvSpPr/>
            <p:nvPr>
              <p:custDataLst>
                <p:tags r:id="rId47"/>
              </p:custDataLst>
            </p:nvPr>
          </p:nvSpPr>
          <p:spPr bwMode="auto">
            <a:xfrm>
              <a:off x="13248" y="5163"/>
              <a:ext cx="227" cy="228"/>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p>
              <a:endParaRPr lang="zh-CN" altLang="en-US" dirty="0">
                <a:latin typeface="Arial" panose="020B0604020202020204" pitchFamily="34" charset="0"/>
              </a:endParaRPr>
            </a:p>
          </p:txBody>
        </p:sp>
        <p:sp>
          <p:nvSpPr>
            <p:cNvPr id="61" name="Oval 331"/>
            <p:cNvSpPr/>
            <p:nvPr>
              <p:custDataLst>
                <p:tags r:id="rId48"/>
              </p:custDataLst>
            </p:nvPr>
          </p:nvSpPr>
          <p:spPr bwMode="auto">
            <a:xfrm>
              <a:off x="13248" y="2100"/>
              <a:ext cx="227" cy="228"/>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p>
              <a:endParaRPr lang="zh-CN" altLang="en-US" dirty="0">
                <a:latin typeface="Arial" panose="020B0604020202020204" pitchFamily="34" charset="0"/>
              </a:endParaRPr>
            </a:p>
          </p:txBody>
        </p:sp>
        <p:sp>
          <p:nvSpPr>
            <p:cNvPr id="62" name="Text Box 332"/>
            <p:cNvSpPr txBox="1"/>
            <p:nvPr>
              <p:custDataLst>
                <p:tags r:id="rId49"/>
              </p:custDataLst>
            </p:nvPr>
          </p:nvSpPr>
          <p:spPr>
            <a:xfrm>
              <a:off x="9960" y="1080"/>
              <a:ext cx="1815"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200</a:t>
              </a:r>
              <a:r>
                <a:rPr lang="en-US" altLang="zh-CN" b="0" i="1" dirty="0">
                  <a:solidFill>
                    <a:schemeClr val="tx1"/>
                  </a:solidFill>
                  <a:latin typeface="Times New Roman" panose="02020603050405020304" pitchFamily="18" charset="0"/>
                  <a:ea typeface="宋体" panose="02010600030101010101" pitchFamily="2" charset="-122"/>
                </a:rPr>
                <a:t>I</a:t>
              </a:r>
              <a:r>
                <a:rPr lang="en-US" altLang="zh-CN" b="0" baseline="-25000" dirty="0">
                  <a:solidFill>
                    <a:schemeClr val="tx1"/>
                  </a:solidFill>
                  <a:latin typeface="Times New Roman" panose="02020603050405020304" pitchFamily="18" charset="0"/>
                  <a:ea typeface="宋体" panose="02010600030101010101" pitchFamily="2" charset="-122"/>
                </a:rPr>
                <a:t>1</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63" name="Text Box 333"/>
            <p:cNvSpPr txBox="1"/>
            <p:nvPr>
              <p:custDataLst>
                <p:tags r:id="rId50"/>
              </p:custDataLst>
            </p:nvPr>
          </p:nvSpPr>
          <p:spPr>
            <a:xfrm>
              <a:off x="11320" y="1420"/>
              <a:ext cx="600"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64" name="Text Box 334"/>
            <p:cNvSpPr txBox="1"/>
            <p:nvPr>
              <p:custDataLst>
                <p:tags r:id="rId51"/>
              </p:custDataLst>
            </p:nvPr>
          </p:nvSpPr>
          <p:spPr>
            <a:xfrm>
              <a:off x="9733" y="1510"/>
              <a:ext cx="480"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68" name="Line 339"/>
            <p:cNvSpPr/>
            <p:nvPr>
              <p:custDataLst>
                <p:tags r:id="rId52"/>
              </p:custDataLst>
            </p:nvPr>
          </p:nvSpPr>
          <p:spPr>
            <a:xfrm>
              <a:off x="11885" y="2328"/>
              <a:ext cx="0" cy="96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pSp>
          <p:nvGrpSpPr>
            <p:cNvPr id="69" name="组合 68"/>
            <p:cNvGrpSpPr/>
            <p:nvPr/>
          </p:nvGrpSpPr>
          <p:grpSpPr>
            <a:xfrm rot="0">
              <a:off x="7462" y="3826"/>
              <a:ext cx="908" cy="908"/>
              <a:chOff x="505193" y="3720552"/>
              <a:chExt cx="432197" cy="432197"/>
            </a:xfrm>
            <a:solidFill>
              <a:schemeClr val="accent6">
                <a:lumMod val="40000"/>
                <a:lumOff val="60000"/>
              </a:schemeClr>
            </a:solidFill>
          </p:grpSpPr>
          <p:sp>
            <p:nvSpPr>
              <p:cNvPr id="70" name="Oval 953"/>
              <p:cNvSpPr>
                <a:spLocks noChangeArrowheads="1"/>
              </p:cNvSpPr>
              <p:nvPr>
                <p:custDataLst>
                  <p:tags r:id="rId53"/>
                </p:custDataLst>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71" name="直接连接符 70"/>
              <p:cNvCxnSpPr>
                <a:stCxn id="70" idx="0"/>
                <a:endCxn id="70" idx="4"/>
              </p:cNvCxnSpPr>
              <p:nvPr>
                <p:custDataLst>
                  <p:tags r:id="rId54"/>
                </p:custDataLst>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2" name="组合 71"/>
            <p:cNvGrpSpPr/>
            <p:nvPr/>
          </p:nvGrpSpPr>
          <p:grpSpPr>
            <a:xfrm rot="0">
              <a:off x="10356" y="1741"/>
              <a:ext cx="907" cy="907"/>
              <a:chOff x="5883144" y="5417878"/>
              <a:chExt cx="576000" cy="576000"/>
            </a:xfrm>
          </p:grpSpPr>
          <p:sp>
            <p:nvSpPr>
              <p:cNvPr id="73" name="AutoShape 17"/>
              <p:cNvSpPr>
                <a:spLocks noChangeArrowheads="1"/>
              </p:cNvSpPr>
              <p:nvPr>
                <p:custDataLst>
                  <p:tags r:id="rId55"/>
                </p:custDataLst>
              </p:nvPr>
            </p:nvSpPr>
            <p:spPr bwMode="auto">
              <a:xfrm>
                <a:off x="5883144" y="5417878"/>
                <a:ext cx="576000" cy="576000"/>
              </a:xfrm>
              <a:prstGeom prst="diamond">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en-US" sz="1800"/>
              </a:p>
            </p:txBody>
          </p:sp>
          <p:cxnSp>
            <p:nvCxnSpPr>
              <p:cNvPr id="74" name="直接连接符 73"/>
              <p:cNvCxnSpPr>
                <a:stCxn id="73" idx="1"/>
                <a:endCxn id="73" idx="3"/>
              </p:cNvCxnSpPr>
              <p:nvPr>
                <p:custDataLst>
                  <p:tags r:id="rId56"/>
                </p:custDataLst>
              </p:nvPr>
            </p:nvCxnSpPr>
            <p:spPr>
              <a:xfrm>
                <a:off x="5883144" y="5705878"/>
                <a:ext cx="576000"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5" name="Text Box 319"/>
            <p:cNvSpPr txBox="1"/>
            <p:nvPr>
              <p:custDataLst>
                <p:tags r:id="rId57"/>
              </p:custDataLst>
            </p:nvPr>
          </p:nvSpPr>
          <p:spPr>
            <a:xfrm>
              <a:off x="12870" y="2417"/>
              <a:ext cx="48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82" name="Text Box 320"/>
            <p:cNvSpPr txBox="1"/>
            <p:nvPr>
              <p:custDataLst>
                <p:tags r:id="rId58"/>
              </p:custDataLst>
            </p:nvPr>
          </p:nvSpPr>
          <p:spPr>
            <a:xfrm>
              <a:off x="12908" y="4265"/>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83" name="Text Box 322"/>
            <p:cNvSpPr txBox="1"/>
            <p:nvPr>
              <p:custDataLst>
                <p:tags r:id="rId59"/>
              </p:custDataLst>
            </p:nvPr>
          </p:nvSpPr>
          <p:spPr>
            <a:xfrm>
              <a:off x="12681" y="3447"/>
              <a:ext cx="1072" cy="725"/>
            </a:xfrm>
            <a:prstGeom prst="rect">
              <a:avLst/>
            </a:prstGeom>
            <a:noFill/>
            <a:ln w="9525">
              <a:noFill/>
            </a:ln>
          </p:spPr>
          <p:txBody>
            <a:bodyPr wrap="square">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baseline="-25000" dirty="0">
                  <a:solidFill>
                    <a:schemeClr val="tx1"/>
                  </a:solidFill>
                  <a:latin typeface="Times New Roman" panose="02020603050405020304" pitchFamily="18" charset="0"/>
                  <a:ea typeface="宋体" panose="02010600030101010101" pitchFamily="2" charset="-122"/>
                </a:rPr>
                <a:t>OC</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grpSp>
      <p:grpSp>
        <p:nvGrpSpPr>
          <p:cNvPr id="6" name="组合 5"/>
          <p:cNvGrpSpPr/>
          <p:nvPr/>
        </p:nvGrpSpPr>
        <p:grpSpPr>
          <a:xfrm>
            <a:off x="4608830" y="600710"/>
            <a:ext cx="4602480" cy="2908300"/>
            <a:chOff x="7200" y="865"/>
            <a:chExt cx="7248" cy="4580"/>
          </a:xfrm>
        </p:grpSpPr>
        <p:grpSp>
          <p:nvGrpSpPr>
            <p:cNvPr id="21517" name="Group 312"/>
            <p:cNvGrpSpPr/>
            <p:nvPr/>
          </p:nvGrpSpPr>
          <p:grpSpPr>
            <a:xfrm>
              <a:off x="7313" y="865"/>
              <a:ext cx="6462" cy="4310"/>
              <a:chOff x="2925" y="346"/>
              <a:chExt cx="2585" cy="1724"/>
            </a:xfrm>
          </p:grpSpPr>
          <p:sp>
            <p:nvSpPr>
              <p:cNvPr id="21561" name="Oval 240"/>
              <p:cNvSpPr/>
              <p:nvPr/>
            </p:nvSpPr>
            <p:spPr>
              <a:xfrm>
                <a:off x="2925" y="1435"/>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1562" name="Rectangle 250"/>
              <p:cNvSpPr/>
              <p:nvPr/>
            </p:nvSpPr>
            <p:spPr>
              <a:xfrm>
                <a:off x="3106" y="800"/>
                <a:ext cx="1588" cy="1225"/>
              </a:xfrm>
              <a:prstGeom prst="rect">
                <a:avLst/>
              </a:prstGeom>
              <a:noFill/>
              <a:ln w="28575" cap="flat" cmpd="sng">
                <a:solidFill>
                  <a:srgbClr val="FFCC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1563" name="Line 241"/>
              <p:cNvSpPr/>
              <p:nvPr/>
            </p:nvSpPr>
            <p:spPr>
              <a:xfrm>
                <a:off x="4694" y="800"/>
                <a:ext cx="544" cy="0"/>
              </a:xfrm>
              <a:prstGeom prst="line">
                <a:avLst/>
              </a:prstGeom>
              <a:ln w="28575" cap="flat" cmpd="sng">
                <a:solidFill>
                  <a:srgbClr val="FFCC00"/>
                </a:solidFill>
                <a:prstDash val="solid"/>
                <a:headEnd type="oval" w="med" len="med"/>
                <a:tailEnd type="none" w="med" len="med"/>
              </a:ln>
            </p:spPr>
          </p:sp>
          <p:sp>
            <p:nvSpPr>
              <p:cNvPr id="21564" name="Text Box 242"/>
              <p:cNvSpPr txBox="1"/>
              <p:nvPr/>
            </p:nvSpPr>
            <p:spPr>
              <a:xfrm>
                <a:off x="4014" y="1208"/>
                <a:ext cx="625"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100</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1565" name="Text Box 243"/>
              <p:cNvSpPr txBox="1"/>
              <p:nvPr/>
            </p:nvSpPr>
            <p:spPr>
              <a:xfrm>
                <a:off x="3288" y="391"/>
                <a:ext cx="589"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50</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1566" name="Line 244"/>
              <p:cNvSpPr/>
              <p:nvPr/>
            </p:nvSpPr>
            <p:spPr>
              <a:xfrm>
                <a:off x="4694" y="845"/>
                <a:ext cx="0" cy="384"/>
              </a:xfrm>
              <a:prstGeom prst="line">
                <a:avLst/>
              </a:prstGeom>
              <a:ln w="28575" cap="flat" cmpd="sng">
                <a:solidFill>
                  <a:srgbClr val="66FFFF"/>
                </a:solidFill>
                <a:prstDash val="solid"/>
                <a:headEnd type="none" w="med" len="med"/>
                <a:tailEnd type="triangle" w="med" len="med"/>
              </a:ln>
            </p:spPr>
          </p:sp>
          <p:sp>
            <p:nvSpPr>
              <p:cNvPr id="21567" name="Text Box 245"/>
              <p:cNvSpPr txBox="1"/>
              <p:nvPr/>
            </p:nvSpPr>
            <p:spPr>
              <a:xfrm>
                <a:off x="3197" y="1208"/>
                <a:ext cx="192"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21568" name="Text Box 246"/>
              <p:cNvSpPr txBox="1"/>
              <p:nvPr/>
            </p:nvSpPr>
            <p:spPr>
              <a:xfrm>
                <a:off x="3152" y="1707"/>
                <a:ext cx="240"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21569" name="Text Box 247"/>
              <p:cNvSpPr txBox="1"/>
              <p:nvPr/>
            </p:nvSpPr>
            <p:spPr>
              <a:xfrm>
                <a:off x="3288" y="1435"/>
                <a:ext cx="590"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40V</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21570" name="Text Box 248"/>
              <p:cNvSpPr txBox="1"/>
              <p:nvPr/>
            </p:nvSpPr>
            <p:spPr>
              <a:xfrm>
                <a:off x="4739" y="845"/>
                <a:ext cx="384" cy="327"/>
              </a:xfrm>
              <a:prstGeom prst="rect">
                <a:avLst/>
              </a:prstGeom>
              <a:noFill/>
              <a:ln w="9525">
                <a:noFill/>
              </a:ln>
            </p:spPr>
            <p:txBody>
              <a:bodyPr>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baseline="-25000" dirty="0">
                    <a:solidFill>
                      <a:schemeClr val="bg1"/>
                    </a:solidFill>
                    <a:latin typeface="Times New Roman" panose="02020603050405020304" pitchFamily="18" charset="0"/>
                    <a:ea typeface="宋体" panose="02010600030101010101" pitchFamily="2" charset="-122"/>
                  </a:rPr>
                  <a:t>1</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21571" name="Text Box 249"/>
              <p:cNvSpPr txBox="1"/>
              <p:nvPr/>
            </p:nvSpPr>
            <p:spPr>
              <a:xfrm>
                <a:off x="3106" y="936"/>
                <a:ext cx="589"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50</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Arial" panose="020B0604020202020204" pitchFamily="34" charset="0"/>
                  <a:ea typeface="仿宋_GB2312" pitchFamily="49" charset="-122"/>
                </a:endParaRPr>
              </a:p>
            </p:txBody>
          </p:sp>
          <p:sp>
            <p:nvSpPr>
              <p:cNvPr id="21572" name="Rectangle 251"/>
              <p:cNvSpPr/>
              <p:nvPr/>
            </p:nvSpPr>
            <p:spPr>
              <a:xfrm>
                <a:off x="3025" y="936"/>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21573" name="Rectangle 252"/>
              <p:cNvSpPr/>
              <p:nvPr/>
            </p:nvSpPr>
            <p:spPr>
              <a:xfrm>
                <a:off x="4649" y="1253"/>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21574" name="Rectangle 253"/>
              <p:cNvSpPr/>
              <p:nvPr/>
            </p:nvSpPr>
            <p:spPr>
              <a:xfrm>
                <a:off x="3424" y="709"/>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21575" name="AutoShape 254"/>
              <p:cNvSpPr/>
              <p:nvPr/>
            </p:nvSpPr>
            <p:spPr>
              <a:xfrm>
                <a:off x="4014" y="617"/>
                <a:ext cx="430" cy="364"/>
              </a:xfrm>
              <a:prstGeom prst="flowChartSort">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miter/>
                <a:headEnd type="none" w="med" len="med"/>
                <a:tailEnd type="none" w="med" len="med"/>
              </a:ln>
            </p:spPr>
            <p:txBody>
              <a:bodyPr anchor="ctr" anchorCtr="0">
                <a:spAutoFit/>
              </a:bodyPr>
              <a:p>
                <a:endParaRPr lang="zh-CN" altLang="en-US" dirty="0">
                  <a:latin typeface="Arial" panose="020B0604020202020204" pitchFamily="34" charset="0"/>
                </a:endParaRPr>
              </a:p>
            </p:txBody>
          </p:sp>
          <p:sp>
            <p:nvSpPr>
              <p:cNvPr id="21576" name="Line 255"/>
              <p:cNvSpPr/>
              <p:nvPr/>
            </p:nvSpPr>
            <p:spPr>
              <a:xfrm>
                <a:off x="4694" y="2024"/>
                <a:ext cx="544" cy="0"/>
              </a:xfrm>
              <a:prstGeom prst="line">
                <a:avLst/>
              </a:prstGeom>
              <a:ln w="28575" cap="flat" cmpd="sng">
                <a:solidFill>
                  <a:srgbClr val="FFCC00"/>
                </a:solidFill>
                <a:prstDash val="solid"/>
                <a:headEnd type="oval" w="med" len="med"/>
                <a:tailEnd type="none" w="med" len="med"/>
              </a:ln>
            </p:spPr>
          </p:sp>
          <p:sp>
            <p:nvSpPr>
              <p:cNvPr id="21577" name="Oval 256"/>
              <p:cNvSpPr/>
              <p:nvPr/>
            </p:nvSpPr>
            <p:spPr>
              <a:xfrm>
                <a:off x="5238" y="1979"/>
                <a:ext cx="91" cy="91"/>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1578" name="Oval 257"/>
              <p:cNvSpPr/>
              <p:nvPr/>
            </p:nvSpPr>
            <p:spPr>
              <a:xfrm>
                <a:off x="5238" y="754"/>
                <a:ext cx="91" cy="91"/>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1579" name="Text Box 258"/>
              <p:cNvSpPr txBox="1"/>
              <p:nvPr/>
            </p:nvSpPr>
            <p:spPr>
              <a:xfrm>
                <a:off x="3923" y="346"/>
                <a:ext cx="726"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200</a:t>
                </a:r>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baseline="-25000" dirty="0">
                    <a:solidFill>
                      <a:schemeClr val="bg1"/>
                    </a:solidFill>
                    <a:latin typeface="Times New Roman" panose="02020603050405020304" pitchFamily="18" charset="0"/>
                    <a:ea typeface="宋体" panose="02010600030101010101" pitchFamily="2" charset="-122"/>
                  </a:rPr>
                  <a:t>1</a:t>
                </a:r>
                <a:endParaRPr lang="en-US" altLang="zh-CN" b="0" dirty="0">
                  <a:latin typeface="Arial" panose="020B0604020202020204" pitchFamily="34" charset="0"/>
                  <a:ea typeface="仿宋_GB2312" pitchFamily="49" charset="-122"/>
                </a:endParaRPr>
              </a:p>
            </p:txBody>
          </p:sp>
          <p:sp>
            <p:nvSpPr>
              <p:cNvPr id="21580" name="Text Box 259"/>
              <p:cNvSpPr txBox="1"/>
              <p:nvPr/>
            </p:nvSpPr>
            <p:spPr>
              <a:xfrm>
                <a:off x="5148" y="845"/>
                <a:ext cx="192"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latin typeface="Arial" panose="020B0604020202020204" pitchFamily="34" charset="0"/>
                  <a:ea typeface="仿宋_GB2312" pitchFamily="49" charset="-122"/>
                </a:endParaRPr>
              </a:p>
            </p:txBody>
          </p:sp>
          <p:sp>
            <p:nvSpPr>
              <p:cNvPr id="21581" name="Text Box 260"/>
              <p:cNvSpPr txBox="1"/>
              <p:nvPr/>
            </p:nvSpPr>
            <p:spPr>
              <a:xfrm>
                <a:off x="5102" y="1616"/>
                <a:ext cx="240"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latin typeface="Arial" panose="020B0604020202020204" pitchFamily="34" charset="0"/>
                  <a:ea typeface="仿宋_GB2312" pitchFamily="49" charset="-122"/>
                </a:endParaRPr>
              </a:p>
            </p:txBody>
          </p:sp>
          <p:sp>
            <p:nvSpPr>
              <p:cNvPr id="21582" name="Text Box 261"/>
              <p:cNvSpPr txBox="1"/>
              <p:nvPr/>
            </p:nvSpPr>
            <p:spPr>
              <a:xfrm>
                <a:off x="5057" y="1253"/>
                <a:ext cx="453" cy="327"/>
              </a:xfrm>
              <a:prstGeom prst="rect">
                <a:avLst/>
              </a:prstGeom>
              <a:noFill/>
              <a:ln w="9525">
                <a:noFill/>
              </a:ln>
            </p:spPr>
            <p:txBody>
              <a:bodyPr>
                <a:spAutoFit/>
              </a:bodyPr>
              <a:p>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baseline="-25000" dirty="0">
                    <a:solidFill>
                      <a:schemeClr val="bg1"/>
                    </a:solidFill>
                    <a:latin typeface="Times New Roman" panose="02020603050405020304" pitchFamily="18" charset="0"/>
                    <a:ea typeface="宋体" panose="02010600030101010101" pitchFamily="2" charset="-122"/>
                  </a:rPr>
                  <a:t>oc</a:t>
                </a:r>
                <a:endParaRPr lang="en-US" altLang="zh-CN" b="0" dirty="0">
                  <a:latin typeface="Arial" panose="020B0604020202020204" pitchFamily="34" charset="0"/>
                  <a:ea typeface="仿宋_GB2312" pitchFamily="49" charset="-122"/>
                </a:endParaRPr>
              </a:p>
            </p:txBody>
          </p:sp>
          <p:sp>
            <p:nvSpPr>
              <p:cNvPr id="21583" name="Text Box 262"/>
              <p:cNvSpPr txBox="1"/>
              <p:nvPr/>
            </p:nvSpPr>
            <p:spPr>
              <a:xfrm>
                <a:off x="4467" y="482"/>
                <a:ext cx="240"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latin typeface="Arial" panose="020B0604020202020204" pitchFamily="34" charset="0"/>
                  <a:ea typeface="仿宋_GB2312" pitchFamily="49" charset="-122"/>
                </a:endParaRPr>
              </a:p>
            </p:txBody>
          </p:sp>
          <p:sp>
            <p:nvSpPr>
              <p:cNvPr id="21584" name="Text Box 263"/>
              <p:cNvSpPr txBox="1"/>
              <p:nvPr/>
            </p:nvSpPr>
            <p:spPr>
              <a:xfrm>
                <a:off x="3832" y="518"/>
                <a:ext cx="192"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latin typeface="Arial" panose="020B0604020202020204" pitchFamily="34" charset="0"/>
                  <a:ea typeface="仿宋_GB2312" pitchFamily="49" charset="-122"/>
                </a:endParaRPr>
              </a:p>
            </p:txBody>
          </p:sp>
        </p:grpSp>
        <p:sp>
          <p:nvSpPr>
            <p:cNvPr id="21521" name="Rectangle 314"/>
            <p:cNvSpPr/>
            <p:nvPr/>
          </p:nvSpPr>
          <p:spPr>
            <a:xfrm>
              <a:off x="7200" y="1022"/>
              <a:ext cx="7030" cy="4423"/>
            </a:xfrm>
            <a:prstGeom prst="rect">
              <a:avLst/>
            </a:prstGeom>
            <a:solidFill>
              <a:schemeClr val="bg2"/>
            </a:solidFill>
            <a:ln w="9525">
              <a:noFill/>
            </a:ln>
          </p:spPr>
          <p:txBody>
            <a:bodyPr wrap="none" anchor="ctr" anchorCtr="0"/>
            <a:p>
              <a:endParaRPr lang="zh-CN" altLang="en-US" dirty="0">
                <a:solidFill>
                  <a:schemeClr val="tx1"/>
                </a:solidFill>
                <a:latin typeface="Arial" panose="020B0604020202020204" pitchFamily="34" charset="0"/>
              </a:endParaRPr>
            </a:p>
          </p:txBody>
        </p:sp>
        <p:sp>
          <p:nvSpPr>
            <p:cNvPr id="21523" name="Line 316"/>
            <p:cNvSpPr/>
            <p:nvPr/>
          </p:nvSpPr>
          <p:spPr bwMode="auto">
            <a:xfrm>
              <a:off x="11850" y="2044"/>
              <a:ext cx="1360"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21524" name="Text Box 317"/>
            <p:cNvSpPr txBox="1"/>
            <p:nvPr/>
          </p:nvSpPr>
          <p:spPr>
            <a:xfrm>
              <a:off x="10150" y="3064"/>
              <a:ext cx="1562"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100</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1525" name="Text Box 318"/>
            <p:cNvSpPr txBox="1"/>
            <p:nvPr/>
          </p:nvSpPr>
          <p:spPr>
            <a:xfrm>
              <a:off x="8335" y="1022"/>
              <a:ext cx="1472"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50</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1526" name="Text Box 319"/>
            <p:cNvSpPr txBox="1"/>
            <p:nvPr/>
          </p:nvSpPr>
          <p:spPr>
            <a:xfrm>
              <a:off x="8107" y="3064"/>
              <a:ext cx="48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1527" name="Text Box 320"/>
            <p:cNvSpPr txBox="1"/>
            <p:nvPr/>
          </p:nvSpPr>
          <p:spPr>
            <a:xfrm>
              <a:off x="7995" y="4312"/>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1528" name="Text Box 321"/>
            <p:cNvSpPr txBox="1"/>
            <p:nvPr/>
          </p:nvSpPr>
          <p:spPr>
            <a:xfrm>
              <a:off x="8335" y="3632"/>
              <a:ext cx="147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40V</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1529" name="Text Box 322"/>
            <p:cNvSpPr txBox="1"/>
            <p:nvPr/>
          </p:nvSpPr>
          <p:spPr>
            <a:xfrm>
              <a:off x="11890" y="2157"/>
              <a:ext cx="96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r>
                <a:rPr lang="en-US" altLang="zh-CN" b="0" baseline="-25000" dirty="0">
                  <a:solidFill>
                    <a:schemeClr val="tx1"/>
                  </a:solidFill>
                  <a:latin typeface="Times New Roman" panose="02020603050405020304" pitchFamily="18" charset="0"/>
                  <a:ea typeface="宋体" panose="02010600030101010101" pitchFamily="2" charset="-122"/>
                </a:rPr>
                <a:t>1</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21530" name="Text Box 323"/>
            <p:cNvSpPr txBox="1"/>
            <p:nvPr/>
          </p:nvSpPr>
          <p:spPr>
            <a:xfrm>
              <a:off x="7996" y="2384"/>
              <a:ext cx="1356" cy="725"/>
            </a:xfrm>
            <a:prstGeom prst="rect">
              <a:avLst/>
            </a:prstGeom>
            <a:noFill/>
            <a:ln w="9525">
              <a:noFill/>
            </a:ln>
          </p:spPr>
          <p:txBody>
            <a:bodyPr wrap="square">
              <a:spAutoFit/>
            </a:bodyPr>
            <a:p>
              <a:r>
                <a:rPr lang="en-US" altLang="zh-CN" b="0" dirty="0">
                  <a:solidFill>
                    <a:schemeClr val="tx1"/>
                  </a:solidFill>
                  <a:latin typeface="Times New Roman" panose="02020603050405020304" pitchFamily="18" charset="0"/>
                  <a:ea typeface="宋体" panose="02010600030101010101" pitchFamily="2" charset="-122"/>
                </a:rPr>
                <a:t>50</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1531" name="Rectangle 324"/>
            <p:cNvSpPr/>
            <p:nvPr/>
          </p:nvSpPr>
          <p:spPr bwMode="auto">
            <a:xfrm>
              <a:off x="7880" y="2044"/>
              <a:ext cx="3970" cy="3063"/>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21532" name="Rectangle 325"/>
            <p:cNvSpPr/>
            <p:nvPr/>
          </p:nvSpPr>
          <p:spPr bwMode="auto">
            <a:xfrm>
              <a:off x="7733" y="2384"/>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1533" name="Rectangle 326"/>
            <p:cNvSpPr/>
            <p:nvPr/>
          </p:nvSpPr>
          <p:spPr bwMode="auto">
            <a:xfrm>
              <a:off x="11667" y="3177"/>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1534" name="Rectangle 327"/>
            <p:cNvSpPr/>
            <p:nvPr/>
          </p:nvSpPr>
          <p:spPr bwMode="auto">
            <a:xfrm>
              <a:off x="8675" y="1859"/>
              <a:ext cx="792"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1536" name="Line 329"/>
            <p:cNvSpPr/>
            <p:nvPr/>
          </p:nvSpPr>
          <p:spPr bwMode="auto">
            <a:xfrm>
              <a:off x="11850" y="5104"/>
              <a:ext cx="1360"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21537" name="Oval 330"/>
            <p:cNvSpPr/>
            <p:nvPr/>
          </p:nvSpPr>
          <p:spPr bwMode="auto">
            <a:xfrm>
              <a:off x="13210" y="4992"/>
              <a:ext cx="227" cy="228"/>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p>
              <a:endParaRPr lang="zh-CN" altLang="en-US" dirty="0">
                <a:latin typeface="Arial" panose="020B0604020202020204" pitchFamily="34" charset="0"/>
              </a:endParaRPr>
            </a:p>
          </p:txBody>
        </p:sp>
        <p:sp>
          <p:nvSpPr>
            <p:cNvPr id="21538" name="Oval 331"/>
            <p:cNvSpPr/>
            <p:nvPr/>
          </p:nvSpPr>
          <p:spPr bwMode="auto">
            <a:xfrm>
              <a:off x="13210" y="1929"/>
              <a:ext cx="227" cy="228"/>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p>
              <a:endParaRPr lang="zh-CN" altLang="en-US" dirty="0">
                <a:latin typeface="Arial" panose="020B0604020202020204" pitchFamily="34" charset="0"/>
              </a:endParaRPr>
            </a:p>
          </p:txBody>
        </p:sp>
        <p:sp>
          <p:nvSpPr>
            <p:cNvPr id="21539" name="Text Box 332"/>
            <p:cNvSpPr txBox="1"/>
            <p:nvPr/>
          </p:nvSpPr>
          <p:spPr>
            <a:xfrm>
              <a:off x="9922" y="909"/>
              <a:ext cx="1815"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200</a:t>
              </a:r>
              <a:r>
                <a:rPr lang="en-US" altLang="zh-CN" b="0" i="1" dirty="0">
                  <a:solidFill>
                    <a:schemeClr val="tx1"/>
                  </a:solidFill>
                  <a:latin typeface="Times New Roman" panose="02020603050405020304" pitchFamily="18" charset="0"/>
                  <a:ea typeface="宋体" panose="02010600030101010101" pitchFamily="2" charset="-122"/>
                </a:rPr>
                <a:t>I</a:t>
              </a:r>
              <a:r>
                <a:rPr lang="en-US" altLang="zh-CN" b="0" baseline="-25000" dirty="0">
                  <a:solidFill>
                    <a:schemeClr val="tx1"/>
                  </a:solidFill>
                  <a:latin typeface="Times New Roman" panose="02020603050405020304" pitchFamily="18" charset="0"/>
                  <a:ea typeface="宋体" panose="02010600030101010101" pitchFamily="2" charset="-122"/>
                </a:rPr>
                <a:t>1</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21540" name="Text Box 333"/>
            <p:cNvSpPr txBox="1"/>
            <p:nvPr/>
          </p:nvSpPr>
          <p:spPr>
            <a:xfrm>
              <a:off x="11282" y="1249"/>
              <a:ext cx="600"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1541" name="Text Box 334"/>
            <p:cNvSpPr txBox="1"/>
            <p:nvPr/>
          </p:nvSpPr>
          <p:spPr>
            <a:xfrm>
              <a:off x="9695" y="1339"/>
              <a:ext cx="480"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1542" name="Line 335"/>
            <p:cNvSpPr/>
            <p:nvPr/>
          </p:nvSpPr>
          <p:spPr bwMode="auto">
            <a:xfrm>
              <a:off x="13322" y="2157"/>
              <a:ext cx="0" cy="2835"/>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21545" name="Line 337"/>
            <p:cNvSpPr/>
            <p:nvPr/>
          </p:nvSpPr>
          <p:spPr>
            <a:xfrm>
              <a:off x="13336" y="2724"/>
              <a:ext cx="0" cy="102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21546" name="Text Box 338"/>
            <p:cNvSpPr txBox="1"/>
            <p:nvPr/>
          </p:nvSpPr>
          <p:spPr>
            <a:xfrm>
              <a:off x="13313" y="2837"/>
              <a:ext cx="1135" cy="818"/>
            </a:xfrm>
            <a:prstGeom prst="rect">
              <a:avLst/>
            </a:prstGeom>
            <a:noFill/>
            <a:ln w="28575">
              <a:noFill/>
            </a:ln>
          </p:spPr>
          <p:txBody>
            <a:bodyPr>
              <a:spAutoFit/>
            </a:bodyPr>
            <a:p>
              <a:pPr>
                <a:spcBef>
                  <a:spcPct val="50000"/>
                </a:spcBef>
              </a:pPr>
              <a:r>
                <a:rPr lang="en-US" altLang="zh-CN" b="0" i="1" dirty="0">
                  <a:solidFill>
                    <a:schemeClr val="tx1"/>
                  </a:solidFill>
                  <a:latin typeface="Times New Roman" panose="02020603050405020304" pitchFamily="18" charset="0"/>
                  <a:ea typeface="仿宋_GB2312" pitchFamily="49" charset="-122"/>
                </a:rPr>
                <a:t>I</a:t>
              </a:r>
              <a:r>
                <a:rPr lang="en-US" altLang="zh-CN" b="0" baseline="-25000" dirty="0">
                  <a:solidFill>
                    <a:schemeClr val="tx1"/>
                  </a:solidFill>
                  <a:latin typeface="Times New Roman" panose="02020603050405020304" pitchFamily="18" charset="0"/>
                  <a:ea typeface="仿宋_GB2312" pitchFamily="49" charset="-122"/>
                </a:rPr>
                <a:t>sc</a:t>
              </a:r>
              <a:endParaRPr lang="en-US" altLang="zh-CN" b="0" baseline="-25000" dirty="0">
                <a:solidFill>
                  <a:schemeClr val="tx1"/>
                </a:solidFill>
                <a:latin typeface="Times New Roman" panose="02020603050405020304" pitchFamily="18" charset="0"/>
                <a:ea typeface="仿宋_GB2312" pitchFamily="49" charset="-122"/>
              </a:endParaRPr>
            </a:p>
          </p:txBody>
        </p:sp>
        <p:sp>
          <p:nvSpPr>
            <p:cNvPr id="21544" name="Line 339"/>
            <p:cNvSpPr/>
            <p:nvPr/>
          </p:nvSpPr>
          <p:spPr>
            <a:xfrm>
              <a:off x="11861" y="2157"/>
              <a:ext cx="0" cy="96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pSp>
          <p:nvGrpSpPr>
            <p:cNvPr id="15" name="组合 14"/>
            <p:cNvGrpSpPr/>
            <p:nvPr/>
          </p:nvGrpSpPr>
          <p:grpSpPr>
            <a:xfrm>
              <a:off x="7424" y="3655"/>
              <a:ext cx="908" cy="908"/>
              <a:chOff x="505193" y="3720552"/>
              <a:chExt cx="432197" cy="432197"/>
            </a:xfrm>
            <a:solidFill>
              <a:schemeClr val="accent6">
                <a:lumMod val="40000"/>
                <a:lumOff val="60000"/>
              </a:schemeClr>
            </a:solidFill>
          </p:grpSpPr>
          <p:sp>
            <p:nvSpPr>
              <p:cNvPr id="16"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17" name="直接连接符 16"/>
              <p:cNvCxnSpPr>
                <a:stCxn id="16" idx="0"/>
                <a:endCxn id="16"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6" name="组合 75"/>
            <p:cNvGrpSpPr/>
            <p:nvPr/>
          </p:nvGrpSpPr>
          <p:grpSpPr>
            <a:xfrm>
              <a:off x="10318" y="1570"/>
              <a:ext cx="907" cy="907"/>
              <a:chOff x="5883144" y="5417878"/>
              <a:chExt cx="576000" cy="576000"/>
            </a:xfrm>
          </p:grpSpPr>
          <p:sp>
            <p:nvSpPr>
              <p:cNvPr id="77" name="AutoShape 17"/>
              <p:cNvSpPr>
                <a:spLocks noChangeArrowheads="1"/>
              </p:cNvSpPr>
              <p:nvPr/>
            </p:nvSpPr>
            <p:spPr bwMode="auto">
              <a:xfrm>
                <a:off x="5883144" y="5417878"/>
                <a:ext cx="576000" cy="576000"/>
              </a:xfrm>
              <a:prstGeom prst="diamond">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en-US" sz="1800"/>
              </a:p>
            </p:txBody>
          </p:sp>
          <p:cxnSp>
            <p:nvCxnSpPr>
              <p:cNvPr id="78" name="直接连接符 77"/>
              <p:cNvCxnSpPr>
                <a:stCxn id="77" idx="1"/>
                <a:endCxn id="77" idx="3"/>
              </p:cNvCxnSpPr>
              <p:nvPr/>
            </p:nvCxnSpPr>
            <p:spPr>
              <a:xfrm>
                <a:off x="5883144" y="5705878"/>
                <a:ext cx="576000"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aphicFrame>
        <p:nvGraphicFramePr>
          <p:cNvPr id="13" name="对象 12"/>
          <p:cNvGraphicFramePr/>
          <p:nvPr>
            <p:custDataLst>
              <p:tags r:id="rId60"/>
            </p:custDataLst>
          </p:nvPr>
        </p:nvGraphicFramePr>
        <p:xfrm>
          <a:off x="468313" y="5417503"/>
          <a:ext cx="3744595" cy="923290"/>
        </p:xfrm>
        <a:graphic>
          <a:graphicData uri="http://schemas.openxmlformats.org/presentationml/2006/ole">
            <mc:AlternateContent xmlns:mc="http://schemas.openxmlformats.org/markup-compatibility/2006">
              <mc:Choice xmlns:v="urn:schemas-microsoft-com:vml" Requires="v">
                <p:oleObj spid="_x0000_s14" name="" r:id="rId61" imgW="1536700" imgH="431800" progId="Equation.KSEE3">
                  <p:embed/>
                </p:oleObj>
              </mc:Choice>
              <mc:Fallback>
                <p:oleObj name="" r:id="rId61" imgW="1536700" imgH="431800" progId="Equation.KSEE3">
                  <p:embed/>
                  <p:pic>
                    <p:nvPicPr>
                      <p:cNvPr id="0" name="图片 7"/>
                      <p:cNvPicPr/>
                      <p:nvPr/>
                    </p:nvPicPr>
                    <p:blipFill>
                      <a:blip r:embed="rId62"/>
                      <a:stretch>
                        <a:fillRect/>
                      </a:stretch>
                    </p:blipFill>
                    <p:spPr>
                      <a:xfrm>
                        <a:off x="468313" y="5417503"/>
                        <a:ext cx="3744595" cy="92329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34975"/>
                                        </p:tgtEl>
                                        <p:attrNameLst>
                                          <p:attrName>style.visibility</p:attrName>
                                        </p:attrNameLst>
                                      </p:cBhvr>
                                      <p:to>
                                        <p:strVal val="visible"/>
                                      </p:to>
                                    </p:set>
                                    <p:animEffect transition="in" filter="slide(fromLeft)">
                                      <p:cBhvr>
                                        <p:cTn id="12" dur="500"/>
                                        <p:tgtEl>
                                          <p:spTgt spid="34975"/>
                                        </p:tgtEl>
                                      </p:cBhvr>
                                    </p:animEffect>
                                  </p:childTnLst>
                                </p:cTn>
                              </p:par>
                            </p:childTnLst>
                          </p:cTn>
                        </p:par>
                        <p:par>
                          <p:cTn id="13" fill="hold">
                            <p:stCondLst>
                              <p:cond delay="500"/>
                            </p:stCondLst>
                            <p:childTnLst>
                              <p:par>
                                <p:cTn id="14" presetID="22" presetClass="entr" presetSubtype="4"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down)">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6" fill="hold" grpId="0" nodeType="clickEffect">
                                  <p:stCondLst>
                                    <p:cond delay="0"/>
                                  </p:stCondLst>
                                  <p:childTnLst>
                                    <p:set>
                                      <p:cBhvr>
                                        <p:cTn id="25" dur="1" fill="hold">
                                          <p:stCondLst>
                                            <p:cond delay="0"/>
                                          </p:stCondLst>
                                        </p:cTn>
                                        <p:tgtEl>
                                          <p:spTgt spid="34977"/>
                                        </p:tgtEl>
                                        <p:attrNameLst>
                                          <p:attrName>style.visibility</p:attrName>
                                        </p:attrNameLst>
                                      </p:cBhvr>
                                      <p:to>
                                        <p:strVal val="visible"/>
                                      </p:to>
                                    </p:set>
                                    <p:animEffect transition="in" filter="barn(inHorizontal)">
                                      <p:cBhvr>
                                        <p:cTn id="26" dur="500"/>
                                        <p:tgtEl>
                                          <p:spTgt spid="34977"/>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34978"/>
                                        </p:tgtEl>
                                        <p:attrNameLst>
                                          <p:attrName>style.visibility</p:attrName>
                                        </p:attrNameLst>
                                      </p:cBhvr>
                                      <p:to>
                                        <p:strVal val="visible"/>
                                      </p:to>
                                    </p:set>
                                    <p:anim calcmode="lin" valueType="num">
                                      <p:cBhvr additive="base">
                                        <p:cTn id="31" dur="500" fill="hold"/>
                                        <p:tgtEl>
                                          <p:spTgt spid="34978"/>
                                        </p:tgtEl>
                                        <p:attrNameLst>
                                          <p:attrName>ppt_x</p:attrName>
                                        </p:attrNameLst>
                                      </p:cBhvr>
                                      <p:tavLst>
                                        <p:tav tm="0">
                                          <p:val>
                                            <p:strVal val="1+#ppt_w/2"/>
                                          </p:val>
                                        </p:tav>
                                        <p:tav tm="100000">
                                          <p:val>
                                            <p:strVal val="#ppt_x"/>
                                          </p:val>
                                        </p:tav>
                                      </p:tavLst>
                                    </p:anim>
                                    <p:anim calcmode="lin" valueType="num">
                                      <p:cBhvr additive="base">
                                        <p:cTn id="32" dur="500" fill="hold"/>
                                        <p:tgtEl>
                                          <p:spTgt spid="3497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blinds(horizontal)">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1" fill="hold" grpId="0" nodeType="clickEffect">
                                  <p:stCondLst>
                                    <p:cond delay="0"/>
                                  </p:stCondLst>
                                  <p:childTnLst>
                                    <p:set>
                                      <p:cBhvr>
                                        <p:cTn id="41" dur="1" fill="hold">
                                          <p:stCondLst>
                                            <p:cond delay="0"/>
                                          </p:stCondLst>
                                        </p:cTn>
                                        <p:tgtEl>
                                          <p:spTgt spid="34985"/>
                                        </p:tgtEl>
                                        <p:attrNameLst>
                                          <p:attrName>style.visibility</p:attrName>
                                        </p:attrNameLst>
                                      </p:cBhvr>
                                      <p:to>
                                        <p:strVal val="visible"/>
                                      </p:to>
                                    </p:set>
                                    <p:animEffect transition="in" filter="slide(fromTop)">
                                      <p:cBhvr>
                                        <p:cTn id="42" dur="500"/>
                                        <p:tgtEl>
                                          <p:spTgt spid="34985"/>
                                        </p:tgtEl>
                                      </p:cBhvr>
                                    </p:animEffect>
                                  </p:childTnLst>
                                </p:cTn>
                              </p:par>
                            </p:childTnLst>
                          </p:cTn>
                        </p:par>
                        <p:par>
                          <p:cTn id="43" fill="hold">
                            <p:stCondLst>
                              <p:cond delay="500"/>
                            </p:stCondLst>
                            <p:childTnLst>
                              <p:par>
                                <p:cTn id="44" presetID="3" presetClass="entr" presetSubtype="10" fill="hold" nodeType="after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blinds(horizontal)">
                                      <p:cBhvr>
                                        <p:cTn id="46" dur="5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nodeType="click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wipe(down)">
                                      <p:cBhvr>
                                        <p:cTn id="51" dur="500"/>
                                        <p:tgtEl>
                                          <p:spTgt spid="11"/>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wipe(left)">
                                      <p:cBhvr>
                                        <p:cTn id="5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975" grpId="0" bldLvl="0" animBg="1"/>
      <p:bldP spid="34977" grpId="0"/>
      <p:bldP spid="34978" grpId="0"/>
      <p:bldP spid="34985" grpId="0" bldLvl="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4-3 戴维南定理和诺顿定理</a:t>
            </a:r>
            <a:endParaRPr lang="zh-CN" altLang="en-US"/>
          </a:p>
        </p:txBody>
      </p:sp>
      <p:sp>
        <p:nvSpPr>
          <p:cNvPr id="33833" name="Text Box 41"/>
          <p:cNvSpPr txBox="1"/>
          <p:nvPr/>
        </p:nvSpPr>
        <p:spPr>
          <a:xfrm>
            <a:off x="1403350" y="3235325"/>
            <a:ext cx="2232025" cy="521970"/>
          </a:xfrm>
          <a:prstGeom prst="rect">
            <a:avLst/>
          </a:prstGeom>
          <a:no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已知开关</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S</a:t>
            </a:r>
            <a:endPar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3875" name="Line 83"/>
          <p:cNvSpPr/>
          <p:nvPr/>
        </p:nvSpPr>
        <p:spPr>
          <a:xfrm>
            <a:off x="4716463" y="5611813"/>
            <a:ext cx="792162" cy="0"/>
          </a:xfrm>
          <a:prstGeom prst="line">
            <a:avLst/>
          </a:prstGeom>
          <a:ln w="76200" cap="flat" cmpd="sng">
            <a:solidFill>
              <a:srgbClr val="00CCFF"/>
            </a:solidFill>
            <a:prstDash val="solid"/>
            <a:headEnd type="none" w="med" len="med"/>
            <a:tailEnd type="triangle" w="med" len="med"/>
          </a:ln>
        </p:spPr>
      </p:sp>
      <p:sp>
        <p:nvSpPr>
          <p:cNvPr id="5" name="Text Box 22"/>
          <p:cNvSpPr txBox="1">
            <a:spLocks noChangeArrowheads="1"/>
          </p:cNvSpPr>
          <p:nvPr/>
        </p:nvSpPr>
        <p:spPr bwMode="auto">
          <a:xfrm>
            <a:off x="84455" y="3181350"/>
            <a:ext cx="1219200" cy="575945"/>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例</a:t>
            </a:r>
            <a:r>
              <a:rPr kumimoji="1" lang="en-US" altLang="zh-CN" sz="3200" dirty="0">
                <a:solidFill>
                  <a:schemeClr val="bg1"/>
                </a:solidFill>
                <a:latin typeface="华文新魏" panose="02010800040101010101" pitchFamily="2" charset="-122"/>
                <a:ea typeface="华文新魏" panose="02010800040101010101" pitchFamily="2" charset="-122"/>
              </a:rPr>
              <a:t>3-4</a:t>
            </a:r>
            <a:endParaRPr kumimoji="1" lang="en-US" altLang="zh-CN" sz="3200" dirty="0">
              <a:solidFill>
                <a:schemeClr val="bg1"/>
              </a:solidFill>
              <a:latin typeface="华文新魏" panose="02010800040101010101" pitchFamily="2" charset="-122"/>
              <a:ea typeface="华文新魏" panose="02010800040101010101" pitchFamily="2" charset="-122"/>
            </a:endParaRPr>
          </a:p>
        </p:txBody>
      </p:sp>
      <p:sp>
        <p:nvSpPr>
          <p:cNvPr id="10" name="Text Box 22"/>
          <p:cNvSpPr txBox="1">
            <a:spLocks noChangeArrowheads="1"/>
          </p:cNvSpPr>
          <p:nvPr/>
        </p:nvSpPr>
        <p:spPr bwMode="auto">
          <a:xfrm>
            <a:off x="179619" y="5323358"/>
            <a:ext cx="648000" cy="576000"/>
          </a:xfrm>
          <a:prstGeom prst="rect">
            <a:avLst/>
          </a:pr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解</a:t>
            </a:r>
            <a:endParaRPr kumimoji="1" lang="zh-CN" altLang="en-US" sz="3200" dirty="0">
              <a:solidFill>
                <a:schemeClr val="bg1"/>
              </a:solidFill>
              <a:latin typeface="华文新魏" panose="02010800040101010101" pitchFamily="2" charset="-122"/>
              <a:ea typeface="华文新魏" panose="02010800040101010101" pitchFamily="2" charset="-122"/>
            </a:endParaRPr>
          </a:p>
        </p:txBody>
      </p:sp>
      <p:graphicFrame>
        <p:nvGraphicFramePr>
          <p:cNvPr id="13" name="对象 12"/>
          <p:cNvGraphicFramePr/>
          <p:nvPr/>
        </p:nvGraphicFramePr>
        <p:xfrm>
          <a:off x="1403350" y="5419090"/>
          <a:ext cx="2951480" cy="480060"/>
        </p:xfrm>
        <a:graphic>
          <a:graphicData uri="http://schemas.openxmlformats.org/presentationml/2006/ole">
            <mc:AlternateContent xmlns:mc="http://schemas.openxmlformats.org/markup-compatibility/2006">
              <mc:Choice xmlns:v="urn:schemas-microsoft-com:vml" Requires="v">
                <p:oleObj spid="_x0000_s14" name="" r:id="rId1" imgW="1219200" imgH="228600" progId="Equation.KSEE3">
                  <p:embed/>
                </p:oleObj>
              </mc:Choice>
              <mc:Fallback>
                <p:oleObj name="" r:id="rId1" imgW="1219200" imgH="228600" progId="Equation.KSEE3">
                  <p:embed/>
                  <p:pic>
                    <p:nvPicPr>
                      <p:cNvPr id="0" name="图片 13"/>
                      <p:cNvPicPr/>
                      <p:nvPr/>
                    </p:nvPicPr>
                    <p:blipFill>
                      <a:blip r:embed="rId2"/>
                      <a:stretch>
                        <a:fillRect/>
                      </a:stretch>
                    </p:blipFill>
                    <p:spPr>
                      <a:xfrm>
                        <a:off x="1403350" y="5419090"/>
                        <a:ext cx="2951480" cy="480060"/>
                      </a:xfrm>
                      <a:prstGeom prst="rect">
                        <a:avLst/>
                      </a:prstGeom>
                    </p:spPr>
                  </p:pic>
                </p:oleObj>
              </mc:Fallback>
            </mc:AlternateContent>
          </a:graphicData>
        </a:graphic>
      </p:graphicFrame>
      <p:graphicFrame>
        <p:nvGraphicFramePr>
          <p:cNvPr id="17" name="对象 16"/>
          <p:cNvGraphicFramePr/>
          <p:nvPr/>
        </p:nvGraphicFramePr>
        <p:xfrm>
          <a:off x="1585595" y="6233795"/>
          <a:ext cx="4781550" cy="454660"/>
        </p:xfrm>
        <a:graphic>
          <a:graphicData uri="http://schemas.openxmlformats.org/presentationml/2006/ole">
            <mc:AlternateContent xmlns:mc="http://schemas.openxmlformats.org/markup-compatibility/2006">
              <mc:Choice xmlns:v="urn:schemas-microsoft-com:vml" Requires="v">
                <p:oleObj spid="_x0000_s18" name="" r:id="rId3" imgW="1676400" imgH="203200" progId="Equation.KSEE3">
                  <p:embed/>
                </p:oleObj>
              </mc:Choice>
              <mc:Fallback>
                <p:oleObj name="" r:id="rId3" imgW="1676400" imgH="203200" progId="Equation.KSEE3">
                  <p:embed/>
                  <p:pic>
                    <p:nvPicPr>
                      <p:cNvPr id="0" name="图片 17"/>
                      <p:cNvPicPr/>
                      <p:nvPr/>
                    </p:nvPicPr>
                    <p:blipFill>
                      <a:blip r:embed="rId4"/>
                      <a:stretch>
                        <a:fillRect/>
                      </a:stretch>
                    </p:blipFill>
                    <p:spPr>
                      <a:xfrm>
                        <a:off x="1585595" y="6233795"/>
                        <a:ext cx="4781550" cy="454660"/>
                      </a:xfrm>
                      <a:prstGeom prst="rect">
                        <a:avLst/>
                      </a:prstGeom>
                    </p:spPr>
                  </p:pic>
                </p:oleObj>
              </mc:Fallback>
            </mc:AlternateContent>
          </a:graphicData>
        </a:graphic>
      </p:graphicFrame>
      <p:grpSp>
        <p:nvGrpSpPr>
          <p:cNvPr id="25" name="组合 24"/>
          <p:cNvGrpSpPr/>
          <p:nvPr/>
        </p:nvGrpSpPr>
        <p:grpSpPr>
          <a:xfrm>
            <a:off x="180340" y="770255"/>
            <a:ext cx="4032250" cy="2072640"/>
            <a:chOff x="395" y="1041"/>
            <a:chExt cx="6350" cy="3264"/>
          </a:xfrm>
        </p:grpSpPr>
        <p:sp>
          <p:nvSpPr>
            <p:cNvPr id="22554" name="Text Box 112"/>
            <p:cNvSpPr txBox="1"/>
            <p:nvPr/>
          </p:nvSpPr>
          <p:spPr>
            <a:xfrm>
              <a:off x="395" y="2678"/>
              <a:ext cx="1143" cy="817"/>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baseline="-25000" dirty="0">
                  <a:solidFill>
                    <a:schemeClr val="tx1"/>
                  </a:solidFill>
                  <a:latin typeface="Times New Roman" panose="02020603050405020304" pitchFamily="18" charset="0"/>
                  <a:ea typeface="宋体" panose="02010600030101010101" pitchFamily="2" charset="-122"/>
                </a:rPr>
                <a:t>oc</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22555" name="Text Box 113"/>
            <p:cNvSpPr txBox="1"/>
            <p:nvPr/>
          </p:nvSpPr>
          <p:spPr>
            <a:xfrm>
              <a:off x="758" y="1430"/>
              <a:ext cx="1053" cy="817"/>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R</a:t>
              </a:r>
              <a:r>
                <a:rPr lang="en-US" altLang="zh-CN" b="0" baseline="-25000" dirty="0">
                  <a:solidFill>
                    <a:schemeClr val="tx1"/>
                  </a:solidFill>
                  <a:latin typeface="Times New Roman" panose="02020603050405020304" pitchFamily="18" charset="0"/>
                  <a:ea typeface="宋体" panose="02010600030101010101" pitchFamily="2" charset="-122"/>
                </a:rPr>
                <a:t>eq</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22556" name="Text Box 114"/>
            <p:cNvSpPr txBox="1"/>
            <p:nvPr/>
          </p:nvSpPr>
          <p:spPr>
            <a:xfrm>
              <a:off x="4705" y="1318"/>
              <a:ext cx="1475" cy="817"/>
            </a:xfrm>
            <a:prstGeom prst="rect">
              <a:avLst/>
            </a:prstGeom>
            <a:noFill/>
            <a:ln w="9525">
              <a:noFill/>
            </a:ln>
          </p:spPr>
          <p:txBody>
            <a:bodyPr anchor="ctr" anchorCtr="0">
              <a:spAutoFit/>
            </a:bodyPr>
            <a:p>
              <a:pPr algn="ctr">
                <a:spcBef>
                  <a:spcPct val="50000"/>
                </a:spcBef>
              </a:pPr>
              <a:r>
                <a:rPr lang="en-US" altLang="zh-CN" b="0" dirty="0">
                  <a:solidFill>
                    <a:schemeClr val="tx1"/>
                  </a:solidFill>
                  <a:latin typeface="Times New Roman" panose="02020603050405020304" pitchFamily="18" charset="0"/>
                  <a:ea typeface="宋体" panose="02010600030101010101" pitchFamily="2" charset="-122"/>
                </a:rPr>
                <a:t>5</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2557" name="Text Box 115"/>
            <p:cNvSpPr txBox="1"/>
            <p:nvPr/>
          </p:nvSpPr>
          <p:spPr>
            <a:xfrm>
              <a:off x="4705" y="3585"/>
              <a:ext cx="600" cy="720"/>
            </a:xfrm>
            <a:prstGeom prst="rect">
              <a:avLst/>
            </a:prstGeom>
            <a:noFill/>
            <a:ln w="9525">
              <a:noFill/>
            </a:ln>
          </p:spPr>
          <p:txBody>
            <a:bodyPr>
              <a:spAutoFit/>
            </a:bodyPr>
            <a:p>
              <a:r>
                <a:rPr lang="zh-CN" altLang="en-US" sz="2400" b="0" dirty="0">
                  <a:solidFill>
                    <a:schemeClr val="tx1"/>
                  </a:solidFill>
                  <a:latin typeface="Times New Roman" panose="02020603050405020304" pitchFamily="18" charset="0"/>
                  <a:ea typeface="宋体" panose="02010600030101010101" pitchFamily="2" charset="-122"/>
                </a:rPr>
                <a:t>＋</a:t>
              </a:r>
              <a:endParaRPr lang="zh-CN" altLang="en-US" sz="2400" b="0" dirty="0">
                <a:solidFill>
                  <a:schemeClr val="tx1"/>
                </a:solidFill>
                <a:latin typeface="Times New Roman" panose="02020603050405020304" pitchFamily="18" charset="0"/>
                <a:ea typeface="宋体" panose="02010600030101010101" pitchFamily="2" charset="-122"/>
              </a:endParaRPr>
            </a:p>
          </p:txBody>
        </p:sp>
        <p:sp>
          <p:nvSpPr>
            <p:cNvPr id="22558" name="Text Box 116"/>
            <p:cNvSpPr txBox="1"/>
            <p:nvPr/>
          </p:nvSpPr>
          <p:spPr>
            <a:xfrm>
              <a:off x="4820" y="1998"/>
              <a:ext cx="680" cy="720"/>
            </a:xfrm>
            <a:prstGeom prst="rect">
              <a:avLst/>
            </a:prstGeom>
            <a:noFill/>
            <a:ln w="9525">
              <a:noFill/>
            </a:ln>
          </p:spPr>
          <p:txBody>
            <a:bodyPr>
              <a:spAutoFit/>
            </a:bodyPr>
            <a:p>
              <a:r>
                <a:rPr lang="zh-CN" altLang="en-US" sz="2400" b="0" dirty="0">
                  <a:solidFill>
                    <a:schemeClr val="tx1"/>
                  </a:solidFill>
                  <a:latin typeface="Times New Roman" panose="02020603050405020304" pitchFamily="18" charset="0"/>
                  <a:ea typeface="宋体" panose="02010600030101010101" pitchFamily="2" charset="-122"/>
                </a:rPr>
                <a:t>－</a:t>
              </a:r>
              <a:endParaRPr lang="zh-CN" altLang="en-US" sz="2400" b="0" dirty="0">
                <a:solidFill>
                  <a:schemeClr val="tx1"/>
                </a:solidFill>
                <a:latin typeface="Times New Roman" panose="02020603050405020304" pitchFamily="18" charset="0"/>
                <a:ea typeface="宋体" panose="02010600030101010101" pitchFamily="2" charset="-122"/>
              </a:endParaRPr>
            </a:p>
          </p:txBody>
        </p:sp>
        <p:sp>
          <p:nvSpPr>
            <p:cNvPr id="22559" name="Text Box 117"/>
            <p:cNvSpPr txBox="1"/>
            <p:nvPr/>
          </p:nvSpPr>
          <p:spPr>
            <a:xfrm>
              <a:off x="5045" y="2793"/>
              <a:ext cx="1700" cy="817"/>
            </a:xfrm>
            <a:prstGeom prst="rect">
              <a:avLst/>
            </a:prstGeom>
            <a:noFill/>
            <a:ln w="9525">
              <a:noFill/>
            </a:ln>
          </p:spPr>
          <p:txBody>
            <a:bodyPr anchor="ctr" anchorCtr="0">
              <a:spAutoFit/>
            </a:bodyPr>
            <a:p>
              <a:pPr algn="ctr"/>
              <a:r>
                <a:rPr lang="en-US" altLang="zh-CN" b="0" dirty="0">
                  <a:solidFill>
                    <a:schemeClr val="tx1"/>
                  </a:solidFill>
                  <a:latin typeface="Times New Roman" panose="02020603050405020304" pitchFamily="18" charset="0"/>
                  <a:ea typeface="宋体" panose="02010600030101010101" pitchFamily="2" charset="-122"/>
                </a:rPr>
                <a:t>50V</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2560" name="Text Box 119"/>
            <p:cNvSpPr txBox="1"/>
            <p:nvPr/>
          </p:nvSpPr>
          <p:spPr>
            <a:xfrm>
              <a:off x="3784" y="1041"/>
              <a:ext cx="908" cy="817"/>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仿宋_GB2312" pitchFamily="49" charset="-122"/>
                </a:rPr>
                <a:t>I</a:t>
              </a:r>
              <a:r>
                <a:rPr lang="en-US" altLang="zh-CN" b="0" baseline="-25000" dirty="0">
                  <a:solidFill>
                    <a:schemeClr val="tx1"/>
                  </a:solidFill>
                  <a:latin typeface="Times New Roman" panose="02020603050405020304" pitchFamily="18" charset="0"/>
                  <a:ea typeface="仿宋_GB2312" pitchFamily="49" charset="-122"/>
                </a:rPr>
                <a:t>L</a:t>
              </a:r>
              <a:endParaRPr lang="en-US" altLang="zh-CN" b="0" baseline="-25000" dirty="0">
                <a:solidFill>
                  <a:schemeClr val="tx1"/>
                </a:solidFill>
                <a:latin typeface="Times New Roman" panose="02020603050405020304" pitchFamily="18" charset="0"/>
                <a:ea typeface="仿宋_GB2312" pitchFamily="49" charset="-122"/>
              </a:endParaRPr>
            </a:p>
          </p:txBody>
        </p:sp>
        <p:sp>
          <p:nvSpPr>
            <p:cNvPr id="22562" name="Text Box 121"/>
            <p:cNvSpPr txBox="1"/>
            <p:nvPr/>
          </p:nvSpPr>
          <p:spPr>
            <a:xfrm>
              <a:off x="2098" y="2110"/>
              <a:ext cx="480"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2563" name="Text Box 122"/>
            <p:cNvSpPr txBox="1"/>
            <p:nvPr/>
          </p:nvSpPr>
          <p:spPr>
            <a:xfrm>
              <a:off x="1985" y="3358"/>
              <a:ext cx="600"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2564" name="Text Box 123"/>
            <p:cNvSpPr txBox="1"/>
            <p:nvPr/>
          </p:nvSpPr>
          <p:spPr>
            <a:xfrm>
              <a:off x="2325" y="2678"/>
              <a:ext cx="1475"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10V</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2565" name="Text Box 124"/>
            <p:cNvSpPr txBox="1"/>
            <p:nvPr/>
          </p:nvSpPr>
          <p:spPr>
            <a:xfrm>
              <a:off x="1915" y="1430"/>
              <a:ext cx="1473" cy="81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25</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2566" name="Rectangle 125"/>
            <p:cNvSpPr/>
            <p:nvPr/>
          </p:nvSpPr>
          <p:spPr bwMode="auto">
            <a:xfrm>
              <a:off x="1870" y="1090"/>
              <a:ext cx="2950" cy="3062"/>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22567" name="Rectangle 126"/>
            <p:cNvSpPr/>
            <p:nvPr/>
          </p:nvSpPr>
          <p:spPr bwMode="auto">
            <a:xfrm>
              <a:off x="1699" y="1430"/>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2568" name="Rectangle 127"/>
            <p:cNvSpPr/>
            <p:nvPr/>
          </p:nvSpPr>
          <p:spPr bwMode="auto">
            <a:xfrm>
              <a:off x="4646" y="1430"/>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2569" name="Line 118"/>
            <p:cNvSpPr/>
            <p:nvPr/>
          </p:nvSpPr>
          <p:spPr>
            <a:xfrm>
              <a:off x="3685" y="1090"/>
              <a:ext cx="908"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pSp>
          <p:nvGrpSpPr>
            <p:cNvPr id="19" name="组合 18"/>
            <p:cNvGrpSpPr/>
            <p:nvPr/>
          </p:nvGrpSpPr>
          <p:grpSpPr>
            <a:xfrm>
              <a:off x="4365" y="2718"/>
              <a:ext cx="908" cy="908"/>
              <a:chOff x="505193" y="3720552"/>
              <a:chExt cx="432197" cy="432197"/>
            </a:xfrm>
            <a:solidFill>
              <a:schemeClr val="accent6">
                <a:lumMod val="40000"/>
                <a:lumOff val="60000"/>
              </a:schemeClr>
            </a:solidFill>
          </p:grpSpPr>
          <p:sp>
            <p:nvSpPr>
              <p:cNvPr id="20"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21" name="直接连接符 20"/>
              <p:cNvCxnSpPr>
                <a:stCxn id="20" idx="0"/>
                <a:endCxn id="20"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 name="组合 21"/>
            <p:cNvGrpSpPr/>
            <p:nvPr/>
          </p:nvGrpSpPr>
          <p:grpSpPr>
            <a:xfrm>
              <a:off x="1417" y="2718"/>
              <a:ext cx="908" cy="908"/>
              <a:chOff x="505193" y="3720552"/>
              <a:chExt cx="432197" cy="432197"/>
            </a:xfrm>
            <a:solidFill>
              <a:schemeClr val="accent6">
                <a:lumMod val="40000"/>
                <a:lumOff val="60000"/>
              </a:schemeClr>
            </a:solidFill>
          </p:grpSpPr>
          <p:sp>
            <p:nvSpPr>
              <p:cNvPr id="23"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24" name="直接连接符 23"/>
              <p:cNvCxnSpPr>
                <a:stCxn id="23" idx="0"/>
                <a:endCxn id="23"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61" name="组合 60"/>
          <p:cNvGrpSpPr/>
          <p:nvPr/>
        </p:nvGrpSpPr>
        <p:grpSpPr>
          <a:xfrm>
            <a:off x="827405" y="2757805"/>
            <a:ext cx="4843145" cy="1631315"/>
            <a:chOff x="1303" y="4343"/>
            <a:chExt cx="7627" cy="2569"/>
          </a:xfrm>
        </p:grpSpPr>
        <p:sp>
          <p:nvSpPr>
            <p:cNvPr id="33858" name="Line 66"/>
            <p:cNvSpPr/>
            <p:nvPr/>
          </p:nvSpPr>
          <p:spPr>
            <a:xfrm>
              <a:off x="1303" y="6545"/>
              <a:ext cx="907" cy="3"/>
            </a:xfrm>
            <a:prstGeom prst="line">
              <a:avLst/>
            </a:prstGeom>
            <a:ln w="57150" cap="flat" cmpd="sng">
              <a:solidFill>
                <a:srgbClr val="00CCFF"/>
              </a:solidFill>
              <a:prstDash val="solid"/>
              <a:headEnd type="none" w="med" len="med"/>
              <a:tailEnd type="triangle" w="med" len="med"/>
            </a:ln>
          </p:spPr>
        </p:sp>
        <p:grpSp>
          <p:nvGrpSpPr>
            <p:cNvPr id="2" name="Group 70"/>
            <p:cNvGrpSpPr/>
            <p:nvPr/>
          </p:nvGrpSpPr>
          <p:grpSpPr>
            <a:xfrm>
              <a:off x="2210" y="6090"/>
              <a:ext cx="3178" cy="823"/>
              <a:chOff x="1610" y="2205"/>
              <a:chExt cx="1271" cy="329"/>
            </a:xfrm>
          </p:grpSpPr>
          <p:sp>
            <p:nvSpPr>
              <p:cNvPr id="22625" name="Text Box 67"/>
              <p:cNvSpPr txBox="1"/>
              <p:nvPr/>
            </p:nvSpPr>
            <p:spPr>
              <a:xfrm>
                <a:off x="1610" y="2205"/>
                <a:ext cx="272" cy="329"/>
              </a:xfrm>
              <a:prstGeom prst="rect">
                <a:avLst/>
              </a:prstGeom>
              <a:noFill/>
              <a:ln w="9525">
                <a:noFill/>
              </a:ln>
            </p:spPr>
            <p:txBody>
              <a:bodyPr>
                <a:spAutoFit/>
              </a:bodyPr>
              <a:p>
                <a:pPr>
                  <a:spcBef>
                    <a:spcPct val="50000"/>
                  </a:spcBef>
                </a:pPr>
                <a:r>
                  <a:rPr kumimoji="1" lang="zh-CN" altLang="en-US" sz="2800" b="0" dirty="0" smtClean="0">
                    <a:latin typeface="华文楷体" panose="02010600040101010101" pitchFamily="2" charset="-122"/>
                    <a:ea typeface="华文楷体" panose="02010600040101010101" pitchFamily="2" charset="-122"/>
                  </a:rPr>
                  <a:t>1  </a:t>
                </a:r>
                <a:endParaRPr lang="en-US" altLang="zh-CN" b="0" dirty="0">
                  <a:solidFill>
                    <a:schemeClr val="bg1"/>
                  </a:solidFill>
                  <a:latin typeface="Times New Roman" panose="02020603050405020304" pitchFamily="18" charset="0"/>
                  <a:ea typeface="仿宋_GB2312" pitchFamily="49" charset="-122"/>
                </a:endParaRPr>
              </a:p>
            </p:txBody>
          </p:sp>
          <p:sp>
            <p:nvSpPr>
              <p:cNvPr id="22626" name="Oval 68" descr="花束"/>
              <p:cNvSpPr/>
              <p:nvPr/>
            </p:nvSpPr>
            <p:spPr>
              <a:xfrm>
                <a:off x="1927" y="2205"/>
                <a:ext cx="318" cy="318"/>
              </a:xfrm>
              <a:prstGeom prst="ellipse">
                <a:avLst/>
              </a:prstGeom>
              <a:blipFill rotWithShape="1">
                <a:blip r:embed="rId5"/>
              </a:blipFill>
              <a:ln w="38100" cap="flat" cmpd="sng">
                <a:solidFill>
                  <a:srgbClr val="FF9900"/>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ea typeface="仿宋_GB2312" pitchFamily="49" charset="-122"/>
                  </a:rPr>
                  <a:t>A</a:t>
                </a:r>
                <a:endParaRPr lang="en-US" altLang="zh-CN" b="0" dirty="0">
                  <a:solidFill>
                    <a:schemeClr val="tx1"/>
                  </a:solidFill>
                  <a:latin typeface="Times New Roman" panose="02020603050405020304" pitchFamily="18" charset="0"/>
                  <a:ea typeface="仿宋_GB2312" pitchFamily="49" charset="-122"/>
                </a:endParaRPr>
              </a:p>
            </p:txBody>
          </p:sp>
          <p:sp>
            <p:nvSpPr>
              <p:cNvPr id="22627" name="Text Box 69"/>
              <p:cNvSpPr txBox="1"/>
              <p:nvPr/>
            </p:nvSpPr>
            <p:spPr>
              <a:xfrm>
                <a:off x="2200" y="2205"/>
                <a:ext cx="681" cy="329"/>
              </a:xfrm>
              <a:prstGeom prst="rect">
                <a:avLst/>
              </a:prstGeom>
              <a:noFill/>
              <a:ln w="9525">
                <a:noFill/>
              </a:ln>
            </p:spPr>
            <p:txBody>
              <a:bodyPr>
                <a:spAutoFit/>
              </a:bodyPr>
              <a:p>
                <a:pPr>
                  <a:spcBef>
                    <a:spcPct val="50000"/>
                  </a:spcBef>
                </a:pPr>
                <a:r>
                  <a:rPr kumimoji="1" lang="zh-CN" altLang="en-US" sz="2800" b="0" dirty="0" smtClean="0">
                    <a:latin typeface="华文楷体" panose="02010600040101010101" pitchFamily="2" charset="-122"/>
                    <a:ea typeface="华文楷体" panose="02010600040101010101" pitchFamily="2" charset="-122"/>
                  </a:rPr>
                  <a:t>＝</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2A</a:t>
                </a:r>
                <a:endPar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endParaRPr>
              </a:p>
            </p:txBody>
          </p:sp>
        </p:grpSp>
        <p:sp>
          <p:nvSpPr>
            <p:cNvPr id="27" name="Line 60"/>
            <p:cNvSpPr/>
            <p:nvPr>
              <p:custDataLst>
                <p:tags r:id="rId6"/>
              </p:custDataLst>
            </p:nvPr>
          </p:nvSpPr>
          <p:spPr>
            <a:xfrm>
              <a:off x="8250" y="4343"/>
              <a:ext cx="680" cy="452"/>
            </a:xfrm>
            <a:prstGeom prst="line">
              <a:avLst/>
            </a:prstGeom>
            <a:ln w="28575" cap="flat" cmpd="sng">
              <a:solidFill>
                <a:srgbClr val="FF3300"/>
              </a:solidFill>
              <a:prstDash val="solid"/>
              <a:headEnd type="none" w="med" len="med"/>
              <a:tailEnd type="none" w="med" len="med"/>
            </a:ln>
          </p:spPr>
        </p:sp>
      </p:grpSp>
      <p:grpSp>
        <p:nvGrpSpPr>
          <p:cNvPr id="68" name="组合 67"/>
          <p:cNvGrpSpPr/>
          <p:nvPr/>
        </p:nvGrpSpPr>
        <p:grpSpPr>
          <a:xfrm>
            <a:off x="755650" y="2757805"/>
            <a:ext cx="5779770" cy="2280920"/>
            <a:chOff x="1190" y="4343"/>
            <a:chExt cx="9102" cy="3592"/>
          </a:xfrm>
        </p:grpSpPr>
        <p:sp>
          <p:nvSpPr>
            <p:cNvPr id="33863" name="Line 71"/>
            <p:cNvSpPr/>
            <p:nvPr/>
          </p:nvSpPr>
          <p:spPr>
            <a:xfrm>
              <a:off x="1190" y="7565"/>
              <a:ext cx="795" cy="0"/>
            </a:xfrm>
            <a:prstGeom prst="line">
              <a:avLst/>
            </a:prstGeom>
            <a:ln w="57150" cap="flat" cmpd="sng">
              <a:solidFill>
                <a:srgbClr val="00CCFF"/>
              </a:solidFill>
              <a:prstDash val="solid"/>
              <a:headEnd type="none" w="med" len="med"/>
              <a:tailEnd type="triangle" w="med" len="med"/>
            </a:ln>
          </p:spPr>
        </p:sp>
        <p:grpSp>
          <p:nvGrpSpPr>
            <p:cNvPr id="3" name="Group 72"/>
            <p:cNvGrpSpPr/>
            <p:nvPr/>
          </p:nvGrpSpPr>
          <p:grpSpPr>
            <a:xfrm>
              <a:off x="2210" y="7113"/>
              <a:ext cx="3178" cy="822"/>
              <a:chOff x="1610" y="2205"/>
              <a:chExt cx="1271" cy="329"/>
            </a:xfrm>
          </p:grpSpPr>
          <p:sp>
            <p:nvSpPr>
              <p:cNvPr id="22622" name="Text Box 73"/>
              <p:cNvSpPr txBox="1"/>
              <p:nvPr/>
            </p:nvSpPr>
            <p:spPr>
              <a:xfrm>
                <a:off x="1610" y="2205"/>
                <a:ext cx="272" cy="329"/>
              </a:xfrm>
              <a:prstGeom prst="rect">
                <a:avLst/>
              </a:prstGeom>
              <a:noFill/>
              <a:ln w="9525">
                <a:noFill/>
              </a:ln>
            </p:spPr>
            <p:txBody>
              <a:bodyPr>
                <a:spAutoFit/>
              </a:bodyPr>
              <a:p>
                <a:pPr>
                  <a:spcBef>
                    <a:spcPct val="50000"/>
                  </a:spcBef>
                </a:pPr>
                <a:r>
                  <a:rPr kumimoji="1" lang="zh-CN" altLang="en-US" sz="2800" b="0" dirty="0" smtClean="0">
                    <a:latin typeface="华文楷体" panose="02010600040101010101" pitchFamily="2" charset="-122"/>
                    <a:ea typeface="华文楷体" panose="02010600040101010101" pitchFamily="2" charset="-122"/>
                  </a:rPr>
                  <a:t>2 </a:t>
                </a:r>
                <a:endParaRPr kumimoji="1" lang="zh-CN" altLang="en-US" sz="2800" b="0" dirty="0" smtClean="0">
                  <a:latin typeface="华文楷体" panose="02010600040101010101" pitchFamily="2" charset="-122"/>
                  <a:ea typeface="华文楷体" panose="02010600040101010101" pitchFamily="2" charset="-122"/>
                </a:endParaRPr>
              </a:p>
            </p:txBody>
          </p:sp>
          <p:sp>
            <p:nvSpPr>
              <p:cNvPr id="22623" name="Oval 74" descr="花束"/>
              <p:cNvSpPr/>
              <p:nvPr/>
            </p:nvSpPr>
            <p:spPr>
              <a:xfrm>
                <a:off x="1927" y="2205"/>
                <a:ext cx="318" cy="318"/>
              </a:xfrm>
              <a:prstGeom prst="ellipse">
                <a:avLst/>
              </a:prstGeom>
              <a:blipFill rotWithShape="1">
                <a:blip r:embed="rId5"/>
              </a:blipFill>
              <a:ln w="38100" cap="flat" cmpd="sng">
                <a:solidFill>
                  <a:srgbClr val="FF9900"/>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ea typeface="仿宋_GB2312" pitchFamily="49" charset="-122"/>
                  </a:rPr>
                  <a:t>V</a:t>
                </a:r>
                <a:endParaRPr lang="en-US" altLang="zh-CN" b="0" dirty="0">
                  <a:solidFill>
                    <a:schemeClr val="tx1"/>
                  </a:solidFill>
                  <a:latin typeface="Times New Roman" panose="02020603050405020304" pitchFamily="18" charset="0"/>
                  <a:ea typeface="仿宋_GB2312" pitchFamily="49" charset="-122"/>
                </a:endParaRPr>
              </a:p>
            </p:txBody>
          </p:sp>
          <p:sp>
            <p:nvSpPr>
              <p:cNvPr id="22624" name="Text Box 75"/>
              <p:cNvSpPr txBox="1"/>
              <p:nvPr/>
            </p:nvSpPr>
            <p:spPr>
              <a:xfrm>
                <a:off x="2200" y="2205"/>
                <a:ext cx="681" cy="329"/>
              </a:xfrm>
              <a:prstGeom prst="rect">
                <a:avLst/>
              </a:prstGeom>
              <a:noFill/>
              <a:ln w="9525">
                <a:noFill/>
              </a:ln>
            </p:spPr>
            <p:txBody>
              <a:bodyPr>
                <a:spAutoFit/>
              </a:bodyPr>
              <a:p>
                <a:pPr>
                  <a:spcBef>
                    <a:spcPct val="50000"/>
                  </a:spcBef>
                </a:pPr>
                <a:r>
                  <a:rPr kumimoji="1" lang="zh-CN" altLang="en-US" sz="2800" b="0" dirty="0" smtClean="0">
                    <a:latin typeface="华文楷体" panose="02010600040101010101" pitchFamily="2" charset="-122"/>
                    <a:ea typeface="华文楷体" panose="02010600040101010101" pitchFamily="2" charset="-122"/>
                  </a:rPr>
                  <a:t>＝</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4V</a:t>
                </a:r>
                <a:endPar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endParaRPr>
              </a:p>
            </p:txBody>
          </p:sp>
        </p:grpSp>
        <p:sp>
          <p:nvSpPr>
            <p:cNvPr id="28" name="Line 78"/>
            <p:cNvSpPr/>
            <p:nvPr>
              <p:custDataLst>
                <p:tags r:id="rId7"/>
              </p:custDataLst>
            </p:nvPr>
          </p:nvSpPr>
          <p:spPr>
            <a:xfrm flipH="1" flipV="1">
              <a:off x="8250" y="4343"/>
              <a:ext cx="2043" cy="452"/>
            </a:xfrm>
            <a:prstGeom prst="line">
              <a:avLst/>
            </a:prstGeom>
            <a:ln w="28575" cap="flat" cmpd="sng">
              <a:solidFill>
                <a:srgbClr val="FF3300"/>
              </a:solidFill>
              <a:prstDash val="solid"/>
              <a:headEnd type="none" w="med" len="med"/>
              <a:tailEnd type="none" w="med" len="med"/>
            </a:ln>
          </p:spPr>
        </p:sp>
      </p:grpSp>
      <p:grpSp>
        <p:nvGrpSpPr>
          <p:cNvPr id="69" name="组合 68"/>
          <p:cNvGrpSpPr/>
          <p:nvPr/>
        </p:nvGrpSpPr>
        <p:grpSpPr>
          <a:xfrm>
            <a:off x="3348355" y="2757805"/>
            <a:ext cx="5795645" cy="2294890"/>
            <a:chOff x="5273" y="4343"/>
            <a:chExt cx="9127" cy="3614"/>
          </a:xfrm>
        </p:grpSpPr>
        <p:sp>
          <p:nvSpPr>
            <p:cNvPr id="33868" name="Text Box 76"/>
            <p:cNvSpPr txBox="1"/>
            <p:nvPr/>
          </p:nvSpPr>
          <p:spPr>
            <a:xfrm>
              <a:off x="5273" y="7135"/>
              <a:ext cx="9127" cy="822"/>
            </a:xfrm>
            <a:prstGeom prst="rect">
              <a:avLst/>
            </a:prstGeom>
            <a:no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求开关</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S</a:t>
              </a:r>
              <a:r>
                <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rPr>
                <a:t>打向</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3</a:t>
              </a:r>
              <a:r>
                <a:rPr kumimoji="1" lang="zh-CN" altLang="en-US" sz="2800" dirty="0" smtClean="0">
                  <a:latin typeface="华文楷体" panose="02010600040101010101" pitchFamily="2" charset="-122"/>
                  <a:ea typeface="华文楷体" panose="02010600040101010101" pitchFamily="2" charset="-122"/>
                </a:rPr>
                <a:t>，电压</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U</a:t>
              </a:r>
              <a:r>
                <a:rPr kumimoji="1" lang="zh-CN" altLang="en-US" sz="2800" dirty="0" smtClean="0">
                  <a:latin typeface="华文楷体" panose="02010600040101010101" pitchFamily="2" charset="-122"/>
                  <a:ea typeface="华文楷体" panose="02010600040101010101" pitchFamily="2" charset="-122"/>
                </a:rPr>
                <a:t>等于多少？</a:t>
              </a:r>
              <a:endParaRPr kumimoji="1" lang="zh-CN" altLang="en-US" sz="2800" dirty="0" smtClean="0">
                <a:latin typeface="华文楷体" panose="02010600040101010101" pitchFamily="2" charset="-122"/>
                <a:ea typeface="华文楷体" panose="02010600040101010101" pitchFamily="2" charset="-122"/>
              </a:endParaRPr>
            </a:p>
          </p:txBody>
        </p:sp>
        <p:sp>
          <p:nvSpPr>
            <p:cNvPr id="29" name="Line 79"/>
            <p:cNvSpPr/>
            <p:nvPr>
              <p:custDataLst>
                <p:tags r:id="rId8"/>
              </p:custDataLst>
            </p:nvPr>
          </p:nvSpPr>
          <p:spPr>
            <a:xfrm>
              <a:off x="8250" y="4343"/>
              <a:ext cx="4650" cy="137"/>
            </a:xfrm>
            <a:prstGeom prst="line">
              <a:avLst/>
            </a:prstGeom>
            <a:ln w="28575" cap="flat" cmpd="sng">
              <a:solidFill>
                <a:srgbClr val="FF3300"/>
              </a:solidFill>
              <a:prstDash val="solid"/>
              <a:headEnd type="none" w="med" len="med"/>
              <a:tailEnd type="none" w="med" len="med"/>
            </a:ln>
          </p:spPr>
        </p:sp>
      </p:grpSp>
      <p:grpSp>
        <p:nvGrpSpPr>
          <p:cNvPr id="76" name="组合 75"/>
          <p:cNvGrpSpPr/>
          <p:nvPr/>
        </p:nvGrpSpPr>
        <p:grpSpPr>
          <a:xfrm>
            <a:off x="3731895" y="2488565"/>
            <a:ext cx="5149850" cy="1655445"/>
            <a:chOff x="5877" y="4555"/>
            <a:chExt cx="8110" cy="2607"/>
          </a:xfrm>
        </p:grpSpPr>
        <p:grpSp>
          <p:nvGrpSpPr>
            <p:cNvPr id="71" name="组合 70"/>
            <p:cNvGrpSpPr/>
            <p:nvPr/>
          </p:nvGrpSpPr>
          <p:grpSpPr>
            <a:xfrm>
              <a:off x="5877" y="4555"/>
              <a:ext cx="8110" cy="2607"/>
              <a:chOff x="5877" y="3865"/>
              <a:chExt cx="8110" cy="2607"/>
            </a:xfrm>
          </p:grpSpPr>
          <p:sp>
            <p:nvSpPr>
              <p:cNvPr id="31" name="Line 129"/>
              <p:cNvSpPr/>
              <p:nvPr>
                <p:custDataLst>
                  <p:tags r:id="rId9"/>
                </p:custDataLst>
              </p:nvPr>
            </p:nvSpPr>
            <p:spPr>
              <a:xfrm>
                <a:off x="12900" y="4455"/>
                <a:ext cx="0" cy="1792"/>
              </a:xfrm>
              <a:prstGeom prst="line">
                <a:avLst/>
              </a:prstGeom>
              <a:ln w="28575" cap="flat" cmpd="sng">
                <a:solidFill>
                  <a:schemeClr val="tx2">
                    <a:lumMod val="75000"/>
                  </a:schemeClr>
                </a:solidFill>
                <a:prstDash val="solid"/>
                <a:headEnd type="oval" w="med" len="med"/>
                <a:tailEnd type="oval" w="med" len="med"/>
              </a:ln>
            </p:spPr>
          </p:sp>
          <p:grpSp>
            <p:nvGrpSpPr>
              <p:cNvPr id="60" name="组合 59"/>
              <p:cNvGrpSpPr/>
              <p:nvPr/>
            </p:nvGrpSpPr>
            <p:grpSpPr>
              <a:xfrm>
                <a:off x="5877" y="3865"/>
                <a:ext cx="8110" cy="2607"/>
                <a:chOff x="5870" y="3888"/>
                <a:chExt cx="8110" cy="2607"/>
              </a:xfrm>
            </p:grpSpPr>
            <p:sp>
              <p:nvSpPr>
                <p:cNvPr id="32" name="Line 130"/>
                <p:cNvSpPr/>
                <p:nvPr>
                  <p:custDataLst>
                    <p:tags r:id="rId10"/>
                  </p:custDataLst>
                </p:nvPr>
              </p:nvSpPr>
              <p:spPr>
                <a:xfrm>
                  <a:off x="8928" y="4773"/>
                  <a:ext cx="0" cy="1475"/>
                </a:xfrm>
                <a:prstGeom prst="line">
                  <a:avLst/>
                </a:prstGeom>
                <a:ln w="28575" cap="flat" cmpd="sng">
                  <a:solidFill>
                    <a:schemeClr val="tx2">
                      <a:lumMod val="75000"/>
                    </a:schemeClr>
                  </a:solidFill>
                  <a:prstDash val="solid"/>
                  <a:headEnd type="oval" w="med" len="med"/>
                  <a:tailEnd type="oval" w="med" len="med"/>
                </a:ln>
              </p:spPr>
            </p:sp>
            <p:sp>
              <p:nvSpPr>
                <p:cNvPr id="34" name="Line 132"/>
                <p:cNvSpPr/>
                <p:nvPr>
                  <p:custDataLst>
                    <p:tags r:id="rId11"/>
                  </p:custDataLst>
                </p:nvPr>
              </p:nvSpPr>
              <p:spPr>
                <a:xfrm>
                  <a:off x="7345" y="6245"/>
                  <a:ext cx="5555" cy="0"/>
                </a:xfrm>
                <a:prstGeom prst="line">
                  <a:avLst/>
                </a:prstGeom>
                <a:ln w="28575" cap="flat" cmpd="sng">
                  <a:solidFill>
                    <a:schemeClr val="tx2">
                      <a:lumMod val="75000"/>
                    </a:schemeClr>
                  </a:solidFill>
                  <a:prstDash val="solid"/>
                  <a:headEnd type="none" w="med" len="med"/>
                  <a:tailEnd type="none" w="med" len="med"/>
                </a:ln>
              </p:spPr>
            </p:sp>
            <p:sp>
              <p:nvSpPr>
                <p:cNvPr id="35" name="Oval 133" descr="花束"/>
                <p:cNvSpPr/>
                <p:nvPr>
                  <p:custDataLst>
                    <p:tags r:id="rId12"/>
                  </p:custDataLst>
                </p:nvPr>
              </p:nvSpPr>
              <p:spPr>
                <a:xfrm>
                  <a:off x="8478" y="5110"/>
                  <a:ext cx="795" cy="795"/>
                </a:xfrm>
                <a:prstGeom prst="ellipse">
                  <a:avLst/>
                </a:prstGeom>
                <a:blipFill rotWithShape="1">
                  <a:blip r:embed="rId5"/>
                </a:blipFill>
                <a:ln w="38100" cap="flat" cmpd="sng">
                  <a:solidFill>
                    <a:srgbClr val="FF9900"/>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ea typeface="仿宋_GB2312" pitchFamily="49" charset="-122"/>
                    </a:rPr>
                    <a:t>A</a:t>
                  </a:r>
                  <a:endParaRPr lang="en-US" altLang="zh-CN" b="0" dirty="0">
                    <a:solidFill>
                      <a:schemeClr val="tx1"/>
                    </a:solidFill>
                    <a:latin typeface="Times New Roman" panose="02020603050405020304" pitchFamily="18" charset="0"/>
                    <a:ea typeface="仿宋_GB2312" pitchFamily="49" charset="-122"/>
                  </a:endParaRPr>
                </a:p>
              </p:txBody>
            </p:sp>
            <p:sp>
              <p:nvSpPr>
                <p:cNvPr id="36" name="Line 134"/>
                <p:cNvSpPr/>
                <p:nvPr>
                  <p:custDataLst>
                    <p:tags r:id="rId13"/>
                  </p:custDataLst>
                </p:nvPr>
              </p:nvSpPr>
              <p:spPr>
                <a:xfrm>
                  <a:off x="10290" y="4770"/>
                  <a:ext cx="0" cy="1475"/>
                </a:xfrm>
                <a:prstGeom prst="line">
                  <a:avLst/>
                </a:prstGeom>
                <a:ln w="28575" cap="flat" cmpd="sng">
                  <a:solidFill>
                    <a:schemeClr val="tx2">
                      <a:lumMod val="75000"/>
                    </a:schemeClr>
                  </a:solidFill>
                  <a:prstDash val="solid"/>
                  <a:headEnd type="oval" w="med" len="med"/>
                  <a:tailEnd type="oval" w="med" len="med"/>
                </a:ln>
              </p:spPr>
            </p:sp>
            <p:sp>
              <p:nvSpPr>
                <p:cNvPr id="37" name="Oval 135" descr="花束"/>
                <p:cNvSpPr/>
                <p:nvPr>
                  <p:custDataLst>
                    <p:tags r:id="rId14"/>
                  </p:custDataLst>
                </p:nvPr>
              </p:nvSpPr>
              <p:spPr>
                <a:xfrm>
                  <a:off x="9838" y="5110"/>
                  <a:ext cx="795" cy="795"/>
                </a:xfrm>
                <a:prstGeom prst="ellipse">
                  <a:avLst/>
                </a:prstGeom>
                <a:blipFill rotWithShape="1">
                  <a:blip r:embed="rId5"/>
                </a:blipFill>
                <a:ln w="38100" cap="flat" cmpd="sng">
                  <a:solidFill>
                    <a:srgbClr val="FF9900"/>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ea typeface="仿宋_GB2312" pitchFamily="49" charset="-122"/>
                    </a:rPr>
                    <a:t>V</a:t>
                  </a:r>
                  <a:endParaRPr lang="en-US" altLang="zh-CN" b="0" dirty="0">
                    <a:solidFill>
                      <a:schemeClr val="tx1"/>
                    </a:solidFill>
                    <a:latin typeface="Times New Roman" panose="02020603050405020304" pitchFamily="18" charset="0"/>
                    <a:ea typeface="仿宋_GB2312" pitchFamily="49" charset="-122"/>
                  </a:endParaRPr>
                </a:p>
              </p:txBody>
            </p:sp>
            <p:sp>
              <p:nvSpPr>
                <p:cNvPr id="38" name="Text Box 136"/>
                <p:cNvSpPr txBox="1"/>
                <p:nvPr>
                  <p:custDataLst>
                    <p:tags r:id="rId15"/>
                  </p:custDataLst>
                </p:nvPr>
              </p:nvSpPr>
              <p:spPr>
                <a:xfrm>
                  <a:off x="10973" y="5225"/>
                  <a:ext cx="1020"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5</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39" name="Text Box 137"/>
                <p:cNvSpPr txBox="1"/>
                <p:nvPr>
                  <p:custDataLst>
                    <p:tags r:id="rId16"/>
                  </p:custDataLst>
                </p:nvPr>
              </p:nvSpPr>
              <p:spPr>
                <a:xfrm>
                  <a:off x="13355" y="4998"/>
                  <a:ext cx="625" cy="817"/>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仿宋_GB2312" pitchFamily="49" charset="-122"/>
                    </a:rPr>
                    <a:t>U</a:t>
                  </a:r>
                  <a:endParaRPr lang="en-US" altLang="zh-CN" b="0" i="1" dirty="0">
                    <a:solidFill>
                      <a:schemeClr val="tx1"/>
                    </a:solidFill>
                    <a:latin typeface="Times New Roman" panose="02020603050405020304" pitchFamily="18" charset="0"/>
                    <a:ea typeface="仿宋_GB2312" pitchFamily="49" charset="-122"/>
                  </a:endParaRPr>
                </a:p>
              </p:txBody>
            </p:sp>
            <p:sp>
              <p:nvSpPr>
                <p:cNvPr id="40" name="Text Box 138"/>
                <p:cNvSpPr txBox="1"/>
                <p:nvPr>
                  <p:custDataLst>
                    <p:tags r:id="rId17"/>
                  </p:custDataLst>
                </p:nvPr>
              </p:nvSpPr>
              <p:spPr>
                <a:xfrm>
                  <a:off x="13128" y="4318"/>
                  <a:ext cx="680"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a:t>
                  </a:r>
                  <a:endParaRPr lang="en-US" altLang="zh-CN" b="0" dirty="0">
                    <a:solidFill>
                      <a:schemeClr val="tx1"/>
                    </a:solidFill>
                    <a:latin typeface="Times New Roman" panose="02020603050405020304" pitchFamily="18" charset="0"/>
                    <a:ea typeface="仿宋_GB2312" pitchFamily="49" charset="-122"/>
                  </a:endParaRPr>
                </a:p>
              </p:txBody>
            </p:sp>
            <p:sp>
              <p:nvSpPr>
                <p:cNvPr id="41" name="Text Box 139"/>
                <p:cNvSpPr txBox="1"/>
                <p:nvPr>
                  <p:custDataLst>
                    <p:tags r:id="rId18"/>
                  </p:custDataLst>
                </p:nvPr>
              </p:nvSpPr>
              <p:spPr>
                <a:xfrm>
                  <a:off x="13045" y="5678"/>
                  <a:ext cx="680" cy="817"/>
                </a:xfrm>
                <a:prstGeom prst="rect">
                  <a:avLst/>
                </a:prstGeom>
                <a:noFill/>
                <a:ln w="9525">
                  <a:noFill/>
                </a:ln>
              </p:spPr>
              <p:txBody>
                <a:bodyPr>
                  <a:spAutoFit/>
                </a:bodyPr>
                <a:p>
                  <a:pPr>
                    <a:spcBef>
                      <a:spcPct val="50000"/>
                    </a:spcBef>
                  </a:pPr>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42" name="Text Box 140"/>
                <p:cNvSpPr txBox="1"/>
                <p:nvPr>
                  <p:custDataLst>
                    <p:tags r:id="rId19"/>
                  </p:custDataLst>
                </p:nvPr>
              </p:nvSpPr>
              <p:spPr>
                <a:xfrm>
                  <a:off x="7570" y="4383"/>
                  <a:ext cx="615" cy="725"/>
                </a:xfrm>
                <a:prstGeom prst="rect">
                  <a:avLst/>
                </a:prstGeom>
                <a:noFill/>
                <a:ln w="9525">
                  <a:noFill/>
                </a:ln>
              </p:spPr>
              <p:txBody>
                <a:bodyPr wrap="square">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S</a:t>
                  </a:r>
                  <a:endParaRPr lang="en-US" altLang="zh-CN" b="0" dirty="0">
                    <a:solidFill>
                      <a:schemeClr val="tx1"/>
                    </a:solidFill>
                    <a:latin typeface="Times New Roman" panose="02020603050405020304" pitchFamily="18" charset="0"/>
                    <a:ea typeface="仿宋_GB2312" pitchFamily="49" charset="-122"/>
                  </a:endParaRPr>
                </a:p>
              </p:txBody>
            </p:sp>
            <p:sp>
              <p:nvSpPr>
                <p:cNvPr id="43" name="Text Box 141"/>
                <p:cNvSpPr txBox="1"/>
                <p:nvPr>
                  <p:custDataLst>
                    <p:tags r:id="rId20"/>
                  </p:custDataLst>
                </p:nvPr>
              </p:nvSpPr>
              <p:spPr>
                <a:xfrm>
                  <a:off x="8275" y="4559"/>
                  <a:ext cx="565" cy="733"/>
                </a:xfrm>
                <a:prstGeom prst="rect">
                  <a:avLst/>
                </a:prstGeom>
                <a:noFill/>
                <a:ln w="9525">
                  <a:noFill/>
                </a:ln>
              </p:spPr>
              <p:txBody>
                <a:bodyPr>
                  <a:no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1</a:t>
                  </a:r>
                  <a:endParaRPr lang="en-US" altLang="zh-CN" b="0" dirty="0">
                    <a:solidFill>
                      <a:schemeClr val="tx1"/>
                    </a:solidFill>
                    <a:latin typeface="Times New Roman" panose="02020603050405020304" pitchFamily="18" charset="0"/>
                    <a:ea typeface="仿宋_GB2312" pitchFamily="49" charset="-122"/>
                  </a:endParaRPr>
                </a:p>
              </p:txBody>
            </p:sp>
            <p:sp>
              <p:nvSpPr>
                <p:cNvPr id="44" name="Text Box 142"/>
                <p:cNvSpPr txBox="1"/>
                <p:nvPr>
                  <p:custDataLst>
                    <p:tags r:id="rId21"/>
                  </p:custDataLst>
                </p:nvPr>
              </p:nvSpPr>
              <p:spPr>
                <a:xfrm>
                  <a:off x="12975" y="3888"/>
                  <a:ext cx="565"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3</a:t>
                  </a:r>
                  <a:endParaRPr lang="en-US" altLang="zh-CN" b="0" dirty="0">
                    <a:solidFill>
                      <a:schemeClr val="tx1"/>
                    </a:solidFill>
                    <a:latin typeface="Times New Roman" panose="02020603050405020304" pitchFamily="18" charset="0"/>
                    <a:ea typeface="仿宋_GB2312" pitchFamily="49" charset="-122"/>
                  </a:endParaRPr>
                </a:p>
              </p:txBody>
            </p:sp>
            <p:sp>
              <p:nvSpPr>
                <p:cNvPr id="45" name="Text Box 143"/>
                <p:cNvSpPr txBox="1"/>
                <p:nvPr>
                  <p:custDataLst>
                    <p:tags r:id="rId22"/>
                  </p:custDataLst>
                </p:nvPr>
              </p:nvSpPr>
              <p:spPr>
                <a:xfrm>
                  <a:off x="9663" y="4595"/>
                  <a:ext cx="565"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2</a:t>
                  </a:r>
                  <a:endParaRPr lang="en-US" altLang="zh-CN" b="0" dirty="0">
                    <a:solidFill>
                      <a:schemeClr val="tx1"/>
                    </a:solidFill>
                    <a:latin typeface="Times New Roman" panose="02020603050405020304" pitchFamily="18" charset="0"/>
                    <a:ea typeface="仿宋_GB2312" pitchFamily="49" charset="-122"/>
                  </a:endParaRPr>
                </a:p>
              </p:txBody>
            </p:sp>
            <p:sp>
              <p:nvSpPr>
                <p:cNvPr id="47" name="Text Box 145"/>
                <p:cNvSpPr txBox="1"/>
                <p:nvPr>
                  <p:custDataLst>
                    <p:tags r:id="rId23"/>
                  </p:custDataLst>
                </p:nvPr>
              </p:nvSpPr>
              <p:spPr>
                <a:xfrm>
                  <a:off x="11855" y="4430"/>
                  <a:ext cx="1023"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1A</a:t>
                  </a:r>
                  <a:endParaRPr lang="en-US" altLang="zh-CN" b="0" dirty="0">
                    <a:solidFill>
                      <a:schemeClr val="tx1"/>
                    </a:solidFill>
                    <a:latin typeface="Times New Roman" panose="02020603050405020304" pitchFamily="18" charset="0"/>
                    <a:ea typeface="仿宋_GB2312" pitchFamily="49" charset="-122"/>
                  </a:endParaRPr>
                </a:p>
              </p:txBody>
            </p:sp>
            <p:sp>
              <p:nvSpPr>
                <p:cNvPr id="48" name="Rectangle 146"/>
                <p:cNvSpPr/>
                <p:nvPr>
                  <p:custDataLst>
                    <p:tags r:id="rId24"/>
                  </p:custDataLst>
                </p:nvPr>
              </p:nvSpPr>
              <p:spPr>
                <a:xfrm>
                  <a:off x="5870" y="4090"/>
                  <a:ext cx="1588" cy="2382"/>
                </a:xfrm>
                <a:prstGeom prst="rect">
                  <a:avLst/>
                </a:prstGeom>
                <a:gradFill rotWithShape="1">
                  <a:gsLst>
                    <a:gs pos="0">
                      <a:srgbClr val="FF9900"/>
                    </a:gs>
                    <a:gs pos="100000">
                      <a:srgbClr val="764700"/>
                    </a:gs>
                  </a:gsLst>
                  <a:path path="shape">
                    <a:fillToRect l="50000" t="50000" r="50000" b="50000"/>
                  </a:path>
                  <a:tileRect/>
                </a:gradFill>
                <a:ln w="9525">
                  <a:noFill/>
                </a:ln>
              </p:spPr>
              <p:txBody>
                <a:bodyPr wrap="none" anchor="ctr" anchorCtr="0"/>
                <a:p>
                  <a:pPr algn="ctr"/>
                  <a:r>
                    <a:rPr lang="zh-CN" altLang="en-US" sz="2400" dirty="0">
                      <a:solidFill>
                        <a:schemeClr val="bg1"/>
                      </a:solidFill>
                      <a:latin typeface="Arial" panose="020B0604020202020204" pitchFamily="34" charset="0"/>
                    </a:rPr>
                    <a:t>线性</a:t>
                  </a:r>
                  <a:endParaRPr lang="zh-CN" altLang="en-US" sz="2400" dirty="0">
                    <a:solidFill>
                      <a:schemeClr val="bg1"/>
                    </a:solidFill>
                    <a:latin typeface="Arial" panose="020B0604020202020204" pitchFamily="34" charset="0"/>
                  </a:endParaRPr>
                </a:p>
                <a:p>
                  <a:pPr algn="ctr"/>
                  <a:r>
                    <a:rPr lang="zh-CN" altLang="en-US" sz="2400" dirty="0">
                      <a:solidFill>
                        <a:schemeClr val="bg1"/>
                      </a:solidFill>
                      <a:latin typeface="Arial" panose="020B0604020202020204" pitchFamily="34" charset="0"/>
                    </a:rPr>
                    <a:t>含源</a:t>
                  </a:r>
                  <a:endParaRPr lang="zh-CN" altLang="en-US" sz="2400" dirty="0">
                    <a:solidFill>
                      <a:schemeClr val="bg1"/>
                    </a:solidFill>
                    <a:latin typeface="Arial" panose="020B0604020202020204" pitchFamily="34" charset="0"/>
                  </a:endParaRPr>
                </a:p>
                <a:p>
                  <a:pPr algn="ctr"/>
                  <a:r>
                    <a:rPr lang="zh-CN" altLang="en-US" sz="2400" dirty="0">
                      <a:solidFill>
                        <a:schemeClr val="bg1"/>
                      </a:solidFill>
                      <a:latin typeface="Arial" panose="020B0604020202020204" pitchFamily="34" charset="0"/>
                    </a:rPr>
                    <a:t>网络</a:t>
                  </a:r>
                  <a:endParaRPr lang="zh-CN" altLang="en-US" sz="2400" dirty="0">
                    <a:solidFill>
                      <a:schemeClr val="bg1"/>
                    </a:solidFill>
                    <a:latin typeface="Arial" panose="020B0604020202020204" pitchFamily="34" charset="0"/>
                  </a:endParaRPr>
                </a:p>
              </p:txBody>
            </p:sp>
            <p:grpSp>
              <p:nvGrpSpPr>
                <p:cNvPr id="53" name="Group 221"/>
                <p:cNvGrpSpPr/>
                <p:nvPr/>
              </p:nvGrpSpPr>
              <p:grpSpPr>
                <a:xfrm rot="0">
                  <a:off x="10293" y="4455"/>
                  <a:ext cx="938" cy="1950"/>
                  <a:chOff x="4105" y="1752"/>
                  <a:chExt cx="375" cy="780"/>
                </a:xfrm>
              </p:grpSpPr>
              <p:sp>
                <p:nvSpPr>
                  <p:cNvPr id="54" name="Text Box 219"/>
                  <p:cNvSpPr txBox="1"/>
                  <p:nvPr>
                    <p:custDataLst>
                      <p:tags r:id="rId25"/>
                    </p:custDataLst>
                  </p:nvPr>
                </p:nvSpPr>
                <p:spPr>
                  <a:xfrm>
                    <a:off x="4105" y="1752"/>
                    <a:ext cx="317" cy="32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a:t>
                    </a:r>
                    <a:endParaRPr lang="en-US" altLang="zh-CN" b="0" dirty="0">
                      <a:solidFill>
                        <a:schemeClr val="tx1"/>
                      </a:solidFill>
                      <a:latin typeface="Times New Roman" panose="02020603050405020304" pitchFamily="18" charset="0"/>
                      <a:ea typeface="仿宋_GB2312" pitchFamily="49" charset="-122"/>
                    </a:endParaRPr>
                  </a:p>
                </p:txBody>
              </p:sp>
              <p:sp>
                <p:nvSpPr>
                  <p:cNvPr id="55" name="Text Box 220"/>
                  <p:cNvSpPr txBox="1"/>
                  <p:nvPr>
                    <p:custDataLst>
                      <p:tags r:id="rId26"/>
                    </p:custDataLst>
                  </p:nvPr>
                </p:nvSpPr>
                <p:spPr>
                  <a:xfrm>
                    <a:off x="4163" y="2205"/>
                    <a:ext cx="317" cy="327"/>
                  </a:xfrm>
                  <a:prstGeom prst="rect">
                    <a:avLst/>
                  </a:prstGeom>
                  <a:noFill/>
                  <a:ln w="9525">
                    <a:noFill/>
                  </a:ln>
                </p:spPr>
                <p:txBody>
                  <a:bodyPr>
                    <a:spAutoFit/>
                  </a:bodyPr>
                  <a:p>
                    <a:pPr>
                      <a:spcBef>
                        <a:spcPct val="50000"/>
                      </a:spcBef>
                    </a:pPr>
                    <a:r>
                      <a:rPr lang="en-US" altLang="zh-CN" b="0" dirty="0">
                        <a:solidFill>
                          <a:schemeClr val="tx1"/>
                        </a:solidFill>
                        <a:latin typeface="宋体" panose="02010600030101010101" pitchFamily="2" charset="-122"/>
                        <a:ea typeface="宋体" panose="02010600030101010101" pitchFamily="2" charset="-122"/>
                      </a:rPr>
                      <a:t>-</a:t>
                    </a:r>
                    <a:endParaRPr lang="en-US" altLang="zh-CN" b="0" dirty="0">
                      <a:solidFill>
                        <a:schemeClr val="tx1"/>
                      </a:solidFill>
                      <a:latin typeface="宋体" panose="02010600030101010101" pitchFamily="2" charset="-122"/>
                      <a:ea typeface="宋体" panose="02010600030101010101" pitchFamily="2" charset="-122"/>
                    </a:endParaRPr>
                  </a:p>
                </p:txBody>
              </p:sp>
            </p:grpSp>
            <p:sp>
              <p:nvSpPr>
                <p:cNvPr id="56" name="Oval 953"/>
                <p:cNvSpPr>
                  <a:spLocks noChangeArrowheads="1"/>
                </p:cNvSpPr>
                <p:nvPr>
                  <p:custDataLst>
                    <p:tags r:id="rId27"/>
                  </p:custDataLst>
                </p:nvPr>
              </p:nvSpPr>
              <p:spPr bwMode="auto">
                <a:xfrm rot="5400000">
                  <a:off x="12439" y="5047"/>
                  <a:ext cx="908" cy="908"/>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sp>
              <p:nvSpPr>
                <p:cNvPr id="58" name="Rectangle 214"/>
                <p:cNvSpPr/>
                <p:nvPr>
                  <p:custDataLst>
                    <p:tags r:id="rId28"/>
                  </p:custDataLst>
                </p:nvPr>
              </p:nvSpPr>
              <p:spPr bwMode="auto">
                <a:xfrm>
                  <a:off x="11085" y="6043"/>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33" name="Line 131"/>
                <p:cNvSpPr/>
                <p:nvPr>
                  <p:custDataLst>
                    <p:tags r:id="rId29"/>
                  </p:custDataLst>
                </p:nvPr>
              </p:nvSpPr>
              <p:spPr>
                <a:xfrm>
                  <a:off x="7458" y="4318"/>
                  <a:ext cx="793" cy="0"/>
                </a:xfrm>
                <a:prstGeom prst="line">
                  <a:avLst/>
                </a:prstGeom>
                <a:ln w="28575" cap="flat" cmpd="sng">
                  <a:solidFill>
                    <a:schemeClr val="tx2">
                      <a:lumMod val="75000"/>
                    </a:schemeClr>
                  </a:solidFill>
                  <a:prstDash val="solid"/>
                  <a:headEnd type="none" w="med" len="med"/>
                  <a:tailEnd type="oval" w="med" len="med"/>
                </a:ln>
              </p:spPr>
            </p:sp>
          </p:grpSp>
          <p:cxnSp>
            <p:nvCxnSpPr>
              <p:cNvPr id="57" name="直接连接符 56"/>
              <p:cNvCxnSpPr/>
              <p:nvPr>
                <p:custDataLst>
                  <p:tags r:id="rId30"/>
                </p:custDataLst>
              </p:nvPr>
            </p:nvCxnSpPr>
            <p:spPr>
              <a:xfrm>
                <a:off x="12462" y="5445"/>
                <a:ext cx="908"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6" name="Line 144"/>
            <p:cNvSpPr/>
            <p:nvPr>
              <p:custDataLst>
                <p:tags r:id="rId31"/>
              </p:custDataLst>
            </p:nvPr>
          </p:nvSpPr>
          <p:spPr>
            <a:xfrm flipV="1">
              <a:off x="12902" y="5225"/>
              <a:ext cx="5" cy="440"/>
            </a:xfrm>
            <a:prstGeom prst="line">
              <a:avLst/>
            </a:prstGeom>
            <a:ln w="28575" cap="flat" cmpd="sng">
              <a:solidFill>
                <a:srgbClr val="FF0000"/>
              </a:solidFill>
              <a:prstDash val="solid"/>
              <a:headEnd type="none" w="med" len="med"/>
              <a:tailEnd type="triangle" w="med" len="med"/>
            </a:ln>
          </p:spPr>
        </p:sp>
      </p:grpSp>
      <p:graphicFrame>
        <p:nvGraphicFramePr>
          <p:cNvPr id="51" name="对象 50"/>
          <p:cNvGraphicFramePr/>
          <p:nvPr>
            <p:custDataLst>
              <p:tags r:id="rId32"/>
            </p:custDataLst>
          </p:nvPr>
        </p:nvGraphicFramePr>
        <p:xfrm>
          <a:off x="4212274" y="1725295"/>
          <a:ext cx="3869055" cy="516255"/>
        </p:xfrm>
        <a:graphic>
          <a:graphicData uri="http://schemas.openxmlformats.org/presentationml/2006/ole">
            <mc:AlternateContent xmlns:mc="http://schemas.openxmlformats.org/markup-compatibility/2006">
              <mc:Choice xmlns:v="urn:schemas-microsoft-com:vml" Requires="v">
                <p:oleObj spid="_x0000_s52" name="" r:id="rId33" imgW="1587500" imgH="241300" progId="Equation.KSEE3">
                  <p:embed/>
                </p:oleObj>
              </mc:Choice>
              <mc:Fallback>
                <p:oleObj name="" r:id="rId33" imgW="1587500" imgH="241300" progId="Equation.KSEE3">
                  <p:embed/>
                  <p:pic>
                    <p:nvPicPr>
                      <p:cNvPr id="0" name="图片 7"/>
                      <p:cNvPicPr/>
                      <p:nvPr/>
                    </p:nvPicPr>
                    <p:blipFill>
                      <a:blip r:embed="rId34"/>
                      <a:stretch>
                        <a:fillRect/>
                      </a:stretch>
                    </p:blipFill>
                    <p:spPr>
                      <a:xfrm>
                        <a:off x="4212274" y="1725295"/>
                        <a:ext cx="3869055" cy="516255"/>
                      </a:xfrm>
                      <a:prstGeom prst="rect">
                        <a:avLst/>
                      </a:prstGeom>
                    </p:spPr>
                  </p:pic>
                </p:oleObj>
              </mc:Fallback>
            </mc:AlternateContent>
          </a:graphicData>
        </a:graphic>
      </p:graphicFrame>
      <p:graphicFrame>
        <p:nvGraphicFramePr>
          <p:cNvPr id="64" name="对象 63"/>
          <p:cNvGraphicFramePr/>
          <p:nvPr>
            <p:custDataLst>
              <p:tags r:id="rId35"/>
            </p:custDataLst>
          </p:nvPr>
        </p:nvGraphicFramePr>
        <p:xfrm>
          <a:off x="4126231" y="769938"/>
          <a:ext cx="4023360" cy="842010"/>
        </p:xfrm>
        <a:graphic>
          <a:graphicData uri="http://schemas.openxmlformats.org/presentationml/2006/ole">
            <mc:AlternateContent xmlns:mc="http://schemas.openxmlformats.org/markup-compatibility/2006">
              <mc:Choice xmlns:v="urn:schemas-microsoft-com:vml" Requires="v">
                <p:oleObj spid="_x0000_s65" name="" r:id="rId36" imgW="1651000" imgH="393700" progId="Equation.KSEE3">
                  <p:embed/>
                </p:oleObj>
              </mc:Choice>
              <mc:Fallback>
                <p:oleObj name="" r:id="rId36" imgW="1651000" imgH="393700" progId="Equation.KSEE3">
                  <p:embed/>
                  <p:pic>
                    <p:nvPicPr>
                      <p:cNvPr id="0" name="图片 7"/>
                      <p:cNvPicPr/>
                      <p:nvPr/>
                    </p:nvPicPr>
                    <p:blipFill>
                      <a:blip r:embed="rId37"/>
                      <a:stretch>
                        <a:fillRect/>
                      </a:stretch>
                    </p:blipFill>
                    <p:spPr>
                      <a:xfrm>
                        <a:off x="4126231" y="769938"/>
                        <a:ext cx="4023360" cy="842010"/>
                      </a:xfrm>
                      <a:prstGeom prst="rect">
                        <a:avLst/>
                      </a:prstGeom>
                    </p:spPr>
                  </p:pic>
                </p:oleObj>
              </mc:Fallback>
            </mc:AlternateContent>
          </a:graphicData>
        </a:graphic>
      </p:graphicFrame>
      <p:graphicFrame>
        <p:nvGraphicFramePr>
          <p:cNvPr id="77" name="对象 76"/>
          <p:cNvGraphicFramePr/>
          <p:nvPr>
            <p:custDataLst>
              <p:tags r:id="rId38"/>
            </p:custDataLst>
          </p:nvPr>
        </p:nvGraphicFramePr>
        <p:xfrm>
          <a:off x="6108065" y="5323205"/>
          <a:ext cx="1512570" cy="640080"/>
        </p:xfrm>
        <a:graphic>
          <a:graphicData uri="http://schemas.openxmlformats.org/presentationml/2006/ole">
            <mc:AlternateContent xmlns:mc="http://schemas.openxmlformats.org/markup-compatibility/2006">
              <mc:Choice xmlns:v="urn:schemas-microsoft-com:vml" Requires="v">
                <p:oleObj spid="_x0000_s78" name="" r:id="rId39" imgW="584200" imgH="241300" progId="Equation.KSEE3">
                  <p:embed/>
                </p:oleObj>
              </mc:Choice>
              <mc:Fallback>
                <p:oleObj name="" r:id="rId39" imgW="584200" imgH="241300" progId="Equation.KSEE3">
                  <p:embed/>
                  <p:pic>
                    <p:nvPicPr>
                      <p:cNvPr id="0" name="图片 7"/>
                      <p:cNvPicPr/>
                      <p:nvPr/>
                    </p:nvPicPr>
                    <p:blipFill>
                      <a:blip r:embed="rId40"/>
                      <a:stretch>
                        <a:fillRect/>
                      </a:stretch>
                    </p:blipFill>
                    <p:spPr>
                      <a:xfrm>
                        <a:off x="6108065" y="5323205"/>
                        <a:ext cx="1512570" cy="640080"/>
                      </a:xfrm>
                      <a:prstGeom prst="rect">
                        <a:avLst/>
                      </a:prstGeom>
                    </p:spPr>
                  </p:pic>
                </p:oleObj>
              </mc:Fallback>
            </mc:AlternateContent>
          </a:graphicData>
        </a:graphic>
      </p:graphicFrame>
      <p:sp>
        <p:nvSpPr>
          <p:cNvPr id="82" name="Line 60"/>
          <p:cNvSpPr/>
          <p:nvPr/>
        </p:nvSpPr>
        <p:spPr>
          <a:xfrm>
            <a:off x="5259705" y="2783840"/>
            <a:ext cx="383540" cy="225425"/>
          </a:xfrm>
          <a:prstGeom prst="line">
            <a:avLst/>
          </a:prstGeom>
          <a:ln w="57150" cap="flat" cmpd="sng">
            <a:solidFill>
              <a:schemeClr val="bg1"/>
            </a:solidFill>
            <a:prstDash val="solid"/>
            <a:headEnd type="none" w="med" len="med"/>
            <a:tailEnd type="none" w="med" len="med"/>
          </a:ln>
        </p:spPr>
      </p:sp>
      <p:sp>
        <p:nvSpPr>
          <p:cNvPr id="83" name="Line 78"/>
          <p:cNvSpPr/>
          <p:nvPr/>
        </p:nvSpPr>
        <p:spPr>
          <a:xfrm flipH="1" flipV="1">
            <a:off x="5259070" y="2760980"/>
            <a:ext cx="1240155" cy="287020"/>
          </a:xfrm>
          <a:prstGeom prst="line">
            <a:avLst/>
          </a:prstGeom>
          <a:ln w="57150" cap="flat" cmpd="sng">
            <a:solidFill>
              <a:schemeClr val="bg1"/>
            </a:solidFill>
            <a:prstDash val="solid"/>
            <a:headEnd type="none" w="med" len="med"/>
            <a:tailEnd type="none" w="med" len="med"/>
          </a:ln>
        </p:spPr>
      </p:sp>
      <p:grpSp>
        <p:nvGrpSpPr>
          <p:cNvPr id="9" name="组合 8"/>
          <p:cNvGrpSpPr/>
          <p:nvPr/>
        </p:nvGrpSpPr>
        <p:grpSpPr>
          <a:xfrm>
            <a:off x="3712341" y="2488565"/>
            <a:ext cx="5160514" cy="1800225"/>
            <a:chOff x="5710" y="3813"/>
            <a:chExt cx="8240" cy="2835"/>
          </a:xfrm>
        </p:grpSpPr>
        <p:sp>
          <p:nvSpPr>
            <p:cNvPr id="33852" name="Line 60"/>
            <p:cNvSpPr/>
            <p:nvPr/>
          </p:nvSpPr>
          <p:spPr>
            <a:xfrm>
              <a:off x="8220" y="4268"/>
              <a:ext cx="680" cy="452"/>
            </a:xfrm>
            <a:prstGeom prst="line">
              <a:avLst/>
            </a:prstGeom>
            <a:ln w="28575" cap="flat" cmpd="sng">
              <a:solidFill>
                <a:srgbClr val="FF3300"/>
              </a:solidFill>
              <a:prstDash val="solid"/>
              <a:headEnd type="none" w="med" len="med"/>
              <a:tailEnd type="none" w="med" len="med"/>
            </a:ln>
          </p:spPr>
        </p:sp>
        <p:sp>
          <p:nvSpPr>
            <p:cNvPr id="33870" name="Line 78"/>
            <p:cNvSpPr/>
            <p:nvPr/>
          </p:nvSpPr>
          <p:spPr>
            <a:xfrm flipH="1" flipV="1">
              <a:off x="8220" y="4268"/>
              <a:ext cx="2043" cy="452"/>
            </a:xfrm>
            <a:prstGeom prst="line">
              <a:avLst/>
            </a:prstGeom>
            <a:ln w="28575" cap="flat" cmpd="sng">
              <a:solidFill>
                <a:srgbClr val="FF3300"/>
              </a:solidFill>
              <a:prstDash val="solid"/>
              <a:headEnd type="none" w="med" len="med"/>
              <a:tailEnd type="none" w="med" len="med"/>
            </a:ln>
          </p:spPr>
        </p:sp>
        <p:sp>
          <p:nvSpPr>
            <p:cNvPr id="33871" name="Line 79"/>
            <p:cNvSpPr/>
            <p:nvPr/>
          </p:nvSpPr>
          <p:spPr>
            <a:xfrm>
              <a:off x="8220" y="4268"/>
              <a:ext cx="4650" cy="137"/>
            </a:xfrm>
            <a:prstGeom prst="line">
              <a:avLst/>
            </a:prstGeom>
            <a:ln w="28575" cap="flat" cmpd="sng">
              <a:solidFill>
                <a:srgbClr val="FF3300"/>
              </a:solidFill>
              <a:prstDash val="solid"/>
              <a:headEnd type="none" w="med" len="med"/>
              <a:tailEnd type="none" w="med" len="med"/>
            </a:ln>
          </p:spPr>
        </p:sp>
        <p:grpSp>
          <p:nvGrpSpPr>
            <p:cNvPr id="6" name="Group 248"/>
            <p:cNvGrpSpPr/>
            <p:nvPr/>
          </p:nvGrpSpPr>
          <p:grpSpPr>
            <a:xfrm>
              <a:off x="5840" y="3813"/>
              <a:ext cx="8110" cy="2585"/>
              <a:chOff x="2336" y="1525"/>
              <a:chExt cx="3244" cy="1034"/>
            </a:xfrm>
          </p:grpSpPr>
          <p:sp>
            <p:nvSpPr>
              <p:cNvPr id="22593" name="Line 129"/>
              <p:cNvSpPr/>
              <p:nvPr/>
            </p:nvSpPr>
            <p:spPr>
              <a:xfrm>
                <a:off x="5148" y="1752"/>
                <a:ext cx="0" cy="717"/>
              </a:xfrm>
              <a:prstGeom prst="line">
                <a:avLst/>
              </a:prstGeom>
              <a:ln w="28575" cap="flat" cmpd="sng">
                <a:solidFill>
                  <a:srgbClr val="FFCC00"/>
                </a:solidFill>
                <a:prstDash val="solid"/>
                <a:headEnd type="oval" w="med" len="med"/>
                <a:tailEnd type="oval" w="med" len="med"/>
              </a:ln>
            </p:spPr>
          </p:sp>
          <p:sp>
            <p:nvSpPr>
              <p:cNvPr id="22594" name="Line 130"/>
              <p:cNvSpPr/>
              <p:nvPr/>
            </p:nvSpPr>
            <p:spPr>
              <a:xfrm>
                <a:off x="3559" y="1879"/>
                <a:ext cx="0" cy="590"/>
              </a:xfrm>
              <a:prstGeom prst="line">
                <a:avLst/>
              </a:prstGeom>
              <a:ln w="28575" cap="flat" cmpd="sng">
                <a:solidFill>
                  <a:srgbClr val="FFCC00"/>
                </a:solidFill>
                <a:prstDash val="solid"/>
                <a:headEnd type="oval" w="med" len="med"/>
                <a:tailEnd type="oval" w="med" len="med"/>
              </a:ln>
            </p:spPr>
          </p:sp>
          <p:sp>
            <p:nvSpPr>
              <p:cNvPr id="22595" name="Line 131"/>
              <p:cNvSpPr/>
              <p:nvPr/>
            </p:nvSpPr>
            <p:spPr>
              <a:xfrm>
                <a:off x="2971" y="1697"/>
                <a:ext cx="317" cy="0"/>
              </a:xfrm>
              <a:prstGeom prst="line">
                <a:avLst/>
              </a:prstGeom>
              <a:ln w="28575" cap="flat" cmpd="sng">
                <a:solidFill>
                  <a:srgbClr val="FFCC00"/>
                </a:solidFill>
                <a:prstDash val="solid"/>
                <a:headEnd type="none" w="med" len="med"/>
                <a:tailEnd type="oval" w="med" len="med"/>
              </a:ln>
            </p:spPr>
          </p:sp>
          <p:sp>
            <p:nvSpPr>
              <p:cNvPr id="22596" name="Line 132"/>
              <p:cNvSpPr/>
              <p:nvPr/>
            </p:nvSpPr>
            <p:spPr>
              <a:xfrm>
                <a:off x="2926" y="2468"/>
                <a:ext cx="2222" cy="0"/>
              </a:xfrm>
              <a:prstGeom prst="line">
                <a:avLst/>
              </a:prstGeom>
              <a:ln w="28575" cap="flat" cmpd="sng">
                <a:solidFill>
                  <a:srgbClr val="FFCC00"/>
                </a:solidFill>
                <a:prstDash val="solid"/>
                <a:headEnd type="none" w="med" len="med"/>
                <a:tailEnd type="none" w="med" len="med"/>
              </a:ln>
            </p:spPr>
          </p:sp>
          <p:sp>
            <p:nvSpPr>
              <p:cNvPr id="22597" name="Oval 133" descr="花束"/>
              <p:cNvSpPr/>
              <p:nvPr/>
            </p:nvSpPr>
            <p:spPr>
              <a:xfrm>
                <a:off x="3379" y="2014"/>
                <a:ext cx="318" cy="318"/>
              </a:xfrm>
              <a:prstGeom prst="ellipse">
                <a:avLst/>
              </a:prstGeom>
              <a:blipFill rotWithShape="1">
                <a:blip r:embed="rId5"/>
              </a:blipFill>
              <a:ln w="38100" cap="flat" cmpd="sng">
                <a:solidFill>
                  <a:srgbClr val="FF9900"/>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ea typeface="仿宋_GB2312" pitchFamily="49" charset="-122"/>
                  </a:rPr>
                  <a:t>A</a:t>
                </a:r>
                <a:endParaRPr lang="en-US" altLang="zh-CN" b="0" dirty="0">
                  <a:solidFill>
                    <a:schemeClr val="tx1"/>
                  </a:solidFill>
                  <a:latin typeface="Times New Roman" panose="02020603050405020304" pitchFamily="18" charset="0"/>
                  <a:ea typeface="仿宋_GB2312" pitchFamily="49" charset="-122"/>
                </a:endParaRPr>
              </a:p>
            </p:txBody>
          </p:sp>
          <p:sp>
            <p:nvSpPr>
              <p:cNvPr id="22598" name="Line 134"/>
              <p:cNvSpPr/>
              <p:nvPr/>
            </p:nvSpPr>
            <p:spPr>
              <a:xfrm>
                <a:off x="4104" y="1878"/>
                <a:ext cx="0" cy="590"/>
              </a:xfrm>
              <a:prstGeom prst="line">
                <a:avLst/>
              </a:prstGeom>
              <a:ln w="28575" cap="flat" cmpd="sng">
                <a:solidFill>
                  <a:srgbClr val="FFCC00"/>
                </a:solidFill>
                <a:prstDash val="solid"/>
                <a:headEnd type="oval" w="med" len="med"/>
                <a:tailEnd type="oval" w="med" len="med"/>
              </a:ln>
            </p:spPr>
          </p:sp>
          <p:sp>
            <p:nvSpPr>
              <p:cNvPr id="22599" name="Oval 135" descr="花束"/>
              <p:cNvSpPr/>
              <p:nvPr/>
            </p:nvSpPr>
            <p:spPr>
              <a:xfrm>
                <a:off x="3923" y="2014"/>
                <a:ext cx="318" cy="318"/>
              </a:xfrm>
              <a:prstGeom prst="ellipse">
                <a:avLst/>
              </a:prstGeom>
              <a:blipFill rotWithShape="1">
                <a:blip r:embed="rId5"/>
              </a:blipFill>
              <a:ln w="38100" cap="flat" cmpd="sng">
                <a:solidFill>
                  <a:srgbClr val="FF9900"/>
                </a:solidFill>
                <a:prstDash val="solid"/>
                <a:headEnd type="none" w="med" len="med"/>
                <a:tailEnd type="none" w="med" len="med"/>
              </a:ln>
            </p:spPr>
            <p:txBody>
              <a:bodyPr wrap="none" anchor="ctr" anchorCtr="0"/>
              <a:p>
                <a:pPr algn="ctr"/>
                <a:r>
                  <a:rPr lang="en-US" altLang="zh-CN" b="0" dirty="0">
                    <a:solidFill>
                      <a:schemeClr val="tx1"/>
                    </a:solidFill>
                    <a:latin typeface="Times New Roman" panose="02020603050405020304" pitchFamily="18" charset="0"/>
                    <a:ea typeface="仿宋_GB2312" pitchFamily="49" charset="-122"/>
                  </a:rPr>
                  <a:t>V</a:t>
                </a:r>
                <a:endParaRPr lang="en-US" altLang="zh-CN" b="0" dirty="0">
                  <a:solidFill>
                    <a:schemeClr val="tx1"/>
                  </a:solidFill>
                  <a:latin typeface="Times New Roman" panose="02020603050405020304" pitchFamily="18" charset="0"/>
                  <a:ea typeface="仿宋_GB2312" pitchFamily="49" charset="-122"/>
                </a:endParaRPr>
              </a:p>
            </p:txBody>
          </p:sp>
          <p:sp>
            <p:nvSpPr>
              <p:cNvPr id="22600" name="Text Box 136"/>
              <p:cNvSpPr txBox="1"/>
              <p:nvPr/>
            </p:nvSpPr>
            <p:spPr>
              <a:xfrm>
                <a:off x="4377" y="2060"/>
                <a:ext cx="408" cy="290"/>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仿宋_GB2312" pitchFamily="49" charset="-122"/>
                  </a:rPr>
                  <a:t>5</a:t>
                </a:r>
                <a:r>
                  <a:rPr lang="en-US" altLang="zh-CN" b="0" dirty="0">
                    <a:solidFill>
                      <a:schemeClr val="bg1"/>
                    </a:solidFill>
                    <a:latin typeface="Times New Roman" panose="02020603050405020304" pitchFamily="18" charset="0"/>
                    <a:ea typeface="仿宋_GB2312" pitchFamily="49" charset="-122"/>
                    <a:sym typeface="Symbol" panose="05050102010706020507" pitchFamily="18" charset="2"/>
                  </a:rPr>
                  <a:t></a:t>
                </a:r>
                <a:endParaRPr lang="en-US" altLang="zh-CN" b="0" dirty="0">
                  <a:solidFill>
                    <a:schemeClr val="bg1"/>
                  </a:solidFill>
                  <a:latin typeface="Times New Roman" panose="02020603050405020304" pitchFamily="18" charset="0"/>
                  <a:ea typeface="仿宋_GB2312" pitchFamily="49" charset="-122"/>
                  <a:sym typeface="Symbol" panose="05050102010706020507" pitchFamily="18" charset="2"/>
                </a:endParaRPr>
              </a:p>
            </p:txBody>
          </p:sp>
          <p:sp>
            <p:nvSpPr>
              <p:cNvPr id="22601" name="Text Box 137"/>
              <p:cNvSpPr txBox="1"/>
              <p:nvPr/>
            </p:nvSpPr>
            <p:spPr>
              <a:xfrm>
                <a:off x="5330" y="1969"/>
                <a:ext cx="250" cy="290"/>
              </a:xfrm>
              <a:prstGeom prst="rect">
                <a:avLst/>
              </a:prstGeom>
              <a:noFill/>
              <a:ln w="9525">
                <a:noFill/>
              </a:ln>
            </p:spPr>
            <p:txBody>
              <a:bodyPr>
                <a:spAutoFit/>
              </a:bodyPr>
              <a:p>
                <a:pPr>
                  <a:spcBef>
                    <a:spcPct val="50000"/>
                  </a:spcBef>
                </a:pPr>
                <a:r>
                  <a:rPr lang="en-US" altLang="zh-CN" b="0" i="1" dirty="0">
                    <a:solidFill>
                      <a:schemeClr val="bg1"/>
                    </a:solidFill>
                    <a:latin typeface="Times New Roman" panose="02020603050405020304" pitchFamily="18" charset="0"/>
                    <a:ea typeface="仿宋_GB2312" pitchFamily="49" charset="-122"/>
                  </a:rPr>
                  <a:t>U</a:t>
                </a:r>
                <a:endParaRPr lang="en-US" altLang="zh-CN" b="0" i="1" dirty="0">
                  <a:solidFill>
                    <a:schemeClr val="bg1"/>
                  </a:solidFill>
                  <a:latin typeface="Times New Roman" panose="02020603050405020304" pitchFamily="18" charset="0"/>
                  <a:ea typeface="仿宋_GB2312" pitchFamily="49" charset="-122"/>
                </a:endParaRPr>
              </a:p>
            </p:txBody>
          </p:sp>
          <p:sp>
            <p:nvSpPr>
              <p:cNvPr id="22602" name="Text Box 138"/>
              <p:cNvSpPr txBox="1"/>
              <p:nvPr/>
            </p:nvSpPr>
            <p:spPr>
              <a:xfrm>
                <a:off x="5239" y="1697"/>
                <a:ext cx="272" cy="290"/>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仿宋_GB2312" pitchFamily="49" charset="-122"/>
                  </a:rPr>
                  <a:t>+</a:t>
                </a:r>
                <a:endParaRPr lang="en-US" altLang="zh-CN" b="0" dirty="0">
                  <a:solidFill>
                    <a:schemeClr val="bg1"/>
                  </a:solidFill>
                  <a:latin typeface="Times New Roman" panose="02020603050405020304" pitchFamily="18" charset="0"/>
                  <a:ea typeface="仿宋_GB2312" pitchFamily="49" charset="-122"/>
                </a:endParaRPr>
              </a:p>
            </p:txBody>
          </p:sp>
          <p:sp>
            <p:nvSpPr>
              <p:cNvPr id="22603" name="Text Box 139"/>
              <p:cNvSpPr txBox="1"/>
              <p:nvPr/>
            </p:nvSpPr>
            <p:spPr>
              <a:xfrm>
                <a:off x="5194" y="2241"/>
                <a:ext cx="272" cy="290"/>
              </a:xfrm>
              <a:prstGeom prst="rect">
                <a:avLst/>
              </a:prstGeom>
              <a:noFill/>
              <a:ln w="9525">
                <a:noFill/>
              </a:ln>
            </p:spPr>
            <p:txBody>
              <a:bodyPr>
                <a:spAutoFit/>
              </a:bodyPr>
              <a:p>
                <a:pPr>
                  <a:spcBef>
                    <a:spcPct val="50000"/>
                  </a:spcBef>
                </a:pPr>
                <a:r>
                  <a:rPr lang="zh-CN" altLang="en-US" b="0" dirty="0">
                    <a:solidFill>
                      <a:schemeClr val="bg1"/>
                    </a:solidFill>
                    <a:latin typeface="Times New Roman" panose="02020603050405020304" pitchFamily="18" charset="0"/>
                    <a:ea typeface="仿宋_GB2312" pitchFamily="49" charset="-122"/>
                  </a:rPr>
                  <a:t>－</a:t>
                </a:r>
                <a:endParaRPr lang="zh-CN" altLang="en-US" b="0" dirty="0">
                  <a:solidFill>
                    <a:schemeClr val="bg1"/>
                  </a:solidFill>
                  <a:latin typeface="Times New Roman" panose="02020603050405020304" pitchFamily="18" charset="0"/>
                  <a:ea typeface="仿宋_GB2312" pitchFamily="49" charset="-122"/>
                </a:endParaRPr>
              </a:p>
            </p:txBody>
          </p:sp>
          <p:sp>
            <p:nvSpPr>
              <p:cNvPr id="22604" name="Text Box 140"/>
              <p:cNvSpPr txBox="1"/>
              <p:nvPr/>
            </p:nvSpPr>
            <p:spPr>
              <a:xfrm>
                <a:off x="3016" y="1650"/>
                <a:ext cx="318" cy="288"/>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仿宋_GB2312" pitchFamily="49" charset="-122"/>
                  </a:rPr>
                  <a:t>S</a:t>
                </a:r>
                <a:endParaRPr lang="en-US" altLang="zh-CN" b="0" dirty="0">
                  <a:solidFill>
                    <a:schemeClr val="bg1"/>
                  </a:solidFill>
                  <a:latin typeface="Times New Roman" panose="02020603050405020304" pitchFamily="18" charset="0"/>
                  <a:ea typeface="仿宋_GB2312" pitchFamily="49" charset="-122"/>
                </a:endParaRPr>
              </a:p>
            </p:txBody>
          </p:sp>
          <p:sp>
            <p:nvSpPr>
              <p:cNvPr id="22605" name="Text Box 141"/>
              <p:cNvSpPr txBox="1"/>
              <p:nvPr/>
            </p:nvSpPr>
            <p:spPr>
              <a:xfrm>
                <a:off x="3334" y="1740"/>
                <a:ext cx="226" cy="288"/>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仿宋_GB2312" pitchFamily="49" charset="-122"/>
                  </a:rPr>
                  <a:t>1</a:t>
                </a:r>
                <a:endParaRPr lang="en-US" altLang="zh-CN" b="0" dirty="0">
                  <a:solidFill>
                    <a:schemeClr val="bg1"/>
                  </a:solidFill>
                  <a:latin typeface="Times New Roman" panose="02020603050405020304" pitchFamily="18" charset="0"/>
                  <a:ea typeface="仿宋_GB2312" pitchFamily="49" charset="-122"/>
                </a:endParaRPr>
              </a:p>
            </p:txBody>
          </p:sp>
          <p:sp>
            <p:nvSpPr>
              <p:cNvPr id="22606" name="Text Box 142"/>
              <p:cNvSpPr txBox="1"/>
              <p:nvPr/>
            </p:nvSpPr>
            <p:spPr>
              <a:xfrm>
                <a:off x="5148" y="1525"/>
                <a:ext cx="226" cy="288"/>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仿宋_GB2312" pitchFamily="49" charset="-122"/>
                  </a:rPr>
                  <a:t>3</a:t>
                </a:r>
                <a:endParaRPr lang="en-US" altLang="zh-CN" b="0" dirty="0">
                  <a:solidFill>
                    <a:schemeClr val="bg1"/>
                  </a:solidFill>
                  <a:latin typeface="Times New Roman" panose="02020603050405020304" pitchFamily="18" charset="0"/>
                  <a:ea typeface="仿宋_GB2312" pitchFamily="49" charset="-122"/>
                </a:endParaRPr>
              </a:p>
            </p:txBody>
          </p:sp>
          <p:sp>
            <p:nvSpPr>
              <p:cNvPr id="22607" name="Text Box 143"/>
              <p:cNvSpPr txBox="1"/>
              <p:nvPr/>
            </p:nvSpPr>
            <p:spPr>
              <a:xfrm>
                <a:off x="3877" y="1740"/>
                <a:ext cx="226" cy="288"/>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仿宋_GB2312" pitchFamily="49" charset="-122"/>
                  </a:rPr>
                  <a:t>2</a:t>
                </a:r>
                <a:endParaRPr lang="en-US" altLang="zh-CN" b="0" dirty="0">
                  <a:solidFill>
                    <a:schemeClr val="bg1"/>
                  </a:solidFill>
                  <a:latin typeface="Times New Roman" panose="02020603050405020304" pitchFamily="18" charset="0"/>
                  <a:ea typeface="仿宋_GB2312" pitchFamily="49" charset="-122"/>
                </a:endParaRPr>
              </a:p>
            </p:txBody>
          </p:sp>
          <p:sp>
            <p:nvSpPr>
              <p:cNvPr id="22608" name="Line 144"/>
              <p:cNvSpPr/>
              <p:nvPr/>
            </p:nvSpPr>
            <p:spPr>
              <a:xfrm flipV="1">
                <a:off x="5148" y="1842"/>
                <a:ext cx="0" cy="272"/>
              </a:xfrm>
              <a:prstGeom prst="line">
                <a:avLst/>
              </a:prstGeom>
              <a:ln w="28575" cap="flat" cmpd="sng">
                <a:solidFill>
                  <a:srgbClr val="66FFFF"/>
                </a:solidFill>
                <a:prstDash val="solid"/>
                <a:headEnd type="none" w="med" len="med"/>
                <a:tailEnd type="triangle" w="med" len="med"/>
              </a:ln>
            </p:spPr>
          </p:sp>
          <p:sp>
            <p:nvSpPr>
              <p:cNvPr id="22609" name="Text Box 145"/>
              <p:cNvSpPr txBox="1"/>
              <p:nvPr/>
            </p:nvSpPr>
            <p:spPr>
              <a:xfrm>
                <a:off x="4784" y="1740"/>
                <a:ext cx="409" cy="288"/>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仿宋_GB2312" pitchFamily="49" charset="-122"/>
                  </a:rPr>
                  <a:t>1A</a:t>
                </a:r>
                <a:endParaRPr lang="en-US" altLang="zh-CN" b="0" dirty="0">
                  <a:solidFill>
                    <a:schemeClr val="bg1"/>
                  </a:solidFill>
                  <a:latin typeface="Times New Roman" panose="02020603050405020304" pitchFamily="18" charset="0"/>
                  <a:ea typeface="仿宋_GB2312" pitchFamily="49" charset="-122"/>
                </a:endParaRPr>
              </a:p>
            </p:txBody>
          </p:sp>
          <p:sp>
            <p:nvSpPr>
              <p:cNvPr id="22610" name="Rectangle 146"/>
              <p:cNvSpPr/>
              <p:nvPr/>
            </p:nvSpPr>
            <p:spPr>
              <a:xfrm>
                <a:off x="2336" y="1606"/>
                <a:ext cx="635" cy="953"/>
              </a:xfrm>
              <a:prstGeom prst="rect">
                <a:avLst/>
              </a:prstGeom>
              <a:gradFill rotWithShape="1">
                <a:gsLst>
                  <a:gs pos="0">
                    <a:srgbClr val="FF9900"/>
                  </a:gs>
                  <a:gs pos="100000">
                    <a:srgbClr val="764700"/>
                  </a:gs>
                </a:gsLst>
                <a:path path="shape">
                  <a:fillToRect l="50000" t="50000" r="50000" b="50000"/>
                </a:path>
                <a:tileRect/>
              </a:gradFill>
              <a:ln w="9525">
                <a:noFill/>
              </a:ln>
            </p:spPr>
            <p:txBody>
              <a:bodyPr wrap="none" anchor="ctr" anchorCtr="0"/>
              <a:p>
                <a:pPr algn="ctr"/>
                <a:r>
                  <a:rPr lang="zh-CN" altLang="en-US" sz="2400" dirty="0">
                    <a:solidFill>
                      <a:schemeClr val="bg1"/>
                    </a:solidFill>
                    <a:latin typeface="Arial" panose="020B0604020202020204" pitchFamily="34" charset="0"/>
                  </a:rPr>
                  <a:t>线性</a:t>
                </a:r>
                <a:endParaRPr lang="zh-CN" altLang="en-US" sz="2400" dirty="0">
                  <a:solidFill>
                    <a:schemeClr val="bg1"/>
                  </a:solidFill>
                  <a:latin typeface="Arial" panose="020B0604020202020204" pitchFamily="34" charset="0"/>
                </a:endParaRPr>
              </a:p>
              <a:p>
                <a:pPr algn="ctr"/>
                <a:r>
                  <a:rPr lang="zh-CN" altLang="en-US" sz="2400" dirty="0">
                    <a:solidFill>
                      <a:schemeClr val="bg1"/>
                    </a:solidFill>
                    <a:latin typeface="Arial" panose="020B0604020202020204" pitchFamily="34" charset="0"/>
                  </a:rPr>
                  <a:t>含源</a:t>
                </a:r>
                <a:endParaRPr lang="zh-CN" altLang="en-US" sz="2400" dirty="0">
                  <a:solidFill>
                    <a:schemeClr val="bg1"/>
                  </a:solidFill>
                  <a:latin typeface="Arial" panose="020B0604020202020204" pitchFamily="34" charset="0"/>
                </a:endParaRPr>
              </a:p>
              <a:p>
                <a:pPr algn="ctr"/>
                <a:r>
                  <a:rPr lang="zh-CN" altLang="en-US" sz="2400" dirty="0">
                    <a:solidFill>
                      <a:schemeClr val="bg1"/>
                    </a:solidFill>
                    <a:latin typeface="Arial" panose="020B0604020202020204" pitchFamily="34" charset="0"/>
                  </a:rPr>
                  <a:t>网络</a:t>
                </a:r>
                <a:endParaRPr lang="zh-CN" altLang="en-US" sz="2400" dirty="0">
                  <a:solidFill>
                    <a:schemeClr val="bg1"/>
                  </a:solidFill>
                  <a:latin typeface="Arial" panose="020B0604020202020204" pitchFamily="34" charset="0"/>
                </a:endParaRPr>
              </a:p>
            </p:txBody>
          </p:sp>
          <p:sp>
            <p:nvSpPr>
              <p:cNvPr id="22611" name="Rectangle 147"/>
              <p:cNvSpPr/>
              <p:nvPr/>
            </p:nvSpPr>
            <p:spPr>
              <a:xfrm>
                <a:off x="4422" y="2377"/>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grpSp>
            <p:nvGrpSpPr>
              <p:cNvPr id="22612" name="Group 148"/>
              <p:cNvGrpSpPr/>
              <p:nvPr/>
            </p:nvGrpSpPr>
            <p:grpSpPr>
              <a:xfrm>
                <a:off x="4967" y="2024"/>
                <a:ext cx="363" cy="363"/>
                <a:chOff x="4785" y="709"/>
                <a:chExt cx="363" cy="363"/>
              </a:xfrm>
            </p:grpSpPr>
            <p:sp>
              <p:nvSpPr>
                <p:cNvPr id="22616" name="Oval 149"/>
                <p:cNvSpPr/>
                <p:nvPr/>
              </p:nvSpPr>
              <p:spPr>
                <a:xfrm>
                  <a:off x="4785" y="709"/>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2617" name="Line 150"/>
                <p:cNvSpPr/>
                <p:nvPr/>
              </p:nvSpPr>
              <p:spPr>
                <a:xfrm>
                  <a:off x="4785" y="890"/>
                  <a:ext cx="363" cy="0"/>
                </a:xfrm>
                <a:prstGeom prst="line">
                  <a:avLst/>
                </a:prstGeom>
                <a:ln w="38100" cap="flat" cmpd="sng">
                  <a:solidFill>
                    <a:srgbClr val="FF9900"/>
                  </a:solidFill>
                  <a:prstDash val="solid"/>
                  <a:headEnd type="none" w="med" len="med"/>
                  <a:tailEnd type="none" w="med" len="med"/>
                </a:ln>
              </p:spPr>
            </p:sp>
          </p:grpSp>
          <p:grpSp>
            <p:nvGrpSpPr>
              <p:cNvPr id="22613" name="Group 221"/>
              <p:cNvGrpSpPr/>
              <p:nvPr/>
            </p:nvGrpSpPr>
            <p:grpSpPr>
              <a:xfrm>
                <a:off x="4105" y="1752"/>
                <a:ext cx="317" cy="743"/>
                <a:chOff x="4105" y="1752"/>
                <a:chExt cx="317" cy="743"/>
              </a:xfrm>
            </p:grpSpPr>
            <p:sp>
              <p:nvSpPr>
                <p:cNvPr id="22614" name="Text Box 219"/>
                <p:cNvSpPr txBox="1"/>
                <p:nvPr/>
              </p:nvSpPr>
              <p:spPr>
                <a:xfrm>
                  <a:off x="4105" y="1752"/>
                  <a:ext cx="317" cy="290"/>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仿宋_GB2312" pitchFamily="49" charset="-122"/>
                    </a:rPr>
                    <a:t>+</a:t>
                  </a:r>
                  <a:endParaRPr lang="en-US" altLang="zh-CN" b="0" dirty="0">
                    <a:solidFill>
                      <a:schemeClr val="bg1"/>
                    </a:solidFill>
                    <a:latin typeface="Times New Roman" panose="02020603050405020304" pitchFamily="18" charset="0"/>
                    <a:ea typeface="仿宋_GB2312" pitchFamily="49" charset="-122"/>
                  </a:endParaRPr>
                </a:p>
              </p:txBody>
            </p:sp>
            <p:sp>
              <p:nvSpPr>
                <p:cNvPr id="22615" name="Text Box 220"/>
                <p:cNvSpPr txBox="1"/>
                <p:nvPr/>
              </p:nvSpPr>
              <p:spPr>
                <a:xfrm>
                  <a:off x="4105" y="2205"/>
                  <a:ext cx="317" cy="290"/>
                </a:xfrm>
                <a:prstGeom prst="rect">
                  <a:avLst/>
                </a:prstGeom>
                <a:noFill/>
                <a:ln w="9525">
                  <a:noFill/>
                </a:ln>
              </p:spPr>
              <p:txBody>
                <a:bodyPr>
                  <a:spAutoFit/>
                </a:bodyPr>
                <a:p>
                  <a:pPr>
                    <a:spcBef>
                      <a:spcPct val="50000"/>
                    </a:spcBef>
                  </a:pPr>
                  <a:r>
                    <a:rPr lang="en-US" altLang="zh-CN" b="0" dirty="0">
                      <a:solidFill>
                        <a:schemeClr val="bg1"/>
                      </a:solidFill>
                      <a:latin typeface="宋体" panose="02010600030101010101" pitchFamily="2" charset="-122"/>
                      <a:ea typeface="宋体" panose="02010600030101010101" pitchFamily="2" charset="-122"/>
                    </a:rPr>
                    <a:t>-</a:t>
                  </a:r>
                  <a:endParaRPr lang="en-US" altLang="zh-CN" b="0" dirty="0">
                    <a:solidFill>
                      <a:schemeClr val="bg1"/>
                    </a:solidFill>
                    <a:latin typeface="宋体" panose="02010600030101010101" pitchFamily="2" charset="-122"/>
                    <a:ea typeface="宋体" panose="02010600030101010101" pitchFamily="2" charset="-122"/>
                  </a:endParaRPr>
                </a:p>
              </p:txBody>
            </p:sp>
          </p:grpSp>
        </p:grpSp>
        <p:sp>
          <p:nvSpPr>
            <p:cNvPr id="22572" name="Rectangle 198"/>
            <p:cNvSpPr/>
            <p:nvPr/>
          </p:nvSpPr>
          <p:spPr>
            <a:xfrm>
              <a:off x="5710" y="3813"/>
              <a:ext cx="8211" cy="2835"/>
            </a:xfrm>
            <a:prstGeom prst="rect">
              <a:avLst/>
            </a:prstGeom>
            <a:solidFill>
              <a:schemeClr val="bg2"/>
            </a:solidFill>
            <a:ln w="9525">
              <a:noFill/>
            </a:ln>
          </p:spPr>
          <p:txBody>
            <a:bodyPr wrap="none" anchor="ctr" anchorCtr="0"/>
            <a:p>
              <a:endParaRPr lang="zh-CN" altLang="en-US" dirty="0">
                <a:solidFill>
                  <a:schemeClr val="tx1"/>
                </a:solidFill>
                <a:latin typeface="Arial" panose="020B0604020202020204" pitchFamily="34" charset="0"/>
              </a:endParaRPr>
            </a:p>
          </p:txBody>
        </p:sp>
        <p:sp>
          <p:nvSpPr>
            <p:cNvPr id="22574" name="Line 200"/>
            <p:cNvSpPr/>
            <p:nvPr/>
          </p:nvSpPr>
          <p:spPr bwMode="auto">
            <a:xfrm>
              <a:off x="11620" y="4265"/>
              <a:ext cx="0" cy="193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22575" name="Line 201"/>
            <p:cNvSpPr/>
            <p:nvPr/>
          </p:nvSpPr>
          <p:spPr bwMode="auto">
            <a:xfrm>
              <a:off x="6858" y="4265"/>
              <a:ext cx="4763"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22576" name="Line 202"/>
            <p:cNvSpPr/>
            <p:nvPr/>
          </p:nvSpPr>
          <p:spPr bwMode="auto">
            <a:xfrm>
              <a:off x="6858" y="6193"/>
              <a:ext cx="4763"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22577" name="Text Box 203"/>
            <p:cNvSpPr txBox="1"/>
            <p:nvPr/>
          </p:nvSpPr>
          <p:spPr>
            <a:xfrm>
              <a:off x="8900" y="5173"/>
              <a:ext cx="1020" cy="725"/>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5</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22578" name="Text Box 204"/>
            <p:cNvSpPr txBox="1"/>
            <p:nvPr/>
          </p:nvSpPr>
          <p:spPr>
            <a:xfrm>
              <a:off x="12075" y="4945"/>
              <a:ext cx="625" cy="725"/>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仿宋_GB2312" pitchFamily="49" charset="-122"/>
                </a:rPr>
                <a:t>U</a:t>
              </a:r>
              <a:endParaRPr lang="en-US" altLang="zh-CN" b="0" i="1" dirty="0">
                <a:solidFill>
                  <a:schemeClr val="tx1"/>
                </a:solidFill>
                <a:latin typeface="Times New Roman" panose="02020603050405020304" pitchFamily="18" charset="0"/>
                <a:ea typeface="仿宋_GB2312" pitchFamily="49" charset="-122"/>
              </a:endParaRPr>
            </a:p>
          </p:txBody>
        </p:sp>
        <p:sp>
          <p:nvSpPr>
            <p:cNvPr id="22579" name="Text Box 205"/>
            <p:cNvSpPr txBox="1"/>
            <p:nvPr/>
          </p:nvSpPr>
          <p:spPr>
            <a:xfrm>
              <a:off x="11735" y="4265"/>
              <a:ext cx="680" cy="725"/>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a:t>
              </a:r>
              <a:endParaRPr lang="en-US" altLang="zh-CN" b="0" dirty="0">
                <a:solidFill>
                  <a:schemeClr val="tx1"/>
                </a:solidFill>
                <a:latin typeface="Times New Roman" panose="02020603050405020304" pitchFamily="18" charset="0"/>
                <a:ea typeface="仿宋_GB2312" pitchFamily="49" charset="-122"/>
              </a:endParaRPr>
            </a:p>
          </p:txBody>
        </p:sp>
        <p:sp>
          <p:nvSpPr>
            <p:cNvPr id="22580" name="Text Box 206"/>
            <p:cNvSpPr txBox="1"/>
            <p:nvPr/>
          </p:nvSpPr>
          <p:spPr>
            <a:xfrm>
              <a:off x="11735" y="5625"/>
              <a:ext cx="680" cy="725"/>
            </a:xfrm>
            <a:prstGeom prst="rect">
              <a:avLst/>
            </a:prstGeom>
            <a:noFill/>
            <a:ln w="9525">
              <a:noFill/>
            </a:ln>
          </p:spPr>
          <p:txBody>
            <a:bodyPr>
              <a:spAutoFit/>
            </a:bodyPr>
            <a:p>
              <a:pPr>
                <a:spcBef>
                  <a:spcPct val="50000"/>
                </a:spcBef>
              </a:pPr>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22581" name="Line 207"/>
            <p:cNvSpPr/>
            <p:nvPr/>
          </p:nvSpPr>
          <p:spPr>
            <a:xfrm flipV="1">
              <a:off x="11620" y="4380"/>
              <a:ext cx="0" cy="68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22582" name="Text Box 208"/>
            <p:cNvSpPr txBox="1"/>
            <p:nvPr/>
          </p:nvSpPr>
          <p:spPr>
            <a:xfrm>
              <a:off x="10616" y="4167"/>
              <a:ext cx="934" cy="725"/>
            </a:xfrm>
            <a:prstGeom prst="rect">
              <a:avLst/>
            </a:prstGeom>
            <a:noFill/>
            <a:ln w="9525">
              <a:noFill/>
            </a:ln>
          </p:spPr>
          <p:txBody>
            <a:bodyPr wrap="square">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1A</a:t>
              </a:r>
              <a:endParaRPr lang="en-US" altLang="zh-CN" b="0" dirty="0">
                <a:solidFill>
                  <a:schemeClr val="tx1"/>
                </a:solidFill>
                <a:latin typeface="Times New Roman" panose="02020603050405020304" pitchFamily="18" charset="0"/>
                <a:ea typeface="仿宋_GB2312" pitchFamily="49" charset="-122"/>
              </a:endParaRPr>
            </a:p>
          </p:txBody>
        </p:sp>
        <p:sp>
          <p:nvSpPr>
            <p:cNvPr id="22583" name="Rectangle 209"/>
            <p:cNvSpPr/>
            <p:nvPr/>
          </p:nvSpPr>
          <p:spPr bwMode="auto">
            <a:xfrm>
              <a:off x="9013" y="6010"/>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2585" name="Line 213"/>
            <p:cNvSpPr/>
            <p:nvPr/>
          </p:nvSpPr>
          <p:spPr bwMode="auto">
            <a:xfrm>
              <a:off x="6858" y="4265"/>
              <a:ext cx="0" cy="1928"/>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22586" name="Rectangle 214"/>
            <p:cNvSpPr/>
            <p:nvPr/>
          </p:nvSpPr>
          <p:spPr bwMode="auto">
            <a:xfrm>
              <a:off x="8785" y="4097"/>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2587" name="Text Box 215"/>
            <p:cNvSpPr txBox="1"/>
            <p:nvPr/>
          </p:nvSpPr>
          <p:spPr>
            <a:xfrm>
              <a:off x="8673" y="4340"/>
              <a:ext cx="1020" cy="725"/>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2</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22588" name="Text Box 216"/>
            <p:cNvSpPr txBox="1"/>
            <p:nvPr/>
          </p:nvSpPr>
          <p:spPr>
            <a:xfrm>
              <a:off x="7313" y="4833"/>
              <a:ext cx="1020" cy="725"/>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4V</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22589" name="Text Box 217"/>
            <p:cNvSpPr txBox="1"/>
            <p:nvPr/>
          </p:nvSpPr>
          <p:spPr>
            <a:xfrm>
              <a:off x="7085" y="4153"/>
              <a:ext cx="680" cy="725"/>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a:t>
              </a:r>
              <a:endParaRPr lang="en-US" altLang="zh-CN" b="0" dirty="0">
                <a:solidFill>
                  <a:schemeClr val="tx1"/>
                </a:solidFill>
                <a:latin typeface="Times New Roman" panose="02020603050405020304" pitchFamily="18" charset="0"/>
                <a:ea typeface="仿宋_GB2312" pitchFamily="49" charset="-122"/>
              </a:endParaRPr>
            </a:p>
          </p:txBody>
        </p:sp>
        <p:sp>
          <p:nvSpPr>
            <p:cNvPr id="22590" name="Text Box 218"/>
            <p:cNvSpPr txBox="1"/>
            <p:nvPr/>
          </p:nvSpPr>
          <p:spPr>
            <a:xfrm>
              <a:off x="6858" y="5513"/>
              <a:ext cx="680" cy="725"/>
            </a:xfrm>
            <a:prstGeom prst="rect">
              <a:avLst/>
            </a:prstGeom>
            <a:noFill/>
            <a:ln w="9525">
              <a:noFill/>
            </a:ln>
          </p:spPr>
          <p:txBody>
            <a:bodyPr>
              <a:spAutoFit/>
            </a:bodyPr>
            <a:p>
              <a:pPr>
                <a:spcBef>
                  <a:spcPct val="50000"/>
                </a:spcBef>
              </a:pPr>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grpSp>
          <p:nvGrpSpPr>
            <p:cNvPr id="79" name="组合 78"/>
            <p:cNvGrpSpPr/>
            <p:nvPr/>
          </p:nvGrpSpPr>
          <p:grpSpPr>
            <a:xfrm>
              <a:off x="6424" y="4743"/>
              <a:ext cx="908" cy="908"/>
              <a:chOff x="498436" y="3720552"/>
              <a:chExt cx="432197" cy="432197"/>
            </a:xfrm>
            <a:solidFill>
              <a:schemeClr val="accent6">
                <a:lumMod val="40000"/>
                <a:lumOff val="60000"/>
              </a:schemeClr>
            </a:solidFill>
          </p:grpSpPr>
          <p:sp>
            <p:nvSpPr>
              <p:cNvPr id="80" name="Oval 953"/>
              <p:cNvSpPr>
                <a:spLocks noChangeArrowheads="1"/>
              </p:cNvSpPr>
              <p:nvPr/>
            </p:nvSpPr>
            <p:spPr bwMode="auto">
              <a:xfrm>
                <a:off x="498436"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81" name="直接连接符 80"/>
              <p:cNvCxnSpPr>
                <a:stCxn id="80" idx="0"/>
                <a:endCxn id="80" idx="4"/>
              </p:cNvCxnSpPr>
              <p:nvPr/>
            </p:nvCxnSpPr>
            <p:spPr>
              <a:xfrm>
                <a:off x="714535"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3" name="组合 72"/>
            <p:cNvGrpSpPr/>
            <p:nvPr/>
          </p:nvGrpSpPr>
          <p:grpSpPr>
            <a:xfrm>
              <a:off x="11167" y="4922"/>
              <a:ext cx="908" cy="908"/>
              <a:chOff x="5907581" y="4495572"/>
              <a:chExt cx="576263" cy="576263"/>
            </a:xfrm>
          </p:grpSpPr>
          <p:sp>
            <p:nvSpPr>
              <p:cNvPr id="74"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75" name="直接连接符 74"/>
              <p:cNvCxnSpPr>
                <a:stCxn id="74" idx="4"/>
                <a:endCxn id="74"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wipe(left)">
                                      <p:cBhvr>
                                        <p:cTn id="7" dur="500"/>
                                        <p:tgtEl>
                                          <p:spTgt spid="6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wipe(left)">
                                      <p:cBhvr>
                                        <p:cTn id="12" dur="500"/>
                                        <p:tgtEl>
                                          <p:spTgt spid="51"/>
                                        </p:tgtEl>
                                      </p:cBhvr>
                                    </p:animEffect>
                                  </p:childTnLst>
                                </p:cTn>
                              </p:par>
                            </p:childTnLst>
                          </p:cTn>
                        </p:par>
                      </p:childTnLst>
                    </p:cTn>
                  </p:par>
                  <p:par>
                    <p:cTn id="13" fill="hold">
                      <p:stCondLst>
                        <p:cond delay="indefinite"/>
                      </p:stCondLst>
                      <p:childTnLst>
                        <p:par>
                          <p:cTn id="14" fill="hold">
                            <p:stCondLst>
                              <p:cond delay="0"/>
                            </p:stCondLst>
                            <p:childTnLst>
                              <p:par>
                                <p:cTn id="15" presetID="15"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1000" fill="hold"/>
                                        <p:tgtEl>
                                          <p:spTgt spid="5"/>
                                        </p:tgtEl>
                                        <p:attrNameLst>
                                          <p:attrName>ppt_w</p:attrName>
                                        </p:attrNameLst>
                                      </p:cBhvr>
                                      <p:tavLst>
                                        <p:tav tm="0">
                                          <p:val>
                                            <p:fltVal val="0"/>
                                          </p:val>
                                        </p:tav>
                                        <p:tav tm="100000">
                                          <p:val>
                                            <p:strVal val="#ppt_w"/>
                                          </p:val>
                                        </p:tav>
                                      </p:tavLst>
                                    </p:anim>
                                    <p:anim calcmode="lin" valueType="num">
                                      <p:cBhvr>
                                        <p:cTn id="18" dur="1000" fill="hold"/>
                                        <p:tgtEl>
                                          <p:spTgt spid="5"/>
                                        </p:tgtEl>
                                        <p:attrNameLst>
                                          <p:attrName>ppt_h</p:attrName>
                                        </p:attrNameLst>
                                      </p:cBhvr>
                                      <p:tavLst>
                                        <p:tav tm="0">
                                          <p:val>
                                            <p:fltVal val="0"/>
                                          </p:val>
                                        </p:tav>
                                        <p:tav tm="100000">
                                          <p:val>
                                            <p:strVal val="#ppt_h"/>
                                          </p:val>
                                        </p:tav>
                                      </p:tavLst>
                                    </p:anim>
                                    <p:anim calcmode="lin" valueType="num">
                                      <p:cBhvr>
                                        <p:cTn id="19" dur="1000" fill="hold"/>
                                        <p:tgtEl>
                                          <p:spTgt spid="5"/>
                                        </p:tgtEl>
                                        <p:attrNameLst>
                                          <p:attrName>ppt_x</p:attrName>
                                        </p:attrNameLst>
                                      </p:cBhvr>
                                      <p:tavLst>
                                        <p:tav tm="0" fmla="#ppt_x+(cos(-2*pi*(1-$))*-#ppt_x-sin(-2*pi*(1-$))*(1-#ppt_y))*(1-$)">
                                          <p:val>
                                            <p:fltVal val="0"/>
                                          </p:val>
                                        </p:tav>
                                        <p:tav tm="100000">
                                          <p:val>
                                            <p:fltVal val="1"/>
                                          </p:val>
                                        </p:tav>
                                      </p:tavLst>
                                    </p:anim>
                                    <p:anim calcmode="lin" valueType="num">
                                      <p:cBhvr>
                                        <p:cTn id="20" dur="1000" fill="hold"/>
                                        <p:tgtEl>
                                          <p:spTgt spid="5"/>
                                        </p:tgtEl>
                                        <p:attrNameLst>
                                          <p:attrName>ppt_y</p:attrName>
                                        </p:attrNameLst>
                                      </p:cBhvr>
                                      <p:tavLst>
                                        <p:tav tm="0" fmla="#ppt_y+(sin(-2*pi*(1-$))*-#ppt_x+cos(-2*pi*(1-$))*(1-#ppt_y))*(1-$)">
                                          <p:val>
                                            <p:fltVal val="0"/>
                                          </p:val>
                                        </p:tav>
                                        <p:tav tm="100000">
                                          <p:val>
                                            <p:fltVal val="1"/>
                                          </p:val>
                                        </p:tav>
                                      </p:tavLst>
                                    </p:anim>
                                  </p:childTnLst>
                                </p:cTn>
                              </p:par>
                            </p:childTnLst>
                          </p:cTn>
                        </p:par>
                        <p:par>
                          <p:cTn id="21" fill="hold">
                            <p:stCondLst>
                              <p:cond delay="1000"/>
                            </p:stCondLst>
                            <p:childTnLst>
                              <p:par>
                                <p:cTn id="22" presetID="2" presetClass="entr" presetSubtype="4" fill="hold" grpId="0" nodeType="afterEffect">
                                  <p:stCondLst>
                                    <p:cond delay="0"/>
                                  </p:stCondLst>
                                  <p:childTnLst>
                                    <p:set>
                                      <p:cBhvr>
                                        <p:cTn id="23" dur="1" fill="hold">
                                          <p:stCondLst>
                                            <p:cond delay="0"/>
                                          </p:stCondLst>
                                        </p:cTn>
                                        <p:tgtEl>
                                          <p:spTgt spid="33833"/>
                                        </p:tgtEl>
                                        <p:attrNameLst>
                                          <p:attrName>style.visibility</p:attrName>
                                        </p:attrNameLst>
                                      </p:cBhvr>
                                      <p:to>
                                        <p:strVal val="visible"/>
                                      </p:to>
                                    </p:set>
                                    <p:anim calcmode="lin" valueType="num">
                                      <p:cBhvr additive="base">
                                        <p:cTn id="24" dur="500" fill="hold"/>
                                        <p:tgtEl>
                                          <p:spTgt spid="33833"/>
                                        </p:tgtEl>
                                        <p:attrNameLst>
                                          <p:attrName>ppt_x</p:attrName>
                                        </p:attrNameLst>
                                      </p:cBhvr>
                                      <p:tavLst>
                                        <p:tav tm="0">
                                          <p:val>
                                            <p:strVal val="#ppt_x"/>
                                          </p:val>
                                        </p:tav>
                                        <p:tav tm="100000">
                                          <p:val>
                                            <p:strVal val="#ppt_x"/>
                                          </p:val>
                                        </p:tav>
                                      </p:tavLst>
                                    </p:anim>
                                    <p:anim calcmode="lin" valueType="num">
                                      <p:cBhvr additive="base">
                                        <p:cTn id="25" dur="500" fill="hold"/>
                                        <p:tgtEl>
                                          <p:spTgt spid="33833"/>
                                        </p:tgtEl>
                                        <p:attrNameLst>
                                          <p:attrName>ppt_y</p:attrName>
                                        </p:attrNameLst>
                                      </p:cBhvr>
                                      <p:tavLst>
                                        <p:tav tm="0">
                                          <p:val>
                                            <p:strVal val="1+#ppt_h/2"/>
                                          </p:val>
                                        </p:tav>
                                        <p:tav tm="100000">
                                          <p:val>
                                            <p:strVal val="#ppt_y"/>
                                          </p:val>
                                        </p:tav>
                                      </p:tavLst>
                                    </p:anim>
                                  </p:childTnLst>
                                </p:cTn>
                              </p:par>
                            </p:childTnLst>
                          </p:cTn>
                        </p:par>
                        <p:par>
                          <p:cTn id="26" fill="hold">
                            <p:stCondLst>
                              <p:cond delay="1500"/>
                            </p:stCondLst>
                            <p:childTnLst>
                              <p:par>
                                <p:cTn id="27" presetID="22" presetClass="entr" presetSubtype="8" fill="hold" nodeType="afterEffect">
                                  <p:stCondLst>
                                    <p:cond delay="0"/>
                                  </p:stCondLst>
                                  <p:childTnLst>
                                    <p:set>
                                      <p:cBhvr>
                                        <p:cTn id="28" dur="1" fill="hold">
                                          <p:stCondLst>
                                            <p:cond delay="0"/>
                                          </p:stCondLst>
                                        </p:cTn>
                                        <p:tgtEl>
                                          <p:spTgt spid="76"/>
                                        </p:tgtEl>
                                        <p:attrNameLst>
                                          <p:attrName>style.visibility</p:attrName>
                                        </p:attrNameLst>
                                      </p:cBhvr>
                                      <p:to>
                                        <p:strVal val="visible"/>
                                      </p:to>
                                    </p:set>
                                    <p:animEffect transition="in" filter="wipe(left)">
                                      <p:cBhvr>
                                        <p:cTn id="29" dur="500"/>
                                        <p:tgtEl>
                                          <p:spTgt spid="76"/>
                                        </p:tgtEl>
                                      </p:cBhvr>
                                    </p:animEffect>
                                  </p:childTnLst>
                                </p:cTn>
                              </p:par>
                            </p:childTnLst>
                          </p:cTn>
                        </p:par>
                        <p:par>
                          <p:cTn id="30" fill="hold">
                            <p:stCondLst>
                              <p:cond delay="2000"/>
                            </p:stCondLst>
                            <p:childTnLst>
                              <p:par>
                                <p:cTn id="31" presetID="22" presetClass="entr" presetSubtype="8" fill="hold" nodeType="afterEffect">
                                  <p:stCondLst>
                                    <p:cond delay="0"/>
                                  </p:stCondLst>
                                  <p:childTnLst>
                                    <p:set>
                                      <p:cBhvr>
                                        <p:cTn id="32" dur="2000" fill="hold">
                                          <p:stCondLst>
                                            <p:cond delay="0"/>
                                          </p:stCondLst>
                                        </p:cTn>
                                        <p:tgtEl>
                                          <p:spTgt spid="61"/>
                                        </p:tgtEl>
                                        <p:attrNameLst>
                                          <p:attrName>style.visibility</p:attrName>
                                        </p:attrNameLst>
                                      </p:cBhvr>
                                      <p:to>
                                        <p:strVal val="visible"/>
                                      </p:to>
                                    </p:set>
                                    <p:animEffect transition="in" filter="wipe(left)">
                                      <p:cBhvr>
                                        <p:cTn id="33" dur="2000"/>
                                        <p:tgtEl>
                                          <p:spTgt spid="61"/>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82"/>
                                        </p:tgtEl>
                                        <p:attrNameLst>
                                          <p:attrName>style.visibility</p:attrName>
                                        </p:attrNameLst>
                                      </p:cBhvr>
                                      <p:to>
                                        <p:strVal val="visible"/>
                                      </p:to>
                                    </p:set>
                                  </p:childTnLst>
                                </p:cTn>
                              </p:par>
                            </p:childTnLst>
                          </p:cTn>
                        </p:par>
                        <p:par>
                          <p:cTn id="38" fill="hold">
                            <p:stCondLst>
                              <p:cond delay="0"/>
                            </p:stCondLst>
                            <p:childTnLst>
                              <p:par>
                                <p:cTn id="39" presetID="22" presetClass="entr" presetSubtype="8" fill="hold" nodeType="afterEffect">
                                  <p:stCondLst>
                                    <p:cond delay="0"/>
                                  </p:stCondLst>
                                  <p:childTnLst>
                                    <p:set>
                                      <p:cBhvr>
                                        <p:cTn id="40" dur="2000" fill="hold">
                                          <p:stCondLst>
                                            <p:cond delay="0"/>
                                          </p:stCondLst>
                                        </p:cTn>
                                        <p:tgtEl>
                                          <p:spTgt spid="68"/>
                                        </p:tgtEl>
                                        <p:attrNameLst>
                                          <p:attrName>style.visibility</p:attrName>
                                        </p:attrNameLst>
                                      </p:cBhvr>
                                      <p:to>
                                        <p:strVal val="visible"/>
                                      </p:to>
                                    </p:set>
                                    <p:animEffect transition="in" filter="wipe(left)">
                                      <p:cBhvr>
                                        <p:cTn id="41" dur="2000"/>
                                        <p:tgtEl>
                                          <p:spTgt spid="68"/>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83"/>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2000" fill="hold">
                                          <p:stCondLst>
                                            <p:cond delay="0"/>
                                          </p:stCondLst>
                                        </p:cTn>
                                        <p:tgtEl>
                                          <p:spTgt spid="69"/>
                                        </p:tgtEl>
                                        <p:attrNameLst>
                                          <p:attrName>style.visibility</p:attrName>
                                        </p:attrNameLst>
                                      </p:cBhvr>
                                      <p:to>
                                        <p:strVal val="visible"/>
                                      </p:to>
                                    </p:set>
                                    <p:animEffect transition="in" filter="wipe(left)">
                                      <p:cBhvr>
                                        <p:cTn id="50" dur="2000"/>
                                        <p:tgtEl>
                                          <p:spTgt spid="69"/>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wipe(down)">
                                      <p:cBhvr>
                                        <p:cTn id="55" dur="500"/>
                                        <p:tgtEl>
                                          <p:spTgt spid="10"/>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nodeType="clickEffect">
                                  <p:stCondLst>
                                    <p:cond delay="0"/>
                                  </p:stCondLst>
                                  <p:childTnLst>
                                    <p:set>
                                      <p:cBhvr>
                                        <p:cTn id="59" dur="1" fill="hold">
                                          <p:stCondLst>
                                            <p:cond delay="0"/>
                                          </p:stCondLst>
                                        </p:cTn>
                                        <p:tgtEl>
                                          <p:spTgt spid="13"/>
                                        </p:tgtEl>
                                        <p:attrNameLst>
                                          <p:attrName>style.visibility</p:attrName>
                                        </p:attrNameLst>
                                      </p:cBhvr>
                                      <p:to>
                                        <p:strVal val="visible"/>
                                      </p:to>
                                    </p:set>
                                    <p:animEffect transition="in" filter="wipe(down)">
                                      <p:cBhvr>
                                        <p:cTn id="60" dur="500"/>
                                        <p:tgtEl>
                                          <p:spTgt spid="13"/>
                                        </p:tgtEl>
                                      </p:cBhvr>
                                    </p:animEffect>
                                  </p:childTnLst>
                                </p:cTn>
                              </p:par>
                            </p:childTnLst>
                          </p:cTn>
                        </p:par>
                      </p:childTnLst>
                    </p:cTn>
                  </p:par>
                  <p:par>
                    <p:cTn id="61" fill="hold">
                      <p:stCondLst>
                        <p:cond delay="indefinite"/>
                      </p:stCondLst>
                      <p:childTnLst>
                        <p:par>
                          <p:cTn id="62" fill="hold">
                            <p:stCondLst>
                              <p:cond delay="0"/>
                            </p:stCondLst>
                            <p:childTnLst>
                              <p:par>
                                <p:cTn id="63" presetID="12" presetClass="entr" presetSubtype="8" fill="hold" nodeType="clickEffect">
                                  <p:stCondLst>
                                    <p:cond delay="0"/>
                                  </p:stCondLst>
                                  <p:childTnLst>
                                    <p:set>
                                      <p:cBhvr>
                                        <p:cTn id="64" dur="1" fill="hold">
                                          <p:stCondLst>
                                            <p:cond delay="0"/>
                                          </p:stCondLst>
                                        </p:cTn>
                                        <p:tgtEl>
                                          <p:spTgt spid="33875"/>
                                        </p:tgtEl>
                                        <p:attrNameLst>
                                          <p:attrName>style.visibility</p:attrName>
                                        </p:attrNameLst>
                                      </p:cBhvr>
                                      <p:to>
                                        <p:strVal val="visible"/>
                                      </p:to>
                                    </p:set>
                                    <p:animEffect transition="in" filter="slide(fromLeft)">
                                      <p:cBhvr>
                                        <p:cTn id="65" dur="500"/>
                                        <p:tgtEl>
                                          <p:spTgt spid="33875"/>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77"/>
                                        </p:tgtEl>
                                        <p:attrNameLst>
                                          <p:attrName>style.visibility</p:attrName>
                                        </p:attrNameLst>
                                      </p:cBhvr>
                                      <p:to>
                                        <p:strVal val="visible"/>
                                      </p:to>
                                    </p:set>
                                    <p:animEffect transition="in" filter="wipe(left)">
                                      <p:cBhvr>
                                        <p:cTn id="70" dur="500"/>
                                        <p:tgtEl>
                                          <p:spTgt spid="77"/>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4" fill="hold" nodeType="clickEffect">
                                  <p:stCondLst>
                                    <p:cond delay="0"/>
                                  </p:stCondLst>
                                  <p:childTnLst>
                                    <p:set>
                                      <p:cBhvr>
                                        <p:cTn id="74" dur="1" fill="hold">
                                          <p:stCondLst>
                                            <p:cond delay="0"/>
                                          </p:stCondLst>
                                        </p:cTn>
                                        <p:tgtEl>
                                          <p:spTgt spid="9"/>
                                        </p:tgtEl>
                                        <p:attrNameLst>
                                          <p:attrName>style.visibility</p:attrName>
                                        </p:attrNameLst>
                                      </p:cBhvr>
                                      <p:to>
                                        <p:strVal val="visible"/>
                                      </p:to>
                                    </p:set>
                                    <p:animEffect transition="in" filter="wipe(down)">
                                      <p:cBhvr>
                                        <p:cTn id="75" dur="500"/>
                                        <p:tgtEl>
                                          <p:spTgt spid="9"/>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4" fill="hold" nodeType="clickEffect">
                                  <p:stCondLst>
                                    <p:cond delay="0"/>
                                  </p:stCondLst>
                                  <p:childTnLst>
                                    <p:set>
                                      <p:cBhvr>
                                        <p:cTn id="79" dur="1" fill="hold">
                                          <p:stCondLst>
                                            <p:cond delay="0"/>
                                          </p:stCondLst>
                                        </p:cTn>
                                        <p:tgtEl>
                                          <p:spTgt spid="17"/>
                                        </p:tgtEl>
                                        <p:attrNameLst>
                                          <p:attrName>style.visibility</p:attrName>
                                        </p:attrNameLst>
                                      </p:cBhvr>
                                      <p:to>
                                        <p:strVal val="visible"/>
                                      </p:to>
                                    </p:set>
                                    <p:animEffect transition="in" filter="wipe(down)">
                                      <p:cBhvr>
                                        <p:cTn id="8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33" grpId="0"/>
      <p:bldP spid="5" grpId="0" bldLvl="0" animBg="1"/>
      <p:bldP spid="10"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4-3 戴维南定理和诺顿定理</a:t>
            </a:r>
            <a:endParaRPr lang="zh-CN" altLang="en-US"/>
          </a:p>
        </p:txBody>
      </p:sp>
      <p:sp>
        <p:nvSpPr>
          <p:cNvPr id="70660" name="Text Box 4"/>
          <p:cNvSpPr txBox="1"/>
          <p:nvPr/>
        </p:nvSpPr>
        <p:spPr>
          <a:xfrm>
            <a:off x="539750" y="1230630"/>
            <a:ext cx="7910513" cy="1986280"/>
          </a:xfrm>
          <a:prstGeom prst="rect">
            <a:avLst/>
          </a:prstGeom>
          <a:noFill/>
          <a:ln w="9525">
            <a:noFill/>
          </a:ln>
        </p:spPr>
        <p:txBody>
          <a:bodyPr>
            <a:spAutoFit/>
          </a:bodyPr>
          <a:p>
            <a:pPr indent="571500" algn="just">
              <a:lnSpc>
                <a:spcPct val="110000"/>
              </a:lnSpc>
            </a:pPr>
            <a:r>
              <a:rPr kumimoji="1" lang="zh-CN" altLang="en-US" sz="2800" dirty="0" smtClean="0">
                <a:latin typeface="华文楷体" panose="02010600040101010101" pitchFamily="2" charset="-122"/>
                <a:ea typeface="华文楷体" panose="02010600040101010101" pitchFamily="2" charset="-122"/>
              </a:rPr>
              <a:t>任何一个含源线性一端口电路，对外电路来说，可以用一个电流源和电阻的并联组合来等效置换；电流源的电流等于该一端口的短路电流，电阻等于该一端口的输入电阻。</a:t>
            </a:r>
            <a:endParaRPr kumimoji="1" lang="zh-CN" altLang="en-US" sz="2800" dirty="0" smtClean="0">
              <a:latin typeface="华文楷体" panose="02010600040101010101" pitchFamily="2" charset="-122"/>
              <a:ea typeface="华文楷体" panose="02010600040101010101" pitchFamily="2" charset="-122"/>
            </a:endParaRPr>
          </a:p>
        </p:txBody>
      </p:sp>
      <p:sp>
        <p:nvSpPr>
          <p:cNvPr id="70661" name="Text Box 5"/>
          <p:cNvSpPr txBox="1"/>
          <p:nvPr/>
        </p:nvSpPr>
        <p:spPr>
          <a:xfrm>
            <a:off x="277813" y="669131"/>
            <a:ext cx="2665412" cy="583565"/>
          </a:xfrm>
          <a:prstGeom prst="rect">
            <a:avLst/>
          </a:prstGeom>
          <a:noFill/>
          <a:ln w="9525">
            <a:noFill/>
          </a:ln>
        </p:spPr>
        <p:txBody>
          <a:bodyPr anchor="ctr" anchorCtr="0">
            <a:spAutoFit/>
          </a:bodyPr>
          <a:p>
            <a:pPr algn="ctr">
              <a:spcBef>
                <a:spcPct val="50000"/>
              </a:spcBef>
            </a:pPr>
            <a:r>
              <a:rPr kumimoji="1" lang="zh-CN" altLang="en-US" sz="3200" b="1" dirty="0" smtClean="0">
                <a:solidFill>
                  <a:schemeClr val="accent2">
                    <a:lumMod val="75000"/>
                  </a:schemeClr>
                </a:solidFill>
                <a:latin typeface="Times New Roman" panose="02020603050405020304" pitchFamily="18" charset="0"/>
                <a:ea typeface="华文中宋" panose="02010600040101010101" pitchFamily="2" charset="-122"/>
              </a:rPr>
              <a:t>4. 诺顿定理</a:t>
            </a:r>
            <a:endParaRPr kumimoji="1" lang="zh-CN" altLang="en-US" sz="3200" b="1" dirty="0" smtClean="0">
              <a:solidFill>
                <a:schemeClr val="accent2">
                  <a:lumMod val="75000"/>
                </a:schemeClr>
              </a:solidFill>
              <a:latin typeface="Times New Roman" panose="02020603050405020304" pitchFamily="18" charset="0"/>
              <a:ea typeface="华文中宋" panose="02010600040101010101" pitchFamily="2" charset="-122"/>
            </a:endParaRPr>
          </a:p>
        </p:txBody>
      </p:sp>
      <p:sp>
        <p:nvSpPr>
          <p:cNvPr id="70662" name="Text Box 6"/>
          <p:cNvSpPr txBox="1"/>
          <p:nvPr/>
        </p:nvSpPr>
        <p:spPr>
          <a:xfrm>
            <a:off x="654050" y="5163503"/>
            <a:ext cx="8077200" cy="1512570"/>
          </a:xfrm>
          <a:prstGeom prst="rect">
            <a:avLst/>
          </a:prstGeom>
          <a:noFill/>
          <a:ln w="9525">
            <a:noFill/>
          </a:ln>
        </p:spPr>
        <p:txBody>
          <a:bodyPr anchor="ctr" anchorCtr="0">
            <a:spAutoFit/>
          </a:bodyPr>
          <a:p>
            <a:pPr indent="666750" algn="just">
              <a:lnSpc>
                <a:spcPct val="110000"/>
              </a:lnSpc>
              <a:spcBef>
                <a:spcPct val="50000"/>
              </a:spcBef>
            </a:pPr>
            <a:r>
              <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rPr>
              <a:t>一般情况，诺顿等效电路可由戴维南等效电路经电源等效变换得到。诺顿等效电路可采用与戴维南定理类似的方法证明。</a:t>
            </a:r>
            <a:endPar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0663" name="AutoShape 7"/>
          <p:cNvSpPr/>
          <p:nvPr/>
        </p:nvSpPr>
        <p:spPr>
          <a:xfrm>
            <a:off x="4716463" y="4008438"/>
            <a:ext cx="719137" cy="215900"/>
          </a:xfrm>
          <a:prstGeom prst="rightArrow">
            <a:avLst>
              <a:gd name="adj1" fmla="val 50000"/>
              <a:gd name="adj2" fmla="val 83272"/>
            </a:avLst>
          </a:prstGeom>
          <a:solidFill>
            <a:srgbClr val="00CCFF"/>
          </a:solidFill>
          <a:ln w="9525" cap="flat" cmpd="sng">
            <a:solidFill>
              <a:srgbClr val="00CC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grpSp>
        <p:nvGrpSpPr>
          <p:cNvPr id="3" name="组合 2"/>
          <p:cNvGrpSpPr/>
          <p:nvPr/>
        </p:nvGrpSpPr>
        <p:grpSpPr>
          <a:xfrm>
            <a:off x="1863725" y="3187065"/>
            <a:ext cx="2447925" cy="1791335"/>
            <a:chOff x="3573" y="4775"/>
            <a:chExt cx="3855" cy="2821"/>
          </a:xfrm>
        </p:grpSpPr>
        <p:sp>
          <p:nvSpPr>
            <p:cNvPr id="78879" name="Freeform 49"/>
            <p:cNvSpPr/>
            <p:nvPr/>
          </p:nvSpPr>
          <p:spPr bwMode="auto">
            <a:xfrm>
              <a:off x="5273" y="5280"/>
              <a:ext cx="1358" cy="3"/>
            </a:xfrm>
            <a:custGeom>
              <a:avLst/>
              <a:gdLst>
                <a:gd name="txL" fmla="*/ 0 w 528"/>
                <a:gd name="txT" fmla="*/ 0 h 1"/>
                <a:gd name="txR" fmla="*/ 528 w 528"/>
                <a:gd name="txB" fmla="*/ 1 h 1"/>
              </a:gdLst>
              <a:ahLst/>
              <a:cxnLst>
                <a:cxn ang="0">
                  <a:pos x="0" y="1"/>
                </a:cxn>
                <a:cxn ang="0">
                  <a:pos x="543" y="0"/>
                </a:cxn>
              </a:cxnLst>
              <a:rect l="txL" t="txT" r="txR" b="txB"/>
              <a:pathLst>
                <a:path w="528" h="1">
                  <a:moveTo>
                    <a:pt x="0" y="1"/>
                  </a:moveTo>
                  <a:lnTo>
                    <a:pt x="528" y="0"/>
                  </a:lnTo>
                </a:path>
              </a:pathLst>
            </a:cu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78880" name="Freeform 50"/>
            <p:cNvSpPr/>
            <p:nvPr/>
          </p:nvSpPr>
          <p:spPr bwMode="auto">
            <a:xfrm>
              <a:off x="5283" y="7218"/>
              <a:ext cx="1325" cy="3"/>
            </a:xfrm>
            <a:custGeom>
              <a:avLst/>
              <a:gdLst>
                <a:gd name="txL" fmla="*/ 0 w 516"/>
                <a:gd name="txT" fmla="*/ 0 h 1"/>
                <a:gd name="txR" fmla="*/ 516 w 516"/>
                <a:gd name="txB" fmla="*/ 1 h 1"/>
              </a:gdLst>
              <a:ahLst/>
              <a:cxnLst>
                <a:cxn ang="0">
                  <a:pos x="0" y="0"/>
                </a:cxn>
                <a:cxn ang="0">
                  <a:pos x="530" y="0"/>
                </a:cxn>
              </a:cxnLst>
              <a:rect l="txL" t="txT" r="txR" b="txB"/>
              <a:pathLst>
                <a:path w="516" h="1">
                  <a:moveTo>
                    <a:pt x="0" y="0"/>
                  </a:moveTo>
                  <a:lnTo>
                    <a:pt x="516" y="0"/>
                  </a:lnTo>
                </a:path>
              </a:pathLst>
            </a:cu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78881" name="Line 51"/>
            <p:cNvSpPr/>
            <p:nvPr/>
          </p:nvSpPr>
          <p:spPr>
            <a:xfrm>
              <a:off x="5500" y="5288"/>
              <a:ext cx="863"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78882" name="Oval 52"/>
            <p:cNvSpPr/>
            <p:nvPr/>
          </p:nvSpPr>
          <p:spPr bwMode="auto">
            <a:xfrm>
              <a:off x="6625" y="5183"/>
              <a:ext cx="173" cy="190"/>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78883" name="Oval 53"/>
            <p:cNvSpPr/>
            <p:nvPr/>
          </p:nvSpPr>
          <p:spPr bwMode="auto">
            <a:xfrm>
              <a:off x="6625" y="7128"/>
              <a:ext cx="173" cy="190"/>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78884" name="Text Box 54"/>
            <p:cNvSpPr txBox="1"/>
            <p:nvPr/>
          </p:nvSpPr>
          <p:spPr>
            <a:xfrm>
              <a:off x="6860" y="4775"/>
              <a:ext cx="538" cy="818"/>
            </a:xfrm>
            <a:prstGeom prst="rect">
              <a:avLst/>
            </a:prstGeom>
            <a:noFill/>
            <a:ln w="9525">
              <a:noFill/>
            </a:ln>
          </p:spPr>
          <p:txBody>
            <a:bodyPr wrap="none" anchor="ctr" anchorCtr="0">
              <a:spAutoFit/>
            </a:bodyPr>
            <a:p>
              <a:pPr algn="ct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8885" name="Text Box 55"/>
            <p:cNvSpPr txBox="1"/>
            <p:nvPr/>
          </p:nvSpPr>
          <p:spPr>
            <a:xfrm>
              <a:off x="6858" y="6778"/>
              <a:ext cx="570" cy="818"/>
            </a:xfrm>
            <a:prstGeom prst="rect">
              <a:avLst/>
            </a:prstGeom>
            <a:noFill/>
            <a:ln w="9525">
              <a:noFill/>
            </a:ln>
          </p:spPr>
          <p:txBody>
            <a:bodyPr wrap="none" anchor="ctr" anchorCtr="0">
              <a:spAutoFit/>
            </a:bodyPr>
            <a:p>
              <a:pPr algn="ct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8886" name="Text Box 56"/>
            <p:cNvSpPr txBox="1"/>
            <p:nvPr/>
          </p:nvSpPr>
          <p:spPr>
            <a:xfrm>
              <a:off x="5613" y="5209"/>
              <a:ext cx="445" cy="818"/>
            </a:xfrm>
            <a:prstGeom prst="rect">
              <a:avLst/>
            </a:prstGeom>
            <a:noFill/>
            <a:ln w="9525">
              <a:noFill/>
            </a:ln>
          </p:spPr>
          <p:txBody>
            <a:bodyPr wrap="none" anchor="ctr" anchorCtr="0">
              <a:spAutoFit/>
            </a:bodyPr>
            <a:p>
              <a:pPr algn="ct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78887" name="Text Box 57"/>
            <p:cNvSpPr txBox="1"/>
            <p:nvPr/>
          </p:nvSpPr>
          <p:spPr>
            <a:xfrm>
              <a:off x="6173" y="5978"/>
              <a:ext cx="570" cy="818"/>
            </a:xfrm>
            <a:prstGeom prst="rect">
              <a:avLst/>
            </a:prstGeom>
            <a:noFill/>
            <a:ln w="9525">
              <a:noFill/>
            </a:ln>
          </p:spPr>
          <p:txBody>
            <a:bodyPr wrap="none" anchor="ctr" anchorCtr="0">
              <a:spAutoFit/>
            </a:bodyPr>
            <a:p>
              <a:pPr algn="ctr" eaLnBrk="0" hangingPunct="0"/>
              <a:r>
                <a:rPr lang="en-US" altLang="zh-CN" b="0" i="1" dirty="0">
                  <a:solidFill>
                    <a:schemeClr val="tx1"/>
                  </a:solidFill>
                  <a:latin typeface="Times New Roman" panose="02020603050405020304" pitchFamily="18" charset="0"/>
                  <a:ea typeface="宋体" panose="02010600030101010101" pitchFamily="2" charset="-122"/>
                  <a:sym typeface="Symbol" panose="05050102010706020507" pitchFamily="18" charset="2"/>
                </a:rPr>
                <a:t>u</a:t>
              </a:r>
              <a:endParaRPr lang="en-US" altLang="zh-CN" b="0" i="1"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8888" name="Text Box 58"/>
            <p:cNvSpPr txBox="1"/>
            <p:nvPr/>
          </p:nvSpPr>
          <p:spPr>
            <a:xfrm>
              <a:off x="6185" y="5400"/>
              <a:ext cx="605" cy="818"/>
            </a:xfrm>
            <a:prstGeom prst="rect">
              <a:avLst/>
            </a:prstGeom>
            <a:noFill/>
            <a:ln w="9525">
              <a:noFill/>
            </a:ln>
          </p:spPr>
          <p:txBody>
            <a:bodyPr wrap="none" anchor="ctr" anchorCtr="0">
              <a:spAutoFit/>
            </a:bodyPr>
            <a:p>
              <a:pPr algn="ct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8889" name="Text Box 59"/>
            <p:cNvSpPr txBox="1"/>
            <p:nvPr/>
          </p:nvSpPr>
          <p:spPr>
            <a:xfrm>
              <a:off x="6180" y="6535"/>
              <a:ext cx="570" cy="818"/>
            </a:xfrm>
            <a:prstGeom prst="rect">
              <a:avLst/>
            </a:prstGeom>
            <a:noFill/>
            <a:ln w="9525">
              <a:noFill/>
            </a:ln>
          </p:spPr>
          <p:txBody>
            <a:bodyPr wrap="none" anchor="ctr" anchorCtr="0">
              <a:spAutoFit/>
            </a:bodyPr>
            <a:p>
              <a:pPr algn="ctr">
                <a:spcBef>
                  <a:spcPct val="50000"/>
                </a:spcBef>
              </a:pPr>
              <a:r>
                <a:rPr lang="en-US" altLang="zh-CN" b="0" dirty="0">
                  <a:solidFill>
                    <a:schemeClr val="tx1"/>
                  </a:solidFill>
                  <a:latin typeface="宋体" panose="02010600030101010101" pitchFamily="2" charset="-122"/>
                  <a:ea typeface="宋体" panose="02010600030101010101" pitchFamily="2" charset="-122"/>
                </a:rPr>
                <a:t>-</a:t>
              </a:r>
              <a:endParaRPr lang="en-US" altLang="zh-CN" b="0" dirty="0">
                <a:solidFill>
                  <a:schemeClr val="tx1"/>
                </a:solidFill>
                <a:latin typeface="宋体" panose="02010600030101010101" pitchFamily="2" charset="-122"/>
                <a:ea typeface="宋体" panose="02010600030101010101" pitchFamily="2" charset="-122"/>
              </a:endParaRPr>
            </a:p>
          </p:txBody>
        </p:sp>
        <p:sp>
          <p:nvSpPr>
            <p:cNvPr id="70716" name="Rectangle 60"/>
            <p:cNvSpPr>
              <a:spLocks noChangeArrowheads="1"/>
            </p:cNvSpPr>
            <p:nvPr/>
          </p:nvSpPr>
          <p:spPr bwMode="auto">
            <a:xfrm>
              <a:off x="3573" y="4970"/>
              <a:ext cx="1700" cy="2575"/>
            </a:xfrm>
            <a:prstGeom prst="rect">
              <a:avLst/>
            </a:prstGeom>
            <a:solidFill>
              <a:schemeClr val="tx2">
                <a:lumMod val="20000"/>
                <a:lumOff val="80000"/>
              </a:schemeClr>
            </a:solidFill>
            <a:ln w="28575">
              <a:noFill/>
              <a:miter lim="800000"/>
            </a:ln>
            <a:effectLst/>
          </p:spPr>
          <p:txBody>
            <a:bodyPr wrap="none" anchor="ctr"/>
            <a:p>
              <a:pPr algn="ctr">
                <a:buNone/>
              </a:pPr>
              <a:r>
                <a:rPr lang="en-US" altLang="zh-CN" sz="4400" b="0" dirty="0">
                  <a:solidFill>
                    <a:schemeClr val="tx1"/>
                  </a:solidFill>
                  <a:latin typeface="Times New Roman" panose="02020603050405020304" pitchFamily="18" charset="0"/>
                  <a:ea typeface="仿宋_GB2312" pitchFamily="49" charset="-122"/>
                </a:rPr>
                <a:t>A</a:t>
              </a:r>
              <a:endParaRPr lang="en-US" altLang="zh-CN" sz="4400" b="0" dirty="0">
                <a:solidFill>
                  <a:schemeClr val="tx1"/>
                </a:solidFill>
                <a:latin typeface="Times New Roman" panose="02020603050405020304" pitchFamily="18" charset="0"/>
                <a:ea typeface="仿宋_GB2312" pitchFamily="49" charset="-122"/>
              </a:endParaRPr>
            </a:p>
          </p:txBody>
        </p:sp>
      </p:grpSp>
      <p:grpSp>
        <p:nvGrpSpPr>
          <p:cNvPr id="11" name="组合 10"/>
          <p:cNvGrpSpPr/>
          <p:nvPr/>
        </p:nvGrpSpPr>
        <p:grpSpPr>
          <a:xfrm>
            <a:off x="182235" y="4729158"/>
            <a:ext cx="1469301" cy="596753"/>
            <a:chOff x="333345" y="3065118"/>
            <a:chExt cx="1469299" cy="596752"/>
          </a:xfrm>
        </p:grpSpPr>
        <p:sp>
          <p:nvSpPr>
            <p:cNvPr id="12" name="Text Box 47"/>
            <p:cNvSpPr txBox="1">
              <a:spLocks noChangeArrowheads="1"/>
            </p:cNvSpPr>
            <p:nvPr/>
          </p:nvSpPr>
          <p:spPr bwMode="auto">
            <a:xfrm>
              <a:off x="797242" y="3065118"/>
              <a:ext cx="1005402" cy="584774"/>
            </a:xfrm>
            <a:prstGeom prst="rect">
              <a:avLst/>
            </a:prstGeom>
            <a:noFill/>
            <a:ln w="9525">
              <a:noFill/>
              <a:miter lim="800000"/>
            </a:ln>
            <a:effectLst/>
          </p:spPr>
          <p:txBody>
            <a:bodyPr wrap="none">
              <a:spAutoFit/>
            </a:bodyPr>
            <a:p>
              <a:r>
                <a:rPr kumimoji="1" lang="zh-CN" altLang="en-US" sz="3200"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注意</a:t>
              </a:r>
              <a:endParaRPr kumimoji="1" lang="zh-CN" altLang="en-US" sz="3200"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p:txBody>
        </p:sp>
        <p:grpSp>
          <p:nvGrpSpPr>
            <p:cNvPr id="13" name="组合 15"/>
            <p:cNvGrpSpPr/>
            <p:nvPr/>
          </p:nvGrpSpPr>
          <p:grpSpPr>
            <a:xfrm>
              <a:off x="333345" y="3109916"/>
              <a:ext cx="655770" cy="551954"/>
              <a:chOff x="6691327" y="3681420"/>
              <a:chExt cx="655770" cy="551954"/>
            </a:xfrm>
          </p:grpSpPr>
          <p:sp>
            <p:nvSpPr>
              <p:cNvPr id="14" name="等腰三角形 13"/>
              <p:cNvSpPr/>
              <p:nvPr/>
            </p:nvSpPr>
            <p:spPr>
              <a:xfrm>
                <a:off x="6691327" y="3681420"/>
                <a:ext cx="576000" cy="504000"/>
              </a:xfrm>
              <a:prstGeom prst="triangle">
                <a:avLst/>
              </a:prstGeom>
              <a:solidFill>
                <a:schemeClr val="accent6">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3200"/>
              </a:p>
            </p:txBody>
          </p:sp>
          <p:sp>
            <p:nvSpPr>
              <p:cNvPr id="15" name="TextBox 91"/>
              <p:cNvSpPr txBox="1"/>
              <p:nvPr/>
            </p:nvSpPr>
            <p:spPr>
              <a:xfrm>
                <a:off x="6803359" y="3710155"/>
                <a:ext cx="543738" cy="523219"/>
              </a:xfrm>
              <a:prstGeom prst="rect">
                <a:avLst/>
              </a:prstGeom>
              <a:noFill/>
            </p:spPr>
            <p:txBody>
              <a:bodyPr wrap="none" rtlCol="0">
                <a:spAutoFit/>
              </a:bodyPr>
              <a:p>
                <a:pPr algn="ctr"/>
                <a:r>
                  <a:rPr lang="zh-CN" altLang="en-US" sz="2800" dirty="0">
                    <a:solidFill>
                      <a:schemeClr val="accent2">
                        <a:lumMod val="75000"/>
                      </a:schemeClr>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rPr>
                  <a:t>！</a:t>
                </a:r>
                <a:endParaRPr lang="zh-CN" altLang="en-US" sz="2800" dirty="0">
                  <a:solidFill>
                    <a:schemeClr val="accent2">
                      <a:lumMod val="75000"/>
                    </a:schemeClr>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endParaRPr>
              </a:p>
            </p:txBody>
          </p:sp>
        </p:grpSp>
      </p:grpSp>
      <p:grpSp>
        <p:nvGrpSpPr>
          <p:cNvPr id="4" name="组合 3"/>
          <p:cNvGrpSpPr/>
          <p:nvPr/>
        </p:nvGrpSpPr>
        <p:grpSpPr>
          <a:xfrm>
            <a:off x="5434330" y="3235325"/>
            <a:ext cx="3103245" cy="1743710"/>
            <a:chOff x="8576" y="4750"/>
            <a:chExt cx="4887" cy="2746"/>
          </a:xfrm>
        </p:grpSpPr>
        <p:sp>
          <p:nvSpPr>
            <p:cNvPr id="78864" name="Line 69"/>
            <p:cNvSpPr/>
            <p:nvPr/>
          </p:nvSpPr>
          <p:spPr bwMode="auto">
            <a:xfrm>
              <a:off x="9468" y="5090"/>
              <a:ext cx="0" cy="2043"/>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78865" name="Text Box 62"/>
            <p:cNvSpPr txBox="1"/>
            <p:nvPr/>
          </p:nvSpPr>
          <p:spPr>
            <a:xfrm>
              <a:off x="12460" y="4750"/>
              <a:ext cx="1003"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8866" name="Text Box 63"/>
            <p:cNvSpPr txBox="1"/>
            <p:nvPr/>
          </p:nvSpPr>
          <p:spPr>
            <a:xfrm>
              <a:off x="12460" y="6678"/>
              <a:ext cx="71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8867" name="Text Box 64"/>
            <p:cNvSpPr txBox="1"/>
            <p:nvPr/>
          </p:nvSpPr>
          <p:spPr>
            <a:xfrm>
              <a:off x="11150" y="5658"/>
              <a:ext cx="1084" cy="725"/>
            </a:xfrm>
            <a:prstGeom prst="rect">
              <a:avLst/>
            </a:prstGeom>
            <a:noFill/>
            <a:ln w="9525">
              <a:noFill/>
            </a:ln>
          </p:spPr>
          <p:txBody>
            <a:bodyPr wrap="square">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R</a:t>
              </a:r>
              <a:r>
                <a:rPr lang="en-US" altLang="zh-CN" b="0" baseline="-25000" dirty="0">
                  <a:solidFill>
                    <a:schemeClr val="tx1"/>
                  </a:solidFill>
                  <a:latin typeface="Times New Roman" panose="02020603050405020304" pitchFamily="18" charset="0"/>
                  <a:ea typeface="宋体" panose="02010600030101010101" pitchFamily="2" charset="-122"/>
                </a:rPr>
                <a:t>eq</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78868" name="Text Box 65"/>
            <p:cNvSpPr txBox="1"/>
            <p:nvPr/>
          </p:nvSpPr>
          <p:spPr>
            <a:xfrm>
              <a:off x="8576" y="4953"/>
              <a:ext cx="102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r>
                <a:rPr lang="en-US" altLang="zh-CN" b="0" baseline="-25000" dirty="0">
                  <a:solidFill>
                    <a:schemeClr val="tx1"/>
                  </a:solidFill>
                  <a:latin typeface="Times New Roman" panose="02020603050405020304" pitchFamily="18" charset="0"/>
                  <a:ea typeface="宋体" panose="02010600030101010101" pitchFamily="2" charset="-122"/>
                </a:rPr>
                <a:t>sc</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78869" name="Line 66"/>
            <p:cNvSpPr/>
            <p:nvPr/>
          </p:nvSpPr>
          <p:spPr>
            <a:xfrm flipV="1">
              <a:off x="9468" y="5158"/>
              <a:ext cx="0" cy="725"/>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78870" name="Line 67"/>
            <p:cNvSpPr/>
            <p:nvPr/>
          </p:nvSpPr>
          <p:spPr bwMode="auto">
            <a:xfrm>
              <a:off x="9468" y="5090"/>
              <a:ext cx="2765"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78871" name="Line 68"/>
            <p:cNvSpPr/>
            <p:nvPr/>
          </p:nvSpPr>
          <p:spPr bwMode="auto">
            <a:xfrm>
              <a:off x="10870" y="5090"/>
              <a:ext cx="0" cy="2043"/>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78872" name="Line 70"/>
            <p:cNvSpPr/>
            <p:nvPr/>
          </p:nvSpPr>
          <p:spPr bwMode="auto">
            <a:xfrm>
              <a:off x="9468" y="7130"/>
              <a:ext cx="2765" cy="3"/>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78874" name="Rectangle 74"/>
            <p:cNvSpPr/>
            <p:nvPr/>
          </p:nvSpPr>
          <p:spPr bwMode="auto">
            <a:xfrm>
              <a:off x="10701" y="5658"/>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78875" name="Oval 75"/>
            <p:cNvSpPr/>
            <p:nvPr/>
          </p:nvSpPr>
          <p:spPr bwMode="auto">
            <a:xfrm>
              <a:off x="12233" y="7020"/>
              <a:ext cx="228" cy="228"/>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p>
              <a:endParaRPr lang="zh-CN" altLang="en-US" dirty="0">
                <a:solidFill>
                  <a:schemeClr val="tx1"/>
                </a:solidFill>
                <a:latin typeface="Arial" panose="020B0604020202020204" pitchFamily="34" charset="0"/>
              </a:endParaRPr>
            </a:p>
          </p:txBody>
        </p:sp>
        <p:sp>
          <p:nvSpPr>
            <p:cNvPr id="78876" name="Oval 76"/>
            <p:cNvSpPr/>
            <p:nvPr/>
          </p:nvSpPr>
          <p:spPr bwMode="auto">
            <a:xfrm>
              <a:off x="12233" y="4978"/>
              <a:ext cx="228" cy="228"/>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grpSp>
          <p:nvGrpSpPr>
            <p:cNvPr id="73" name="组合 72"/>
            <p:cNvGrpSpPr/>
            <p:nvPr/>
          </p:nvGrpSpPr>
          <p:grpSpPr>
            <a:xfrm>
              <a:off x="9014" y="5690"/>
              <a:ext cx="908" cy="908"/>
              <a:chOff x="5907581" y="4495572"/>
              <a:chExt cx="576263" cy="576263"/>
            </a:xfrm>
          </p:grpSpPr>
          <p:sp>
            <p:nvSpPr>
              <p:cNvPr id="74"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75" name="直接连接符 74"/>
              <p:cNvCxnSpPr>
                <a:stCxn id="74" idx="4"/>
                <a:endCxn id="74"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70661"/>
                                        </p:tgtEl>
                                        <p:attrNameLst>
                                          <p:attrName>style.visibility</p:attrName>
                                        </p:attrNameLst>
                                      </p:cBhvr>
                                      <p:to>
                                        <p:strVal val="visible"/>
                                      </p:to>
                                    </p:set>
                                    <p:anim calcmode="lin" valueType="num">
                                      <p:cBhvr additive="base">
                                        <p:cTn id="7" dur="500" fill="hold"/>
                                        <p:tgtEl>
                                          <p:spTgt spid="70661"/>
                                        </p:tgtEl>
                                        <p:attrNameLst>
                                          <p:attrName>ppt_x</p:attrName>
                                        </p:attrNameLst>
                                      </p:cBhvr>
                                      <p:tavLst>
                                        <p:tav tm="0">
                                          <p:val>
                                            <p:strVal val="0-#ppt_w/2"/>
                                          </p:val>
                                        </p:tav>
                                        <p:tav tm="100000">
                                          <p:val>
                                            <p:strVal val="#ppt_x"/>
                                          </p:val>
                                        </p:tav>
                                      </p:tavLst>
                                    </p:anim>
                                    <p:anim calcmode="lin" valueType="num">
                                      <p:cBhvr additive="base">
                                        <p:cTn id="8" dur="500" fill="hold"/>
                                        <p:tgtEl>
                                          <p:spTgt spid="7066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70660"/>
                                        </p:tgtEl>
                                        <p:attrNameLst>
                                          <p:attrName>style.visibility</p:attrName>
                                        </p:attrNameLst>
                                      </p:cBhvr>
                                      <p:to>
                                        <p:strVal val="visible"/>
                                      </p:to>
                                    </p:set>
                                    <p:animEffect transition="in" filter="blinds(horizontal)">
                                      <p:cBhvr>
                                        <p:cTn id="13" dur="500"/>
                                        <p:tgtEl>
                                          <p:spTgt spid="70660"/>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blinds(horizontal)">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8" fill="hold" grpId="0" nodeType="clickEffect">
                                  <p:stCondLst>
                                    <p:cond delay="0"/>
                                  </p:stCondLst>
                                  <p:childTnLst>
                                    <p:set>
                                      <p:cBhvr>
                                        <p:cTn id="22" dur="1" fill="hold">
                                          <p:stCondLst>
                                            <p:cond delay="0"/>
                                          </p:stCondLst>
                                        </p:cTn>
                                        <p:tgtEl>
                                          <p:spTgt spid="70663"/>
                                        </p:tgtEl>
                                        <p:attrNameLst>
                                          <p:attrName>style.visibility</p:attrName>
                                        </p:attrNameLst>
                                      </p:cBhvr>
                                      <p:to>
                                        <p:strVal val="visible"/>
                                      </p:to>
                                    </p:set>
                                    <p:animEffect transition="in" filter="slide(fromLeft)">
                                      <p:cBhvr>
                                        <p:cTn id="23" dur="500"/>
                                        <p:tgtEl>
                                          <p:spTgt spid="70663"/>
                                        </p:tgtEl>
                                      </p:cBhvr>
                                    </p:animEffect>
                                  </p:childTnLst>
                                </p:cTn>
                              </p:par>
                            </p:childTnLst>
                          </p:cTn>
                        </p:par>
                        <p:par>
                          <p:cTn id="24" fill="hold">
                            <p:stCondLst>
                              <p:cond delay="500"/>
                            </p:stCondLst>
                            <p:childTnLst>
                              <p:par>
                                <p:cTn id="25" presetID="22" presetClass="entr" presetSubtype="4" fill="hold" nodeType="after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down)">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blinds(horizontal)">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iterate type="lt">
                                    <p:tmPct val="100000"/>
                                  </p:iterate>
                                  <p:childTnLst>
                                    <p:set>
                                      <p:cBhvr>
                                        <p:cTn id="36" dur="1" fill="hold">
                                          <p:stCondLst>
                                            <p:cond delay="0"/>
                                          </p:stCondLst>
                                        </p:cTn>
                                        <p:tgtEl>
                                          <p:spTgt spid="70662"/>
                                        </p:tgtEl>
                                        <p:attrNameLst>
                                          <p:attrName>style.visibility</p:attrName>
                                        </p:attrNameLst>
                                      </p:cBhvr>
                                      <p:to>
                                        <p:strVal val="visible"/>
                                      </p:to>
                                    </p:set>
                                    <p:animEffect transition="in" filter="wipe(left)">
                                      <p:cBhvr>
                                        <p:cTn id="37" dur="100"/>
                                        <p:tgtEl>
                                          <p:spTgt spid="706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0" grpId="0"/>
      <p:bldP spid="70661" grpId="0"/>
      <p:bldP spid="70662" grpId="0"/>
      <p:bldP spid="70663" grpId="0" bldLvl="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4-3 戴维南定理和诺顿定理</a:t>
            </a:r>
            <a:endParaRPr lang="zh-CN" altLang="en-US"/>
          </a:p>
        </p:txBody>
      </p:sp>
      <p:sp>
        <p:nvSpPr>
          <p:cNvPr id="32772" name="Text Box 4"/>
          <p:cNvSpPr txBox="1"/>
          <p:nvPr/>
        </p:nvSpPr>
        <p:spPr>
          <a:xfrm>
            <a:off x="1403350" y="700246"/>
            <a:ext cx="2217738" cy="521970"/>
          </a:xfrm>
          <a:prstGeom prst="rect">
            <a:avLst/>
          </a:prstGeom>
          <a:noFill/>
          <a:ln w="9525">
            <a:noFill/>
          </a:ln>
        </p:spPr>
        <p:txBody>
          <a:bodyPr anchor="ctr" anchorCtr="0">
            <a:spAutoFit/>
          </a:bodyPr>
          <a:p>
            <a:pPr algn="ctr">
              <a:spcBef>
                <a:spcPct val="50000"/>
              </a:spcBef>
            </a:pPr>
            <a:r>
              <a:rPr kumimoji="1" lang="zh-CN" altLang="en-US" sz="2800" dirty="0" smtClean="0">
                <a:latin typeface="华文楷体" panose="02010600040101010101" pitchFamily="2" charset="-122"/>
                <a:ea typeface="华文楷体" panose="02010600040101010101" pitchFamily="2" charset="-122"/>
              </a:rPr>
              <a:t>求电流</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I</a:t>
            </a:r>
            <a:r>
              <a:rPr kumimoji="1" lang="zh-CN" altLang="en-US" sz="2800" b="0" dirty="0" smtClean="0">
                <a:latin typeface="华文楷体" panose="02010600040101010101" pitchFamily="2" charset="-122"/>
                <a:ea typeface="华文楷体" panose="02010600040101010101" pitchFamily="2" charset="-122"/>
              </a:rPr>
              <a:t>。</a:t>
            </a:r>
            <a:endParaRPr kumimoji="1" lang="zh-CN" altLang="en-US" sz="2800" dirty="0" smtClean="0">
              <a:latin typeface="华文楷体" panose="02010600040101010101" pitchFamily="2" charset="-122"/>
              <a:ea typeface="华文楷体" panose="02010600040101010101" pitchFamily="2" charset="-122"/>
            </a:endParaRPr>
          </a:p>
        </p:txBody>
      </p:sp>
      <p:sp>
        <p:nvSpPr>
          <p:cNvPr id="32829" name="Text Box 61"/>
          <p:cNvSpPr txBox="1"/>
          <p:nvPr/>
        </p:nvSpPr>
        <p:spPr>
          <a:xfrm>
            <a:off x="1116013" y="1447960"/>
            <a:ext cx="3095625" cy="521970"/>
          </a:xfrm>
          <a:prstGeom prst="rect">
            <a:avLst/>
          </a:prstGeom>
          <a:noFill/>
          <a:ln w="9525">
            <a:noFill/>
          </a:ln>
        </p:spPr>
        <p:txBody>
          <a:bodyPr anchor="ctr" anchorCtr="0">
            <a:spAutoFit/>
          </a:bodyPr>
          <a:p>
            <a:pPr marL="342900" indent="-342900">
              <a:spcBef>
                <a:spcPct val="50000"/>
              </a:spcBef>
              <a:buAutoNum type="circleNumDbPlain"/>
            </a:pPr>
            <a:r>
              <a:rPr kumimoji="1" lang="zh-CN" altLang="en-US" sz="2800" dirty="0" smtClean="0">
                <a:latin typeface="华文楷体" panose="02010600040101010101" pitchFamily="2" charset="-122"/>
                <a:ea typeface="华文楷体" panose="02010600040101010101" pitchFamily="2" charset="-122"/>
              </a:rPr>
              <a:t>求短路电流</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I</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rPr>
              <a:t>sc</a:t>
            </a:r>
            <a:endPar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2830" name="Text Box 62"/>
          <p:cNvSpPr txBox="1"/>
          <p:nvPr/>
        </p:nvSpPr>
        <p:spPr>
          <a:xfrm>
            <a:off x="1116965" y="2058670"/>
            <a:ext cx="2085975" cy="444500"/>
          </a:xfrm>
          <a:prstGeom prst="rect">
            <a:avLst/>
          </a:prstGeom>
          <a:noFill/>
          <a:ln w="9525">
            <a:noFill/>
          </a:ln>
        </p:spPr>
        <p:txBody>
          <a:bodyPr wrap="none" anchor="ctr" anchorCtr="0">
            <a:noAutofit/>
          </a:bodyPr>
          <a:p>
            <a:pPr algn="ctr">
              <a:spcBef>
                <a:spcPct val="50000"/>
              </a:spcBef>
            </a:pP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I</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rPr>
              <a:t>1</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 =12/2A=6A</a:t>
            </a:r>
            <a:endPar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2831" name="Text Box 63"/>
          <p:cNvSpPr txBox="1"/>
          <p:nvPr/>
        </p:nvSpPr>
        <p:spPr>
          <a:xfrm>
            <a:off x="897890" y="2634615"/>
            <a:ext cx="3275965" cy="475615"/>
          </a:xfrm>
          <a:prstGeom prst="rect">
            <a:avLst/>
          </a:prstGeom>
          <a:noFill/>
          <a:ln w="9525">
            <a:noFill/>
          </a:ln>
        </p:spPr>
        <p:txBody>
          <a:bodyPr wrap="none" anchor="ctr" anchorCtr="0">
            <a:noAutofit/>
          </a:bodyPr>
          <a:p>
            <a:pPr algn="ctr">
              <a:spcBef>
                <a:spcPct val="50000"/>
              </a:spcBef>
            </a:pPr>
            <a:r>
              <a:rPr lang="en-US" altLang="zh-CN" sz="3200" b="0" dirty="0">
                <a:solidFill>
                  <a:schemeClr val="bg1"/>
                </a:solidFill>
                <a:latin typeface="Times New Roman" panose="02020603050405020304" pitchFamily="18" charset="0"/>
                <a:ea typeface="宋体" panose="02010600030101010101" pitchFamily="2" charset="-122"/>
              </a:rPr>
              <a:t> </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I</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rPr>
              <a:t>2</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=(24+12)/10A=3.6A</a:t>
            </a:r>
            <a:endPar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2832" name="Text Box 64"/>
          <p:cNvSpPr txBox="1"/>
          <p:nvPr/>
        </p:nvSpPr>
        <p:spPr>
          <a:xfrm>
            <a:off x="897890" y="3319145"/>
            <a:ext cx="3456940" cy="408305"/>
          </a:xfrm>
          <a:prstGeom prst="rect">
            <a:avLst/>
          </a:prstGeom>
          <a:noFill/>
          <a:ln w="9525">
            <a:noFill/>
          </a:ln>
        </p:spPr>
        <p:txBody>
          <a:bodyPr anchor="ctr" anchorCtr="0">
            <a:noAutofit/>
          </a:bodyPr>
          <a:p>
            <a:pPr>
              <a:spcBef>
                <a:spcPct val="50000"/>
              </a:spcBef>
            </a:pP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I</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rPr>
              <a:t>sc</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I</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rPr>
              <a:t>1</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I</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rPr>
              <a:t>2</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=-9.6A</a:t>
            </a:r>
            <a:endPar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2882" name="Text Box 114"/>
          <p:cNvSpPr txBox="1"/>
          <p:nvPr/>
        </p:nvSpPr>
        <p:spPr>
          <a:xfrm>
            <a:off x="694055" y="3964147"/>
            <a:ext cx="2752090" cy="521970"/>
          </a:xfrm>
          <a:prstGeom prst="rect">
            <a:avLst/>
          </a:prstGeom>
          <a:noFill/>
          <a:ln w="9525">
            <a:noFill/>
          </a:ln>
        </p:spPr>
        <p:txBody>
          <a:bodyPr wrap="none" anchor="ctr" anchorCtr="0">
            <a:spAutoFit/>
          </a:bodyPr>
          <a:p>
            <a:pPr marL="342900" indent="-342900" algn="ctr">
              <a:spcBef>
                <a:spcPct val="50000"/>
              </a:spcBef>
              <a:buAutoNum type="circleNumDbPlain" startAt="2"/>
            </a:pPr>
            <a:r>
              <a:rPr kumimoji="1" lang="zh-CN" altLang="en-US" sz="2800" dirty="0" smtClean="0">
                <a:latin typeface="华文楷体" panose="02010600040101010101" pitchFamily="2" charset="-122"/>
                <a:ea typeface="华文楷体" panose="02010600040101010101" pitchFamily="2" charset="-122"/>
              </a:rPr>
              <a:t>求等效电阻</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R</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rPr>
              <a:t>eq</a:t>
            </a:r>
            <a:endPar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2884" name="Text Box 116"/>
          <p:cNvSpPr txBox="1"/>
          <p:nvPr/>
        </p:nvSpPr>
        <p:spPr>
          <a:xfrm>
            <a:off x="4906328" y="4243229"/>
            <a:ext cx="2750185" cy="521970"/>
          </a:xfrm>
          <a:prstGeom prst="rect">
            <a:avLst/>
          </a:prstGeom>
          <a:noFill/>
          <a:ln w="9525">
            <a:noFill/>
          </a:ln>
        </p:spPr>
        <p:txBody>
          <a:bodyPr wrap="none" anchor="ctr" anchorCtr="0">
            <a:spAutoFit/>
          </a:bodyPr>
          <a:p>
            <a:pPr marL="342900" indent="-342900" algn="ctr">
              <a:spcBef>
                <a:spcPct val="50000"/>
              </a:spcBef>
              <a:buAutoNum type="circleNumDbPlain" startAt="3"/>
            </a:pPr>
            <a:r>
              <a:rPr kumimoji="1" lang="zh-CN" altLang="en-US" sz="2800" dirty="0" smtClean="0">
                <a:latin typeface="华文楷体" panose="02010600040101010101" pitchFamily="2" charset="-122"/>
                <a:ea typeface="华文楷体" panose="02010600040101010101" pitchFamily="2" charset="-122"/>
              </a:rPr>
              <a:t>诺顿等效电路:</a:t>
            </a:r>
            <a:endParaRPr kumimoji="1" lang="zh-CN" altLang="en-US" sz="2800" dirty="0" smtClean="0">
              <a:latin typeface="华文楷体" panose="02010600040101010101" pitchFamily="2" charset="-122"/>
              <a:ea typeface="华文楷体" panose="02010600040101010101" pitchFamily="2" charset="-122"/>
            </a:endParaRPr>
          </a:p>
        </p:txBody>
      </p:sp>
      <p:sp>
        <p:nvSpPr>
          <p:cNvPr id="32906" name="Text Box 138"/>
          <p:cNvSpPr txBox="1"/>
          <p:nvPr/>
        </p:nvSpPr>
        <p:spPr>
          <a:xfrm>
            <a:off x="3708400" y="4828858"/>
            <a:ext cx="1296988" cy="953135"/>
          </a:xfrm>
          <a:prstGeom prst="rect">
            <a:avLst/>
          </a:prstGeom>
          <a:noFill/>
          <a:ln w="9525">
            <a:noFill/>
          </a:ln>
        </p:spPr>
        <p:txBody>
          <a:bodyPr anchor="ctr" anchorCtr="0">
            <a:spAutoFit/>
          </a:bodyPr>
          <a:p>
            <a:pPr algn="just">
              <a:spcBef>
                <a:spcPct val="50000"/>
              </a:spcBef>
            </a:pPr>
            <a:r>
              <a:rPr kumimoji="1" lang="zh-CN" altLang="en-US" sz="2800" dirty="0" smtClean="0">
                <a:latin typeface="华文楷体" panose="02010600040101010101" pitchFamily="2" charset="-122"/>
                <a:ea typeface="华文楷体" panose="02010600040101010101" pitchFamily="2" charset="-122"/>
              </a:rPr>
              <a:t>应用分流公式</a:t>
            </a:r>
            <a:endParaRPr kumimoji="1" lang="zh-CN" altLang="en-US" sz="2800" dirty="0" smtClean="0">
              <a:latin typeface="华文楷体" panose="02010600040101010101" pitchFamily="2" charset="-122"/>
              <a:ea typeface="华文楷体" panose="02010600040101010101" pitchFamily="2" charset="-122"/>
            </a:endParaRPr>
          </a:p>
        </p:txBody>
      </p:sp>
      <p:sp>
        <p:nvSpPr>
          <p:cNvPr id="32909" name="Text Box 141"/>
          <p:cNvSpPr txBox="1"/>
          <p:nvPr/>
        </p:nvSpPr>
        <p:spPr>
          <a:xfrm>
            <a:off x="3737293" y="6110764"/>
            <a:ext cx="2735262" cy="521970"/>
          </a:xfrm>
          <a:prstGeom prst="rect">
            <a:avLst/>
          </a:prstGeom>
          <a:noFill/>
          <a:ln w="9525">
            <a:noFill/>
          </a:ln>
        </p:spPr>
        <p:txBody>
          <a:bodyPr anchor="ctr" anchorCtr="0">
            <a:spAutoFit/>
          </a:bodyPr>
          <a:p>
            <a:pPr algn="just">
              <a:spcBef>
                <a:spcPct val="50000"/>
              </a:spcBef>
            </a:pP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I</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 =2.83A</a:t>
            </a:r>
            <a:endPar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9" name="组合 8"/>
          <p:cNvGrpSpPr/>
          <p:nvPr/>
        </p:nvGrpSpPr>
        <p:grpSpPr>
          <a:xfrm>
            <a:off x="827405" y="4693920"/>
            <a:ext cx="2303145" cy="1801495"/>
            <a:chOff x="1303" y="6758"/>
            <a:chExt cx="3627" cy="2837"/>
          </a:xfrm>
        </p:grpSpPr>
        <p:sp>
          <p:nvSpPr>
            <p:cNvPr id="23630" name="AutoShape 194"/>
            <p:cNvSpPr/>
            <p:nvPr/>
          </p:nvSpPr>
          <p:spPr>
            <a:xfrm>
              <a:off x="1303" y="8345"/>
              <a:ext cx="1047" cy="225"/>
            </a:xfrm>
            <a:prstGeom prst="rightArrow">
              <a:avLst>
                <a:gd name="adj1" fmla="val 50000"/>
                <a:gd name="adj2" fmla="val 116388"/>
              </a:avLst>
            </a:prstGeom>
            <a:solidFill>
              <a:srgbClr val="00CCFF"/>
            </a:solidFill>
            <a:ln w="28575" cap="flat" cmpd="sng">
              <a:solidFill>
                <a:srgbClr val="00CCFF"/>
              </a:solidFill>
              <a:prstDash val="solid"/>
              <a:miter/>
              <a:headEnd type="none" w="med" len="med"/>
              <a:tailEnd type="none" w="med" len="med"/>
            </a:ln>
          </p:spPr>
          <p:txBody>
            <a:bodyPr wrap="none" anchor="ctr" anchorCtr="0"/>
            <a:p>
              <a:endParaRPr lang="zh-CN" altLang="en-US" dirty="0">
                <a:solidFill>
                  <a:schemeClr val="tx1"/>
                </a:solidFill>
                <a:latin typeface="Arial" panose="020B0604020202020204" pitchFamily="34" charset="0"/>
              </a:endParaRPr>
            </a:p>
          </p:txBody>
        </p:sp>
        <p:sp>
          <p:nvSpPr>
            <p:cNvPr id="23631" name="Text Box 195"/>
            <p:cNvSpPr txBox="1"/>
            <p:nvPr/>
          </p:nvSpPr>
          <p:spPr>
            <a:xfrm>
              <a:off x="1303" y="7440"/>
              <a:ext cx="990" cy="817"/>
            </a:xfrm>
            <a:prstGeom prst="rect">
              <a:avLst/>
            </a:prstGeom>
            <a:noFill/>
            <a:ln w="28575">
              <a:noFill/>
            </a:ln>
          </p:spPr>
          <p:txBody>
            <a:bodyPr wrap="none" anchor="ctr" anchorCtr="0">
              <a:spAutoFit/>
            </a:bodyPr>
            <a:p>
              <a:pPr algn="ct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R</a:t>
              </a:r>
              <a:r>
                <a:rPr lang="en-US" altLang="zh-CN" b="0" baseline="-25000" dirty="0">
                  <a:solidFill>
                    <a:schemeClr val="tx1"/>
                  </a:solidFill>
                  <a:latin typeface="Times New Roman" panose="02020603050405020304" pitchFamily="18" charset="0"/>
                  <a:ea typeface="宋体" panose="02010600030101010101" pitchFamily="2" charset="-122"/>
                </a:rPr>
                <a:t>eq</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23632" name="Line 196"/>
            <p:cNvSpPr/>
            <p:nvPr/>
          </p:nvSpPr>
          <p:spPr bwMode="auto">
            <a:xfrm>
              <a:off x="1983" y="6873"/>
              <a:ext cx="905"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23633" name="Line 197"/>
            <p:cNvSpPr/>
            <p:nvPr/>
          </p:nvSpPr>
          <p:spPr bwMode="auto">
            <a:xfrm flipV="1">
              <a:off x="2095" y="9480"/>
              <a:ext cx="795"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23634" name="Text Box 198"/>
            <p:cNvSpPr txBox="1"/>
            <p:nvPr/>
          </p:nvSpPr>
          <p:spPr>
            <a:xfrm>
              <a:off x="3003" y="7665"/>
              <a:ext cx="1562"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2</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3635" name="Text Box 199"/>
            <p:cNvSpPr txBox="1"/>
            <p:nvPr/>
          </p:nvSpPr>
          <p:spPr>
            <a:xfrm>
              <a:off x="3230" y="6985"/>
              <a:ext cx="1682"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10</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3636" name="Rectangle 200"/>
            <p:cNvSpPr/>
            <p:nvPr/>
          </p:nvSpPr>
          <p:spPr bwMode="auto">
            <a:xfrm>
              <a:off x="2890" y="6873"/>
              <a:ext cx="2040" cy="2607"/>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p>
              <a:endParaRPr lang="zh-CN" altLang="en-US" dirty="0">
                <a:solidFill>
                  <a:schemeClr val="tx1"/>
                </a:solidFill>
                <a:latin typeface="Arial" panose="020B0604020202020204" pitchFamily="34" charset="0"/>
              </a:endParaRPr>
            </a:p>
          </p:txBody>
        </p:sp>
        <p:sp>
          <p:nvSpPr>
            <p:cNvPr id="23637" name="Rectangle 201"/>
            <p:cNvSpPr/>
            <p:nvPr/>
          </p:nvSpPr>
          <p:spPr bwMode="auto">
            <a:xfrm>
              <a:off x="3570" y="6760"/>
              <a:ext cx="792"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3638" name="Rectangle 202"/>
            <p:cNvSpPr/>
            <p:nvPr/>
          </p:nvSpPr>
          <p:spPr bwMode="auto">
            <a:xfrm>
              <a:off x="2715" y="7665"/>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3639" name="Oval 203"/>
            <p:cNvSpPr/>
            <p:nvPr/>
          </p:nvSpPr>
          <p:spPr bwMode="auto">
            <a:xfrm>
              <a:off x="1755" y="6758"/>
              <a:ext cx="227" cy="227"/>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23640" name="Oval 204"/>
            <p:cNvSpPr/>
            <p:nvPr/>
          </p:nvSpPr>
          <p:spPr bwMode="auto">
            <a:xfrm>
              <a:off x="1868" y="9368"/>
              <a:ext cx="227" cy="227"/>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grpSp>
      <p:graphicFrame>
        <p:nvGraphicFramePr>
          <p:cNvPr id="23554" name="Object 258"/>
          <p:cNvGraphicFramePr/>
          <p:nvPr/>
        </p:nvGraphicFramePr>
        <p:xfrm>
          <a:off x="4586288" y="3681413"/>
          <a:ext cx="114300" cy="215900"/>
        </p:xfrm>
        <a:graphic>
          <a:graphicData uri="http://schemas.openxmlformats.org/presentationml/2006/ole">
            <mc:AlternateContent xmlns:mc="http://schemas.openxmlformats.org/markup-compatibility/2006">
              <mc:Choice xmlns:v="urn:schemas-microsoft-com:vml" Requires="v">
                <p:oleObj spid="_x0000_s3158" name="" r:id="rId1" imgW="114300" imgH="215265" progId="Equation.3">
                  <p:embed/>
                </p:oleObj>
              </mc:Choice>
              <mc:Fallback>
                <p:oleObj name="" r:id="rId1" imgW="114300" imgH="215265" progId="Equation.3">
                  <p:embed/>
                  <p:pic>
                    <p:nvPicPr>
                      <p:cNvPr id="0" name="图片 3157"/>
                      <p:cNvPicPr/>
                      <p:nvPr/>
                    </p:nvPicPr>
                    <p:blipFill>
                      <a:blip r:embed="rId2"/>
                      <a:stretch>
                        <a:fillRect/>
                      </a:stretch>
                    </p:blipFill>
                    <p:spPr>
                      <a:xfrm>
                        <a:off x="4586288" y="3681413"/>
                        <a:ext cx="114300" cy="215900"/>
                      </a:xfrm>
                      <a:prstGeom prst="rect">
                        <a:avLst/>
                      </a:prstGeom>
                      <a:noFill/>
                      <a:ln w="38100">
                        <a:noFill/>
                        <a:miter/>
                      </a:ln>
                    </p:spPr>
                  </p:pic>
                </p:oleObj>
              </mc:Fallback>
            </mc:AlternateContent>
          </a:graphicData>
        </a:graphic>
      </p:graphicFrame>
      <p:sp>
        <p:nvSpPr>
          <p:cNvPr id="3" name="Text Box 22"/>
          <p:cNvSpPr txBox="1">
            <a:spLocks noChangeArrowheads="1"/>
          </p:cNvSpPr>
          <p:nvPr/>
        </p:nvSpPr>
        <p:spPr bwMode="auto">
          <a:xfrm>
            <a:off x="250739" y="1638453"/>
            <a:ext cx="648000" cy="576000"/>
          </a:xfrm>
          <a:prstGeom prst="rect">
            <a:avLst/>
          </a:pr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解</a:t>
            </a:r>
            <a:endParaRPr kumimoji="1" lang="zh-CN" altLang="en-US" sz="3200" dirty="0">
              <a:solidFill>
                <a:schemeClr val="bg1"/>
              </a:solidFill>
              <a:latin typeface="华文新魏" panose="02010800040101010101" pitchFamily="2" charset="-122"/>
              <a:ea typeface="华文新魏" panose="02010800040101010101" pitchFamily="2" charset="-122"/>
            </a:endParaRPr>
          </a:p>
        </p:txBody>
      </p:sp>
      <p:sp>
        <p:nvSpPr>
          <p:cNvPr id="6" name="Text Box 22"/>
          <p:cNvSpPr txBox="1">
            <a:spLocks noChangeArrowheads="1"/>
          </p:cNvSpPr>
          <p:nvPr/>
        </p:nvSpPr>
        <p:spPr bwMode="auto">
          <a:xfrm>
            <a:off x="155575" y="815975"/>
            <a:ext cx="1217930" cy="575945"/>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例</a:t>
            </a:r>
            <a:r>
              <a:rPr kumimoji="1" lang="en-US" altLang="zh-CN" sz="3200" dirty="0">
                <a:solidFill>
                  <a:schemeClr val="bg1"/>
                </a:solidFill>
                <a:latin typeface="华文新魏" panose="02010800040101010101" pitchFamily="2" charset="-122"/>
                <a:ea typeface="华文新魏" panose="02010800040101010101" pitchFamily="2" charset="-122"/>
              </a:rPr>
              <a:t>3-5</a:t>
            </a:r>
            <a:endParaRPr kumimoji="1" lang="en-US" altLang="zh-CN" sz="3200" dirty="0">
              <a:solidFill>
                <a:schemeClr val="bg1"/>
              </a:solidFill>
              <a:latin typeface="华文新魏" panose="02010800040101010101" pitchFamily="2" charset="-122"/>
              <a:ea typeface="华文新魏" panose="02010800040101010101" pitchFamily="2" charset="-122"/>
            </a:endParaRPr>
          </a:p>
        </p:txBody>
      </p:sp>
      <p:graphicFrame>
        <p:nvGraphicFramePr>
          <p:cNvPr id="7" name="对象 6"/>
          <p:cNvGraphicFramePr/>
          <p:nvPr/>
        </p:nvGraphicFramePr>
        <p:xfrm>
          <a:off x="4822190" y="3319145"/>
          <a:ext cx="3312160" cy="787400"/>
        </p:xfrm>
        <a:graphic>
          <a:graphicData uri="http://schemas.openxmlformats.org/presentationml/2006/ole">
            <mc:AlternateContent xmlns:mc="http://schemas.openxmlformats.org/markup-compatibility/2006">
              <mc:Choice xmlns:v="urn:schemas-microsoft-com:vml" Requires="v">
                <p:oleObj spid="_x0000_s12" name="" r:id="rId3" imgW="3215640" imgH="824865" progId="Equation.KSEE3">
                  <p:embed/>
                </p:oleObj>
              </mc:Choice>
              <mc:Fallback>
                <p:oleObj name="" r:id="rId3" imgW="3215640" imgH="824865" progId="Equation.KSEE3">
                  <p:embed/>
                  <p:pic>
                    <p:nvPicPr>
                      <p:cNvPr id="0" name="图片 11"/>
                      <p:cNvPicPr/>
                      <p:nvPr/>
                    </p:nvPicPr>
                    <p:blipFill>
                      <a:blip r:embed="rId4"/>
                      <a:stretch>
                        <a:fillRect/>
                      </a:stretch>
                    </p:blipFill>
                    <p:spPr>
                      <a:xfrm>
                        <a:off x="4822190" y="3319145"/>
                        <a:ext cx="3312160" cy="787400"/>
                      </a:xfrm>
                      <a:prstGeom prst="rect">
                        <a:avLst/>
                      </a:prstGeom>
                    </p:spPr>
                  </p:pic>
                </p:oleObj>
              </mc:Fallback>
            </mc:AlternateContent>
          </a:graphicData>
        </a:graphic>
      </p:graphicFrame>
      <p:grpSp>
        <p:nvGrpSpPr>
          <p:cNvPr id="5" name="组合 4"/>
          <p:cNvGrpSpPr/>
          <p:nvPr/>
        </p:nvGrpSpPr>
        <p:grpSpPr>
          <a:xfrm>
            <a:off x="5909310" y="4982210"/>
            <a:ext cx="3048635" cy="1440180"/>
            <a:chOff x="8523" y="6705"/>
            <a:chExt cx="4801" cy="2268"/>
          </a:xfrm>
        </p:grpSpPr>
        <p:sp>
          <p:nvSpPr>
            <p:cNvPr id="23617" name="Rectangle 214"/>
            <p:cNvSpPr/>
            <p:nvPr/>
          </p:nvSpPr>
          <p:spPr bwMode="auto">
            <a:xfrm>
              <a:off x="8673" y="6705"/>
              <a:ext cx="4198" cy="2268"/>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p>
              <a:endParaRPr lang="zh-CN" altLang="en-US" dirty="0">
                <a:solidFill>
                  <a:schemeClr val="tx1"/>
                </a:solidFill>
                <a:latin typeface="Arial" panose="020B0604020202020204" pitchFamily="34" charset="0"/>
              </a:endParaRPr>
            </a:p>
          </p:txBody>
        </p:sp>
        <p:sp>
          <p:nvSpPr>
            <p:cNvPr id="23618" name="Line 206"/>
            <p:cNvSpPr/>
            <p:nvPr/>
          </p:nvSpPr>
          <p:spPr bwMode="auto">
            <a:xfrm>
              <a:off x="10715" y="6705"/>
              <a:ext cx="0" cy="2268"/>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23619" name="Rectangle 207"/>
            <p:cNvSpPr/>
            <p:nvPr/>
          </p:nvSpPr>
          <p:spPr bwMode="auto">
            <a:xfrm>
              <a:off x="10540" y="7385"/>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3620" name="Text Box 208"/>
            <p:cNvSpPr txBox="1"/>
            <p:nvPr/>
          </p:nvSpPr>
          <p:spPr>
            <a:xfrm>
              <a:off x="8805" y="7273"/>
              <a:ext cx="1116" cy="725"/>
            </a:xfrm>
            <a:prstGeom prst="rect">
              <a:avLst/>
            </a:prstGeom>
            <a:noFill/>
            <a:ln w="9525">
              <a:noFill/>
            </a:ln>
          </p:spPr>
          <p:txBody>
            <a:bodyPr wrap="square">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4</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3621" name="Text Box 209"/>
            <p:cNvSpPr txBox="1"/>
            <p:nvPr/>
          </p:nvSpPr>
          <p:spPr>
            <a:xfrm>
              <a:off x="8756" y="8065"/>
              <a:ext cx="638" cy="818"/>
            </a:xfrm>
            <a:prstGeom prst="rect">
              <a:avLst/>
            </a:prstGeom>
            <a:noFill/>
            <a:ln w="28575">
              <a:noFill/>
            </a:ln>
          </p:spPr>
          <p:txBody>
            <a:bodyPr anchor="ctr" anchorCtr="0">
              <a:spAutoFit/>
            </a:bodyPr>
            <a:p>
              <a:pPr algn="ct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23622" name="Line 210"/>
            <p:cNvSpPr/>
            <p:nvPr/>
          </p:nvSpPr>
          <p:spPr>
            <a:xfrm flipV="1">
              <a:off x="8675" y="8293"/>
              <a:ext cx="0" cy="595"/>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23623" name="Text Box 211"/>
            <p:cNvSpPr txBox="1"/>
            <p:nvPr/>
          </p:nvSpPr>
          <p:spPr>
            <a:xfrm flipH="1">
              <a:off x="11328" y="6705"/>
              <a:ext cx="1710" cy="818"/>
            </a:xfrm>
            <a:prstGeom prst="rect">
              <a:avLst/>
            </a:prstGeom>
            <a:noFill/>
            <a:ln w="28575">
              <a:noFill/>
            </a:ln>
          </p:spPr>
          <p:txBody>
            <a:bodyPr>
              <a:spAutoFit/>
            </a:bodyPr>
            <a:p>
              <a:pPr>
                <a:spcBef>
                  <a:spcPct val="50000"/>
                </a:spcBef>
              </a:pPr>
              <a:r>
                <a:rPr lang="en-US" altLang="zh-CN" b="0" dirty="0">
                  <a:solidFill>
                    <a:schemeClr val="tx1"/>
                  </a:solidFill>
                  <a:latin typeface="宋体" panose="02010600030101010101" pitchFamily="2" charset="-122"/>
                  <a:ea typeface="宋体" panose="02010600030101010101" pitchFamily="2" charset="-122"/>
                </a:rPr>
                <a:t>-</a:t>
              </a:r>
              <a:r>
                <a:rPr lang="en-US" altLang="zh-CN" b="0" dirty="0">
                  <a:solidFill>
                    <a:schemeClr val="tx1"/>
                  </a:solidFill>
                  <a:latin typeface="Times New Roman" panose="02020603050405020304" pitchFamily="18" charset="0"/>
                  <a:ea typeface="宋体" panose="02010600030101010101" pitchFamily="2" charset="-122"/>
                </a:rPr>
                <a:t>9.6A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3624" name="Text Box 213"/>
            <p:cNvSpPr txBox="1"/>
            <p:nvPr/>
          </p:nvSpPr>
          <p:spPr>
            <a:xfrm>
              <a:off x="10790" y="7500"/>
              <a:ext cx="1928"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1.67</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3625" name="Rectangle 218"/>
            <p:cNvSpPr/>
            <p:nvPr/>
          </p:nvSpPr>
          <p:spPr bwMode="auto">
            <a:xfrm>
              <a:off x="8523" y="7385"/>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3626" name="Line 212"/>
            <p:cNvSpPr/>
            <p:nvPr/>
          </p:nvSpPr>
          <p:spPr>
            <a:xfrm flipH="1" flipV="1">
              <a:off x="12870" y="6848"/>
              <a:ext cx="0" cy="763"/>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pSp>
          <p:nvGrpSpPr>
            <p:cNvPr id="73" name="组合 72"/>
            <p:cNvGrpSpPr/>
            <p:nvPr/>
          </p:nvGrpSpPr>
          <p:grpSpPr>
            <a:xfrm>
              <a:off x="12416" y="7574"/>
              <a:ext cx="908" cy="908"/>
              <a:chOff x="5907581" y="4495572"/>
              <a:chExt cx="576263" cy="576263"/>
            </a:xfrm>
          </p:grpSpPr>
          <p:sp>
            <p:nvSpPr>
              <p:cNvPr id="74"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75" name="直接连接符 74"/>
              <p:cNvCxnSpPr>
                <a:stCxn id="74" idx="4"/>
                <a:endCxn id="74"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65" name="组合 64"/>
          <p:cNvGrpSpPr/>
          <p:nvPr/>
        </p:nvGrpSpPr>
        <p:grpSpPr>
          <a:xfrm>
            <a:off x="4976495" y="680085"/>
            <a:ext cx="4097020" cy="2044700"/>
            <a:chOff x="7837" y="1071"/>
            <a:chExt cx="6452" cy="3220"/>
          </a:xfrm>
        </p:grpSpPr>
        <p:sp>
          <p:nvSpPr>
            <p:cNvPr id="42" name="Text Box 244"/>
            <p:cNvSpPr txBox="1"/>
            <p:nvPr>
              <p:custDataLst>
                <p:tags r:id="rId5"/>
              </p:custDataLst>
            </p:nvPr>
          </p:nvSpPr>
          <p:spPr>
            <a:xfrm>
              <a:off x="12951" y="2226"/>
              <a:ext cx="1338"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24V</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7" name="Text Box 239"/>
            <p:cNvSpPr txBox="1"/>
            <p:nvPr>
              <p:custDataLst>
                <p:tags r:id="rId6"/>
              </p:custDataLst>
            </p:nvPr>
          </p:nvSpPr>
          <p:spPr>
            <a:xfrm>
              <a:off x="8567" y="2704"/>
              <a:ext cx="169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12V</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8" name="Text Box 240"/>
            <p:cNvSpPr txBox="1"/>
            <p:nvPr>
              <p:custDataLst>
                <p:tags r:id="rId7"/>
              </p:custDataLst>
            </p:nvPr>
          </p:nvSpPr>
          <p:spPr>
            <a:xfrm>
              <a:off x="9474" y="1796"/>
              <a:ext cx="1563"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2</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39" name="Text Box 241"/>
            <p:cNvSpPr txBox="1"/>
            <p:nvPr>
              <p:custDataLst>
                <p:tags r:id="rId8"/>
              </p:custDataLst>
            </p:nvPr>
          </p:nvSpPr>
          <p:spPr>
            <a:xfrm>
              <a:off x="10949" y="1341"/>
              <a:ext cx="1683"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10</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40" name="Text Box 242"/>
            <p:cNvSpPr txBox="1"/>
            <p:nvPr>
              <p:custDataLst>
                <p:tags r:id="rId9"/>
              </p:custDataLst>
            </p:nvPr>
          </p:nvSpPr>
          <p:spPr>
            <a:xfrm>
              <a:off x="12762" y="2929"/>
              <a:ext cx="48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1" name="Text Box 243"/>
            <p:cNvSpPr txBox="1"/>
            <p:nvPr>
              <p:custDataLst>
                <p:tags r:id="rId10"/>
              </p:custDataLst>
            </p:nvPr>
          </p:nvSpPr>
          <p:spPr>
            <a:xfrm>
              <a:off x="12784" y="1229"/>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3" name="Text Box 245"/>
            <p:cNvSpPr txBox="1"/>
            <p:nvPr>
              <p:custDataLst>
                <p:tags r:id="rId11"/>
              </p:custDataLst>
            </p:nvPr>
          </p:nvSpPr>
          <p:spPr>
            <a:xfrm>
              <a:off x="8339" y="3156"/>
              <a:ext cx="38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4" name="Text Box 246"/>
            <p:cNvSpPr txBox="1"/>
            <p:nvPr>
              <p:custDataLst>
                <p:tags r:id="rId12"/>
              </p:custDataLst>
            </p:nvPr>
          </p:nvSpPr>
          <p:spPr>
            <a:xfrm>
              <a:off x="9814" y="3044"/>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5" name="Line 247"/>
            <p:cNvSpPr/>
            <p:nvPr>
              <p:custDataLst>
                <p:tags r:id="rId13"/>
              </p:custDataLst>
            </p:nvPr>
          </p:nvSpPr>
          <p:spPr bwMode="auto">
            <a:xfrm>
              <a:off x="10618" y="1229"/>
              <a:ext cx="0" cy="2608"/>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46" name="Rectangle 248"/>
            <p:cNvSpPr/>
            <p:nvPr>
              <p:custDataLst>
                <p:tags r:id="rId14"/>
              </p:custDataLst>
            </p:nvPr>
          </p:nvSpPr>
          <p:spPr bwMode="auto">
            <a:xfrm>
              <a:off x="7999" y="1229"/>
              <a:ext cx="4650" cy="2608"/>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47" name="Rectangle 249"/>
            <p:cNvSpPr/>
            <p:nvPr>
              <p:custDataLst>
                <p:tags r:id="rId15"/>
              </p:custDataLst>
            </p:nvPr>
          </p:nvSpPr>
          <p:spPr bwMode="auto">
            <a:xfrm>
              <a:off x="11289" y="1071"/>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48" name="Rectangle 250"/>
            <p:cNvSpPr/>
            <p:nvPr>
              <p:custDataLst>
                <p:tags r:id="rId16"/>
              </p:custDataLst>
            </p:nvPr>
          </p:nvSpPr>
          <p:spPr bwMode="auto">
            <a:xfrm>
              <a:off x="10449" y="1796"/>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grpSp>
          <p:nvGrpSpPr>
            <p:cNvPr id="55" name="组合 54"/>
            <p:cNvGrpSpPr/>
            <p:nvPr/>
          </p:nvGrpSpPr>
          <p:grpSpPr>
            <a:xfrm rot="0">
              <a:off x="12179" y="2133"/>
              <a:ext cx="908" cy="908"/>
              <a:chOff x="3340177" y="3850497"/>
              <a:chExt cx="432197" cy="432197"/>
            </a:xfrm>
            <a:solidFill>
              <a:schemeClr val="accent6">
                <a:lumMod val="40000"/>
                <a:lumOff val="60000"/>
              </a:schemeClr>
            </a:solidFill>
          </p:grpSpPr>
          <p:sp>
            <p:nvSpPr>
              <p:cNvPr id="56" name="Oval 953"/>
              <p:cNvSpPr>
                <a:spLocks noChangeArrowheads="1"/>
              </p:cNvSpPr>
              <p:nvPr>
                <p:custDataLst>
                  <p:tags r:id="rId17"/>
                </p:custDataLst>
              </p:nvPr>
            </p:nvSpPr>
            <p:spPr bwMode="auto">
              <a:xfrm>
                <a:off x="3340177" y="3850497"/>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57" name="直接连接符 56"/>
              <p:cNvCxnSpPr>
                <a:stCxn id="56" idx="0"/>
                <a:endCxn id="56" idx="4"/>
              </p:cNvCxnSpPr>
              <p:nvPr>
                <p:custDataLst>
                  <p:tags r:id="rId18"/>
                </p:custDataLst>
              </p:nvPr>
            </p:nvCxnSpPr>
            <p:spPr>
              <a:xfrm>
                <a:off x="3557323" y="3850563"/>
                <a:ext cx="0" cy="432131"/>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8" name="组合 57"/>
            <p:cNvGrpSpPr/>
            <p:nvPr/>
          </p:nvGrpSpPr>
          <p:grpSpPr>
            <a:xfrm rot="0">
              <a:off x="8907" y="3383"/>
              <a:ext cx="908" cy="908"/>
              <a:chOff x="9687562" y="4668832"/>
              <a:chExt cx="576263" cy="576263"/>
            </a:xfrm>
          </p:grpSpPr>
          <p:sp>
            <p:nvSpPr>
              <p:cNvPr id="59" name="Oval 953"/>
              <p:cNvSpPr>
                <a:spLocks noChangeArrowheads="1"/>
              </p:cNvSpPr>
              <p:nvPr>
                <p:custDataLst>
                  <p:tags r:id="rId19"/>
                </p:custDataLst>
              </p:nvPr>
            </p:nvSpPr>
            <p:spPr bwMode="auto">
              <a:xfrm rot="5400000">
                <a:off x="9687562" y="466883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60" name="直接连接符 59"/>
              <p:cNvCxnSpPr>
                <a:stCxn id="59" idx="4"/>
                <a:endCxn id="59" idx="0"/>
              </p:cNvCxnSpPr>
              <p:nvPr>
                <p:custDataLst>
                  <p:tags r:id="rId20"/>
                </p:custDataLst>
              </p:nvPr>
            </p:nvCxnSpPr>
            <p:spPr>
              <a:xfrm>
                <a:off x="9687562" y="495696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1" name="Rectangle 250"/>
            <p:cNvSpPr/>
            <p:nvPr>
              <p:custDataLst>
                <p:tags r:id="rId21"/>
              </p:custDataLst>
            </p:nvPr>
          </p:nvSpPr>
          <p:spPr bwMode="auto">
            <a:xfrm>
              <a:off x="7837" y="1909"/>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62" name="Text Box 240"/>
            <p:cNvSpPr txBox="1"/>
            <p:nvPr>
              <p:custDataLst>
                <p:tags r:id="rId22"/>
              </p:custDataLst>
            </p:nvPr>
          </p:nvSpPr>
          <p:spPr>
            <a:xfrm>
              <a:off x="8155" y="1909"/>
              <a:ext cx="1563" cy="725"/>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4</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grpSp>
      <p:grpSp>
        <p:nvGrpSpPr>
          <p:cNvPr id="4" name="组合 3"/>
          <p:cNvGrpSpPr/>
          <p:nvPr/>
        </p:nvGrpSpPr>
        <p:grpSpPr>
          <a:xfrm>
            <a:off x="4791710" y="558165"/>
            <a:ext cx="4392295" cy="2232025"/>
            <a:chOff x="6973" y="753"/>
            <a:chExt cx="6917" cy="3515"/>
          </a:xfrm>
        </p:grpSpPr>
        <p:grpSp>
          <p:nvGrpSpPr>
            <p:cNvPr id="8" name="Group 233"/>
            <p:cNvGrpSpPr/>
            <p:nvPr/>
          </p:nvGrpSpPr>
          <p:grpSpPr>
            <a:xfrm>
              <a:off x="6973" y="865"/>
              <a:ext cx="6917" cy="3175"/>
              <a:chOff x="2744" y="391"/>
              <a:chExt cx="2767" cy="1270"/>
            </a:xfrm>
          </p:grpSpPr>
          <p:sp>
            <p:nvSpPr>
              <p:cNvPr id="23597" name="Oval 157"/>
              <p:cNvSpPr/>
              <p:nvPr/>
            </p:nvSpPr>
            <p:spPr>
              <a:xfrm>
                <a:off x="3334" y="1298"/>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3598" name="Oval 158"/>
              <p:cNvSpPr/>
              <p:nvPr/>
            </p:nvSpPr>
            <p:spPr>
              <a:xfrm>
                <a:off x="4649" y="754"/>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3599" name="Text Box 159"/>
              <p:cNvSpPr txBox="1"/>
              <p:nvPr/>
            </p:nvSpPr>
            <p:spPr>
              <a:xfrm>
                <a:off x="3198" y="1026"/>
                <a:ext cx="678"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12V</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23600" name="Text Box 160"/>
              <p:cNvSpPr txBox="1"/>
              <p:nvPr/>
            </p:nvSpPr>
            <p:spPr>
              <a:xfrm>
                <a:off x="3561" y="663"/>
                <a:ext cx="625"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2</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3601" name="Text Box 161"/>
              <p:cNvSpPr txBox="1"/>
              <p:nvPr/>
            </p:nvSpPr>
            <p:spPr>
              <a:xfrm>
                <a:off x="4151" y="481"/>
                <a:ext cx="673"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10</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3602" name="Text Box 162"/>
              <p:cNvSpPr txBox="1"/>
              <p:nvPr/>
            </p:nvSpPr>
            <p:spPr>
              <a:xfrm>
                <a:off x="4876" y="1116"/>
                <a:ext cx="192"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23603" name="Text Box 163"/>
              <p:cNvSpPr txBox="1"/>
              <p:nvPr/>
            </p:nvSpPr>
            <p:spPr>
              <a:xfrm>
                <a:off x="4831" y="436"/>
                <a:ext cx="240"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23604" name="Text Box 164"/>
              <p:cNvSpPr txBox="1"/>
              <p:nvPr/>
            </p:nvSpPr>
            <p:spPr>
              <a:xfrm>
                <a:off x="4976" y="754"/>
                <a:ext cx="535"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24V</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23605" name="Text Box 165"/>
              <p:cNvSpPr txBox="1"/>
              <p:nvPr/>
            </p:nvSpPr>
            <p:spPr>
              <a:xfrm>
                <a:off x="2971" y="663"/>
                <a:ext cx="499"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4</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3606" name="Text Box 166"/>
              <p:cNvSpPr txBox="1"/>
              <p:nvPr/>
            </p:nvSpPr>
            <p:spPr>
              <a:xfrm>
                <a:off x="2744" y="1026"/>
                <a:ext cx="191" cy="327"/>
              </a:xfrm>
              <a:prstGeom prst="rect">
                <a:avLst/>
              </a:prstGeom>
              <a:noFill/>
              <a:ln w="9525">
                <a:noFill/>
              </a:ln>
            </p:spPr>
            <p:txBody>
              <a:bodyPr wrap="none" anchor="ctr" anchorCtr="0">
                <a:spAutoFit/>
              </a:bodyPr>
              <a:p>
                <a:pPr algn="ct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I</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23607" name="Text Box 167"/>
              <p:cNvSpPr txBox="1"/>
              <p:nvPr/>
            </p:nvSpPr>
            <p:spPr>
              <a:xfrm>
                <a:off x="3107" y="1207"/>
                <a:ext cx="154"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23608" name="Text Box 169"/>
              <p:cNvSpPr txBox="1"/>
              <p:nvPr/>
            </p:nvSpPr>
            <p:spPr>
              <a:xfrm>
                <a:off x="3697" y="1162"/>
                <a:ext cx="240"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23609" name="Line 170"/>
              <p:cNvSpPr/>
              <p:nvPr/>
            </p:nvSpPr>
            <p:spPr>
              <a:xfrm>
                <a:off x="4014" y="436"/>
                <a:ext cx="0" cy="1043"/>
              </a:xfrm>
              <a:prstGeom prst="line">
                <a:avLst/>
              </a:prstGeom>
              <a:ln w="28575" cap="flat" cmpd="sng">
                <a:solidFill>
                  <a:srgbClr val="FFCC00"/>
                </a:solidFill>
                <a:prstDash val="solid"/>
                <a:headEnd type="oval" w="med" len="med"/>
                <a:tailEnd type="oval" w="med" len="med"/>
              </a:ln>
            </p:spPr>
          </p:sp>
          <p:sp>
            <p:nvSpPr>
              <p:cNvPr id="23610" name="Rectangle 171"/>
              <p:cNvSpPr/>
              <p:nvPr/>
            </p:nvSpPr>
            <p:spPr>
              <a:xfrm>
                <a:off x="2971" y="436"/>
                <a:ext cx="1860" cy="1043"/>
              </a:xfrm>
              <a:prstGeom prst="rect">
                <a:avLst/>
              </a:prstGeom>
              <a:noFill/>
              <a:ln w="28575" cap="flat" cmpd="sng">
                <a:solidFill>
                  <a:srgbClr val="FFCC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3611" name="Rectangle 172"/>
              <p:cNvSpPr/>
              <p:nvPr/>
            </p:nvSpPr>
            <p:spPr>
              <a:xfrm>
                <a:off x="4287" y="391"/>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23612" name="Rectangle 173"/>
              <p:cNvSpPr/>
              <p:nvPr/>
            </p:nvSpPr>
            <p:spPr>
              <a:xfrm>
                <a:off x="2880" y="663"/>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23613" name="Rectangle 174"/>
              <p:cNvSpPr/>
              <p:nvPr/>
            </p:nvSpPr>
            <p:spPr>
              <a:xfrm>
                <a:off x="3933" y="663"/>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23614" name="Line 168"/>
              <p:cNvSpPr/>
              <p:nvPr/>
            </p:nvSpPr>
            <p:spPr>
              <a:xfrm flipV="1">
                <a:off x="2972" y="1026"/>
                <a:ext cx="0" cy="336"/>
              </a:xfrm>
              <a:prstGeom prst="line">
                <a:avLst/>
              </a:prstGeom>
              <a:ln w="28575" cap="flat" cmpd="sng">
                <a:solidFill>
                  <a:srgbClr val="66FFFF"/>
                </a:solidFill>
                <a:prstDash val="solid"/>
                <a:headEnd type="none" w="med" len="med"/>
                <a:tailEnd type="triangle" w="med" len="med"/>
              </a:ln>
            </p:spPr>
          </p:sp>
        </p:grpSp>
        <p:sp>
          <p:nvSpPr>
            <p:cNvPr id="23580" name="Rectangle 235"/>
            <p:cNvSpPr/>
            <p:nvPr/>
          </p:nvSpPr>
          <p:spPr>
            <a:xfrm>
              <a:off x="7076" y="753"/>
              <a:ext cx="6578" cy="3515"/>
            </a:xfrm>
            <a:prstGeom prst="rect">
              <a:avLst/>
            </a:prstGeom>
            <a:solidFill>
              <a:schemeClr val="bg2"/>
            </a:solidFill>
            <a:ln w="9525">
              <a:noFill/>
            </a:ln>
          </p:spPr>
          <p:txBody>
            <a:bodyPr wrap="none" anchor="ctr" anchorCtr="0"/>
            <a:p>
              <a:endParaRPr lang="zh-CN" altLang="en-US" dirty="0">
                <a:solidFill>
                  <a:schemeClr val="tx1"/>
                </a:solidFill>
                <a:latin typeface="Arial" panose="020B0604020202020204" pitchFamily="34" charset="0"/>
              </a:endParaRPr>
            </a:p>
          </p:txBody>
        </p:sp>
        <p:sp>
          <p:nvSpPr>
            <p:cNvPr id="23584" name="Text Box 239"/>
            <p:cNvSpPr txBox="1"/>
            <p:nvPr/>
          </p:nvSpPr>
          <p:spPr>
            <a:xfrm>
              <a:off x="7993" y="2568"/>
              <a:ext cx="169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12V</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3585" name="Text Box 240"/>
            <p:cNvSpPr txBox="1"/>
            <p:nvPr/>
          </p:nvSpPr>
          <p:spPr>
            <a:xfrm>
              <a:off x="8900" y="1660"/>
              <a:ext cx="1563"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2</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3586" name="Text Box 241"/>
            <p:cNvSpPr txBox="1"/>
            <p:nvPr/>
          </p:nvSpPr>
          <p:spPr>
            <a:xfrm>
              <a:off x="10375" y="1205"/>
              <a:ext cx="1683"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10</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3587" name="Text Box 242"/>
            <p:cNvSpPr txBox="1"/>
            <p:nvPr/>
          </p:nvSpPr>
          <p:spPr>
            <a:xfrm>
              <a:off x="12188" y="2793"/>
              <a:ext cx="48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3588" name="Text Box 243"/>
            <p:cNvSpPr txBox="1"/>
            <p:nvPr/>
          </p:nvSpPr>
          <p:spPr>
            <a:xfrm>
              <a:off x="12210" y="1093"/>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3589" name="Text Box 244"/>
            <p:cNvSpPr txBox="1"/>
            <p:nvPr/>
          </p:nvSpPr>
          <p:spPr>
            <a:xfrm>
              <a:off x="12438" y="1888"/>
              <a:ext cx="1338"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24V</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3590" name="Text Box 245"/>
            <p:cNvSpPr txBox="1"/>
            <p:nvPr/>
          </p:nvSpPr>
          <p:spPr>
            <a:xfrm>
              <a:off x="7765" y="3020"/>
              <a:ext cx="38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3591" name="Text Box 246"/>
            <p:cNvSpPr txBox="1"/>
            <p:nvPr/>
          </p:nvSpPr>
          <p:spPr>
            <a:xfrm>
              <a:off x="9240" y="2908"/>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3592" name="Line 247"/>
            <p:cNvSpPr/>
            <p:nvPr/>
          </p:nvSpPr>
          <p:spPr bwMode="auto">
            <a:xfrm>
              <a:off x="10033" y="1093"/>
              <a:ext cx="0" cy="2608"/>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23593" name="Rectangle 248"/>
            <p:cNvSpPr/>
            <p:nvPr/>
          </p:nvSpPr>
          <p:spPr bwMode="auto">
            <a:xfrm>
              <a:off x="7425" y="1093"/>
              <a:ext cx="4650" cy="2608"/>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23594" name="Rectangle 249"/>
            <p:cNvSpPr/>
            <p:nvPr/>
          </p:nvSpPr>
          <p:spPr bwMode="auto">
            <a:xfrm>
              <a:off x="10715" y="935"/>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3595" name="Rectangle 250"/>
            <p:cNvSpPr/>
            <p:nvPr/>
          </p:nvSpPr>
          <p:spPr bwMode="auto">
            <a:xfrm>
              <a:off x="9875" y="1660"/>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grpSp>
          <p:nvGrpSpPr>
            <p:cNvPr id="79" name="组合 78"/>
            <p:cNvGrpSpPr/>
            <p:nvPr/>
          </p:nvGrpSpPr>
          <p:grpSpPr>
            <a:xfrm>
              <a:off x="11605" y="1997"/>
              <a:ext cx="908" cy="908"/>
              <a:chOff x="505193" y="3720552"/>
              <a:chExt cx="432197" cy="432197"/>
            </a:xfrm>
            <a:solidFill>
              <a:schemeClr val="accent6">
                <a:lumMod val="40000"/>
                <a:lumOff val="60000"/>
              </a:schemeClr>
            </a:solidFill>
          </p:grpSpPr>
          <p:sp>
            <p:nvSpPr>
              <p:cNvPr id="80"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81" name="直接连接符 80"/>
              <p:cNvCxnSpPr>
                <a:stCxn id="80" idx="0"/>
                <a:endCxn id="80"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 name="组合 13"/>
            <p:cNvGrpSpPr/>
            <p:nvPr/>
          </p:nvGrpSpPr>
          <p:grpSpPr>
            <a:xfrm>
              <a:off x="8333" y="3247"/>
              <a:ext cx="908" cy="908"/>
              <a:chOff x="5907581" y="4495572"/>
              <a:chExt cx="576263" cy="576263"/>
            </a:xfrm>
          </p:grpSpPr>
          <p:sp>
            <p:nvSpPr>
              <p:cNvPr id="15"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16" name="直接连接符 15"/>
              <p:cNvCxnSpPr>
                <a:stCxn id="15" idx="4"/>
                <a:endCxn id="15"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64" name="组合 63"/>
          <p:cNvGrpSpPr/>
          <p:nvPr/>
        </p:nvGrpSpPr>
        <p:grpSpPr>
          <a:xfrm>
            <a:off x="5054600" y="1069340"/>
            <a:ext cx="2718435" cy="1445895"/>
            <a:chOff x="3465" y="1355"/>
            <a:chExt cx="4281" cy="2277"/>
          </a:xfrm>
        </p:grpSpPr>
        <p:sp>
          <p:nvSpPr>
            <p:cNvPr id="36" name="Text Box 236"/>
            <p:cNvSpPr txBox="1"/>
            <p:nvPr>
              <p:custDataLst>
                <p:tags r:id="rId23"/>
              </p:custDataLst>
            </p:nvPr>
          </p:nvSpPr>
          <p:spPr>
            <a:xfrm>
              <a:off x="3465" y="1358"/>
              <a:ext cx="908" cy="818"/>
            </a:xfrm>
            <a:prstGeom prst="rect">
              <a:avLst/>
            </a:prstGeom>
            <a:noFill/>
            <a:ln w="9525">
              <a:noFill/>
            </a:ln>
          </p:spPr>
          <p:txBody>
            <a:bodyPr anchor="ctr" anchorCtr="0">
              <a:spAutoFit/>
            </a:bodyPr>
            <a:p>
              <a:pPr algn="ct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r>
                <a:rPr lang="en-US" altLang="zh-CN" b="0" baseline="-25000" dirty="0">
                  <a:solidFill>
                    <a:schemeClr val="tx1"/>
                  </a:solidFill>
                  <a:latin typeface="Times New Roman" panose="02020603050405020304" pitchFamily="18" charset="0"/>
                  <a:ea typeface="宋体" panose="02010600030101010101" pitchFamily="2" charset="-122"/>
                </a:rPr>
                <a:t>sc</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49" name="Line 251"/>
            <p:cNvSpPr/>
            <p:nvPr>
              <p:custDataLst>
                <p:tags r:id="rId24"/>
              </p:custDataLst>
            </p:nvPr>
          </p:nvSpPr>
          <p:spPr>
            <a:xfrm flipV="1">
              <a:off x="3510" y="1355"/>
              <a:ext cx="0" cy="84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pSp>
          <p:nvGrpSpPr>
            <p:cNvPr id="50" name="Group 252"/>
            <p:cNvGrpSpPr/>
            <p:nvPr/>
          </p:nvGrpSpPr>
          <p:grpSpPr>
            <a:xfrm rot="0">
              <a:off x="6120" y="2490"/>
              <a:ext cx="668" cy="818"/>
              <a:chOff x="1745" y="780"/>
              <a:chExt cx="267" cy="327"/>
            </a:xfrm>
          </p:grpSpPr>
          <p:sp>
            <p:nvSpPr>
              <p:cNvPr id="51" name="Line 253"/>
              <p:cNvSpPr/>
              <p:nvPr>
                <p:custDataLst>
                  <p:tags r:id="rId25"/>
                </p:custDataLst>
              </p:nvPr>
            </p:nvSpPr>
            <p:spPr>
              <a:xfrm>
                <a:off x="1746" y="799"/>
                <a:ext cx="0" cy="227"/>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52" name="Text Box 254"/>
              <p:cNvSpPr/>
              <p:nvPr>
                <p:custDataLst>
                  <p:tags r:id="rId26"/>
                </p:custDataLst>
              </p:nvPr>
            </p:nvSpPr>
            <p:spPr>
              <a:xfrm>
                <a:off x="1745" y="780"/>
                <a:ext cx="267" cy="327"/>
              </a:xfrm>
              <a:prstGeom prst="rect">
                <a:avLst/>
              </a:prstGeom>
              <a:ln w="28575">
                <a:noFill/>
                <a:tailEnd type="triangle"/>
              </a:ln>
            </p:spPr>
            <p:style>
              <a:lnRef idx="1">
                <a:schemeClr val="accent1"/>
              </a:lnRef>
              <a:fillRef idx="0">
                <a:schemeClr val="accent1"/>
              </a:fillRef>
              <a:effectRef idx="0">
                <a:schemeClr val="accent1"/>
              </a:effectRef>
              <a:fontRef idx="minor">
                <a:schemeClr val="tx1"/>
              </a:fontRef>
            </p:style>
            <p:txBody>
              <a:bodyPr wrap="none" anchor="ctr" anchorCtr="0">
                <a:spAutoFit/>
              </a:bodyPr>
              <a:p>
                <a:pPr algn="ct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r>
                  <a:rPr lang="en-US" altLang="zh-CN" b="0" baseline="-25000" dirty="0">
                    <a:solidFill>
                      <a:schemeClr val="tx1"/>
                    </a:solidFill>
                    <a:latin typeface="Times New Roman" panose="02020603050405020304" pitchFamily="18" charset="0"/>
                    <a:ea typeface="宋体" panose="02010600030101010101" pitchFamily="2" charset="-122"/>
                  </a:rPr>
                  <a:t>1</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grpSp>
        <p:sp>
          <p:nvSpPr>
            <p:cNvPr id="53" name="Text Box 256"/>
            <p:cNvSpPr txBox="1"/>
            <p:nvPr>
              <p:custDataLst>
                <p:tags r:id="rId27"/>
              </p:custDataLst>
            </p:nvPr>
          </p:nvSpPr>
          <p:spPr>
            <a:xfrm>
              <a:off x="6940" y="2814"/>
              <a:ext cx="807" cy="818"/>
            </a:xfrm>
            <a:prstGeom prst="rect">
              <a:avLst/>
            </a:prstGeom>
            <a:noFill/>
            <a:ln w="28575">
              <a:noFill/>
            </a:ln>
          </p:spPr>
          <p:txBody>
            <a:bodyPr wrap="none" anchor="ctr" anchorCtr="0">
              <a:spAutoFit/>
            </a:bodyPr>
            <a:p>
              <a:pPr algn="ctr">
                <a:spcBef>
                  <a:spcPct val="50000"/>
                </a:spcBef>
              </a:pPr>
              <a:r>
                <a:rPr lang="en-US" altLang="zh-CN" b="0" dirty="0">
                  <a:solidFill>
                    <a:schemeClr val="bg1"/>
                  </a:solidFill>
                  <a:latin typeface="Times New Roman" panose="02020603050405020304" pitchFamily="18" charset="0"/>
                  <a:ea typeface="宋体" panose="02010600030101010101" pitchFamily="2" charset="-122"/>
                </a:rPr>
                <a:t> </a:t>
              </a:r>
              <a:r>
                <a:rPr lang="en-US" altLang="zh-CN" b="0" i="1" dirty="0">
                  <a:solidFill>
                    <a:schemeClr val="tx1"/>
                  </a:solidFill>
                  <a:latin typeface="Times New Roman" panose="02020603050405020304" pitchFamily="18" charset="0"/>
                  <a:ea typeface="宋体" panose="02010600030101010101" pitchFamily="2" charset="-122"/>
                </a:rPr>
                <a:t>I</a:t>
              </a:r>
              <a:r>
                <a:rPr lang="en-US" altLang="zh-CN" b="0" baseline="-25000" dirty="0">
                  <a:solidFill>
                    <a:schemeClr val="tx1"/>
                  </a:solidFill>
                  <a:latin typeface="Times New Roman" panose="02020603050405020304" pitchFamily="18" charset="0"/>
                  <a:ea typeface="宋体" panose="02010600030101010101" pitchFamily="2" charset="-122"/>
                </a:rPr>
                <a:t>2</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54" name="Line 257"/>
            <p:cNvSpPr/>
            <p:nvPr>
              <p:custDataLst>
                <p:tags r:id="rId28"/>
              </p:custDataLst>
            </p:nvPr>
          </p:nvSpPr>
          <p:spPr>
            <a:xfrm flipH="1">
              <a:off x="6942" y="3510"/>
              <a:ext cx="792"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6"/>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22" presetClass="entr" presetSubtype="4" fill="hold" nodeType="afterEffect">
                                  <p:stCondLst>
                                    <p:cond delay="0"/>
                                  </p:stCondLst>
                                  <p:childTnLst>
                                    <p:set>
                                      <p:cBhvr>
                                        <p:cTn id="13" dur="1" fill="hold">
                                          <p:stCondLst>
                                            <p:cond delay="0"/>
                                          </p:stCondLst>
                                        </p:cTn>
                                        <p:tgtEl>
                                          <p:spTgt spid="65"/>
                                        </p:tgtEl>
                                        <p:attrNameLst>
                                          <p:attrName>style.visibility</p:attrName>
                                        </p:attrNameLst>
                                      </p:cBhvr>
                                      <p:to>
                                        <p:strVal val="visible"/>
                                      </p:to>
                                    </p:set>
                                    <p:animEffect transition="in" filter="wipe(down)">
                                      <p:cBhvr>
                                        <p:cTn id="14" dur="500"/>
                                        <p:tgtEl>
                                          <p:spTgt spid="65"/>
                                        </p:tgtEl>
                                      </p:cBhvr>
                                    </p:animEffect>
                                  </p:childTnLst>
                                </p:cTn>
                              </p:par>
                            </p:childTnLst>
                          </p:cTn>
                        </p:par>
                        <p:par>
                          <p:cTn id="15" fill="hold">
                            <p:stCondLst>
                              <p:cond delay="1500"/>
                            </p:stCondLst>
                            <p:childTnLst>
                              <p:par>
                                <p:cTn id="16" presetID="2" presetClass="entr" presetSubtype="1" fill="hold" grpId="0" nodeType="afterEffect">
                                  <p:stCondLst>
                                    <p:cond delay="0"/>
                                  </p:stCondLst>
                                  <p:childTnLst>
                                    <p:set>
                                      <p:cBhvr>
                                        <p:cTn id="17" dur="1" fill="hold">
                                          <p:stCondLst>
                                            <p:cond delay="0"/>
                                          </p:stCondLst>
                                        </p:cTn>
                                        <p:tgtEl>
                                          <p:spTgt spid="32772"/>
                                        </p:tgtEl>
                                        <p:attrNameLst>
                                          <p:attrName>style.visibility</p:attrName>
                                        </p:attrNameLst>
                                      </p:cBhvr>
                                      <p:to>
                                        <p:strVal val="visible"/>
                                      </p:to>
                                    </p:set>
                                    <p:anim calcmode="lin" valueType="num">
                                      <p:cBhvr additive="base">
                                        <p:cTn id="18" dur="500" fill="hold"/>
                                        <p:tgtEl>
                                          <p:spTgt spid="32772"/>
                                        </p:tgtEl>
                                        <p:attrNameLst>
                                          <p:attrName>ppt_x</p:attrName>
                                        </p:attrNameLst>
                                      </p:cBhvr>
                                      <p:tavLst>
                                        <p:tav tm="0">
                                          <p:val>
                                            <p:strVal val="#ppt_x"/>
                                          </p:val>
                                        </p:tav>
                                        <p:tav tm="100000">
                                          <p:val>
                                            <p:strVal val="#ppt_x"/>
                                          </p:val>
                                        </p:tav>
                                      </p:tavLst>
                                    </p:anim>
                                    <p:anim calcmode="lin" valueType="num">
                                      <p:cBhvr additive="base">
                                        <p:cTn id="19" dur="500" fill="hold"/>
                                        <p:tgtEl>
                                          <p:spTgt spid="32772"/>
                                        </p:tgtEl>
                                        <p:attrNameLst>
                                          <p:attrName>ppt_y</p:attrName>
                                        </p:attrNameLst>
                                      </p:cBhvr>
                                      <p:tavLst>
                                        <p:tav tm="0">
                                          <p:val>
                                            <p:strVal val="0-#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5" presetClass="entr" presetSubtype="0"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p:cTn id="24" dur="1000" fill="hold"/>
                                        <p:tgtEl>
                                          <p:spTgt spid="3"/>
                                        </p:tgtEl>
                                        <p:attrNameLst>
                                          <p:attrName>ppt_w</p:attrName>
                                        </p:attrNameLst>
                                      </p:cBhvr>
                                      <p:tavLst>
                                        <p:tav tm="0">
                                          <p:val>
                                            <p:fltVal val="0"/>
                                          </p:val>
                                        </p:tav>
                                        <p:tav tm="100000">
                                          <p:val>
                                            <p:strVal val="#ppt_w"/>
                                          </p:val>
                                        </p:tav>
                                      </p:tavLst>
                                    </p:anim>
                                    <p:anim calcmode="lin" valueType="num">
                                      <p:cBhvr>
                                        <p:cTn id="25" dur="1000" fill="hold"/>
                                        <p:tgtEl>
                                          <p:spTgt spid="3"/>
                                        </p:tgtEl>
                                        <p:attrNameLst>
                                          <p:attrName>ppt_h</p:attrName>
                                        </p:attrNameLst>
                                      </p:cBhvr>
                                      <p:tavLst>
                                        <p:tav tm="0">
                                          <p:val>
                                            <p:fltVal val="0"/>
                                          </p:val>
                                        </p:tav>
                                        <p:tav tm="100000">
                                          <p:val>
                                            <p:strVal val="#ppt_h"/>
                                          </p:val>
                                        </p:tav>
                                      </p:tavLst>
                                    </p:anim>
                                    <p:anim calcmode="lin" valueType="num">
                                      <p:cBhvr>
                                        <p:cTn id="26" dur="1000" fill="hold"/>
                                        <p:tgtEl>
                                          <p:spTgt spid="3"/>
                                        </p:tgtEl>
                                        <p:attrNameLst>
                                          <p:attrName>ppt_x</p:attrName>
                                        </p:attrNameLst>
                                      </p:cBhvr>
                                      <p:tavLst>
                                        <p:tav tm="0" fmla="#ppt_x+(cos(-2*pi*(1-$))*-#ppt_x-sin(-2*pi*(1-$))*(1-#ppt_y))*(1-$)">
                                          <p:val>
                                            <p:fltVal val="0"/>
                                          </p:val>
                                        </p:tav>
                                        <p:tav tm="100000">
                                          <p:val>
                                            <p:fltVal val="1"/>
                                          </p:val>
                                        </p:tav>
                                      </p:tavLst>
                                    </p:anim>
                                    <p:anim calcmode="lin" valueType="num">
                                      <p:cBhvr>
                                        <p:cTn id="27" dur="1000" fill="hold"/>
                                        <p:tgtEl>
                                          <p:spTgt spid="3"/>
                                        </p:tgtEl>
                                        <p:attrNameLst>
                                          <p:attrName>ppt_y</p:attrName>
                                        </p:attrNameLst>
                                      </p:cBhvr>
                                      <p:tavLst>
                                        <p:tav tm="0" fmla="#ppt_y+(sin(-2*pi*(1-$))*-#ppt_x+cos(-2*pi*(1-$))*(1-#ppt_y))*(1-$)">
                                          <p:val>
                                            <p:fltVal val="0"/>
                                          </p:val>
                                        </p:tav>
                                        <p:tav tm="100000">
                                          <p:val>
                                            <p:fltVal val="1"/>
                                          </p:val>
                                        </p:tav>
                                      </p:tavLst>
                                    </p:anim>
                                  </p:childTnLst>
                                </p:cTn>
                              </p:par>
                            </p:childTnLst>
                          </p:cTn>
                        </p:par>
                        <p:par>
                          <p:cTn id="28" fill="hold">
                            <p:stCondLst>
                              <p:cond delay="1000"/>
                            </p:stCondLst>
                            <p:childTnLst>
                              <p:par>
                                <p:cTn id="29" presetID="12" presetClass="entr" presetSubtype="8" fill="hold" grpId="0" nodeType="afterEffect">
                                  <p:stCondLst>
                                    <p:cond delay="0"/>
                                  </p:stCondLst>
                                  <p:childTnLst>
                                    <p:set>
                                      <p:cBhvr>
                                        <p:cTn id="30" dur="1" fill="hold">
                                          <p:stCondLst>
                                            <p:cond delay="0"/>
                                          </p:stCondLst>
                                        </p:cTn>
                                        <p:tgtEl>
                                          <p:spTgt spid="32829"/>
                                        </p:tgtEl>
                                        <p:attrNameLst>
                                          <p:attrName>style.visibility</p:attrName>
                                        </p:attrNameLst>
                                      </p:cBhvr>
                                      <p:to>
                                        <p:strVal val="visible"/>
                                      </p:to>
                                    </p:set>
                                    <p:animEffect transition="in" filter="slide(fromLeft)">
                                      <p:cBhvr>
                                        <p:cTn id="31" dur="500"/>
                                        <p:tgtEl>
                                          <p:spTgt spid="32829"/>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wipe(down)">
                                      <p:cBhvr>
                                        <p:cTn id="36" dur="500"/>
                                        <p:tgtEl>
                                          <p:spTgt spid="4"/>
                                        </p:tgtEl>
                                      </p:cBhvr>
                                    </p:animEffect>
                                  </p:childTnLst>
                                </p:cTn>
                              </p:par>
                            </p:childTnLst>
                          </p:cTn>
                        </p:par>
                        <p:par>
                          <p:cTn id="37" fill="hold">
                            <p:stCondLst>
                              <p:cond delay="500"/>
                            </p:stCondLst>
                            <p:childTnLst>
                              <p:par>
                                <p:cTn id="38" presetID="23" presetClass="entr" presetSubtype="16" fill="hold" nodeType="afterEffect">
                                  <p:stCondLst>
                                    <p:cond delay="0"/>
                                  </p:stCondLst>
                                  <p:childTnLst>
                                    <p:set>
                                      <p:cBhvr>
                                        <p:cTn id="39" dur="1" fill="hold">
                                          <p:stCondLst>
                                            <p:cond delay="0"/>
                                          </p:stCondLst>
                                        </p:cTn>
                                        <p:tgtEl>
                                          <p:spTgt spid="64"/>
                                        </p:tgtEl>
                                        <p:attrNameLst>
                                          <p:attrName>style.visibility</p:attrName>
                                        </p:attrNameLst>
                                      </p:cBhvr>
                                      <p:to>
                                        <p:strVal val="visible"/>
                                      </p:to>
                                    </p:set>
                                    <p:anim calcmode="lin" valueType="num">
                                      <p:cBhvr>
                                        <p:cTn id="40" dur="500" fill="hold"/>
                                        <p:tgtEl>
                                          <p:spTgt spid="64"/>
                                        </p:tgtEl>
                                        <p:attrNameLst>
                                          <p:attrName>ppt_w</p:attrName>
                                        </p:attrNameLst>
                                      </p:cBhvr>
                                      <p:tavLst>
                                        <p:tav tm="0">
                                          <p:val>
                                            <p:fltVal val="0"/>
                                          </p:val>
                                        </p:tav>
                                        <p:tav tm="100000">
                                          <p:val>
                                            <p:strVal val="#ppt_w"/>
                                          </p:val>
                                        </p:tav>
                                      </p:tavLst>
                                    </p:anim>
                                    <p:anim calcmode="lin" valueType="num">
                                      <p:cBhvr>
                                        <p:cTn id="41" dur="500" fill="hold"/>
                                        <p:tgtEl>
                                          <p:spTgt spid="64"/>
                                        </p:tgtEl>
                                        <p:attrNameLst>
                                          <p:attrName>ppt_h</p:attrName>
                                        </p:attrNameLst>
                                      </p:cBhvr>
                                      <p:tavLst>
                                        <p:tav tm="0">
                                          <p:val>
                                            <p:fltVal val="0"/>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32830"/>
                                        </p:tgtEl>
                                        <p:attrNameLst>
                                          <p:attrName>style.visibility</p:attrName>
                                        </p:attrNameLst>
                                      </p:cBhvr>
                                      <p:to>
                                        <p:strVal val="visible"/>
                                      </p:to>
                                    </p:set>
                                    <p:animEffect transition="in" filter="wipe(left)">
                                      <p:cBhvr>
                                        <p:cTn id="46" dur="2000"/>
                                        <p:tgtEl>
                                          <p:spTgt spid="32830"/>
                                        </p:tgtEl>
                                      </p:cBhvr>
                                    </p:animEffect>
                                  </p:childTnLst>
                                </p:cTn>
                              </p:par>
                            </p:childTnLst>
                          </p:cTn>
                        </p:par>
                      </p:childTnLst>
                    </p:cTn>
                  </p:par>
                  <p:par>
                    <p:cTn id="47" fill="hold">
                      <p:stCondLst>
                        <p:cond delay="indefinite"/>
                      </p:stCondLst>
                      <p:childTnLst>
                        <p:par>
                          <p:cTn id="48" fill="hold">
                            <p:stCondLst>
                              <p:cond delay="0"/>
                            </p:stCondLst>
                            <p:childTnLst>
                              <p:par>
                                <p:cTn id="49" presetID="12" presetClass="entr" presetSubtype="8" fill="hold" grpId="0" nodeType="clickEffect">
                                  <p:stCondLst>
                                    <p:cond delay="0"/>
                                  </p:stCondLst>
                                  <p:childTnLst>
                                    <p:set>
                                      <p:cBhvr>
                                        <p:cTn id="50" dur="1" fill="hold">
                                          <p:stCondLst>
                                            <p:cond delay="0"/>
                                          </p:stCondLst>
                                        </p:cTn>
                                        <p:tgtEl>
                                          <p:spTgt spid="32831"/>
                                        </p:tgtEl>
                                        <p:attrNameLst>
                                          <p:attrName>style.visibility</p:attrName>
                                        </p:attrNameLst>
                                      </p:cBhvr>
                                      <p:to>
                                        <p:strVal val="visible"/>
                                      </p:to>
                                    </p:set>
                                    <p:animEffect transition="in" filter="slide(fromLeft)">
                                      <p:cBhvr>
                                        <p:cTn id="51" dur="2000"/>
                                        <p:tgtEl>
                                          <p:spTgt spid="32831"/>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grpId="0" nodeType="clickEffect">
                                  <p:stCondLst>
                                    <p:cond delay="0"/>
                                  </p:stCondLst>
                                  <p:childTnLst>
                                    <p:set>
                                      <p:cBhvr>
                                        <p:cTn id="55" dur="1" fill="hold">
                                          <p:stCondLst>
                                            <p:cond delay="0"/>
                                          </p:stCondLst>
                                        </p:cTn>
                                        <p:tgtEl>
                                          <p:spTgt spid="32832"/>
                                        </p:tgtEl>
                                        <p:attrNameLst>
                                          <p:attrName>style.visibility</p:attrName>
                                        </p:attrNameLst>
                                      </p:cBhvr>
                                      <p:to>
                                        <p:strVal val="visible"/>
                                      </p:to>
                                    </p:set>
                                    <p:animEffect transition="in" filter="wipe(up)">
                                      <p:cBhvr>
                                        <p:cTn id="56" dur="2000"/>
                                        <p:tgtEl>
                                          <p:spTgt spid="32832"/>
                                        </p:tgtEl>
                                      </p:cBhvr>
                                    </p:animEffect>
                                  </p:childTnLst>
                                </p:cTn>
                              </p:par>
                            </p:childTnLst>
                          </p:cTn>
                        </p:par>
                      </p:childTnLst>
                    </p:cTn>
                  </p:par>
                  <p:par>
                    <p:cTn id="57" fill="hold">
                      <p:stCondLst>
                        <p:cond delay="indefinite"/>
                      </p:stCondLst>
                      <p:childTnLst>
                        <p:par>
                          <p:cTn id="58" fill="hold">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32882"/>
                                        </p:tgtEl>
                                        <p:attrNameLst>
                                          <p:attrName>style.visibility</p:attrName>
                                        </p:attrNameLst>
                                      </p:cBhvr>
                                      <p:to>
                                        <p:strVal val="visible"/>
                                      </p:to>
                                    </p:set>
                                    <p:anim calcmode="lin" valueType="num">
                                      <p:cBhvr additive="base">
                                        <p:cTn id="61" dur="500" fill="hold"/>
                                        <p:tgtEl>
                                          <p:spTgt spid="32882"/>
                                        </p:tgtEl>
                                        <p:attrNameLst>
                                          <p:attrName>ppt_x</p:attrName>
                                        </p:attrNameLst>
                                      </p:cBhvr>
                                      <p:tavLst>
                                        <p:tav tm="0">
                                          <p:val>
                                            <p:strVal val="1+#ppt_w/2"/>
                                          </p:val>
                                        </p:tav>
                                        <p:tav tm="100000">
                                          <p:val>
                                            <p:strVal val="#ppt_x"/>
                                          </p:val>
                                        </p:tav>
                                      </p:tavLst>
                                    </p:anim>
                                    <p:anim calcmode="lin" valueType="num">
                                      <p:cBhvr additive="base">
                                        <p:cTn id="62" dur="500" fill="hold"/>
                                        <p:tgtEl>
                                          <p:spTgt spid="32882"/>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9"/>
                                        </p:tgtEl>
                                        <p:attrNameLst>
                                          <p:attrName>style.visibility</p:attrName>
                                        </p:attrNameLst>
                                      </p:cBhvr>
                                      <p:to>
                                        <p:strVal val="visible"/>
                                      </p:to>
                                    </p:set>
                                    <p:animEffect transition="in" filter="blinds(horizontal)">
                                      <p:cBhvr>
                                        <p:cTn id="67" dur="500"/>
                                        <p:tgtEl>
                                          <p:spTgt spid="9"/>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nodeType="clickEffect">
                                  <p:stCondLst>
                                    <p:cond delay="0"/>
                                  </p:stCondLst>
                                  <p:childTnLst>
                                    <p:set>
                                      <p:cBhvr>
                                        <p:cTn id="71" dur="1" fill="hold">
                                          <p:stCondLst>
                                            <p:cond delay="0"/>
                                          </p:stCondLst>
                                        </p:cTn>
                                        <p:tgtEl>
                                          <p:spTgt spid="7"/>
                                        </p:tgtEl>
                                        <p:attrNameLst>
                                          <p:attrName>style.visibility</p:attrName>
                                        </p:attrNameLst>
                                      </p:cBhvr>
                                      <p:to>
                                        <p:strVal val="visible"/>
                                      </p:to>
                                    </p:set>
                                    <p:animEffect transition="in" filter="wipe(down)">
                                      <p:cBhvr>
                                        <p:cTn id="72" dur="500"/>
                                        <p:tgtEl>
                                          <p:spTgt spid="7"/>
                                        </p:tgtEl>
                                      </p:cBhvr>
                                    </p:animEffect>
                                  </p:childTnLst>
                                </p:cTn>
                              </p:par>
                            </p:childTnLst>
                          </p:cTn>
                        </p:par>
                      </p:childTnLst>
                    </p:cTn>
                  </p:par>
                  <p:par>
                    <p:cTn id="73" fill="hold">
                      <p:stCondLst>
                        <p:cond delay="indefinite"/>
                      </p:stCondLst>
                      <p:childTnLst>
                        <p:par>
                          <p:cTn id="74" fill="hold">
                            <p:stCondLst>
                              <p:cond delay="0"/>
                            </p:stCondLst>
                            <p:childTnLst>
                              <p:par>
                                <p:cTn id="75" presetID="2" presetClass="entr" presetSubtype="2" fill="hold" grpId="0" nodeType="clickEffect">
                                  <p:stCondLst>
                                    <p:cond delay="0"/>
                                  </p:stCondLst>
                                  <p:childTnLst>
                                    <p:set>
                                      <p:cBhvr>
                                        <p:cTn id="76" dur="1" fill="hold">
                                          <p:stCondLst>
                                            <p:cond delay="0"/>
                                          </p:stCondLst>
                                        </p:cTn>
                                        <p:tgtEl>
                                          <p:spTgt spid="32884"/>
                                        </p:tgtEl>
                                        <p:attrNameLst>
                                          <p:attrName>style.visibility</p:attrName>
                                        </p:attrNameLst>
                                      </p:cBhvr>
                                      <p:to>
                                        <p:strVal val="visible"/>
                                      </p:to>
                                    </p:set>
                                    <p:anim calcmode="lin" valueType="num">
                                      <p:cBhvr additive="base">
                                        <p:cTn id="77" dur="500" fill="hold"/>
                                        <p:tgtEl>
                                          <p:spTgt spid="32884"/>
                                        </p:tgtEl>
                                        <p:attrNameLst>
                                          <p:attrName>ppt_x</p:attrName>
                                        </p:attrNameLst>
                                      </p:cBhvr>
                                      <p:tavLst>
                                        <p:tav tm="0">
                                          <p:val>
                                            <p:strVal val="1+#ppt_w/2"/>
                                          </p:val>
                                        </p:tav>
                                        <p:tav tm="100000">
                                          <p:val>
                                            <p:strVal val="#ppt_x"/>
                                          </p:val>
                                        </p:tav>
                                      </p:tavLst>
                                    </p:anim>
                                    <p:anim calcmode="lin" valueType="num">
                                      <p:cBhvr additive="base">
                                        <p:cTn id="78" dur="500" fill="hold"/>
                                        <p:tgtEl>
                                          <p:spTgt spid="32884"/>
                                        </p:tgtEl>
                                        <p:attrNameLst>
                                          <p:attrName>ppt_y</p:attrName>
                                        </p:attrNameLst>
                                      </p:cBhvr>
                                      <p:tavLst>
                                        <p:tav tm="0">
                                          <p:val>
                                            <p:strVal val="#ppt_y"/>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3" presetClass="entr" presetSubtype="10" fill="hold" nodeType="clickEffect">
                                  <p:stCondLst>
                                    <p:cond delay="0"/>
                                  </p:stCondLst>
                                  <p:childTnLst>
                                    <p:set>
                                      <p:cBhvr>
                                        <p:cTn id="82" dur="1" fill="hold">
                                          <p:stCondLst>
                                            <p:cond delay="0"/>
                                          </p:stCondLst>
                                        </p:cTn>
                                        <p:tgtEl>
                                          <p:spTgt spid="5"/>
                                        </p:tgtEl>
                                        <p:attrNameLst>
                                          <p:attrName>style.visibility</p:attrName>
                                        </p:attrNameLst>
                                      </p:cBhvr>
                                      <p:to>
                                        <p:strVal val="visible"/>
                                      </p:to>
                                    </p:set>
                                    <p:animEffect transition="in" filter="blinds(horizontal)">
                                      <p:cBhvr>
                                        <p:cTn id="83" dur="500"/>
                                        <p:tgtEl>
                                          <p:spTgt spid="5"/>
                                        </p:tgtEl>
                                      </p:cBhvr>
                                    </p:animEffect>
                                  </p:childTnLst>
                                </p:cTn>
                              </p:par>
                            </p:childTnLst>
                          </p:cTn>
                        </p:par>
                      </p:childTnLst>
                    </p:cTn>
                  </p:par>
                  <p:par>
                    <p:cTn id="84" fill="hold">
                      <p:stCondLst>
                        <p:cond delay="indefinite"/>
                      </p:stCondLst>
                      <p:childTnLst>
                        <p:par>
                          <p:cTn id="85" fill="hold">
                            <p:stCondLst>
                              <p:cond delay="0"/>
                            </p:stCondLst>
                            <p:childTnLst>
                              <p:par>
                                <p:cTn id="86" presetID="17" presetClass="entr" presetSubtype="10" fill="hold" grpId="0" nodeType="clickEffect">
                                  <p:stCondLst>
                                    <p:cond delay="0"/>
                                  </p:stCondLst>
                                  <p:iterate type="wd">
                                    <p:tmPct val="100000"/>
                                  </p:iterate>
                                  <p:childTnLst>
                                    <p:set>
                                      <p:cBhvr>
                                        <p:cTn id="87" dur="1" fill="hold">
                                          <p:stCondLst>
                                            <p:cond delay="0"/>
                                          </p:stCondLst>
                                        </p:cTn>
                                        <p:tgtEl>
                                          <p:spTgt spid="32906"/>
                                        </p:tgtEl>
                                        <p:attrNameLst>
                                          <p:attrName>style.visibility</p:attrName>
                                        </p:attrNameLst>
                                      </p:cBhvr>
                                      <p:to>
                                        <p:strVal val="visible"/>
                                      </p:to>
                                    </p:set>
                                    <p:anim calcmode="lin" valueType="num">
                                      <p:cBhvr>
                                        <p:cTn id="88" dur="300" fill="hold"/>
                                        <p:tgtEl>
                                          <p:spTgt spid="32906"/>
                                        </p:tgtEl>
                                        <p:attrNameLst>
                                          <p:attrName>ppt_w</p:attrName>
                                        </p:attrNameLst>
                                      </p:cBhvr>
                                      <p:tavLst>
                                        <p:tav tm="0">
                                          <p:val>
                                            <p:fltVal val="0.000000"/>
                                          </p:val>
                                        </p:tav>
                                        <p:tav tm="100000">
                                          <p:val>
                                            <p:strVal val="#ppt_w"/>
                                          </p:val>
                                        </p:tav>
                                      </p:tavLst>
                                    </p:anim>
                                    <p:anim calcmode="lin" valueType="num">
                                      <p:cBhvr>
                                        <p:cTn id="89" dur="300" fill="hold"/>
                                        <p:tgtEl>
                                          <p:spTgt spid="32906"/>
                                        </p:tgtEl>
                                        <p:attrNameLst>
                                          <p:attrName>ppt_h</p:attrName>
                                        </p:attrNameLst>
                                      </p:cBhvr>
                                      <p:tavLst>
                                        <p:tav tm="0">
                                          <p:val>
                                            <p:strVal val="#ppt_h"/>
                                          </p:val>
                                        </p:tav>
                                        <p:tav tm="100000">
                                          <p:val>
                                            <p:strVal val="#ppt_h"/>
                                          </p:val>
                                        </p:tav>
                                      </p:tavLst>
                                    </p:anim>
                                  </p:childTnLst>
                                </p:cTn>
                              </p:par>
                            </p:childTnLst>
                          </p:cTn>
                        </p:par>
                      </p:childTnLst>
                    </p:cTn>
                  </p:par>
                  <p:par>
                    <p:cTn id="90" fill="hold">
                      <p:stCondLst>
                        <p:cond delay="indefinite"/>
                      </p:stCondLst>
                      <p:childTnLst>
                        <p:par>
                          <p:cTn id="91" fill="hold">
                            <p:stCondLst>
                              <p:cond delay="0"/>
                            </p:stCondLst>
                            <p:childTnLst>
                              <p:par>
                                <p:cTn id="92" presetID="17" presetClass="entr" presetSubtype="10" fill="hold" grpId="0" nodeType="clickEffect">
                                  <p:stCondLst>
                                    <p:cond delay="0"/>
                                  </p:stCondLst>
                                  <p:iterate type="wd">
                                    <p:tmPct val="100000"/>
                                  </p:iterate>
                                  <p:childTnLst>
                                    <p:set>
                                      <p:cBhvr>
                                        <p:cTn id="93" dur="1" fill="hold">
                                          <p:stCondLst>
                                            <p:cond delay="0"/>
                                          </p:stCondLst>
                                        </p:cTn>
                                        <p:tgtEl>
                                          <p:spTgt spid="32909"/>
                                        </p:tgtEl>
                                        <p:attrNameLst>
                                          <p:attrName>style.visibility</p:attrName>
                                        </p:attrNameLst>
                                      </p:cBhvr>
                                      <p:to>
                                        <p:strVal val="visible"/>
                                      </p:to>
                                    </p:set>
                                    <p:anim calcmode="lin" valueType="num">
                                      <p:cBhvr>
                                        <p:cTn id="94" dur="300" fill="hold"/>
                                        <p:tgtEl>
                                          <p:spTgt spid="32909"/>
                                        </p:tgtEl>
                                        <p:attrNameLst>
                                          <p:attrName>ppt_w</p:attrName>
                                        </p:attrNameLst>
                                      </p:cBhvr>
                                      <p:tavLst>
                                        <p:tav tm="0">
                                          <p:val>
                                            <p:fltVal val="0.000000"/>
                                          </p:val>
                                        </p:tav>
                                        <p:tav tm="100000">
                                          <p:val>
                                            <p:strVal val="#ppt_w"/>
                                          </p:val>
                                        </p:tav>
                                      </p:tavLst>
                                    </p:anim>
                                    <p:anim calcmode="lin" valueType="num">
                                      <p:cBhvr>
                                        <p:cTn id="95" dur="300" fill="hold"/>
                                        <p:tgtEl>
                                          <p:spTgt spid="32909"/>
                                        </p:tgtEl>
                                        <p:attrNameLst>
                                          <p:attrName>ppt_h</p:attrName>
                                        </p:attrNameLst>
                                      </p:cBhvr>
                                      <p:tavLst>
                                        <p:tav tm="0">
                                          <p:val>
                                            <p:strVal val="#ppt_h"/>
                                          </p:val>
                                        </p:tav>
                                        <p:tav tm="100000">
                                          <p:val>
                                            <p:strVal val="#ppt_h"/>
                                          </p:val>
                                        </p:tav>
                                      </p:tavLst>
                                    </p:anim>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nodeType="clickEffect">
                                  <p:stCondLst>
                                    <p:cond delay="0"/>
                                  </p:stCondLst>
                                  <p:childTnLst>
                                    <p:set>
                                      <p:cBhvr>
                                        <p:cTn id="99" dur="1" fill="hold">
                                          <p:stCondLst>
                                            <p:cond delay="0"/>
                                          </p:stCondLst>
                                        </p:cTn>
                                        <p:tgtEl>
                                          <p:spTgt spid="7"/>
                                        </p:tgtEl>
                                        <p:attrNameLst>
                                          <p:attrName>style.visibility</p:attrName>
                                        </p:attrNameLst>
                                      </p:cBhvr>
                                      <p:to>
                                        <p:strVal val="visible"/>
                                      </p:to>
                                    </p:set>
                                    <p:animEffect transition="in" filter="wipe(left)">
                                      <p:cBhvr>
                                        <p:cTn id="10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2" grpId="0"/>
      <p:bldP spid="32829" grpId="0"/>
      <p:bldP spid="32830" grpId="0"/>
      <p:bldP spid="32831" grpId="0"/>
      <p:bldP spid="32832" grpId="0"/>
      <p:bldP spid="32882" grpId="0"/>
      <p:bldP spid="32884" grpId="0"/>
      <p:bldP spid="32906" grpId="0"/>
      <p:bldP spid="32909" grpId="0"/>
      <p:bldP spid="3" grpId="0" bldLvl="0" animBg="1"/>
      <p:bldP spid="6" grpId="0" bldLvl="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4-3 戴维南定理和诺顿定理</a:t>
            </a:r>
            <a:endParaRPr lang="zh-CN" altLang="en-US"/>
          </a:p>
        </p:txBody>
      </p:sp>
      <p:sp>
        <p:nvSpPr>
          <p:cNvPr id="103427" name="Text Box 3"/>
          <p:cNvSpPr txBox="1"/>
          <p:nvPr/>
        </p:nvSpPr>
        <p:spPr>
          <a:xfrm>
            <a:off x="1692275" y="771366"/>
            <a:ext cx="2087563" cy="521970"/>
          </a:xfrm>
          <a:prstGeom prst="rect">
            <a:avLst/>
          </a:prstGeom>
          <a:noFill/>
          <a:ln w="9525">
            <a:noFill/>
          </a:ln>
        </p:spPr>
        <p:txBody>
          <a:bodyPr anchor="ctr" anchorCtr="0">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求电压</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U</a:t>
            </a:r>
            <a:r>
              <a:rPr kumimoji="1" lang="zh-CN" altLang="en-US" sz="2800" dirty="0" smtClean="0">
                <a:latin typeface="华文楷体" panose="02010600040101010101" pitchFamily="2" charset="-122"/>
                <a:ea typeface="华文楷体" panose="02010600040101010101" pitchFamily="2" charset="-122"/>
              </a:rPr>
              <a:t>。</a:t>
            </a:r>
            <a:endParaRPr kumimoji="1" lang="zh-CN" altLang="en-US" sz="2800" dirty="0" smtClean="0">
              <a:latin typeface="华文楷体" panose="02010600040101010101" pitchFamily="2" charset="-122"/>
              <a:ea typeface="华文楷体" panose="02010600040101010101" pitchFamily="2" charset="-122"/>
            </a:endParaRPr>
          </a:p>
        </p:txBody>
      </p:sp>
      <p:sp>
        <p:nvSpPr>
          <p:cNvPr id="103428" name="Text Box 4"/>
          <p:cNvSpPr txBox="1"/>
          <p:nvPr/>
        </p:nvSpPr>
        <p:spPr>
          <a:xfrm>
            <a:off x="653098" y="4274662"/>
            <a:ext cx="3673475" cy="521970"/>
          </a:xfrm>
          <a:prstGeom prst="rect">
            <a:avLst/>
          </a:prstGeom>
          <a:noFill/>
          <a:ln w="9525">
            <a:noFill/>
          </a:ln>
        </p:spPr>
        <p:txBody>
          <a:bodyPr anchor="ctr" anchorCtr="0">
            <a:spAutoFit/>
          </a:bodyPr>
          <a:p>
            <a:pPr marL="342900" indent="-342900">
              <a:spcBef>
                <a:spcPct val="50000"/>
              </a:spcBef>
              <a:buAutoNum type="circleNumDbPlain"/>
            </a:pPr>
            <a:r>
              <a:rPr kumimoji="1" lang="zh-CN" altLang="en-US" sz="2800" dirty="0" smtClean="0">
                <a:latin typeface="华文楷体" panose="02010600040101010101" pitchFamily="2" charset="-122"/>
                <a:ea typeface="华文楷体" panose="02010600040101010101" pitchFamily="2" charset="-122"/>
              </a:rPr>
              <a:t>求短路电流</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I</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rPr>
              <a:t>sc</a:t>
            </a:r>
            <a:endPar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03430" name="Text Box 6"/>
          <p:cNvSpPr txBox="1"/>
          <p:nvPr/>
        </p:nvSpPr>
        <p:spPr>
          <a:xfrm>
            <a:off x="852805" y="1514475"/>
            <a:ext cx="2710180" cy="2675255"/>
          </a:xfrm>
          <a:prstGeom prst="rect">
            <a:avLst/>
          </a:prstGeom>
          <a:noFill/>
          <a:ln w="9525">
            <a:noFill/>
          </a:ln>
        </p:spPr>
        <p:txBody>
          <a:bodyPr wrap="square" anchor="ctr" anchorCtr="0">
            <a:spAutoFit/>
          </a:bodyPr>
          <a:p>
            <a:pPr>
              <a:lnSpc>
                <a:spcPct val="120000"/>
              </a:lnSpc>
              <a:spcBef>
                <a:spcPct val="50000"/>
              </a:spcBef>
            </a:pPr>
            <a:r>
              <a:rPr lang="en-US" altLang="zh-CN" dirty="0">
                <a:latin typeface="楷体_GB2312" pitchFamily="49" charset="-122"/>
              </a:rPr>
              <a:t>   </a:t>
            </a:r>
            <a:r>
              <a:rPr kumimoji="1" lang="zh-CN" altLang="en-US" sz="2800" dirty="0" smtClean="0">
                <a:latin typeface="华文楷体" panose="02010600040101010101" pitchFamily="2" charset="-122"/>
                <a:ea typeface="华文楷体" panose="02010600040101010101" pitchFamily="2" charset="-122"/>
              </a:rPr>
              <a:t>本题用诺顿定理求比较方便。因</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a、b</a:t>
            </a:r>
            <a:r>
              <a:rPr kumimoji="1" lang="zh-CN" altLang="en-US" sz="2800" dirty="0" smtClean="0">
                <a:latin typeface="华文楷体" panose="02010600040101010101" pitchFamily="2" charset="-122"/>
                <a:ea typeface="华文楷体" panose="02010600040101010101" pitchFamily="2" charset="-122"/>
              </a:rPr>
              <a:t>处的短路电流比开路电压容易求。</a:t>
            </a:r>
            <a:endParaRPr kumimoji="1" lang="zh-CN" altLang="en-US" sz="2800" dirty="0" smtClean="0">
              <a:latin typeface="华文楷体" panose="02010600040101010101" pitchFamily="2" charset="-122"/>
              <a:ea typeface="华文楷体" panose="02010600040101010101" pitchFamily="2" charset="-122"/>
            </a:endParaRPr>
          </a:p>
        </p:txBody>
      </p:sp>
      <p:sp>
        <p:nvSpPr>
          <p:cNvPr id="9" name="Text Box 22"/>
          <p:cNvSpPr txBox="1">
            <a:spLocks noChangeArrowheads="1"/>
          </p:cNvSpPr>
          <p:nvPr/>
        </p:nvSpPr>
        <p:spPr bwMode="auto">
          <a:xfrm>
            <a:off x="155575" y="719455"/>
            <a:ext cx="1219200" cy="575945"/>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例</a:t>
            </a:r>
            <a:r>
              <a:rPr kumimoji="1" lang="en-US" altLang="zh-CN" sz="3200" dirty="0">
                <a:solidFill>
                  <a:schemeClr val="bg1"/>
                </a:solidFill>
                <a:latin typeface="华文新魏" panose="02010800040101010101" pitchFamily="2" charset="-122"/>
                <a:ea typeface="华文新魏" panose="02010800040101010101" pitchFamily="2" charset="-122"/>
              </a:rPr>
              <a:t>3-6</a:t>
            </a:r>
            <a:endParaRPr kumimoji="1" lang="en-US" altLang="zh-CN" sz="3200" dirty="0">
              <a:solidFill>
                <a:schemeClr val="bg1"/>
              </a:solidFill>
              <a:latin typeface="华文新魏" panose="02010800040101010101" pitchFamily="2" charset="-122"/>
              <a:ea typeface="华文新魏" panose="02010800040101010101" pitchFamily="2" charset="-122"/>
            </a:endParaRPr>
          </a:p>
        </p:txBody>
      </p:sp>
      <p:sp>
        <p:nvSpPr>
          <p:cNvPr id="10" name="Text Box 22"/>
          <p:cNvSpPr txBox="1">
            <a:spLocks noChangeArrowheads="1"/>
          </p:cNvSpPr>
          <p:nvPr/>
        </p:nvSpPr>
        <p:spPr bwMode="auto">
          <a:xfrm>
            <a:off x="236134" y="1576858"/>
            <a:ext cx="648000" cy="576000"/>
          </a:xfrm>
          <a:prstGeom prst="rect">
            <a:avLst/>
          </a:pr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解</a:t>
            </a:r>
            <a:endParaRPr kumimoji="1" lang="zh-CN" altLang="en-US" sz="3200" dirty="0">
              <a:solidFill>
                <a:schemeClr val="bg1"/>
              </a:solidFill>
              <a:latin typeface="华文新魏" panose="02010800040101010101" pitchFamily="2" charset="-122"/>
              <a:ea typeface="华文新魏" panose="02010800040101010101" pitchFamily="2" charset="-122"/>
            </a:endParaRPr>
          </a:p>
        </p:txBody>
      </p:sp>
      <p:grpSp>
        <p:nvGrpSpPr>
          <p:cNvPr id="90" name="组合 89"/>
          <p:cNvGrpSpPr/>
          <p:nvPr/>
        </p:nvGrpSpPr>
        <p:grpSpPr>
          <a:xfrm>
            <a:off x="3660140" y="609600"/>
            <a:ext cx="5400040" cy="3197225"/>
            <a:chOff x="6073" y="960"/>
            <a:chExt cx="8504" cy="5035"/>
          </a:xfrm>
        </p:grpSpPr>
        <p:grpSp>
          <p:nvGrpSpPr>
            <p:cNvPr id="8" name="Group 108"/>
            <p:cNvGrpSpPr/>
            <p:nvPr/>
          </p:nvGrpSpPr>
          <p:grpSpPr>
            <a:xfrm rot="0">
              <a:off x="6643" y="993"/>
              <a:ext cx="7523" cy="5002"/>
              <a:chOff x="-2920" y="569"/>
              <a:chExt cx="3009" cy="2001"/>
            </a:xfrm>
          </p:grpSpPr>
          <p:sp>
            <p:nvSpPr>
              <p:cNvPr id="11" name="Text Box 19"/>
              <p:cNvSpPr txBox="1"/>
              <p:nvPr>
                <p:custDataLst>
                  <p:tags r:id="rId1"/>
                </p:custDataLst>
              </p:nvPr>
            </p:nvSpPr>
            <p:spPr>
              <a:xfrm>
                <a:off x="-199" y="1162"/>
                <a:ext cx="288" cy="32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2" name="Text Box 20"/>
              <p:cNvSpPr txBox="1"/>
              <p:nvPr>
                <p:custDataLst>
                  <p:tags r:id="rId2"/>
                </p:custDataLst>
              </p:nvPr>
            </p:nvSpPr>
            <p:spPr>
              <a:xfrm>
                <a:off x="-207" y="2243"/>
                <a:ext cx="192" cy="32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9" name="Text Box 28"/>
              <p:cNvSpPr txBox="1"/>
              <p:nvPr>
                <p:custDataLst>
                  <p:tags r:id="rId3"/>
                </p:custDataLst>
              </p:nvPr>
            </p:nvSpPr>
            <p:spPr>
              <a:xfrm>
                <a:off x="-2530" y="569"/>
                <a:ext cx="454" cy="32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6</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1" name="Text Box 30"/>
              <p:cNvSpPr txBox="1"/>
              <p:nvPr>
                <p:custDataLst>
                  <p:tags r:id="rId4"/>
                </p:custDataLst>
              </p:nvPr>
            </p:nvSpPr>
            <p:spPr>
              <a:xfrm>
                <a:off x="-2920" y="1525"/>
                <a:ext cx="192" cy="32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2" name="Text Box 31"/>
              <p:cNvSpPr txBox="1"/>
              <p:nvPr>
                <p:custDataLst>
                  <p:tags r:id="rId5"/>
                </p:custDataLst>
              </p:nvPr>
            </p:nvSpPr>
            <p:spPr>
              <a:xfrm>
                <a:off x="-2872" y="2024"/>
                <a:ext cx="240" cy="32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3" name="Text Box 32"/>
              <p:cNvSpPr txBox="1"/>
              <p:nvPr>
                <p:custDataLst>
                  <p:tags r:id="rId6"/>
                </p:custDataLst>
              </p:nvPr>
            </p:nvSpPr>
            <p:spPr>
              <a:xfrm>
                <a:off x="-2836" y="1797"/>
                <a:ext cx="590" cy="32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24V</a:t>
                </a:r>
                <a:endParaRPr lang="en-US" altLang="zh-CN" b="0" dirty="0">
                  <a:solidFill>
                    <a:schemeClr val="tx1"/>
                  </a:solidFill>
                  <a:latin typeface="Times New Roman" panose="02020603050405020304" pitchFamily="18" charset="0"/>
                  <a:ea typeface="宋体" panose="02010600030101010101" pitchFamily="2" charset="-122"/>
                </a:endParaRPr>
              </a:p>
            </p:txBody>
          </p:sp>
        </p:grpSp>
        <p:sp>
          <p:nvSpPr>
            <p:cNvPr id="45" name="Rectangle 118"/>
            <p:cNvSpPr/>
            <p:nvPr>
              <p:custDataLst>
                <p:tags r:id="rId7"/>
              </p:custDataLst>
            </p:nvPr>
          </p:nvSpPr>
          <p:spPr bwMode="auto">
            <a:xfrm>
              <a:off x="6526" y="1804"/>
              <a:ext cx="6919" cy="3714"/>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solidFill>
                  <a:schemeClr val="tx1"/>
                </a:solidFill>
                <a:latin typeface="Arial" panose="020B0604020202020204" pitchFamily="34" charset="0"/>
                <a:sym typeface="+mn-ea"/>
              </a:endParaRPr>
            </a:p>
          </p:txBody>
        </p:sp>
        <p:sp>
          <p:nvSpPr>
            <p:cNvPr id="46" name="Line 119"/>
            <p:cNvSpPr/>
            <p:nvPr>
              <p:custDataLst>
                <p:tags r:id="rId8"/>
              </p:custDataLst>
            </p:nvPr>
          </p:nvSpPr>
          <p:spPr bwMode="auto">
            <a:xfrm>
              <a:off x="6526" y="3000"/>
              <a:ext cx="6919" cy="0"/>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47" name="Line 120"/>
            <p:cNvSpPr/>
            <p:nvPr>
              <p:custDataLst>
                <p:tags r:id="rId9"/>
              </p:custDataLst>
            </p:nvPr>
          </p:nvSpPr>
          <p:spPr bwMode="auto">
            <a:xfrm>
              <a:off x="9745" y="3000"/>
              <a:ext cx="0" cy="2518"/>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48" name="Line 121"/>
            <p:cNvSpPr/>
            <p:nvPr>
              <p:custDataLst>
                <p:tags r:id="rId10"/>
              </p:custDataLst>
            </p:nvPr>
          </p:nvSpPr>
          <p:spPr bwMode="auto">
            <a:xfrm>
              <a:off x="11191" y="1804"/>
              <a:ext cx="0" cy="3714"/>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49" name="Text Box 122"/>
            <p:cNvSpPr txBox="1"/>
            <p:nvPr>
              <p:custDataLst>
                <p:tags r:id="rId11"/>
              </p:custDataLst>
            </p:nvPr>
          </p:nvSpPr>
          <p:spPr>
            <a:xfrm>
              <a:off x="10101" y="3691"/>
              <a:ext cx="1080" cy="816"/>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3</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55" name="Text Box 128"/>
            <p:cNvSpPr txBox="1"/>
            <p:nvPr>
              <p:custDataLst>
                <p:tags r:id="rId12"/>
              </p:custDataLst>
            </p:nvPr>
          </p:nvSpPr>
          <p:spPr>
            <a:xfrm>
              <a:off x="7599" y="2042"/>
              <a:ext cx="1077" cy="819"/>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3</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56" name="Text Box 129"/>
            <p:cNvSpPr txBox="1"/>
            <p:nvPr>
              <p:custDataLst>
                <p:tags r:id="rId13"/>
              </p:custDataLst>
            </p:nvPr>
          </p:nvSpPr>
          <p:spPr>
            <a:xfrm>
              <a:off x="11772" y="960"/>
              <a:ext cx="1195" cy="819"/>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6</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57" name="Text Box 130"/>
            <p:cNvSpPr txBox="1"/>
            <p:nvPr>
              <p:custDataLst>
                <p:tags r:id="rId14"/>
              </p:custDataLst>
            </p:nvPr>
          </p:nvSpPr>
          <p:spPr>
            <a:xfrm>
              <a:off x="11772" y="2042"/>
              <a:ext cx="1195" cy="819"/>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6</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58" name="Text Box 131"/>
            <p:cNvSpPr txBox="1"/>
            <p:nvPr>
              <p:custDataLst>
                <p:tags r:id="rId15"/>
              </p:custDataLst>
            </p:nvPr>
          </p:nvSpPr>
          <p:spPr>
            <a:xfrm>
              <a:off x="8553" y="3840"/>
              <a:ext cx="1195" cy="819"/>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6</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59" name="Rectangle 132"/>
            <p:cNvSpPr/>
            <p:nvPr>
              <p:custDataLst>
                <p:tags r:id="rId16"/>
              </p:custDataLst>
            </p:nvPr>
          </p:nvSpPr>
          <p:spPr bwMode="auto">
            <a:xfrm>
              <a:off x="11892" y="1660"/>
              <a:ext cx="834" cy="359"/>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olidFill>
                  <a:schemeClr val="tx1"/>
                </a:solidFill>
                <a:sym typeface="+mn-ea"/>
              </a:endParaRPr>
            </a:p>
          </p:txBody>
        </p:sp>
        <p:sp>
          <p:nvSpPr>
            <p:cNvPr id="60" name="Rectangle 133"/>
            <p:cNvSpPr/>
            <p:nvPr>
              <p:custDataLst>
                <p:tags r:id="rId17"/>
              </p:custDataLst>
            </p:nvPr>
          </p:nvSpPr>
          <p:spPr bwMode="auto">
            <a:xfrm>
              <a:off x="11772" y="2835"/>
              <a:ext cx="834" cy="359"/>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olidFill>
                  <a:schemeClr val="tx1"/>
                </a:solidFill>
                <a:sym typeface="+mn-ea"/>
              </a:endParaRPr>
            </a:p>
          </p:txBody>
        </p:sp>
        <p:sp>
          <p:nvSpPr>
            <p:cNvPr id="61" name="Rectangle 134"/>
            <p:cNvSpPr/>
            <p:nvPr>
              <p:custDataLst>
                <p:tags r:id="rId18"/>
              </p:custDataLst>
            </p:nvPr>
          </p:nvSpPr>
          <p:spPr bwMode="auto">
            <a:xfrm>
              <a:off x="7716" y="2881"/>
              <a:ext cx="834" cy="359"/>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olidFill>
                  <a:schemeClr val="tx1"/>
                </a:solidFill>
                <a:sym typeface="+mn-ea"/>
              </a:endParaRPr>
            </a:p>
          </p:txBody>
        </p:sp>
        <p:sp>
          <p:nvSpPr>
            <p:cNvPr id="62" name="Rectangle 135"/>
            <p:cNvSpPr/>
            <p:nvPr>
              <p:custDataLst>
                <p:tags r:id="rId19"/>
              </p:custDataLst>
            </p:nvPr>
          </p:nvSpPr>
          <p:spPr bwMode="auto">
            <a:xfrm>
              <a:off x="7716" y="1657"/>
              <a:ext cx="834" cy="359"/>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olidFill>
                  <a:schemeClr val="tx1"/>
                </a:solidFill>
                <a:sym typeface="+mn-ea"/>
              </a:endParaRPr>
            </a:p>
          </p:txBody>
        </p:sp>
        <p:sp>
          <p:nvSpPr>
            <p:cNvPr id="63" name="Rectangle 136"/>
            <p:cNvSpPr/>
            <p:nvPr>
              <p:custDataLst>
                <p:tags r:id="rId20"/>
              </p:custDataLst>
            </p:nvPr>
          </p:nvSpPr>
          <p:spPr bwMode="auto">
            <a:xfrm>
              <a:off x="11035" y="3822"/>
              <a:ext cx="333" cy="839"/>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olidFill>
                  <a:schemeClr val="tx1"/>
                </a:solidFill>
                <a:sym typeface="+mn-ea"/>
              </a:endParaRPr>
            </a:p>
          </p:txBody>
        </p:sp>
        <p:sp>
          <p:nvSpPr>
            <p:cNvPr id="64" name="Rectangle 137"/>
            <p:cNvSpPr/>
            <p:nvPr>
              <p:custDataLst>
                <p:tags r:id="rId21"/>
              </p:custDataLst>
            </p:nvPr>
          </p:nvSpPr>
          <p:spPr bwMode="auto">
            <a:xfrm>
              <a:off x="9574" y="3822"/>
              <a:ext cx="335" cy="839"/>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olidFill>
                  <a:schemeClr val="tx1"/>
                </a:solidFill>
                <a:sym typeface="+mn-ea"/>
              </a:endParaRPr>
            </a:p>
          </p:txBody>
        </p:sp>
        <p:grpSp>
          <p:nvGrpSpPr>
            <p:cNvPr id="67" name="组合 66"/>
            <p:cNvGrpSpPr/>
            <p:nvPr/>
          </p:nvGrpSpPr>
          <p:grpSpPr>
            <a:xfrm rot="0">
              <a:off x="6073" y="4063"/>
              <a:ext cx="908" cy="908"/>
              <a:chOff x="505193" y="3720552"/>
              <a:chExt cx="432197" cy="432197"/>
            </a:xfrm>
            <a:solidFill>
              <a:schemeClr val="accent6">
                <a:lumMod val="40000"/>
                <a:lumOff val="60000"/>
              </a:schemeClr>
            </a:solidFill>
          </p:grpSpPr>
          <p:sp>
            <p:nvSpPr>
              <p:cNvPr id="68" name="Oval 953"/>
              <p:cNvSpPr>
                <a:spLocks noChangeArrowheads="1"/>
              </p:cNvSpPr>
              <p:nvPr>
                <p:custDataLst>
                  <p:tags r:id="rId22"/>
                </p:custDataLst>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solidFill>
                    <a:schemeClr val="tx1"/>
                  </a:solidFill>
                </a:endParaRPr>
              </a:p>
            </p:txBody>
          </p:sp>
          <p:cxnSp>
            <p:nvCxnSpPr>
              <p:cNvPr id="69" name="直接连接符 68"/>
              <p:cNvCxnSpPr>
                <a:stCxn id="68" idx="0"/>
                <a:endCxn id="68" idx="4"/>
              </p:cNvCxnSpPr>
              <p:nvPr>
                <p:custDataLst>
                  <p:tags r:id="rId23"/>
                </p:custDataLst>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2" name="Oval 953"/>
            <p:cNvSpPr>
              <a:spLocks noChangeArrowheads="1"/>
            </p:cNvSpPr>
            <p:nvPr>
              <p:custDataLst>
                <p:tags r:id="rId24"/>
              </p:custDataLst>
            </p:nvPr>
          </p:nvSpPr>
          <p:spPr bwMode="auto">
            <a:xfrm>
              <a:off x="12952" y="3771"/>
              <a:ext cx="908" cy="908"/>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solidFill>
                  <a:schemeClr val="tx1"/>
                </a:solidFill>
              </a:endParaRPr>
            </a:p>
          </p:txBody>
        </p:sp>
        <p:cxnSp>
          <p:nvCxnSpPr>
            <p:cNvPr id="83" name="直接连接符 82"/>
            <p:cNvCxnSpPr/>
            <p:nvPr>
              <p:custDataLst>
                <p:tags r:id="rId25"/>
              </p:custDataLst>
            </p:nvPr>
          </p:nvCxnSpPr>
          <p:spPr>
            <a:xfrm>
              <a:off x="12967" y="4200"/>
              <a:ext cx="908"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4" name="Line 103"/>
            <p:cNvSpPr/>
            <p:nvPr>
              <p:custDataLst>
                <p:tags r:id="rId26"/>
              </p:custDataLst>
            </p:nvPr>
          </p:nvSpPr>
          <p:spPr>
            <a:xfrm>
              <a:off x="13445" y="3168"/>
              <a:ext cx="1" cy="603"/>
            </a:xfrm>
            <a:prstGeom prst="line">
              <a:avLst/>
            </a:prstGeom>
            <a:ln w="28575">
              <a:solidFill>
                <a:srgbClr val="FF0000"/>
              </a:solidFill>
              <a:headEnd type="triangle" w="med" len="med"/>
              <a:tailEnd type="none"/>
            </a:ln>
          </p:spPr>
          <p:style>
            <a:lnRef idx="1">
              <a:schemeClr val="accent1"/>
            </a:lnRef>
            <a:fillRef idx="0">
              <a:schemeClr val="accent1"/>
            </a:fillRef>
            <a:effectRef idx="0">
              <a:schemeClr val="accent1"/>
            </a:effectRef>
            <a:fontRef idx="minor">
              <a:schemeClr val="tx1"/>
            </a:fontRef>
          </p:style>
        </p:sp>
        <p:sp>
          <p:nvSpPr>
            <p:cNvPr id="86" name="Text Box 125"/>
            <p:cNvSpPr txBox="1"/>
            <p:nvPr>
              <p:custDataLst>
                <p:tags r:id="rId27"/>
              </p:custDataLst>
            </p:nvPr>
          </p:nvSpPr>
          <p:spPr>
            <a:xfrm>
              <a:off x="13773" y="3086"/>
              <a:ext cx="504" cy="819"/>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87" name="Text Box 126"/>
            <p:cNvSpPr txBox="1"/>
            <p:nvPr>
              <p:custDataLst>
                <p:tags r:id="rId28"/>
              </p:custDataLst>
            </p:nvPr>
          </p:nvSpPr>
          <p:spPr>
            <a:xfrm>
              <a:off x="13773" y="4403"/>
              <a:ext cx="632" cy="819"/>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88" name="Text Box 130"/>
            <p:cNvSpPr txBox="1"/>
            <p:nvPr>
              <p:custDataLst>
                <p:tags r:id="rId29"/>
              </p:custDataLst>
            </p:nvPr>
          </p:nvSpPr>
          <p:spPr>
            <a:xfrm>
              <a:off x="13785" y="3835"/>
              <a:ext cx="792" cy="725"/>
            </a:xfrm>
            <a:prstGeom prst="rect">
              <a:avLst/>
            </a:prstGeom>
            <a:noFill/>
            <a:ln w="9525">
              <a:noFill/>
            </a:ln>
          </p:spPr>
          <p:txBody>
            <a:bodyPr wrap="square">
              <a:spAutoFit/>
            </a:bodyPr>
            <a:p>
              <a:r>
                <a:rPr lang="en-US" altLang="zh-CN" b="0" i="1" dirty="0">
                  <a:solidFill>
                    <a:schemeClr val="tx1"/>
                  </a:solidFill>
                  <a:latin typeface="Times New Roman" panose="02020603050405020304" pitchFamily="18" charset="0"/>
                  <a:ea typeface="宋体" panose="02010600030101010101" pitchFamily="2" charset="-122"/>
                </a:rPr>
                <a:t>U</a:t>
              </a:r>
              <a:endParaRPr lang="en-US" altLang="zh-CN" b="0" i="1"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89" name="Text Box 130"/>
            <p:cNvSpPr txBox="1"/>
            <p:nvPr>
              <p:custDataLst>
                <p:tags r:id="rId30"/>
              </p:custDataLst>
            </p:nvPr>
          </p:nvSpPr>
          <p:spPr>
            <a:xfrm>
              <a:off x="12601" y="3123"/>
              <a:ext cx="971" cy="725"/>
            </a:xfrm>
            <a:prstGeom prst="rect">
              <a:avLst/>
            </a:prstGeom>
            <a:noFill/>
            <a:ln w="9525">
              <a:noFill/>
            </a:ln>
          </p:spPr>
          <p:txBody>
            <a:bodyPr wrap="square">
              <a:spAutoFit/>
            </a:bodyPr>
            <a:p>
              <a:r>
                <a:rPr lang="en-US" altLang="zh-CN" b="0" dirty="0">
                  <a:solidFill>
                    <a:schemeClr val="tx1"/>
                  </a:solidFill>
                  <a:latin typeface="Times New Roman" panose="02020603050405020304" pitchFamily="18" charset="0"/>
                  <a:ea typeface="宋体" panose="02010600030101010101" pitchFamily="2" charset="-122"/>
                </a:rPr>
                <a:t>1A</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grpSp>
      <p:grpSp>
        <p:nvGrpSpPr>
          <p:cNvPr id="7" name="组合 6"/>
          <p:cNvGrpSpPr/>
          <p:nvPr/>
        </p:nvGrpSpPr>
        <p:grpSpPr>
          <a:xfrm>
            <a:off x="3632200" y="614045"/>
            <a:ext cx="5327650" cy="3255645"/>
            <a:chOff x="5500" y="638"/>
            <a:chExt cx="8390" cy="5127"/>
          </a:xfrm>
        </p:grpSpPr>
        <p:grpSp>
          <p:nvGrpSpPr>
            <p:cNvPr id="4" name="Group 108"/>
            <p:cNvGrpSpPr/>
            <p:nvPr/>
          </p:nvGrpSpPr>
          <p:grpSpPr>
            <a:xfrm>
              <a:off x="5635" y="638"/>
              <a:ext cx="8168" cy="5127"/>
              <a:chOff x="-3199" y="527"/>
              <a:chExt cx="3267" cy="2051"/>
            </a:xfrm>
          </p:grpSpPr>
          <p:sp>
            <p:nvSpPr>
              <p:cNvPr id="24618" name="Text Box 19"/>
              <p:cNvSpPr txBox="1"/>
              <p:nvPr/>
            </p:nvSpPr>
            <p:spPr>
              <a:xfrm>
                <a:off x="-410" y="1162"/>
                <a:ext cx="288"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a</a:t>
                </a:r>
                <a:endParaRPr lang="en-US" altLang="zh-CN" b="0" dirty="0">
                  <a:latin typeface="Arial" panose="020B0604020202020204" pitchFamily="34" charset="0"/>
                  <a:ea typeface="仿宋_GB2312" pitchFamily="49" charset="-122"/>
                </a:endParaRPr>
              </a:p>
            </p:txBody>
          </p:sp>
          <p:sp>
            <p:nvSpPr>
              <p:cNvPr id="24619" name="Text Box 20"/>
              <p:cNvSpPr txBox="1"/>
              <p:nvPr/>
            </p:nvSpPr>
            <p:spPr>
              <a:xfrm>
                <a:off x="-410" y="2251"/>
                <a:ext cx="192"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b</a:t>
                </a:r>
                <a:endParaRPr lang="en-US" altLang="zh-CN" b="0" dirty="0">
                  <a:latin typeface="Arial" panose="020B0604020202020204" pitchFamily="34" charset="0"/>
                  <a:ea typeface="仿宋_GB2312" pitchFamily="49" charset="-122"/>
                </a:endParaRPr>
              </a:p>
            </p:txBody>
          </p:sp>
          <p:sp>
            <p:nvSpPr>
              <p:cNvPr id="24620" name="Oval 22"/>
              <p:cNvSpPr/>
              <p:nvPr/>
            </p:nvSpPr>
            <p:spPr>
              <a:xfrm>
                <a:off x="-3199" y="1752"/>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4621" name="Rectangle 23"/>
              <p:cNvSpPr/>
              <p:nvPr/>
            </p:nvSpPr>
            <p:spPr>
              <a:xfrm>
                <a:off x="-3017" y="936"/>
                <a:ext cx="2631" cy="1406"/>
              </a:xfrm>
              <a:prstGeom prst="rect">
                <a:avLst/>
              </a:prstGeom>
              <a:noFill/>
              <a:ln w="28575" cap="flat" cmpd="sng">
                <a:solidFill>
                  <a:srgbClr val="FFCC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4622" name="Line 24"/>
              <p:cNvSpPr/>
              <p:nvPr/>
            </p:nvSpPr>
            <p:spPr>
              <a:xfrm>
                <a:off x="-3017" y="1389"/>
                <a:ext cx="2631" cy="0"/>
              </a:xfrm>
              <a:prstGeom prst="line">
                <a:avLst/>
              </a:prstGeom>
              <a:ln w="28575" cap="flat" cmpd="sng">
                <a:solidFill>
                  <a:srgbClr val="FFCC00"/>
                </a:solidFill>
                <a:prstDash val="solid"/>
                <a:headEnd type="oval" w="med" len="med"/>
                <a:tailEnd type="oval" w="med" len="med"/>
              </a:ln>
            </p:spPr>
          </p:sp>
          <p:sp>
            <p:nvSpPr>
              <p:cNvPr id="24623" name="Line 25"/>
              <p:cNvSpPr/>
              <p:nvPr/>
            </p:nvSpPr>
            <p:spPr>
              <a:xfrm>
                <a:off x="-1816" y="1389"/>
                <a:ext cx="0" cy="953"/>
              </a:xfrm>
              <a:prstGeom prst="line">
                <a:avLst/>
              </a:prstGeom>
              <a:ln w="28575" cap="flat" cmpd="sng">
                <a:solidFill>
                  <a:srgbClr val="FFCC00"/>
                </a:solidFill>
                <a:prstDash val="solid"/>
                <a:headEnd type="oval" w="med" len="med"/>
                <a:tailEnd type="oval" w="med" len="med"/>
              </a:ln>
            </p:spPr>
          </p:sp>
          <p:sp>
            <p:nvSpPr>
              <p:cNvPr id="24624" name="Line 26"/>
              <p:cNvSpPr/>
              <p:nvPr/>
            </p:nvSpPr>
            <p:spPr>
              <a:xfrm>
                <a:off x="-1266" y="936"/>
                <a:ext cx="0" cy="1406"/>
              </a:xfrm>
              <a:prstGeom prst="line">
                <a:avLst/>
              </a:prstGeom>
              <a:ln w="28575" cap="flat" cmpd="sng">
                <a:solidFill>
                  <a:srgbClr val="FFCC00"/>
                </a:solidFill>
                <a:prstDash val="solid"/>
                <a:headEnd type="oval" w="med" len="med"/>
                <a:tailEnd type="oval" w="med" len="med"/>
              </a:ln>
            </p:spPr>
          </p:sp>
          <p:sp>
            <p:nvSpPr>
              <p:cNvPr id="24625" name="Text Box 27"/>
              <p:cNvSpPr txBox="1"/>
              <p:nvPr/>
            </p:nvSpPr>
            <p:spPr>
              <a:xfrm>
                <a:off x="-1680" y="1752"/>
                <a:ext cx="410"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3</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Arial" panose="020B0604020202020204" pitchFamily="34" charset="0"/>
                  <a:ea typeface="仿宋_GB2312" pitchFamily="49" charset="-122"/>
                </a:endParaRPr>
              </a:p>
            </p:txBody>
          </p:sp>
          <p:sp>
            <p:nvSpPr>
              <p:cNvPr id="24626" name="Text Box 28"/>
              <p:cNvSpPr txBox="1"/>
              <p:nvPr/>
            </p:nvSpPr>
            <p:spPr>
              <a:xfrm>
                <a:off x="-2632" y="527"/>
                <a:ext cx="454"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6</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Arial" panose="020B0604020202020204" pitchFamily="34" charset="0"/>
                  <a:ea typeface="仿宋_GB2312" pitchFamily="49" charset="-122"/>
                </a:endParaRPr>
              </a:p>
            </p:txBody>
          </p:sp>
          <p:sp>
            <p:nvSpPr>
              <p:cNvPr id="24627" name="Line 29"/>
              <p:cNvSpPr/>
              <p:nvPr/>
            </p:nvSpPr>
            <p:spPr>
              <a:xfrm>
                <a:off x="-386" y="1480"/>
                <a:ext cx="0" cy="272"/>
              </a:xfrm>
              <a:prstGeom prst="line">
                <a:avLst/>
              </a:prstGeom>
              <a:ln w="28575" cap="flat" cmpd="sng">
                <a:solidFill>
                  <a:srgbClr val="66FFFF"/>
                </a:solidFill>
                <a:prstDash val="solid"/>
                <a:headEnd type="triangle" w="med" len="med"/>
                <a:tailEnd type="none" w="med" len="med"/>
              </a:ln>
            </p:spPr>
          </p:sp>
          <p:sp>
            <p:nvSpPr>
              <p:cNvPr id="24628" name="Text Box 30"/>
              <p:cNvSpPr txBox="1"/>
              <p:nvPr/>
            </p:nvSpPr>
            <p:spPr>
              <a:xfrm>
                <a:off x="-2950" y="1525"/>
                <a:ext cx="192"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latin typeface="Arial" panose="020B0604020202020204" pitchFamily="34" charset="0"/>
                  <a:ea typeface="仿宋_GB2312" pitchFamily="49" charset="-122"/>
                </a:endParaRPr>
              </a:p>
            </p:txBody>
          </p:sp>
          <p:sp>
            <p:nvSpPr>
              <p:cNvPr id="24629" name="Text Box 31"/>
              <p:cNvSpPr txBox="1"/>
              <p:nvPr/>
            </p:nvSpPr>
            <p:spPr>
              <a:xfrm>
                <a:off x="-2950" y="2024"/>
                <a:ext cx="240"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latin typeface="Arial" panose="020B0604020202020204" pitchFamily="34" charset="0"/>
                  <a:ea typeface="仿宋_GB2312" pitchFamily="49" charset="-122"/>
                </a:endParaRPr>
              </a:p>
            </p:txBody>
          </p:sp>
          <p:sp>
            <p:nvSpPr>
              <p:cNvPr id="24630" name="Text Box 32"/>
              <p:cNvSpPr txBox="1"/>
              <p:nvPr/>
            </p:nvSpPr>
            <p:spPr>
              <a:xfrm>
                <a:off x="-2836" y="1797"/>
                <a:ext cx="590"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24V</a:t>
                </a:r>
                <a:endParaRPr lang="en-US" altLang="zh-CN" b="0" dirty="0">
                  <a:latin typeface="Arial" panose="020B0604020202020204" pitchFamily="34" charset="0"/>
                  <a:ea typeface="仿宋_GB2312" pitchFamily="49" charset="-122"/>
                </a:endParaRPr>
              </a:p>
            </p:txBody>
          </p:sp>
          <p:sp>
            <p:nvSpPr>
              <p:cNvPr id="24631" name="Text Box 33"/>
              <p:cNvSpPr txBox="1"/>
              <p:nvPr/>
            </p:nvSpPr>
            <p:spPr>
              <a:xfrm>
                <a:off x="-772" y="1434"/>
                <a:ext cx="477"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1A</a:t>
                </a:r>
                <a:endParaRPr lang="en-US" altLang="zh-CN" b="0" dirty="0">
                  <a:latin typeface="Arial" panose="020B0604020202020204" pitchFamily="34" charset="0"/>
                  <a:ea typeface="仿宋_GB2312" pitchFamily="49" charset="-122"/>
                </a:endParaRPr>
              </a:p>
            </p:txBody>
          </p:sp>
          <p:sp>
            <p:nvSpPr>
              <p:cNvPr id="24632" name="Text Box 34"/>
              <p:cNvSpPr txBox="1"/>
              <p:nvPr/>
            </p:nvSpPr>
            <p:spPr>
              <a:xfrm>
                <a:off x="-2632" y="1026"/>
                <a:ext cx="410"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3</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Arial" panose="020B0604020202020204" pitchFamily="34" charset="0"/>
                  <a:ea typeface="仿宋_GB2312" pitchFamily="49" charset="-122"/>
                </a:endParaRPr>
              </a:p>
            </p:txBody>
          </p:sp>
          <p:sp>
            <p:nvSpPr>
              <p:cNvPr id="24633" name="Text Box 35"/>
              <p:cNvSpPr txBox="1"/>
              <p:nvPr/>
            </p:nvSpPr>
            <p:spPr>
              <a:xfrm>
                <a:off x="-341" y="1425"/>
                <a:ext cx="192"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latin typeface="Arial" panose="020B0604020202020204" pitchFamily="34" charset="0"/>
                  <a:ea typeface="仿宋_GB2312" pitchFamily="49" charset="-122"/>
                </a:endParaRPr>
              </a:p>
            </p:txBody>
          </p:sp>
          <p:sp>
            <p:nvSpPr>
              <p:cNvPr id="24634" name="Text Box 36"/>
              <p:cNvSpPr txBox="1"/>
              <p:nvPr/>
            </p:nvSpPr>
            <p:spPr>
              <a:xfrm>
                <a:off x="-308" y="2024"/>
                <a:ext cx="240"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latin typeface="Arial" panose="020B0604020202020204" pitchFamily="34" charset="0"/>
                  <a:ea typeface="仿宋_GB2312" pitchFamily="49" charset="-122"/>
                </a:endParaRPr>
              </a:p>
            </p:txBody>
          </p:sp>
          <p:sp>
            <p:nvSpPr>
              <p:cNvPr id="24635" name="Text Box 37"/>
              <p:cNvSpPr txBox="1"/>
              <p:nvPr/>
            </p:nvSpPr>
            <p:spPr>
              <a:xfrm>
                <a:off x="-205" y="1752"/>
                <a:ext cx="273" cy="327"/>
              </a:xfrm>
              <a:prstGeom prst="rect">
                <a:avLst/>
              </a:prstGeom>
              <a:noFill/>
              <a:ln w="9525">
                <a:noFill/>
              </a:ln>
            </p:spPr>
            <p:txBody>
              <a:bodyPr>
                <a:spAutoFit/>
              </a:bodyPr>
              <a:p>
                <a:r>
                  <a:rPr lang="en-US" altLang="zh-CN" b="0" i="1" dirty="0">
                    <a:solidFill>
                      <a:schemeClr val="bg1"/>
                    </a:solidFill>
                    <a:latin typeface="Times New Roman" panose="02020603050405020304" pitchFamily="18" charset="0"/>
                    <a:ea typeface="宋体" panose="02010600030101010101" pitchFamily="2" charset="-122"/>
                  </a:rPr>
                  <a:t>U</a:t>
                </a:r>
                <a:endParaRPr lang="en-US" altLang="zh-CN" b="0" dirty="0">
                  <a:latin typeface="Arial" panose="020B0604020202020204" pitchFamily="34" charset="0"/>
                  <a:ea typeface="仿宋_GB2312" pitchFamily="49" charset="-122"/>
                </a:endParaRPr>
              </a:p>
            </p:txBody>
          </p:sp>
          <p:sp>
            <p:nvSpPr>
              <p:cNvPr id="24636" name="Text Box 38"/>
              <p:cNvSpPr txBox="1"/>
              <p:nvPr/>
            </p:nvSpPr>
            <p:spPr>
              <a:xfrm>
                <a:off x="-1045" y="572"/>
                <a:ext cx="454"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6</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Arial" panose="020B0604020202020204" pitchFamily="34" charset="0"/>
                  <a:ea typeface="仿宋_GB2312" pitchFamily="49" charset="-122"/>
                </a:endParaRPr>
              </a:p>
            </p:txBody>
          </p:sp>
          <p:sp>
            <p:nvSpPr>
              <p:cNvPr id="24637" name="Text Box 39"/>
              <p:cNvSpPr txBox="1"/>
              <p:nvPr/>
            </p:nvSpPr>
            <p:spPr>
              <a:xfrm>
                <a:off x="-1045" y="1026"/>
                <a:ext cx="454"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6</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Arial" panose="020B0604020202020204" pitchFamily="34" charset="0"/>
                  <a:ea typeface="仿宋_GB2312" pitchFamily="49" charset="-122"/>
                </a:endParaRPr>
              </a:p>
            </p:txBody>
          </p:sp>
          <p:sp>
            <p:nvSpPr>
              <p:cNvPr id="24638" name="Text Box 40"/>
              <p:cNvSpPr txBox="1"/>
              <p:nvPr/>
            </p:nvSpPr>
            <p:spPr>
              <a:xfrm>
                <a:off x="-2269" y="1706"/>
                <a:ext cx="454"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6</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Arial" panose="020B0604020202020204" pitchFamily="34" charset="0"/>
                  <a:ea typeface="仿宋_GB2312" pitchFamily="49" charset="-122"/>
                </a:endParaRPr>
              </a:p>
            </p:txBody>
          </p:sp>
          <p:sp>
            <p:nvSpPr>
              <p:cNvPr id="24639" name="Rectangle 41"/>
              <p:cNvSpPr/>
              <p:nvPr/>
            </p:nvSpPr>
            <p:spPr>
              <a:xfrm>
                <a:off x="-999" y="890"/>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24640" name="Rectangle 42"/>
              <p:cNvSpPr/>
              <p:nvPr/>
            </p:nvSpPr>
            <p:spPr>
              <a:xfrm>
                <a:off x="-1045" y="1344"/>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24641" name="Rectangle 43"/>
              <p:cNvSpPr/>
              <p:nvPr/>
            </p:nvSpPr>
            <p:spPr>
              <a:xfrm>
                <a:off x="-2587" y="1344"/>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24642" name="Rectangle 44"/>
              <p:cNvSpPr/>
              <p:nvPr/>
            </p:nvSpPr>
            <p:spPr>
              <a:xfrm>
                <a:off x="-2587" y="845"/>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24643" name="Rectangle 45"/>
              <p:cNvSpPr/>
              <p:nvPr/>
            </p:nvSpPr>
            <p:spPr>
              <a:xfrm>
                <a:off x="-1317" y="1752"/>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24644" name="Rectangle 46"/>
              <p:cNvSpPr/>
              <p:nvPr/>
            </p:nvSpPr>
            <p:spPr>
              <a:xfrm>
                <a:off x="-1874" y="1752"/>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grpSp>
            <p:nvGrpSpPr>
              <p:cNvPr id="24645" name="Group 47"/>
              <p:cNvGrpSpPr/>
              <p:nvPr/>
            </p:nvGrpSpPr>
            <p:grpSpPr>
              <a:xfrm>
                <a:off x="-567" y="1752"/>
                <a:ext cx="363" cy="363"/>
                <a:chOff x="4785" y="709"/>
                <a:chExt cx="363" cy="363"/>
              </a:xfrm>
            </p:grpSpPr>
            <p:sp>
              <p:nvSpPr>
                <p:cNvPr id="24646" name="Oval 48"/>
                <p:cNvSpPr/>
                <p:nvPr/>
              </p:nvSpPr>
              <p:spPr>
                <a:xfrm>
                  <a:off x="4785" y="709"/>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4647" name="Line 49"/>
                <p:cNvSpPr/>
                <p:nvPr/>
              </p:nvSpPr>
              <p:spPr>
                <a:xfrm>
                  <a:off x="4785" y="890"/>
                  <a:ext cx="363" cy="0"/>
                </a:xfrm>
                <a:prstGeom prst="line">
                  <a:avLst/>
                </a:prstGeom>
                <a:ln w="38100" cap="flat" cmpd="sng">
                  <a:solidFill>
                    <a:srgbClr val="FF9900"/>
                  </a:solidFill>
                  <a:prstDash val="solid"/>
                  <a:headEnd type="none" w="med" len="med"/>
                  <a:tailEnd type="none" w="med" len="med"/>
                </a:ln>
              </p:spPr>
            </p:sp>
          </p:grpSp>
        </p:grpSp>
        <p:sp>
          <p:nvSpPr>
            <p:cNvPr id="24591" name="Rectangle 113"/>
            <p:cNvSpPr/>
            <p:nvPr/>
          </p:nvSpPr>
          <p:spPr>
            <a:xfrm>
              <a:off x="5500" y="826"/>
              <a:ext cx="8357" cy="4801"/>
            </a:xfrm>
            <a:prstGeom prst="rect">
              <a:avLst/>
            </a:prstGeom>
            <a:solidFill>
              <a:schemeClr val="bg2"/>
            </a:solidFill>
            <a:ln w="9525">
              <a:noFill/>
            </a:ln>
          </p:spPr>
          <p:txBody>
            <a:bodyPr wrap="none" anchor="ctr" anchorCtr="0"/>
            <a:p>
              <a:endParaRPr lang="zh-CN" altLang="en-US" dirty="0">
                <a:solidFill>
                  <a:schemeClr val="tx1"/>
                </a:solidFill>
                <a:latin typeface="Arial" panose="020B0604020202020204" pitchFamily="34" charset="0"/>
              </a:endParaRPr>
            </a:p>
          </p:txBody>
        </p:sp>
        <p:sp>
          <p:nvSpPr>
            <p:cNvPr id="24593" name="Text Box 115"/>
            <p:cNvSpPr txBox="1"/>
            <p:nvPr/>
          </p:nvSpPr>
          <p:spPr>
            <a:xfrm>
              <a:off x="13133" y="2151"/>
              <a:ext cx="757" cy="816"/>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4594" name="Text Box 116"/>
            <p:cNvSpPr txBox="1"/>
            <p:nvPr/>
          </p:nvSpPr>
          <p:spPr>
            <a:xfrm>
              <a:off x="13135" y="4669"/>
              <a:ext cx="504" cy="819"/>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4596" name="Rectangle 118"/>
            <p:cNvSpPr/>
            <p:nvPr/>
          </p:nvSpPr>
          <p:spPr bwMode="auto">
            <a:xfrm>
              <a:off x="6216" y="1554"/>
              <a:ext cx="6919" cy="3714"/>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24597" name="Line 119"/>
            <p:cNvSpPr/>
            <p:nvPr/>
          </p:nvSpPr>
          <p:spPr bwMode="auto">
            <a:xfrm>
              <a:off x="6216" y="2750"/>
              <a:ext cx="6919" cy="0"/>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24598" name="Line 120"/>
            <p:cNvSpPr/>
            <p:nvPr/>
          </p:nvSpPr>
          <p:spPr bwMode="auto">
            <a:xfrm>
              <a:off x="9435" y="2750"/>
              <a:ext cx="0" cy="2518"/>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24599" name="Line 121"/>
            <p:cNvSpPr/>
            <p:nvPr/>
          </p:nvSpPr>
          <p:spPr bwMode="auto">
            <a:xfrm>
              <a:off x="10881" y="1554"/>
              <a:ext cx="0" cy="3714"/>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24600" name="Text Box 122"/>
            <p:cNvSpPr txBox="1"/>
            <p:nvPr/>
          </p:nvSpPr>
          <p:spPr>
            <a:xfrm>
              <a:off x="9791" y="3711"/>
              <a:ext cx="1080" cy="816"/>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3</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4601" name="Text Box 123"/>
            <p:cNvSpPr txBox="1"/>
            <p:nvPr/>
          </p:nvSpPr>
          <p:spPr>
            <a:xfrm>
              <a:off x="7289" y="638"/>
              <a:ext cx="1195" cy="819"/>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6</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4603" name="Text Box 125"/>
            <p:cNvSpPr txBox="1"/>
            <p:nvPr/>
          </p:nvSpPr>
          <p:spPr>
            <a:xfrm>
              <a:off x="6452" y="3112"/>
              <a:ext cx="504" cy="819"/>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4604" name="Text Box 126"/>
            <p:cNvSpPr txBox="1"/>
            <p:nvPr/>
          </p:nvSpPr>
          <p:spPr>
            <a:xfrm>
              <a:off x="6452" y="4429"/>
              <a:ext cx="632" cy="819"/>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4605" name="Text Box 127"/>
            <p:cNvSpPr txBox="1"/>
            <p:nvPr/>
          </p:nvSpPr>
          <p:spPr>
            <a:xfrm>
              <a:off x="6572" y="3830"/>
              <a:ext cx="1553" cy="819"/>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24V</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4606" name="Text Box 128"/>
            <p:cNvSpPr txBox="1"/>
            <p:nvPr/>
          </p:nvSpPr>
          <p:spPr>
            <a:xfrm>
              <a:off x="7289" y="1792"/>
              <a:ext cx="1077" cy="819"/>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3</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4607" name="Text Box 129"/>
            <p:cNvSpPr txBox="1"/>
            <p:nvPr/>
          </p:nvSpPr>
          <p:spPr>
            <a:xfrm>
              <a:off x="11462" y="710"/>
              <a:ext cx="1195" cy="819"/>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6</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4608" name="Text Box 130"/>
            <p:cNvSpPr txBox="1"/>
            <p:nvPr/>
          </p:nvSpPr>
          <p:spPr>
            <a:xfrm>
              <a:off x="11462" y="1792"/>
              <a:ext cx="1195" cy="819"/>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6</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4609" name="Text Box 131"/>
            <p:cNvSpPr txBox="1"/>
            <p:nvPr/>
          </p:nvSpPr>
          <p:spPr>
            <a:xfrm>
              <a:off x="8243" y="3590"/>
              <a:ext cx="1195" cy="819"/>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6</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4610" name="Rectangle 132"/>
            <p:cNvSpPr/>
            <p:nvPr/>
          </p:nvSpPr>
          <p:spPr bwMode="auto">
            <a:xfrm>
              <a:off x="11582" y="1380"/>
              <a:ext cx="834" cy="359"/>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4611" name="Rectangle 133"/>
            <p:cNvSpPr/>
            <p:nvPr/>
          </p:nvSpPr>
          <p:spPr bwMode="auto">
            <a:xfrm>
              <a:off x="11462" y="2585"/>
              <a:ext cx="834" cy="359"/>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4612" name="Rectangle 134"/>
            <p:cNvSpPr/>
            <p:nvPr/>
          </p:nvSpPr>
          <p:spPr bwMode="auto">
            <a:xfrm>
              <a:off x="7406" y="2571"/>
              <a:ext cx="834" cy="359"/>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4613" name="Rectangle 135"/>
            <p:cNvSpPr/>
            <p:nvPr/>
          </p:nvSpPr>
          <p:spPr bwMode="auto">
            <a:xfrm>
              <a:off x="7406" y="1362"/>
              <a:ext cx="834" cy="359"/>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4614" name="Rectangle 136"/>
            <p:cNvSpPr/>
            <p:nvPr/>
          </p:nvSpPr>
          <p:spPr bwMode="auto">
            <a:xfrm>
              <a:off x="10725" y="3572"/>
              <a:ext cx="333" cy="839"/>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4615" name="Rectangle 137"/>
            <p:cNvSpPr/>
            <p:nvPr/>
          </p:nvSpPr>
          <p:spPr bwMode="auto">
            <a:xfrm>
              <a:off x="9264" y="3572"/>
              <a:ext cx="335" cy="839"/>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grpSp>
          <p:nvGrpSpPr>
            <p:cNvPr id="79" name="组合 78"/>
            <p:cNvGrpSpPr/>
            <p:nvPr/>
          </p:nvGrpSpPr>
          <p:grpSpPr>
            <a:xfrm>
              <a:off x="5763" y="3813"/>
              <a:ext cx="908" cy="908"/>
              <a:chOff x="505193" y="3720552"/>
              <a:chExt cx="432197" cy="432197"/>
            </a:xfrm>
            <a:solidFill>
              <a:schemeClr val="accent6">
                <a:lumMod val="40000"/>
                <a:lumOff val="60000"/>
              </a:schemeClr>
            </a:solidFill>
          </p:grpSpPr>
          <p:sp>
            <p:nvSpPr>
              <p:cNvPr id="80"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81" name="直接连接符 80"/>
              <p:cNvCxnSpPr>
                <a:stCxn id="80" idx="0"/>
                <a:endCxn id="80"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78" name="组合 77"/>
          <p:cNvGrpSpPr/>
          <p:nvPr/>
        </p:nvGrpSpPr>
        <p:grpSpPr>
          <a:xfrm>
            <a:off x="7893685" y="1390650"/>
            <a:ext cx="683895" cy="1598930"/>
            <a:chOff x="2511" y="2634"/>
            <a:chExt cx="1077" cy="2518"/>
          </a:xfrm>
        </p:grpSpPr>
        <p:sp>
          <p:nvSpPr>
            <p:cNvPr id="74" name="Text Box 114"/>
            <p:cNvSpPr txBox="1"/>
            <p:nvPr>
              <p:custDataLst>
                <p:tags r:id="rId31"/>
              </p:custDataLst>
            </p:nvPr>
          </p:nvSpPr>
          <p:spPr>
            <a:xfrm>
              <a:off x="2511" y="4333"/>
              <a:ext cx="1077" cy="819"/>
            </a:xfrm>
            <a:prstGeom prst="rect">
              <a:avLst/>
            </a:prstGeom>
            <a:noFill/>
            <a:ln w="9525">
              <a:noFill/>
            </a:ln>
          </p:spPr>
          <p:txBody>
            <a:bodyPr anchor="ctr" anchorCtr="0">
              <a:spAutoFit/>
            </a:bodyPr>
            <a:p>
              <a:pPr algn="ct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r>
                <a:rPr lang="en-US" altLang="zh-CN" b="0" baseline="-25000" dirty="0">
                  <a:solidFill>
                    <a:schemeClr val="tx1"/>
                  </a:solidFill>
                  <a:latin typeface="Times New Roman" panose="02020603050405020304" pitchFamily="18" charset="0"/>
                  <a:ea typeface="宋体" panose="02010600030101010101" pitchFamily="2" charset="-122"/>
                </a:rPr>
                <a:t>sc</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75" name="Line 124"/>
            <p:cNvSpPr/>
            <p:nvPr>
              <p:custDataLst>
                <p:tags r:id="rId32"/>
              </p:custDataLst>
            </p:nvPr>
          </p:nvSpPr>
          <p:spPr>
            <a:xfrm>
              <a:off x="3448" y="4339"/>
              <a:ext cx="0" cy="718"/>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76" name="Line 104"/>
            <p:cNvSpPr/>
            <p:nvPr>
              <p:custDataLst>
                <p:tags r:id="rId33"/>
              </p:custDataLst>
            </p:nvPr>
          </p:nvSpPr>
          <p:spPr>
            <a:xfrm>
              <a:off x="2725" y="3527"/>
              <a:ext cx="680"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77" name="Line 103"/>
            <p:cNvSpPr/>
            <p:nvPr>
              <p:custDataLst>
                <p:tags r:id="rId34"/>
              </p:custDataLst>
            </p:nvPr>
          </p:nvSpPr>
          <p:spPr>
            <a:xfrm>
              <a:off x="3453" y="2634"/>
              <a:ext cx="0" cy="793"/>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pSp>
      <p:graphicFrame>
        <p:nvGraphicFramePr>
          <p:cNvPr id="6" name="对象 5"/>
          <p:cNvGraphicFramePr/>
          <p:nvPr/>
        </p:nvGraphicFramePr>
        <p:xfrm>
          <a:off x="1516698" y="4759643"/>
          <a:ext cx="6172835" cy="1791970"/>
        </p:xfrm>
        <a:graphic>
          <a:graphicData uri="http://schemas.openxmlformats.org/presentationml/2006/ole">
            <mc:AlternateContent xmlns:mc="http://schemas.openxmlformats.org/markup-compatibility/2006">
              <mc:Choice xmlns:v="urn:schemas-microsoft-com:vml" Requires="v">
                <p:oleObj spid="_x0000_s13" name="" r:id="rId35" imgW="2794000" imgH="787400" progId="Equation.KSEE3">
                  <p:embed/>
                </p:oleObj>
              </mc:Choice>
              <mc:Fallback>
                <p:oleObj name="" r:id="rId35" imgW="2794000" imgH="787400" progId="Equation.KSEE3">
                  <p:embed/>
                  <p:pic>
                    <p:nvPicPr>
                      <p:cNvPr id="0" name="图片 4"/>
                      <p:cNvPicPr/>
                      <p:nvPr/>
                    </p:nvPicPr>
                    <p:blipFill>
                      <a:blip r:embed="rId36"/>
                      <a:stretch>
                        <a:fillRect/>
                      </a:stretch>
                    </p:blipFill>
                    <p:spPr>
                      <a:xfrm>
                        <a:off x="1516698" y="4759643"/>
                        <a:ext cx="6172835" cy="179197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fltVal val="0"/>
                                          </p:val>
                                        </p:tav>
                                        <p:tav tm="100000">
                                          <p:val>
                                            <p:strVal val="#ppt_w"/>
                                          </p:val>
                                        </p:tav>
                                      </p:tavLst>
                                    </p:anim>
                                    <p:anim calcmode="lin" valueType="num">
                                      <p:cBhvr>
                                        <p:cTn id="8" dur="1000" fill="hold"/>
                                        <p:tgtEl>
                                          <p:spTgt spid="9"/>
                                        </p:tgtEl>
                                        <p:attrNameLst>
                                          <p:attrName>ppt_h</p:attrName>
                                        </p:attrNameLst>
                                      </p:cBhvr>
                                      <p:tavLst>
                                        <p:tav tm="0">
                                          <p:val>
                                            <p:fltVal val="0"/>
                                          </p:val>
                                        </p:tav>
                                        <p:tav tm="100000">
                                          <p:val>
                                            <p:strVal val="#ppt_h"/>
                                          </p:val>
                                        </p:tav>
                                      </p:tavLst>
                                    </p:anim>
                                    <p:anim calcmode="lin" valueType="num">
                                      <p:cBhvr>
                                        <p:cTn id="9" dur="1000" fill="hold"/>
                                        <p:tgtEl>
                                          <p:spTgt spid="9"/>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9"/>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2" presetClass="entr" presetSubtype="1" fill="hold" grpId="0" nodeType="afterEffect">
                                  <p:stCondLst>
                                    <p:cond delay="0"/>
                                  </p:stCondLst>
                                  <p:childTnLst>
                                    <p:set>
                                      <p:cBhvr>
                                        <p:cTn id="13" dur="1" fill="hold">
                                          <p:stCondLst>
                                            <p:cond delay="0"/>
                                          </p:stCondLst>
                                        </p:cTn>
                                        <p:tgtEl>
                                          <p:spTgt spid="103427"/>
                                        </p:tgtEl>
                                        <p:attrNameLst>
                                          <p:attrName>style.visibility</p:attrName>
                                        </p:attrNameLst>
                                      </p:cBhvr>
                                      <p:to>
                                        <p:strVal val="visible"/>
                                      </p:to>
                                    </p:set>
                                    <p:anim calcmode="lin" valueType="num">
                                      <p:cBhvr additive="base">
                                        <p:cTn id="14" dur="500" fill="hold"/>
                                        <p:tgtEl>
                                          <p:spTgt spid="103427"/>
                                        </p:tgtEl>
                                        <p:attrNameLst>
                                          <p:attrName>ppt_x</p:attrName>
                                        </p:attrNameLst>
                                      </p:cBhvr>
                                      <p:tavLst>
                                        <p:tav tm="0">
                                          <p:val>
                                            <p:strVal val="#ppt_x"/>
                                          </p:val>
                                        </p:tav>
                                        <p:tav tm="100000">
                                          <p:val>
                                            <p:strVal val="#ppt_x"/>
                                          </p:val>
                                        </p:tav>
                                      </p:tavLst>
                                    </p:anim>
                                    <p:anim calcmode="lin" valueType="num">
                                      <p:cBhvr additive="base">
                                        <p:cTn id="15" dur="500" fill="hold"/>
                                        <p:tgtEl>
                                          <p:spTgt spid="103427"/>
                                        </p:tgtEl>
                                        <p:attrNameLst>
                                          <p:attrName>ppt_y</p:attrName>
                                        </p:attrNameLst>
                                      </p:cBhvr>
                                      <p:tavLst>
                                        <p:tav tm="0">
                                          <p:val>
                                            <p:strVal val="0-#ppt_h/2"/>
                                          </p:val>
                                        </p:tav>
                                        <p:tav tm="100000">
                                          <p:val>
                                            <p:strVal val="#ppt_y"/>
                                          </p:val>
                                        </p:tav>
                                      </p:tavLst>
                                    </p:anim>
                                  </p:childTnLst>
                                </p:cTn>
                              </p:par>
                            </p:childTnLst>
                          </p:cTn>
                        </p:par>
                        <p:par>
                          <p:cTn id="16" fill="hold">
                            <p:stCondLst>
                              <p:cond delay="1500"/>
                            </p:stCondLst>
                            <p:childTnLst>
                              <p:par>
                                <p:cTn id="17" presetID="3" presetClass="entr" presetSubtype="10" fill="hold" nodeType="afterEffect">
                                  <p:stCondLst>
                                    <p:cond delay="0"/>
                                  </p:stCondLst>
                                  <p:childTnLst>
                                    <p:set>
                                      <p:cBhvr>
                                        <p:cTn id="18" dur="1" fill="hold">
                                          <p:stCondLst>
                                            <p:cond delay="0"/>
                                          </p:stCondLst>
                                        </p:cTn>
                                        <p:tgtEl>
                                          <p:spTgt spid="90"/>
                                        </p:tgtEl>
                                        <p:attrNameLst>
                                          <p:attrName>style.visibility</p:attrName>
                                        </p:attrNameLst>
                                      </p:cBhvr>
                                      <p:to>
                                        <p:strVal val="visible"/>
                                      </p:to>
                                    </p:set>
                                    <p:animEffect transition="in" filter="blinds(horizontal)">
                                      <p:cBhvr>
                                        <p:cTn id="19" dur="500"/>
                                        <p:tgtEl>
                                          <p:spTgt spid="90"/>
                                        </p:tgtEl>
                                      </p:cBhvr>
                                    </p:animEffect>
                                  </p:childTnLst>
                                </p:cTn>
                              </p:par>
                            </p:childTnLst>
                          </p:cTn>
                        </p:par>
                      </p:childTnLst>
                    </p:cTn>
                  </p:par>
                  <p:par>
                    <p:cTn id="20" fill="hold">
                      <p:stCondLst>
                        <p:cond delay="indefinite"/>
                      </p:stCondLst>
                      <p:childTnLst>
                        <p:par>
                          <p:cTn id="21" fill="hold">
                            <p:stCondLst>
                              <p:cond delay="0"/>
                            </p:stCondLst>
                            <p:childTnLst>
                              <p:par>
                                <p:cTn id="22" presetID="15"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p:cTn id="24" dur="1000" fill="hold"/>
                                        <p:tgtEl>
                                          <p:spTgt spid="10"/>
                                        </p:tgtEl>
                                        <p:attrNameLst>
                                          <p:attrName>ppt_w</p:attrName>
                                        </p:attrNameLst>
                                      </p:cBhvr>
                                      <p:tavLst>
                                        <p:tav tm="0">
                                          <p:val>
                                            <p:fltVal val="0"/>
                                          </p:val>
                                        </p:tav>
                                        <p:tav tm="100000">
                                          <p:val>
                                            <p:strVal val="#ppt_w"/>
                                          </p:val>
                                        </p:tav>
                                      </p:tavLst>
                                    </p:anim>
                                    <p:anim calcmode="lin" valueType="num">
                                      <p:cBhvr>
                                        <p:cTn id="25" dur="1000" fill="hold"/>
                                        <p:tgtEl>
                                          <p:spTgt spid="10"/>
                                        </p:tgtEl>
                                        <p:attrNameLst>
                                          <p:attrName>ppt_h</p:attrName>
                                        </p:attrNameLst>
                                      </p:cBhvr>
                                      <p:tavLst>
                                        <p:tav tm="0">
                                          <p:val>
                                            <p:fltVal val="0"/>
                                          </p:val>
                                        </p:tav>
                                        <p:tav tm="100000">
                                          <p:val>
                                            <p:strVal val="#ppt_h"/>
                                          </p:val>
                                        </p:tav>
                                      </p:tavLst>
                                    </p:anim>
                                    <p:anim calcmode="lin" valueType="num">
                                      <p:cBhvr>
                                        <p:cTn id="26" dur="1000" fill="hold"/>
                                        <p:tgtEl>
                                          <p:spTgt spid="10"/>
                                        </p:tgtEl>
                                        <p:attrNameLst>
                                          <p:attrName>ppt_x</p:attrName>
                                        </p:attrNameLst>
                                      </p:cBhvr>
                                      <p:tavLst>
                                        <p:tav tm="0" fmla="#ppt_x+(cos(-2*pi*(1-$))*-#ppt_x-sin(-2*pi*(1-$))*(1-#ppt_y))*(1-$)">
                                          <p:val>
                                            <p:fltVal val="0"/>
                                          </p:val>
                                        </p:tav>
                                        <p:tav tm="100000">
                                          <p:val>
                                            <p:fltVal val="1"/>
                                          </p:val>
                                        </p:tav>
                                      </p:tavLst>
                                    </p:anim>
                                    <p:anim calcmode="lin" valueType="num">
                                      <p:cBhvr>
                                        <p:cTn id="27" dur="1000" fill="hold"/>
                                        <p:tgtEl>
                                          <p:spTgt spid="10"/>
                                        </p:tgtEl>
                                        <p:attrNameLst>
                                          <p:attrName>ppt_y</p:attrName>
                                        </p:attrNameLst>
                                      </p:cBhvr>
                                      <p:tavLst>
                                        <p:tav tm="0" fmla="#ppt_y+(sin(-2*pi*(1-$))*-#ppt_x+cos(-2*pi*(1-$))*(1-#ppt_y))*(1-$)">
                                          <p:val>
                                            <p:fltVal val="0"/>
                                          </p:val>
                                        </p:tav>
                                        <p:tav tm="100000">
                                          <p:val>
                                            <p:fltVal val="1"/>
                                          </p:val>
                                        </p:tav>
                                      </p:tavLst>
                                    </p:anim>
                                  </p:childTnLst>
                                </p:cTn>
                              </p:par>
                            </p:childTnLst>
                          </p:cTn>
                        </p:par>
                        <p:par>
                          <p:cTn id="28" fill="hold">
                            <p:stCondLst>
                              <p:cond delay="1000"/>
                            </p:stCondLst>
                            <p:childTnLst>
                              <p:par>
                                <p:cTn id="29" presetID="12" presetClass="entr" presetSubtype="4" fill="hold" grpId="0" nodeType="afterEffect">
                                  <p:stCondLst>
                                    <p:cond delay="0"/>
                                  </p:stCondLst>
                                  <p:childTnLst>
                                    <p:set>
                                      <p:cBhvr>
                                        <p:cTn id="30" dur="1" fill="hold">
                                          <p:stCondLst>
                                            <p:cond delay="0"/>
                                          </p:stCondLst>
                                        </p:cTn>
                                        <p:tgtEl>
                                          <p:spTgt spid="103430"/>
                                        </p:tgtEl>
                                        <p:attrNameLst>
                                          <p:attrName>style.visibility</p:attrName>
                                        </p:attrNameLst>
                                      </p:cBhvr>
                                      <p:to>
                                        <p:strVal val="visible"/>
                                      </p:to>
                                    </p:set>
                                    <p:animEffect transition="in" filter="slide(fromBottom)">
                                      <p:cBhvr>
                                        <p:cTn id="31" dur="2000"/>
                                        <p:tgtEl>
                                          <p:spTgt spid="103430"/>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8" fill="hold" grpId="0" nodeType="clickEffect">
                                  <p:stCondLst>
                                    <p:cond delay="0"/>
                                  </p:stCondLst>
                                  <p:childTnLst>
                                    <p:set>
                                      <p:cBhvr>
                                        <p:cTn id="35" dur="1" fill="hold">
                                          <p:stCondLst>
                                            <p:cond delay="0"/>
                                          </p:stCondLst>
                                        </p:cTn>
                                        <p:tgtEl>
                                          <p:spTgt spid="103428"/>
                                        </p:tgtEl>
                                        <p:attrNameLst>
                                          <p:attrName>style.visibility</p:attrName>
                                        </p:attrNameLst>
                                      </p:cBhvr>
                                      <p:to>
                                        <p:strVal val="visible"/>
                                      </p:to>
                                    </p:set>
                                    <p:animEffect transition="in" filter="slide(fromLeft)">
                                      <p:cBhvr>
                                        <p:cTn id="36" dur="500"/>
                                        <p:tgtEl>
                                          <p:spTgt spid="10342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wipe(down)">
                                      <p:cBhvr>
                                        <p:cTn id="41" dur="500"/>
                                        <p:tgtEl>
                                          <p:spTgt spid="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78"/>
                                        </p:tgtEl>
                                        <p:attrNameLst>
                                          <p:attrName>style.visibility</p:attrName>
                                        </p:attrNameLst>
                                      </p:cBhvr>
                                      <p:to>
                                        <p:strVal val="visible"/>
                                      </p:to>
                                    </p:set>
                                    <p:animEffect transition="in" filter="wipe(down)">
                                      <p:cBhvr>
                                        <p:cTn id="46" dur="500"/>
                                        <p:tgtEl>
                                          <p:spTgt spid="78"/>
                                        </p:tgtEl>
                                      </p:cBhvr>
                                    </p:animEffect>
                                  </p:childTnLst>
                                </p:cTn>
                              </p:par>
                            </p:childTnLst>
                          </p:cTn>
                        </p:par>
                      </p:childTnLst>
                    </p:cTn>
                  </p:par>
                  <p:par>
                    <p:cTn id="47" fill="hold">
                      <p:stCondLst>
                        <p:cond delay="indefinite"/>
                      </p:stCondLst>
                      <p:childTnLst>
                        <p:par>
                          <p:cTn id="48" fill="hold">
                            <p:stCondLst>
                              <p:cond delay="0"/>
                            </p:stCondLst>
                            <p:childTnLst>
                              <p:par>
                                <p:cTn id="49" presetID="18" presetClass="entr" presetSubtype="6" fill="hold" nodeType="clickEffect">
                                  <p:stCondLst>
                                    <p:cond delay="0"/>
                                  </p:stCondLst>
                                  <p:childTnLst>
                                    <p:set>
                                      <p:cBhvr>
                                        <p:cTn id="50" dur="1" fill="hold">
                                          <p:stCondLst>
                                            <p:cond delay="0"/>
                                          </p:stCondLst>
                                        </p:cTn>
                                        <p:tgtEl>
                                          <p:spTgt spid="6"/>
                                        </p:tgtEl>
                                        <p:attrNameLst>
                                          <p:attrName>style.visibility</p:attrName>
                                        </p:attrNameLst>
                                      </p:cBhvr>
                                      <p:to>
                                        <p:strVal val="visible"/>
                                      </p:to>
                                    </p:set>
                                    <p:animEffect transition="in" filter="strips(downRight)">
                                      <p:cBhvr>
                                        <p:cTn id="5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7" grpId="0"/>
      <p:bldP spid="103428" grpId="0"/>
      <p:bldP spid="103430" grpId="0"/>
      <p:bldP spid="10" grpId="0" bldLvl="0" animBg="1"/>
      <p:bldP spid="9" grpId="0" bldLvl="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4-3 戴维南定理和诺顿定理</a:t>
            </a:r>
            <a:endParaRPr lang="zh-CN" altLang="en-US"/>
          </a:p>
        </p:txBody>
      </p:sp>
      <p:sp>
        <p:nvSpPr>
          <p:cNvPr id="31862" name="Text Box 118"/>
          <p:cNvSpPr txBox="1"/>
          <p:nvPr/>
        </p:nvSpPr>
        <p:spPr>
          <a:xfrm>
            <a:off x="539750" y="747871"/>
            <a:ext cx="3455988" cy="521970"/>
          </a:xfrm>
          <a:prstGeom prst="rect">
            <a:avLst/>
          </a:prstGeom>
          <a:noFill/>
          <a:ln w="9525">
            <a:noFill/>
          </a:ln>
        </p:spPr>
        <p:txBody>
          <a:bodyPr anchor="ctr" anchorCtr="0">
            <a:spAutoFit/>
          </a:bodyPr>
          <a:p>
            <a:pPr marL="342900" indent="-342900">
              <a:spcBef>
                <a:spcPct val="50000"/>
              </a:spcBef>
              <a:buAutoNum type="circleNumDbPlain" startAt="2"/>
            </a:pPr>
            <a:r>
              <a:rPr kumimoji="1" lang="zh-CN" altLang="en-US" sz="2800" dirty="0" smtClean="0">
                <a:latin typeface="华文楷体" panose="02010600040101010101" pitchFamily="2" charset="-122"/>
                <a:ea typeface="华文楷体" panose="02010600040101010101" pitchFamily="2" charset="-122"/>
              </a:rPr>
              <a:t>求等效电阻</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R</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rPr>
              <a:t>eq</a:t>
            </a:r>
            <a:endPar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6" name="组合 5"/>
          <p:cNvGrpSpPr/>
          <p:nvPr/>
        </p:nvGrpSpPr>
        <p:grpSpPr>
          <a:xfrm>
            <a:off x="4211955" y="737870"/>
            <a:ext cx="4632325" cy="3256280"/>
            <a:chOff x="6633" y="1090"/>
            <a:chExt cx="7295" cy="5128"/>
          </a:xfrm>
        </p:grpSpPr>
        <p:sp>
          <p:nvSpPr>
            <p:cNvPr id="25634" name="Text Box 120"/>
            <p:cNvSpPr txBox="1"/>
            <p:nvPr>
              <p:custDataLst>
                <p:tags r:id="rId1"/>
              </p:custDataLst>
            </p:nvPr>
          </p:nvSpPr>
          <p:spPr>
            <a:xfrm>
              <a:off x="13208" y="2678"/>
              <a:ext cx="720"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5635" name="Text Box 121"/>
            <p:cNvSpPr txBox="1"/>
            <p:nvPr>
              <p:custDataLst>
                <p:tags r:id="rId2"/>
              </p:custDataLst>
            </p:nvPr>
          </p:nvSpPr>
          <p:spPr>
            <a:xfrm>
              <a:off x="13208" y="5400"/>
              <a:ext cx="480"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5636" name="Rectangle 124"/>
            <p:cNvSpPr/>
            <p:nvPr>
              <p:custDataLst>
                <p:tags r:id="rId3"/>
              </p:custDataLst>
            </p:nvPr>
          </p:nvSpPr>
          <p:spPr bwMode="auto">
            <a:xfrm>
              <a:off x="6633" y="2113"/>
              <a:ext cx="6578" cy="3515"/>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p>
              <a:endParaRPr lang="zh-CN" altLang="en-US" dirty="0">
                <a:solidFill>
                  <a:schemeClr val="tx1"/>
                </a:solidFill>
                <a:latin typeface="Arial" panose="020B0604020202020204" pitchFamily="34" charset="0"/>
              </a:endParaRPr>
            </a:p>
          </p:txBody>
        </p:sp>
        <p:sp>
          <p:nvSpPr>
            <p:cNvPr id="25637" name="Line 125"/>
            <p:cNvSpPr/>
            <p:nvPr>
              <p:custDataLst>
                <p:tags r:id="rId4"/>
              </p:custDataLst>
            </p:nvPr>
          </p:nvSpPr>
          <p:spPr bwMode="auto">
            <a:xfrm>
              <a:off x="6633" y="3245"/>
              <a:ext cx="6578" cy="0"/>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25638" name="Line 126"/>
            <p:cNvSpPr/>
            <p:nvPr>
              <p:custDataLst>
                <p:tags r:id="rId5"/>
              </p:custDataLst>
            </p:nvPr>
          </p:nvSpPr>
          <p:spPr bwMode="auto">
            <a:xfrm>
              <a:off x="9693" y="3245"/>
              <a:ext cx="0" cy="2383"/>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25639" name="Line 127"/>
            <p:cNvSpPr/>
            <p:nvPr>
              <p:custDataLst>
                <p:tags r:id="rId6"/>
              </p:custDataLst>
            </p:nvPr>
          </p:nvSpPr>
          <p:spPr bwMode="auto">
            <a:xfrm>
              <a:off x="11068" y="2113"/>
              <a:ext cx="0" cy="3515"/>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25640" name="Text Box 128"/>
            <p:cNvSpPr txBox="1"/>
            <p:nvPr>
              <p:custDataLst>
                <p:tags r:id="rId7"/>
              </p:custDataLst>
            </p:nvPr>
          </p:nvSpPr>
          <p:spPr>
            <a:xfrm>
              <a:off x="10033" y="4153"/>
              <a:ext cx="1025"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3</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5641" name="Text Box 129"/>
            <p:cNvSpPr txBox="1"/>
            <p:nvPr>
              <p:custDataLst>
                <p:tags r:id="rId8"/>
              </p:custDataLst>
            </p:nvPr>
          </p:nvSpPr>
          <p:spPr>
            <a:xfrm>
              <a:off x="7653" y="1090"/>
              <a:ext cx="1135"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6</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5642" name="Text Box 135"/>
            <p:cNvSpPr txBox="1"/>
            <p:nvPr>
              <p:custDataLst>
                <p:tags r:id="rId9"/>
              </p:custDataLst>
            </p:nvPr>
          </p:nvSpPr>
          <p:spPr>
            <a:xfrm>
              <a:off x="7653" y="2338"/>
              <a:ext cx="1025"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3</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5643" name="Text Box 139"/>
            <p:cNvSpPr txBox="1"/>
            <p:nvPr>
              <p:custDataLst>
                <p:tags r:id="rId10"/>
              </p:custDataLst>
            </p:nvPr>
          </p:nvSpPr>
          <p:spPr>
            <a:xfrm>
              <a:off x="11620" y="1203"/>
              <a:ext cx="1135"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6</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5644" name="Text Box 140"/>
            <p:cNvSpPr txBox="1"/>
            <p:nvPr>
              <p:custDataLst>
                <p:tags r:id="rId11"/>
              </p:custDataLst>
            </p:nvPr>
          </p:nvSpPr>
          <p:spPr>
            <a:xfrm>
              <a:off x="11620" y="2338"/>
              <a:ext cx="1135"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6</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5645" name="Text Box 141"/>
            <p:cNvSpPr txBox="1"/>
            <p:nvPr>
              <p:custDataLst>
                <p:tags r:id="rId12"/>
              </p:custDataLst>
            </p:nvPr>
          </p:nvSpPr>
          <p:spPr>
            <a:xfrm>
              <a:off x="8560" y="4038"/>
              <a:ext cx="1135"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6</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5646" name="Rectangle 142"/>
            <p:cNvSpPr/>
            <p:nvPr>
              <p:custDataLst>
                <p:tags r:id="rId13"/>
              </p:custDataLst>
            </p:nvPr>
          </p:nvSpPr>
          <p:spPr bwMode="auto">
            <a:xfrm>
              <a:off x="11735" y="1953"/>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5647" name="Rectangle 143"/>
            <p:cNvSpPr/>
            <p:nvPr>
              <p:custDataLst>
                <p:tags r:id="rId14"/>
              </p:custDataLst>
            </p:nvPr>
          </p:nvSpPr>
          <p:spPr bwMode="auto">
            <a:xfrm>
              <a:off x="11620" y="3088"/>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5648" name="Rectangle 144"/>
            <p:cNvSpPr/>
            <p:nvPr>
              <p:custDataLst>
                <p:tags r:id="rId15"/>
              </p:custDataLst>
            </p:nvPr>
          </p:nvSpPr>
          <p:spPr bwMode="auto">
            <a:xfrm>
              <a:off x="7765" y="3088"/>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5649" name="Rectangle 145"/>
            <p:cNvSpPr/>
            <p:nvPr>
              <p:custDataLst>
                <p:tags r:id="rId16"/>
              </p:custDataLst>
            </p:nvPr>
          </p:nvSpPr>
          <p:spPr bwMode="auto">
            <a:xfrm>
              <a:off x="7765" y="1930"/>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5650" name="Rectangle 146"/>
            <p:cNvSpPr/>
            <p:nvPr>
              <p:custDataLst>
                <p:tags r:id="rId17"/>
              </p:custDataLst>
            </p:nvPr>
          </p:nvSpPr>
          <p:spPr bwMode="auto">
            <a:xfrm>
              <a:off x="10940" y="4153"/>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5651" name="Rectangle 147"/>
            <p:cNvSpPr/>
            <p:nvPr>
              <p:custDataLst>
                <p:tags r:id="rId18"/>
              </p:custDataLst>
            </p:nvPr>
          </p:nvSpPr>
          <p:spPr bwMode="auto">
            <a:xfrm>
              <a:off x="9525" y="4153"/>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5652" name="Rectangle 152"/>
            <p:cNvSpPr/>
            <p:nvPr>
              <p:custDataLst>
                <p:tags r:id="rId19"/>
              </p:custDataLst>
            </p:nvPr>
          </p:nvSpPr>
          <p:spPr>
            <a:xfrm>
              <a:off x="13093" y="3925"/>
              <a:ext cx="228" cy="1133"/>
            </a:xfrm>
            <a:prstGeom prst="rect">
              <a:avLst/>
            </a:prstGeom>
            <a:solidFill>
              <a:schemeClr val="bg1"/>
            </a:solidFill>
            <a:ln w="9525">
              <a:noFill/>
            </a:ln>
          </p:spPr>
          <p:txBody>
            <a:bodyPr wrap="none" anchor="ctr" anchorCtr="0"/>
            <a:p>
              <a:endParaRPr lang="zh-CN" altLang="en-US" dirty="0">
                <a:solidFill>
                  <a:schemeClr val="tx1"/>
                </a:solidFill>
                <a:latin typeface="Arial" panose="020B0604020202020204" pitchFamily="34" charset="0"/>
              </a:endParaRPr>
            </a:p>
          </p:txBody>
        </p:sp>
        <p:sp>
          <p:nvSpPr>
            <p:cNvPr id="25653" name="AutoShape 154"/>
            <p:cNvSpPr/>
            <p:nvPr>
              <p:custDataLst>
                <p:tags r:id="rId20"/>
              </p:custDataLst>
            </p:nvPr>
          </p:nvSpPr>
          <p:spPr>
            <a:xfrm>
              <a:off x="12073" y="4490"/>
              <a:ext cx="1135" cy="263"/>
            </a:xfrm>
            <a:prstGeom prst="leftArrow">
              <a:avLst>
                <a:gd name="adj1" fmla="val 50000"/>
                <a:gd name="adj2" fmla="val 108095"/>
              </a:avLst>
            </a:prstGeom>
            <a:solidFill>
              <a:srgbClr val="00CCFF"/>
            </a:solidFill>
            <a:ln w="9525" cap="flat" cmpd="sng">
              <a:solidFill>
                <a:srgbClr val="00CCFF"/>
              </a:solidFill>
              <a:prstDash val="solid"/>
              <a:miter/>
              <a:headEnd type="none" w="med" len="med"/>
              <a:tailEnd type="none" w="med" len="med"/>
            </a:ln>
          </p:spPr>
          <p:txBody>
            <a:bodyPr wrap="none" anchor="ctr" anchorCtr="0"/>
            <a:p>
              <a:endParaRPr lang="zh-CN" altLang="en-US" dirty="0">
                <a:solidFill>
                  <a:schemeClr val="tx1"/>
                </a:solidFill>
                <a:latin typeface="Arial" panose="020B0604020202020204" pitchFamily="34" charset="0"/>
              </a:endParaRPr>
            </a:p>
          </p:txBody>
        </p:sp>
        <p:sp>
          <p:nvSpPr>
            <p:cNvPr id="25654" name="Text Box 155"/>
            <p:cNvSpPr txBox="1"/>
            <p:nvPr>
              <p:custDataLst>
                <p:tags r:id="rId21"/>
              </p:custDataLst>
            </p:nvPr>
          </p:nvSpPr>
          <p:spPr>
            <a:xfrm>
              <a:off x="12073" y="3698"/>
              <a:ext cx="990" cy="818"/>
            </a:xfrm>
            <a:prstGeom prst="rect">
              <a:avLst/>
            </a:prstGeom>
            <a:noFill/>
            <a:ln w="28575">
              <a:noFill/>
            </a:ln>
          </p:spPr>
          <p:txBody>
            <a:bodyPr wrap="none" anchor="ctr" anchorCtr="0">
              <a:spAutoFit/>
            </a:bodyPr>
            <a:p>
              <a:pPr algn="ct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R</a:t>
              </a:r>
              <a:r>
                <a:rPr lang="en-US" altLang="zh-CN" b="0" baseline="-25000" dirty="0">
                  <a:solidFill>
                    <a:schemeClr val="tx1"/>
                  </a:solidFill>
                  <a:latin typeface="Times New Roman" panose="02020603050405020304" pitchFamily="18" charset="0"/>
                  <a:ea typeface="宋体" panose="02010600030101010101" pitchFamily="2" charset="-122"/>
                </a:rPr>
                <a:t>eq</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25655" name="Oval 156"/>
            <p:cNvSpPr/>
            <p:nvPr>
              <p:custDataLst>
                <p:tags r:id="rId22"/>
              </p:custDataLst>
            </p:nvPr>
          </p:nvSpPr>
          <p:spPr>
            <a:xfrm>
              <a:off x="13093" y="4833"/>
              <a:ext cx="228" cy="228"/>
            </a:xfrm>
            <a:prstGeom prst="ellipse">
              <a:avLst/>
            </a:prstGeom>
            <a:noFill/>
            <a:ln w="28575" cap="flat" cmpd="sng">
              <a:solidFill>
                <a:schemeClr val="tx2">
                  <a:lumMod val="75000"/>
                </a:schemeClr>
              </a:solidFill>
              <a:prstDash val="solid"/>
              <a:headEnd type="none" w="med" len="med"/>
              <a:tailEnd type="none" w="med" len="med"/>
            </a:ln>
          </p:spPr>
          <p:txBody>
            <a:bodyPr wrap="none" anchor="ctr" anchorCtr="0"/>
            <a:p>
              <a:endParaRPr lang="zh-CN" altLang="en-US" dirty="0">
                <a:solidFill>
                  <a:schemeClr val="tx1"/>
                </a:solidFill>
                <a:latin typeface="Arial" panose="020B0604020202020204" pitchFamily="34" charset="0"/>
              </a:endParaRPr>
            </a:p>
          </p:txBody>
        </p:sp>
        <p:sp>
          <p:nvSpPr>
            <p:cNvPr id="25656" name="Oval 157"/>
            <p:cNvSpPr/>
            <p:nvPr>
              <p:custDataLst>
                <p:tags r:id="rId23"/>
              </p:custDataLst>
            </p:nvPr>
          </p:nvSpPr>
          <p:spPr>
            <a:xfrm>
              <a:off x="13093" y="3925"/>
              <a:ext cx="228" cy="228"/>
            </a:xfrm>
            <a:prstGeom prst="ellipse">
              <a:avLst/>
            </a:prstGeom>
            <a:noFill/>
            <a:ln w="28575" cap="flat" cmpd="sng">
              <a:solidFill>
                <a:schemeClr val="tx2">
                  <a:lumMod val="75000"/>
                </a:schemeClr>
              </a:solidFill>
              <a:prstDash val="solid"/>
              <a:headEnd type="none" w="med" len="med"/>
              <a:tailEnd type="none" w="med" len="med"/>
            </a:ln>
          </p:spPr>
          <p:txBody>
            <a:bodyPr wrap="none" anchor="ctr" anchorCtr="0"/>
            <a:p>
              <a:endParaRPr lang="zh-CN" altLang="en-US" dirty="0">
                <a:solidFill>
                  <a:schemeClr val="tx1"/>
                </a:solidFill>
                <a:latin typeface="Arial" panose="020B0604020202020204" pitchFamily="34" charset="0"/>
              </a:endParaRPr>
            </a:p>
          </p:txBody>
        </p:sp>
      </p:grpSp>
      <p:sp>
        <p:nvSpPr>
          <p:cNvPr id="31903" name="Text Box 159"/>
          <p:cNvSpPr txBox="1"/>
          <p:nvPr/>
        </p:nvSpPr>
        <p:spPr>
          <a:xfrm>
            <a:off x="956945" y="5029360"/>
            <a:ext cx="2750185" cy="521970"/>
          </a:xfrm>
          <a:prstGeom prst="rect">
            <a:avLst/>
          </a:prstGeom>
          <a:noFill/>
          <a:ln w="9525">
            <a:noFill/>
          </a:ln>
        </p:spPr>
        <p:txBody>
          <a:bodyPr wrap="none" anchor="ctr" anchorCtr="0">
            <a:spAutoFit/>
          </a:bodyPr>
          <a:p>
            <a:pPr marL="342900" indent="-342900" algn="ctr">
              <a:spcBef>
                <a:spcPct val="50000"/>
              </a:spcBef>
              <a:buAutoNum type="circleNumDbPlain" startAt="3"/>
            </a:pPr>
            <a:r>
              <a:rPr kumimoji="1" lang="zh-CN" altLang="en-US" sz="2800" dirty="0" smtClean="0">
                <a:latin typeface="华文楷体" panose="02010600040101010101" pitchFamily="2" charset="-122"/>
                <a:ea typeface="华文楷体" panose="02010600040101010101" pitchFamily="2" charset="-122"/>
              </a:rPr>
              <a:t>诺顿等效电路:</a:t>
            </a:r>
            <a:endParaRPr kumimoji="1" lang="zh-CN" altLang="en-US" sz="2800" dirty="0" smtClean="0">
              <a:latin typeface="华文楷体" panose="02010600040101010101" pitchFamily="2" charset="-122"/>
              <a:ea typeface="华文楷体" panose="02010600040101010101" pitchFamily="2" charset="-122"/>
            </a:endParaRPr>
          </a:p>
        </p:txBody>
      </p:sp>
      <p:graphicFrame>
        <p:nvGraphicFramePr>
          <p:cNvPr id="3" name="对象 2"/>
          <p:cNvGraphicFramePr/>
          <p:nvPr/>
        </p:nvGraphicFramePr>
        <p:xfrm>
          <a:off x="655955" y="3856990"/>
          <a:ext cx="3759200" cy="895985"/>
        </p:xfrm>
        <a:graphic>
          <a:graphicData uri="http://schemas.openxmlformats.org/presentationml/2006/ole">
            <mc:AlternateContent xmlns:mc="http://schemas.openxmlformats.org/markup-compatibility/2006">
              <mc:Choice xmlns:v="urn:schemas-microsoft-com:vml" Requires="v">
                <p:oleObj spid="_x0000_s5" name="" r:id="rId24" imgW="1701800" imgH="393700" progId="Equation.KSEE3">
                  <p:embed/>
                </p:oleObj>
              </mc:Choice>
              <mc:Fallback>
                <p:oleObj name="" r:id="rId24" imgW="1701800" imgH="393700" progId="Equation.KSEE3">
                  <p:embed/>
                  <p:pic>
                    <p:nvPicPr>
                      <p:cNvPr id="0" name="图片 4"/>
                      <p:cNvPicPr/>
                      <p:nvPr/>
                    </p:nvPicPr>
                    <p:blipFill>
                      <a:blip r:embed="rId25"/>
                      <a:stretch>
                        <a:fillRect/>
                      </a:stretch>
                    </p:blipFill>
                    <p:spPr>
                      <a:xfrm>
                        <a:off x="655955" y="3856990"/>
                        <a:ext cx="3759200" cy="895985"/>
                      </a:xfrm>
                      <a:prstGeom prst="rect">
                        <a:avLst/>
                      </a:prstGeom>
                    </p:spPr>
                  </p:pic>
                </p:oleObj>
              </mc:Fallback>
            </mc:AlternateContent>
          </a:graphicData>
        </a:graphic>
      </p:graphicFrame>
      <p:grpSp>
        <p:nvGrpSpPr>
          <p:cNvPr id="4" name="组合 3"/>
          <p:cNvGrpSpPr/>
          <p:nvPr/>
        </p:nvGrpSpPr>
        <p:grpSpPr>
          <a:xfrm>
            <a:off x="380365" y="1557655"/>
            <a:ext cx="3782060" cy="2103120"/>
            <a:chOff x="599" y="2453"/>
            <a:chExt cx="5956" cy="3312"/>
          </a:xfrm>
        </p:grpSpPr>
        <p:sp>
          <p:nvSpPr>
            <p:cNvPr id="25612" name="Text Box 161"/>
            <p:cNvSpPr txBox="1"/>
            <p:nvPr/>
          </p:nvSpPr>
          <p:spPr>
            <a:xfrm>
              <a:off x="1033" y="2995"/>
              <a:ext cx="1065" cy="817"/>
            </a:xfrm>
            <a:prstGeom prst="rect">
              <a:avLst/>
            </a:prstGeom>
            <a:noFill/>
            <a:ln w="28575">
              <a:noFill/>
            </a:ln>
          </p:spPr>
          <p:txBody>
            <a:bodyPr anchor="ctr" anchorCtr="0">
              <a:spAutoFit/>
            </a:bodyPr>
            <a:p>
              <a:pPr algn="ct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r>
                <a:rPr lang="en-US" altLang="zh-CN" b="0" baseline="-25000" dirty="0">
                  <a:solidFill>
                    <a:schemeClr val="tx1"/>
                  </a:solidFill>
                  <a:latin typeface="Times New Roman" panose="02020603050405020304" pitchFamily="18" charset="0"/>
                  <a:ea typeface="宋体" panose="02010600030101010101" pitchFamily="2" charset="-122"/>
                </a:rPr>
                <a:t>sc</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25613" name="Text Box 162"/>
            <p:cNvSpPr txBox="1"/>
            <p:nvPr>
              <p:custDataLst>
                <p:tags r:id="rId26"/>
              </p:custDataLst>
            </p:nvPr>
          </p:nvSpPr>
          <p:spPr>
            <a:xfrm flipH="1">
              <a:off x="5500" y="2453"/>
              <a:ext cx="847" cy="817"/>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5614" name="Text Box 163"/>
            <p:cNvSpPr txBox="1"/>
            <p:nvPr>
              <p:custDataLst>
                <p:tags r:id="rId27"/>
              </p:custDataLst>
            </p:nvPr>
          </p:nvSpPr>
          <p:spPr>
            <a:xfrm flipH="1">
              <a:off x="5273" y="4948"/>
              <a:ext cx="700" cy="817"/>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5615" name="Text Box 164"/>
            <p:cNvSpPr txBox="1"/>
            <p:nvPr>
              <p:custDataLst>
                <p:tags r:id="rId28"/>
              </p:custDataLst>
            </p:nvPr>
          </p:nvSpPr>
          <p:spPr>
            <a:xfrm flipH="1">
              <a:off x="4025" y="2905"/>
              <a:ext cx="1182" cy="817"/>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5616" name="Text Box 165"/>
            <p:cNvSpPr txBox="1"/>
            <p:nvPr>
              <p:custDataLst>
                <p:tags r:id="rId29"/>
              </p:custDataLst>
            </p:nvPr>
          </p:nvSpPr>
          <p:spPr>
            <a:xfrm>
              <a:off x="3233" y="3473"/>
              <a:ext cx="1067" cy="817"/>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4</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5617" name="Text Box 166"/>
            <p:cNvSpPr txBox="1"/>
            <p:nvPr>
              <p:custDataLst>
                <p:tags r:id="rId30"/>
              </p:custDataLst>
            </p:nvPr>
          </p:nvSpPr>
          <p:spPr>
            <a:xfrm>
              <a:off x="5500" y="3020"/>
              <a:ext cx="710" cy="817"/>
            </a:xfrm>
            <a:prstGeom prst="rect">
              <a:avLst/>
            </a:prstGeom>
            <a:noFill/>
            <a:ln w="9525">
              <a:noFill/>
            </a:ln>
          </p:spPr>
          <p:txBody>
            <a:bodyPr>
              <a:spAutoFit/>
            </a:bodyPr>
            <a:p>
              <a:pPr>
                <a:spcBef>
                  <a:spcPct val="50000"/>
                </a:spcBef>
              </a:pPr>
              <a:r>
                <a:rPr lang="zh-CN" altLang="en-US" b="0" dirty="0">
                  <a:solidFill>
                    <a:schemeClr val="tx1"/>
                  </a:solidFill>
                  <a:latin typeface="Arial" panose="020B0604020202020204" pitchFamily="34" charset="0"/>
                  <a:ea typeface="仿宋_GB2312" pitchFamily="49" charset="-122"/>
                </a:rPr>
                <a:t>＋</a:t>
              </a:r>
              <a:endParaRPr lang="zh-CN" altLang="en-US" b="0" dirty="0">
                <a:solidFill>
                  <a:schemeClr val="tx1"/>
                </a:solidFill>
                <a:latin typeface="Arial" panose="020B0604020202020204" pitchFamily="34" charset="0"/>
                <a:ea typeface="仿宋_GB2312" pitchFamily="49" charset="-122"/>
              </a:endParaRPr>
            </a:p>
          </p:txBody>
        </p:sp>
        <p:sp>
          <p:nvSpPr>
            <p:cNvPr id="25618" name="Text Box 167"/>
            <p:cNvSpPr txBox="1"/>
            <p:nvPr>
              <p:custDataLst>
                <p:tags r:id="rId31"/>
              </p:custDataLst>
            </p:nvPr>
          </p:nvSpPr>
          <p:spPr>
            <a:xfrm>
              <a:off x="5500" y="4265"/>
              <a:ext cx="947" cy="817"/>
            </a:xfrm>
            <a:prstGeom prst="rect">
              <a:avLst/>
            </a:prstGeom>
            <a:noFill/>
            <a:ln w="9525">
              <a:noFill/>
            </a:ln>
          </p:spPr>
          <p:txBody>
            <a:bodyPr>
              <a:spAutoFit/>
            </a:bodyPr>
            <a:p>
              <a:pPr>
                <a:spcBef>
                  <a:spcPct val="50000"/>
                </a:spcBef>
              </a:pPr>
              <a:r>
                <a:rPr lang="zh-CN" altLang="en-US" b="0" dirty="0">
                  <a:solidFill>
                    <a:schemeClr val="tx1"/>
                  </a:solidFill>
                  <a:latin typeface="Arial" panose="020B0604020202020204" pitchFamily="34" charset="0"/>
                  <a:ea typeface="仿宋_GB2312" pitchFamily="49" charset="-122"/>
                </a:rPr>
                <a:t>－</a:t>
              </a:r>
              <a:endParaRPr lang="zh-CN" altLang="en-US" b="0" dirty="0">
                <a:solidFill>
                  <a:schemeClr val="tx1"/>
                </a:solidFill>
                <a:latin typeface="Arial" panose="020B0604020202020204" pitchFamily="34" charset="0"/>
                <a:ea typeface="仿宋_GB2312" pitchFamily="49" charset="-122"/>
              </a:endParaRPr>
            </a:p>
          </p:txBody>
        </p:sp>
        <p:sp>
          <p:nvSpPr>
            <p:cNvPr id="25619" name="Text Box 168"/>
            <p:cNvSpPr txBox="1"/>
            <p:nvPr>
              <p:custDataLst>
                <p:tags r:id="rId32"/>
              </p:custDataLst>
            </p:nvPr>
          </p:nvSpPr>
          <p:spPr>
            <a:xfrm>
              <a:off x="5728" y="3585"/>
              <a:ext cx="827" cy="817"/>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仿宋_GB2312" pitchFamily="49" charset="-122"/>
                </a:rPr>
                <a:t>U</a:t>
              </a:r>
              <a:endParaRPr lang="en-US" altLang="zh-CN" b="0" i="1" dirty="0">
                <a:solidFill>
                  <a:schemeClr val="tx1"/>
                </a:solidFill>
                <a:latin typeface="Times New Roman" panose="02020603050405020304" pitchFamily="18" charset="0"/>
                <a:ea typeface="仿宋_GB2312" pitchFamily="49" charset="-122"/>
              </a:endParaRPr>
            </a:p>
          </p:txBody>
        </p:sp>
        <p:sp>
          <p:nvSpPr>
            <p:cNvPr id="25620" name="Line 169"/>
            <p:cNvSpPr/>
            <p:nvPr/>
          </p:nvSpPr>
          <p:spPr bwMode="auto">
            <a:xfrm>
              <a:off x="3073" y="2905"/>
              <a:ext cx="0" cy="2495"/>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25621" name="Rectangle 170"/>
            <p:cNvSpPr/>
            <p:nvPr/>
          </p:nvSpPr>
          <p:spPr>
            <a:xfrm>
              <a:off x="2913" y="3585"/>
              <a:ext cx="317" cy="795"/>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solidFill>
                  <a:schemeClr val="tx1"/>
                </a:solidFill>
                <a:latin typeface="Arial" panose="020B0604020202020204" pitchFamily="34" charset="0"/>
              </a:endParaRPr>
            </a:p>
          </p:txBody>
        </p:sp>
        <p:sp>
          <p:nvSpPr>
            <p:cNvPr id="25622" name="Text Box 172"/>
            <p:cNvSpPr txBox="1"/>
            <p:nvPr/>
          </p:nvSpPr>
          <p:spPr>
            <a:xfrm flipH="1">
              <a:off x="1418" y="3813"/>
              <a:ext cx="1710" cy="817"/>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3A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5623" name="Rectangle 174"/>
            <p:cNvSpPr/>
            <p:nvPr/>
          </p:nvSpPr>
          <p:spPr bwMode="auto">
            <a:xfrm>
              <a:off x="1075" y="2905"/>
              <a:ext cx="4197" cy="2495"/>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25625" name="Line 171"/>
            <p:cNvSpPr/>
            <p:nvPr/>
          </p:nvSpPr>
          <p:spPr>
            <a:xfrm flipV="1">
              <a:off x="1078" y="3103"/>
              <a:ext cx="0" cy="71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25627" name="Line 173"/>
            <p:cNvSpPr/>
            <p:nvPr>
              <p:custDataLst>
                <p:tags r:id="rId33"/>
              </p:custDataLst>
            </p:nvPr>
          </p:nvSpPr>
          <p:spPr>
            <a:xfrm flipH="1" flipV="1">
              <a:off x="5273" y="2935"/>
              <a:ext cx="0" cy="537"/>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pSp>
          <p:nvGrpSpPr>
            <p:cNvPr id="73" name="组合 72"/>
            <p:cNvGrpSpPr/>
            <p:nvPr/>
          </p:nvGrpSpPr>
          <p:grpSpPr>
            <a:xfrm>
              <a:off x="4820" y="3494"/>
              <a:ext cx="908" cy="908"/>
              <a:chOff x="5907581" y="4495572"/>
              <a:chExt cx="576263" cy="576263"/>
            </a:xfrm>
          </p:grpSpPr>
          <p:sp>
            <p:nvSpPr>
              <p:cNvPr id="74"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75" name="直接连接符 74"/>
              <p:cNvCxnSpPr>
                <a:stCxn id="74" idx="4"/>
                <a:endCxn id="74"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 name="组合 10"/>
            <p:cNvGrpSpPr/>
            <p:nvPr/>
          </p:nvGrpSpPr>
          <p:grpSpPr>
            <a:xfrm>
              <a:off x="599" y="3722"/>
              <a:ext cx="908" cy="908"/>
              <a:chOff x="5907581" y="4495572"/>
              <a:chExt cx="576263" cy="576263"/>
            </a:xfrm>
          </p:grpSpPr>
          <p:sp>
            <p:nvSpPr>
              <p:cNvPr id="12"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13" name="直接连接符 12"/>
              <p:cNvCxnSpPr>
                <a:stCxn id="12" idx="4"/>
                <a:endCxn id="12"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0" name="Rectangle 54"/>
            <p:cNvSpPr>
              <a:spLocks noChangeArrowheads="1"/>
            </p:cNvSpPr>
            <p:nvPr/>
          </p:nvSpPr>
          <p:spPr bwMode="auto">
            <a:xfrm>
              <a:off x="2898" y="3475"/>
              <a:ext cx="340" cy="90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en-US" sz="1800"/>
            </a:p>
          </p:txBody>
        </p:sp>
      </p:grpSp>
      <p:graphicFrame>
        <p:nvGraphicFramePr>
          <p:cNvPr id="14" name="对象 13"/>
          <p:cNvGraphicFramePr/>
          <p:nvPr/>
        </p:nvGraphicFramePr>
        <p:xfrm>
          <a:off x="5304473" y="3856990"/>
          <a:ext cx="1991995" cy="895985"/>
        </p:xfrm>
        <a:graphic>
          <a:graphicData uri="http://schemas.openxmlformats.org/presentationml/2006/ole">
            <mc:AlternateContent xmlns:mc="http://schemas.openxmlformats.org/markup-compatibility/2006">
              <mc:Choice xmlns:v="urn:schemas-microsoft-com:vml" Requires="v">
                <p:oleObj spid="_x0000_s15" name="" r:id="rId34" imgW="901700" imgH="393700" progId="Equation.KSEE3">
                  <p:embed/>
                </p:oleObj>
              </mc:Choice>
              <mc:Fallback>
                <p:oleObj name="" r:id="rId34" imgW="901700" imgH="393700" progId="Equation.KSEE3">
                  <p:embed/>
                  <p:pic>
                    <p:nvPicPr>
                      <p:cNvPr id="0" name="图片 4"/>
                      <p:cNvPicPr/>
                      <p:nvPr/>
                    </p:nvPicPr>
                    <p:blipFill>
                      <a:blip r:embed="rId35"/>
                      <a:stretch>
                        <a:fillRect/>
                      </a:stretch>
                    </p:blipFill>
                    <p:spPr>
                      <a:xfrm>
                        <a:off x="5304473" y="3856990"/>
                        <a:ext cx="1991995" cy="895985"/>
                      </a:xfrm>
                      <a:prstGeom prst="rect">
                        <a:avLst/>
                      </a:prstGeom>
                    </p:spPr>
                  </p:pic>
                </p:oleObj>
              </mc:Fallback>
            </mc:AlternateContent>
          </a:graphicData>
        </a:graphic>
      </p:graphicFrame>
      <p:graphicFrame>
        <p:nvGraphicFramePr>
          <p:cNvPr id="16" name="对象 15"/>
          <p:cNvGraphicFramePr/>
          <p:nvPr/>
        </p:nvGraphicFramePr>
        <p:xfrm>
          <a:off x="655955" y="5981065"/>
          <a:ext cx="3058160" cy="462915"/>
        </p:xfrm>
        <a:graphic>
          <a:graphicData uri="http://schemas.openxmlformats.org/presentationml/2006/ole">
            <mc:AlternateContent xmlns:mc="http://schemas.openxmlformats.org/markup-compatibility/2006">
              <mc:Choice xmlns:v="urn:schemas-microsoft-com:vml" Requires="v">
                <p:oleObj spid="_x0000_s17" name="" r:id="rId36" imgW="1384300" imgH="203200" progId="Equation.KSEE3">
                  <p:embed/>
                </p:oleObj>
              </mc:Choice>
              <mc:Fallback>
                <p:oleObj name="" r:id="rId36" imgW="1384300" imgH="203200" progId="Equation.KSEE3">
                  <p:embed/>
                  <p:pic>
                    <p:nvPicPr>
                      <p:cNvPr id="0" name="图片 4"/>
                      <p:cNvPicPr/>
                      <p:nvPr/>
                    </p:nvPicPr>
                    <p:blipFill>
                      <a:blip r:embed="rId37"/>
                      <a:stretch>
                        <a:fillRect/>
                      </a:stretch>
                    </p:blipFill>
                    <p:spPr>
                      <a:xfrm>
                        <a:off x="655955" y="5981065"/>
                        <a:ext cx="3058160" cy="462915"/>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31862"/>
                                        </p:tgtEl>
                                        <p:attrNameLst>
                                          <p:attrName>style.visibility</p:attrName>
                                        </p:attrNameLst>
                                      </p:cBhvr>
                                      <p:to>
                                        <p:strVal val="visible"/>
                                      </p:to>
                                    </p:set>
                                    <p:anim calcmode="lin" valueType="num">
                                      <p:cBhvr additive="base">
                                        <p:cTn id="7" dur="500" fill="hold"/>
                                        <p:tgtEl>
                                          <p:spTgt spid="31862"/>
                                        </p:tgtEl>
                                        <p:attrNameLst>
                                          <p:attrName>ppt_x</p:attrName>
                                        </p:attrNameLst>
                                      </p:cBhvr>
                                      <p:tavLst>
                                        <p:tav tm="0">
                                          <p:val>
                                            <p:strVal val="1+#ppt_w/2"/>
                                          </p:val>
                                        </p:tav>
                                        <p:tav tm="100000">
                                          <p:val>
                                            <p:strVal val="#ppt_x"/>
                                          </p:val>
                                        </p:tav>
                                      </p:tavLst>
                                    </p:anim>
                                    <p:anim calcmode="lin" valueType="num">
                                      <p:cBhvr additive="base">
                                        <p:cTn id="8" dur="500" fill="hold"/>
                                        <p:tgtEl>
                                          <p:spTgt spid="3186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down)">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wipe(down)">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31903"/>
                                        </p:tgtEl>
                                        <p:attrNameLst>
                                          <p:attrName>style.visibility</p:attrName>
                                        </p:attrNameLst>
                                      </p:cBhvr>
                                      <p:to>
                                        <p:strVal val="visible"/>
                                      </p:to>
                                    </p:set>
                                    <p:anim calcmode="lin" valueType="num">
                                      <p:cBhvr additive="base">
                                        <p:cTn id="28" dur="500" fill="hold"/>
                                        <p:tgtEl>
                                          <p:spTgt spid="31903"/>
                                        </p:tgtEl>
                                        <p:attrNameLst>
                                          <p:attrName>ppt_x</p:attrName>
                                        </p:attrNameLst>
                                      </p:cBhvr>
                                      <p:tavLst>
                                        <p:tav tm="0">
                                          <p:val>
                                            <p:strVal val="0-#ppt_w/2"/>
                                          </p:val>
                                        </p:tav>
                                        <p:tav tm="100000">
                                          <p:val>
                                            <p:strVal val="#ppt_x"/>
                                          </p:val>
                                        </p:tav>
                                      </p:tavLst>
                                    </p:anim>
                                    <p:anim calcmode="lin" valueType="num">
                                      <p:cBhvr additive="base">
                                        <p:cTn id="29" dur="500" fill="hold"/>
                                        <p:tgtEl>
                                          <p:spTgt spid="31903"/>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wipe(down)">
                                      <p:cBhvr>
                                        <p:cTn id="34" dur="500"/>
                                        <p:tgtEl>
                                          <p:spTgt spid="4"/>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wipe(down)">
                                      <p:cBhvr>
                                        <p:cTn id="3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862" grpId="0"/>
      <p:bldP spid="3190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4-3 戴维南定理和诺顿定理</a:t>
            </a:r>
            <a:endParaRPr lang="zh-CN" altLang="en-US"/>
          </a:p>
        </p:txBody>
      </p:sp>
      <p:sp>
        <p:nvSpPr>
          <p:cNvPr id="104457" name="Text Box 9"/>
          <p:cNvSpPr txBox="1"/>
          <p:nvPr/>
        </p:nvSpPr>
        <p:spPr>
          <a:xfrm>
            <a:off x="900113" y="1533208"/>
            <a:ext cx="7777162" cy="953135"/>
          </a:xfrm>
          <a:prstGeom prst="rect">
            <a:avLst/>
          </a:prstGeom>
          <a:noFill/>
          <a:ln w="9525">
            <a:noFill/>
          </a:ln>
        </p:spPr>
        <p:txBody>
          <a:bodyPr anchor="ctr" anchorCtr="0">
            <a:spAutoFit/>
          </a:bodyPr>
          <a:p>
            <a:pPr marL="342900" indent="-342900">
              <a:spcBef>
                <a:spcPct val="50000"/>
              </a:spcBef>
              <a:buAutoNum type="circleNumDbPlain"/>
            </a:pPr>
            <a:r>
              <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rPr>
              <a:t>若一端口网络的等效电阻 </a:t>
            </a:r>
            <a:r>
              <a:rPr kumimoji="1" lang="zh-CN" altLang="en-US" sz="2800" b="0" i="1" dirty="0" smtClean="0">
                <a:latin typeface="Times New Roman" panose="02020603050405020304" pitchFamily="18" charset="0"/>
                <a:ea typeface="华文中宋" panose="02010600040101010101" pitchFamily="2" charset="-122"/>
                <a:cs typeface="Times New Roman" panose="02020603050405020304" pitchFamily="18" charset="0"/>
              </a:rPr>
              <a:t>R</a:t>
            </a:r>
            <a:r>
              <a:rPr kumimoji="1" lang="zh-CN" altLang="en-US" sz="2800" b="0" baseline="-25000" dirty="0" smtClean="0">
                <a:latin typeface="Times New Roman" panose="02020603050405020304" pitchFamily="18" charset="0"/>
                <a:ea typeface="华文中宋" panose="02010600040101010101" pitchFamily="2" charset="-122"/>
                <a:cs typeface="Times New Roman" panose="02020603050405020304" pitchFamily="18" charset="0"/>
              </a:rPr>
              <a:t>eq</a:t>
            </a:r>
            <a:r>
              <a:rPr kumimoji="1" lang="zh-CN" altLang="en-US" sz="2800" b="0" dirty="0" smtClean="0">
                <a:latin typeface="Times New Roman" panose="02020603050405020304" pitchFamily="18" charset="0"/>
                <a:ea typeface="华文中宋" panose="02010600040101010101" pitchFamily="2" charset="-122"/>
                <a:cs typeface="Times New Roman" panose="02020603050405020304" pitchFamily="18" charset="0"/>
              </a:rPr>
              <a:t>= 0，</a:t>
            </a:r>
            <a:r>
              <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rPr>
              <a:t>该一端口网络只有戴维南等效电路，无诺顿等效电路</a:t>
            </a:r>
            <a:r>
              <a:rPr kumimoji="1" lang="zh-CN" altLang="en-US" sz="2800" dirty="0" smtClean="0">
                <a:latin typeface="华文楷体" panose="02010600040101010101" pitchFamily="2" charset="-122"/>
                <a:ea typeface="华文楷体" panose="02010600040101010101" pitchFamily="2" charset="-122"/>
              </a:rPr>
              <a:t>。</a:t>
            </a:r>
            <a:endParaRPr kumimoji="1" lang="zh-CN" altLang="en-US" sz="2800" dirty="0" smtClean="0">
              <a:latin typeface="华文楷体" panose="02010600040101010101" pitchFamily="2" charset="-122"/>
              <a:ea typeface="华文楷体" panose="02010600040101010101" pitchFamily="2" charset="-122"/>
            </a:endParaRPr>
          </a:p>
        </p:txBody>
      </p:sp>
      <p:sp>
        <p:nvSpPr>
          <p:cNvPr id="104508" name="Text Box 60"/>
          <p:cNvSpPr txBox="1"/>
          <p:nvPr/>
        </p:nvSpPr>
        <p:spPr>
          <a:xfrm>
            <a:off x="900113" y="2674621"/>
            <a:ext cx="7777162" cy="953135"/>
          </a:xfrm>
          <a:prstGeom prst="rect">
            <a:avLst/>
          </a:prstGeom>
          <a:noFill/>
          <a:ln w="9525">
            <a:noFill/>
          </a:ln>
        </p:spPr>
        <p:txBody>
          <a:bodyPr anchor="ctr" anchorCtr="0">
            <a:spAutoFit/>
          </a:bodyPr>
          <a:p>
            <a:pPr marL="342900" indent="-342900">
              <a:spcBef>
                <a:spcPct val="50000"/>
              </a:spcBef>
              <a:buAutoNum type="circleNumDbPlain" startAt="2"/>
            </a:pPr>
            <a:r>
              <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rPr>
              <a:t>若一端口网络的等效电阻 </a:t>
            </a:r>
            <a:r>
              <a:rPr kumimoji="1" lang="zh-CN" altLang="en-US" sz="2800" i="1" dirty="0" smtClean="0">
                <a:latin typeface="Times New Roman" panose="02020603050405020304" pitchFamily="18" charset="0"/>
                <a:ea typeface="华文中宋" panose="02010600040101010101" pitchFamily="2" charset="-122"/>
                <a:cs typeface="Times New Roman" panose="02020603050405020304" pitchFamily="18" charset="0"/>
                <a:sym typeface="+mn-ea"/>
              </a:rPr>
              <a:t>R</a:t>
            </a:r>
            <a:r>
              <a:rPr kumimoji="1" lang="zh-CN" altLang="en-US" sz="2800" baseline="-25000" dirty="0" smtClean="0">
                <a:latin typeface="Times New Roman" panose="02020603050405020304" pitchFamily="18" charset="0"/>
                <a:ea typeface="华文中宋" panose="02010600040101010101" pitchFamily="2" charset="-122"/>
                <a:cs typeface="Times New Roman" panose="02020603050405020304" pitchFamily="18" charset="0"/>
                <a:sym typeface="+mn-ea"/>
              </a:rPr>
              <a:t>eq</a:t>
            </a:r>
            <a:r>
              <a:rPr kumimoji="1" lang="zh-CN" altLang="en-US" sz="2800" b="0" dirty="0" smtClean="0">
                <a:latin typeface="Times New Roman" panose="02020603050405020304" pitchFamily="18" charset="0"/>
                <a:ea typeface="华文中宋" panose="02010600040101010101" pitchFamily="2" charset="-122"/>
                <a:cs typeface="Times New Roman" panose="02020603050405020304" pitchFamily="18" charset="0"/>
              </a:rPr>
              <a:t>=</a:t>
            </a:r>
            <a:r>
              <a:rPr kumimoji="1" lang="zh-CN" altLang="en-US" sz="2800" b="0" dirty="0" smtClean="0">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1" lang="zh-CN" altLang="en-US" sz="2800" b="0" dirty="0" smtClean="0">
                <a:latin typeface="Times New Roman" panose="02020603050405020304" pitchFamily="18" charset="0"/>
                <a:ea typeface="华文中宋" panose="02010600040101010101" pitchFamily="2" charset="-122"/>
                <a:cs typeface="Times New Roman" panose="02020603050405020304" pitchFamily="18" charset="0"/>
              </a:rPr>
              <a:t>，</a:t>
            </a:r>
            <a:r>
              <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rPr>
              <a:t>该一端口网络只有诺顿等效电路，无戴维南等效电路。</a:t>
            </a:r>
            <a:endPar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 name="组合 4"/>
          <p:cNvGrpSpPr/>
          <p:nvPr/>
        </p:nvGrpSpPr>
        <p:grpSpPr>
          <a:xfrm>
            <a:off x="673100" y="4126230"/>
            <a:ext cx="2301240" cy="1791335"/>
            <a:chOff x="1078" y="5400"/>
            <a:chExt cx="3624" cy="2821"/>
          </a:xfrm>
        </p:grpSpPr>
        <p:sp>
          <p:nvSpPr>
            <p:cNvPr id="79914" name="Freeform 62"/>
            <p:cNvSpPr/>
            <p:nvPr/>
          </p:nvSpPr>
          <p:spPr bwMode="auto">
            <a:xfrm>
              <a:off x="2323" y="5905"/>
              <a:ext cx="1358" cy="3"/>
            </a:xfrm>
            <a:custGeom>
              <a:avLst/>
              <a:gdLst>
                <a:gd name="txL" fmla="*/ 0 w 528"/>
                <a:gd name="txT" fmla="*/ 0 h 1"/>
                <a:gd name="txR" fmla="*/ 528 w 528"/>
                <a:gd name="txB" fmla="*/ 1 h 1"/>
              </a:gdLst>
              <a:ahLst/>
              <a:cxnLst>
                <a:cxn ang="0">
                  <a:pos x="0" y="1"/>
                </a:cxn>
                <a:cxn ang="0">
                  <a:pos x="543" y="0"/>
                </a:cxn>
              </a:cxnLst>
              <a:rect l="txL" t="txT" r="txR" b="txB"/>
              <a:pathLst>
                <a:path w="528" h="1">
                  <a:moveTo>
                    <a:pt x="0" y="1"/>
                  </a:moveTo>
                  <a:lnTo>
                    <a:pt x="528" y="0"/>
                  </a:lnTo>
                </a:path>
              </a:pathLst>
            </a:cu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79915" name="Freeform 63"/>
            <p:cNvSpPr/>
            <p:nvPr/>
          </p:nvSpPr>
          <p:spPr bwMode="auto">
            <a:xfrm>
              <a:off x="2333" y="7843"/>
              <a:ext cx="1325" cy="3"/>
            </a:xfrm>
            <a:custGeom>
              <a:avLst/>
              <a:gdLst>
                <a:gd name="txL" fmla="*/ 0 w 516"/>
                <a:gd name="txT" fmla="*/ 0 h 1"/>
                <a:gd name="txR" fmla="*/ 516 w 516"/>
                <a:gd name="txB" fmla="*/ 1 h 1"/>
              </a:gdLst>
              <a:ahLst/>
              <a:cxnLst>
                <a:cxn ang="0">
                  <a:pos x="0" y="0"/>
                </a:cxn>
                <a:cxn ang="0">
                  <a:pos x="530" y="0"/>
                </a:cxn>
              </a:cxnLst>
              <a:rect l="txL" t="txT" r="txR" b="txB"/>
              <a:pathLst>
                <a:path w="516" h="1">
                  <a:moveTo>
                    <a:pt x="0" y="0"/>
                  </a:moveTo>
                  <a:lnTo>
                    <a:pt x="516" y="0"/>
                  </a:lnTo>
                </a:path>
              </a:pathLst>
            </a:cu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79916" name="Oval 65"/>
            <p:cNvSpPr/>
            <p:nvPr/>
          </p:nvSpPr>
          <p:spPr bwMode="auto">
            <a:xfrm>
              <a:off x="3675" y="5808"/>
              <a:ext cx="173" cy="190"/>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79917" name="Oval 66"/>
            <p:cNvSpPr/>
            <p:nvPr/>
          </p:nvSpPr>
          <p:spPr bwMode="auto">
            <a:xfrm>
              <a:off x="3675" y="7753"/>
              <a:ext cx="173" cy="190"/>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79918" name="Text Box 67"/>
            <p:cNvSpPr txBox="1"/>
            <p:nvPr/>
          </p:nvSpPr>
          <p:spPr>
            <a:xfrm>
              <a:off x="3910" y="5400"/>
              <a:ext cx="538" cy="818"/>
            </a:xfrm>
            <a:prstGeom prst="rect">
              <a:avLst/>
            </a:prstGeom>
            <a:noFill/>
            <a:ln w="9525">
              <a:noFill/>
            </a:ln>
          </p:spPr>
          <p:txBody>
            <a:bodyPr wrap="none" anchor="ctr" anchorCtr="0">
              <a:spAutoFit/>
            </a:bodyPr>
            <a:p>
              <a:pPr algn="ct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9919" name="Text Box 68"/>
            <p:cNvSpPr txBox="1"/>
            <p:nvPr/>
          </p:nvSpPr>
          <p:spPr>
            <a:xfrm>
              <a:off x="3908" y="7403"/>
              <a:ext cx="570" cy="818"/>
            </a:xfrm>
            <a:prstGeom prst="rect">
              <a:avLst/>
            </a:prstGeom>
            <a:noFill/>
            <a:ln w="9525">
              <a:noFill/>
            </a:ln>
          </p:spPr>
          <p:txBody>
            <a:bodyPr wrap="none" anchor="ctr" anchorCtr="0">
              <a:spAutoFit/>
            </a:bodyPr>
            <a:p>
              <a:pPr algn="ct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04521" name="Rectangle 73"/>
            <p:cNvSpPr>
              <a:spLocks noChangeArrowheads="1"/>
            </p:cNvSpPr>
            <p:nvPr/>
          </p:nvSpPr>
          <p:spPr bwMode="auto">
            <a:xfrm>
              <a:off x="1078" y="5595"/>
              <a:ext cx="1245" cy="2575"/>
            </a:xfrm>
            <a:prstGeom prst="rect">
              <a:avLst/>
            </a:prstGeom>
            <a:solidFill>
              <a:schemeClr val="tx2">
                <a:lumMod val="20000"/>
                <a:lumOff val="80000"/>
              </a:schemeClr>
            </a:solidFill>
            <a:ln w="28575">
              <a:noFill/>
              <a:miter lim="800000"/>
            </a:ln>
            <a:effectLst/>
          </p:spPr>
          <p:txBody>
            <a:bodyPr wrap="none" anchor="ctr"/>
            <a:p>
              <a:pPr algn="ctr">
                <a:buNone/>
              </a:pPr>
              <a:r>
                <a:rPr lang="en-US" altLang="zh-CN" sz="4400" b="0" dirty="0">
                  <a:solidFill>
                    <a:schemeClr val="tx1"/>
                  </a:solidFill>
                  <a:latin typeface="Times New Roman" panose="02020603050405020304" pitchFamily="18" charset="0"/>
                  <a:ea typeface="仿宋_GB2312" pitchFamily="49" charset="-122"/>
                </a:rPr>
                <a:t>A</a:t>
              </a:r>
              <a:endParaRPr lang="en-US" altLang="zh-CN" sz="4400" b="0" dirty="0">
                <a:solidFill>
                  <a:schemeClr val="tx1"/>
                </a:solidFill>
                <a:latin typeface="Times New Roman" panose="02020603050405020304" pitchFamily="18" charset="0"/>
                <a:ea typeface="仿宋_GB2312" pitchFamily="49" charset="-122"/>
              </a:endParaRPr>
            </a:p>
          </p:txBody>
        </p:sp>
        <p:sp>
          <p:nvSpPr>
            <p:cNvPr id="79921" name="AutoShape 75"/>
            <p:cNvSpPr/>
            <p:nvPr/>
          </p:nvSpPr>
          <p:spPr>
            <a:xfrm>
              <a:off x="3005" y="7048"/>
              <a:ext cx="1135" cy="228"/>
            </a:xfrm>
            <a:prstGeom prst="leftArrow">
              <a:avLst>
                <a:gd name="adj1" fmla="val 50000"/>
                <a:gd name="adj2" fmla="val 124725"/>
              </a:avLst>
            </a:prstGeom>
            <a:solidFill>
              <a:srgbClr val="00CCFF"/>
            </a:solidFill>
            <a:ln w="9525" cap="flat" cmpd="sng">
              <a:solidFill>
                <a:srgbClr val="00CCFF"/>
              </a:solidFill>
              <a:prstDash val="solid"/>
              <a:miter/>
              <a:headEnd type="none" w="med" len="med"/>
              <a:tailEnd type="none" w="med" len="med"/>
            </a:ln>
          </p:spPr>
          <p:txBody>
            <a:bodyPr wrap="none" anchor="ctr" anchorCtr="0"/>
            <a:p>
              <a:endParaRPr lang="zh-CN" altLang="en-US" dirty="0">
                <a:solidFill>
                  <a:schemeClr val="tx1"/>
                </a:solidFill>
                <a:latin typeface="Arial" panose="020B0604020202020204" pitchFamily="34" charset="0"/>
              </a:endParaRPr>
            </a:p>
          </p:txBody>
        </p:sp>
        <p:sp>
          <p:nvSpPr>
            <p:cNvPr id="79922" name="Text Box 76"/>
            <p:cNvSpPr txBox="1"/>
            <p:nvPr/>
          </p:nvSpPr>
          <p:spPr>
            <a:xfrm>
              <a:off x="2550" y="6255"/>
              <a:ext cx="2153" cy="818"/>
            </a:xfrm>
            <a:prstGeom prst="rect">
              <a:avLst/>
            </a:prstGeom>
            <a:noFill/>
            <a:ln w="28575">
              <a:noFill/>
            </a:ln>
          </p:spPr>
          <p:txBody>
            <a:bodyPr anchor="ctr" anchorCtr="0">
              <a:spAutoFit/>
            </a:bodyPr>
            <a:p>
              <a:pPr algn="ct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R</a:t>
              </a:r>
              <a:r>
                <a:rPr lang="en-US" altLang="zh-CN" b="0" baseline="-25000" dirty="0">
                  <a:solidFill>
                    <a:schemeClr val="tx1"/>
                  </a:solidFill>
                  <a:latin typeface="Times New Roman" panose="02020603050405020304" pitchFamily="18" charset="0"/>
                  <a:ea typeface="宋体" panose="02010600030101010101" pitchFamily="2" charset="-122"/>
                </a:rPr>
                <a:t>eq</a:t>
              </a:r>
              <a:r>
                <a:rPr lang="en-US" altLang="zh-CN" b="0" i="1" dirty="0">
                  <a:solidFill>
                    <a:schemeClr val="tx1"/>
                  </a:solidFill>
                  <a:latin typeface="Times New Roman" panose="02020603050405020304" pitchFamily="18" charset="0"/>
                  <a:ea typeface="宋体" panose="02010600030101010101" pitchFamily="2" charset="-122"/>
                </a:rPr>
                <a:t>=</a:t>
              </a:r>
              <a:r>
                <a:rPr lang="en-US" altLang="zh-CN" b="0" dirty="0">
                  <a:solidFill>
                    <a:schemeClr val="tx1"/>
                  </a:solidFill>
                  <a:latin typeface="Times New Roman" panose="02020603050405020304" pitchFamily="18" charset="0"/>
                  <a:ea typeface="宋体" panose="02010600030101010101" pitchFamily="2" charset="-122"/>
                </a:rPr>
                <a:t>0</a:t>
              </a:r>
              <a:endParaRPr lang="en-US" altLang="zh-CN" b="0" dirty="0">
                <a:solidFill>
                  <a:schemeClr val="tx1"/>
                </a:solidFill>
                <a:latin typeface="Times New Roman" panose="02020603050405020304" pitchFamily="18" charset="0"/>
                <a:ea typeface="宋体" panose="02010600030101010101" pitchFamily="2" charset="-122"/>
              </a:endParaRPr>
            </a:p>
          </p:txBody>
        </p:sp>
      </p:grpSp>
      <p:grpSp>
        <p:nvGrpSpPr>
          <p:cNvPr id="8" name="组合 7"/>
          <p:cNvGrpSpPr/>
          <p:nvPr/>
        </p:nvGrpSpPr>
        <p:grpSpPr>
          <a:xfrm>
            <a:off x="4853940" y="4186555"/>
            <a:ext cx="2301240" cy="1790700"/>
            <a:chOff x="7653" y="5513"/>
            <a:chExt cx="3624" cy="2820"/>
          </a:xfrm>
        </p:grpSpPr>
        <p:sp>
          <p:nvSpPr>
            <p:cNvPr id="79896" name="Freeform 92"/>
            <p:cNvSpPr/>
            <p:nvPr/>
          </p:nvSpPr>
          <p:spPr bwMode="auto">
            <a:xfrm>
              <a:off x="8898" y="6018"/>
              <a:ext cx="1358" cy="3"/>
            </a:xfrm>
            <a:custGeom>
              <a:avLst/>
              <a:gdLst>
                <a:gd name="txL" fmla="*/ 0 w 528"/>
                <a:gd name="txT" fmla="*/ 0 h 1"/>
                <a:gd name="txR" fmla="*/ 528 w 528"/>
                <a:gd name="txB" fmla="*/ 1 h 1"/>
              </a:gdLst>
              <a:ahLst/>
              <a:cxnLst>
                <a:cxn ang="0">
                  <a:pos x="0" y="1"/>
                </a:cxn>
                <a:cxn ang="0">
                  <a:pos x="543" y="0"/>
                </a:cxn>
              </a:cxnLst>
              <a:rect l="txL" t="txT" r="txR" b="txB"/>
              <a:pathLst>
                <a:path w="528" h="1">
                  <a:moveTo>
                    <a:pt x="0" y="1"/>
                  </a:moveTo>
                  <a:lnTo>
                    <a:pt x="528" y="0"/>
                  </a:lnTo>
                </a:path>
              </a:pathLst>
            </a:cu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79897" name="Freeform 93"/>
            <p:cNvSpPr/>
            <p:nvPr/>
          </p:nvSpPr>
          <p:spPr bwMode="auto">
            <a:xfrm>
              <a:off x="8908" y="7955"/>
              <a:ext cx="1325" cy="3"/>
            </a:xfrm>
            <a:custGeom>
              <a:avLst/>
              <a:gdLst>
                <a:gd name="txL" fmla="*/ 0 w 516"/>
                <a:gd name="txT" fmla="*/ 0 h 1"/>
                <a:gd name="txR" fmla="*/ 516 w 516"/>
                <a:gd name="txB" fmla="*/ 1 h 1"/>
              </a:gdLst>
              <a:ahLst/>
              <a:cxnLst>
                <a:cxn ang="0">
                  <a:pos x="0" y="0"/>
                </a:cxn>
                <a:cxn ang="0">
                  <a:pos x="530" y="0"/>
                </a:cxn>
              </a:cxnLst>
              <a:rect l="txL" t="txT" r="txR" b="txB"/>
              <a:pathLst>
                <a:path w="516" h="1">
                  <a:moveTo>
                    <a:pt x="0" y="0"/>
                  </a:moveTo>
                  <a:lnTo>
                    <a:pt x="516" y="0"/>
                  </a:lnTo>
                </a:path>
              </a:pathLst>
            </a:cu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79898" name="Oval 94"/>
            <p:cNvSpPr/>
            <p:nvPr/>
          </p:nvSpPr>
          <p:spPr bwMode="auto">
            <a:xfrm>
              <a:off x="10250" y="5920"/>
              <a:ext cx="173" cy="190"/>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79899" name="Oval 95"/>
            <p:cNvSpPr/>
            <p:nvPr/>
          </p:nvSpPr>
          <p:spPr bwMode="auto">
            <a:xfrm>
              <a:off x="10250" y="7865"/>
              <a:ext cx="173" cy="190"/>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79900" name="Text Box 96"/>
            <p:cNvSpPr txBox="1"/>
            <p:nvPr/>
          </p:nvSpPr>
          <p:spPr>
            <a:xfrm>
              <a:off x="10485" y="5513"/>
              <a:ext cx="538" cy="818"/>
            </a:xfrm>
            <a:prstGeom prst="rect">
              <a:avLst/>
            </a:prstGeom>
            <a:noFill/>
            <a:ln w="9525">
              <a:noFill/>
            </a:ln>
          </p:spPr>
          <p:txBody>
            <a:bodyPr wrap="none" anchor="ctr" anchorCtr="0">
              <a:spAutoFit/>
            </a:bodyPr>
            <a:p>
              <a:pPr algn="ct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79901" name="Text Box 97"/>
            <p:cNvSpPr txBox="1"/>
            <p:nvPr/>
          </p:nvSpPr>
          <p:spPr>
            <a:xfrm>
              <a:off x="10483" y="7515"/>
              <a:ext cx="570" cy="818"/>
            </a:xfrm>
            <a:prstGeom prst="rect">
              <a:avLst/>
            </a:prstGeom>
            <a:noFill/>
            <a:ln w="9525">
              <a:noFill/>
            </a:ln>
          </p:spPr>
          <p:txBody>
            <a:bodyPr wrap="none" anchor="ctr" anchorCtr="0">
              <a:spAutoFit/>
            </a:bodyPr>
            <a:p>
              <a:pPr algn="ct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04546" name="Rectangle 98"/>
            <p:cNvSpPr>
              <a:spLocks noChangeArrowheads="1"/>
            </p:cNvSpPr>
            <p:nvPr/>
          </p:nvSpPr>
          <p:spPr bwMode="auto">
            <a:xfrm>
              <a:off x="7653" y="5708"/>
              <a:ext cx="1245" cy="2575"/>
            </a:xfrm>
            <a:prstGeom prst="rect">
              <a:avLst/>
            </a:prstGeom>
            <a:solidFill>
              <a:schemeClr val="tx2">
                <a:lumMod val="20000"/>
                <a:lumOff val="80000"/>
              </a:schemeClr>
            </a:solidFill>
            <a:ln w="28575">
              <a:noFill/>
              <a:miter lim="800000"/>
            </a:ln>
            <a:effectLst/>
          </p:spPr>
          <p:txBody>
            <a:bodyPr wrap="none" anchor="ctr"/>
            <a:p>
              <a:pPr algn="ctr">
                <a:buNone/>
              </a:pPr>
              <a:r>
                <a:rPr lang="en-US" altLang="zh-CN" sz="4400" b="0" dirty="0">
                  <a:solidFill>
                    <a:schemeClr val="tx1"/>
                  </a:solidFill>
                  <a:latin typeface="Times New Roman" panose="02020603050405020304" pitchFamily="18" charset="0"/>
                  <a:ea typeface="仿宋_GB2312" pitchFamily="49" charset="-122"/>
                </a:rPr>
                <a:t>A</a:t>
              </a:r>
              <a:endParaRPr lang="en-US" altLang="zh-CN" sz="4400" b="0" dirty="0">
                <a:solidFill>
                  <a:schemeClr val="tx1"/>
                </a:solidFill>
                <a:latin typeface="Times New Roman" panose="02020603050405020304" pitchFamily="18" charset="0"/>
                <a:ea typeface="仿宋_GB2312" pitchFamily="49" charset="-122"/>
              </a:endParaRPr>
            </a:p>
          </p:txBody>
        </p:sp>
        <p:sp>
          <p:nvSpPr>
            <p:cNvPr id="79903" name="AutoShape 99"/>
            <p:cNvSpPr/>
            <p:nvPr/>
          </p:nvSpPr>
          <p:spPr>
            <a:xfrm>
              <a:off x="9580" y="7160"/>
              <a:ext cx="1135" cy="228"/>
            </a:xfrm>
            <a:prstGeom prst="leftArrow">
              <a:avLst>
                <a:gd name="adj1" fmla="val 50000"/>
                <a:gd name="adj2" fmla="val 124725"/>
              </a:avLst>
            </a:prstGeom>
            <a:solidFill>
              <a:srgbClr val="00CCFF"/>
            </a:solidFill>
            <a:ln w="9525" cap="flat" cmpd="sng">
              <a:solidFill>
                <a:srgbClr val="00CCFF"/>
              </a:solidFill>
              <a:prstDash val="solid"/>
              <a:miter/>
              <a:headEnd type="none" w="med" len="med"/>
              <a:tailEnd type="none" w="med" len="med"/>
            </a:ln>
          </p:spPr>
          <p:txBody>
            <a:bodyPr wrap="none" anchor="ctr" anchorCtr="0"/>
            <a:p>
              <a:endParaRPr lang="zh-CN" altLang="en-US" dirty="0">
                <a:solidFill>
                  <a:schemeClr val="tx1"/>
                </a:solidFill>
                <a:latin typeface="Arial" panose="020B0604020202020204" pitchFamily="34" charset="0"/>
              </a:endParaRPr>
            </a:p>
          </p:txBody>
        </p:sp>
        <p:sp>
          <p:nvSpPr>
            <p:cNvPr id="79904" name="Text Box 100"/>
            <p:cNvSpPr txBox="1"/>
            <p:nvPr/>
          </p:nvSpPr>
          <p:spPr>
            <a:xfrm>
              <a:off x="9125" y="6368"/>
              <a:ext cx="2153" cy="818"/>
            </a:xfrm>
            <a:prstGeom prst="rect">
              <a:avLst/>
            </a:prstGeom>
            <a:noFill/>
            <a:ln w="28575">
              <a:noFill/>
            </a:ln>
          </p:spPr>
          <p:txBody>
            <a:bodyPr anchor="ctr" anchorCtr="0">
              <a:spAutoFit/>
            </a:bodyPr>
            <a:p>
              <a:pPr algn="ct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R</a:t>
              </a:r>
              <a:r>
                <a:rPr lang="en-US" altLang="zh-CN" b="0" baseline="-25000" dirty="0">
                  <a:solidFill>
                    <a:schemeClr val="tx1"/>
                  </a:solidFill>
                  <a:latin typeface="Times New Roman" panose="02020603050405020304" pitchFamily="18" charset="0"/>
                  <a:ea typeface="宋体" panose="02010600030101010101" pitchFamily="2" charset="-122"/>
                </a:rPr>
                <a:t>eq</a:t>
              </a:r>
              <a:r>
                <a:rPr lang="en-US" altLang="zh-CN" b="0" i="1" dirty="0">
                  <a:solidFill>
                    <a:schemeClr val="tx1"/>
                  </a:solidFill>
                  <a:latin typeface="Times New Roman" panose="02020603050405020304" pitchFamily="18" charset="0"/>
                  <a:ea typeface="宋体" panose="02010600030101010101" pitchFamily="2" charset="-122"/>
                </a:rPr>
                <a:t>= </a:t>
              </a:r>
              <a:r>
                <a:rPr lang="en-US" altLang="zh-CN" b="0" dirty="0">
                  <a:solidFill>
                    <a:schemeClr val="tx1"/>
                  </a:solidFill>
                  <a:latin typeface="Times New Roman" panose="02020603050405020304" pitchFamily="18" charset="0"/>
                  <a:sym typeface="Symbol" panose="05050102010706020507" pitchFamily="18" charset="2"/>
                </a:rPr>
                <a:t>∞</a:t>
              </a:r>
              <a:endParaRPr lang="en-US" altLang="zh-CN" b="0" dirty="0">
                <a:solidFill>
                  <a:schemeClr val="tx1"/>
                </a:solidFill>
                <a:latin typeface="Times New Roman" panose="02020603050405020304" pitchFamily="18" charset="0"/>
                <a:sym typeface="Symbol" panose="05050102010706020507" pitchFamily="18" charset="2"/>
              </a:endParaRPr>
            </a:p>
          </p:txBody>
        </p:sp>
      </p:grpSp>
      <p:grpSp>
        <p:nvGrpSpPr>
          <p:cNvPr id="9" name="组合 8"/>
          <p:cNvGrpSpPr/>
          <p:nvPr/>
        </p:nvGrpSpPr>
        <p:grpSpPr>
          <a:xfrm>
            <a:off x="321300" y="813113"/>
            <a:ext cx="1469301" cy="596753"/>
            <a:chOff x="333345" y="3065118"/>
            <a:chExt cx="1469299" cy="596752"/>
          </a:xfrm>
        </p:grpSpPr>
        <p:sp>
          <p:nvSpPr>
            <p:cNvPr id="10" name="Text Box 47"/>
            <p:cNvSpPr txBox="1">
              <a:spLocks noChangeArrowheads="1"/>
            </p:cNvSpPr>
            <p:nvPr/>
          </p:nvSpPr>
          <p:spPr bwMode="auto">
            <a:xfrm>
              <a:off x="797242" y="3065118"/>
              <a:ext cx="1005402" cy="584774"/>
            </a:xfrm>
            <a:prstGeom prst="rect">
              <a:avLst/>
            </a:prstGeom>
            <a:noFill/>
            <a:ln w="9525">
              <a:noFill/>
              <a:miter lim="800000"/>
            </a:ln>
            <a:effectLst/>
          </p:spPr>
          <p:txBody>
            <a:bodyPr wrap="none">
              <a:spAutoFit/>
            </a:bodyPr>
            <a:p>
              <a:r>
                <a:rPr kumimoji="1" lang="zh-CN" altLang="en-US" sz="3200"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注意</a:t>
              </a:r>
              <a:endParaRPr kumimoji="1" lang="zh-CN" altLang="en-US" sz="3200"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p:txBody>
        </p:sp>
        <p:grpSp>
          <p:nvGrpSpPr>
            <p:cNvPr id="11" name="组合 15"/>
            <p:cNvGrpSpPr/>
            <p:nvPr/>
          </p:nvGrpSpPr>
          <p:grpSpPr>
            <a:xfrm>
              <a:off x="333345" y="3109916"/>
              <a:ext cx="655770" cy="551954"/>
              <a:chOff x="6691327" y="3681420"/>
              <a:chExt cx="655770" cy="551954"/>
            </a:xfrm>
          </p:grpSpPr>
          <p:sp>
            <p:nvSpPr>
              <p:cNvPr id="12" name="等腰三角形 11"/>
              <p:cNvSpPr/>
              <p:nvPr/>
            </p:nvSpPr>
            <p:spPr>
              <a:xfrm>
                <a:off x="6691327" y="3681420"/>
                <a:ext cx="576000" cy="504000"/>
              </a:xfrm>
              <a:prstGeom prst="triangle">
                <a:avLst/>
              </a:prstGeom>
              <a:solidFill>
                <a:schemeClr val="accent6">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3200"/>
              </a:p>
            </p:txBody>
          </p:sp>
          <p:sp>
            <p:nvSpPr>
              <p:cNvPr id="13" name="TextBox 91"/>
              <p:cNvSpPr txBox="1"/>
              <p:nvPr/>
            </p:nvSpPr>
            <p:spPr>
              <a:xfrm>
                <a:off x="6803359" y="3710155"/>
                <a:ext cx="543738" cy="523219"/>
              </a:xfrm>
              <a:prstGeom prst="rect">
                <a:avLst/>
              </a:prstGeom>
              <a:noFill/>
            </p:spPr>
            <p:txBody>
              <a:bodyPr wrap="none" rtlCol="0">
                <a:spAutoFit/>
              </a:bodyPr>
              <a:p>
                <a:pPr algn="ctr"/>
                <a:r>
                  <a:rPr lang="zh-CN" altLang="en-US" sz="2800" dirty="0">
                    <a:solidFill>
                      <a:schemeClr val="accent2">
                        <a:lumMod val="75000"/>
                      </a:schemeClr>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rPr>
                  <a:t>！</a:t>
                </a:r>
                <a:endParaRPr lang="zh-CN" altLang="en-US" sz="2800" dirty="0">
                  <a:solidFill>
                    <a:schemeClr val="accent2">
                      <a:lumMod val="75000"/>
                    </a:schemeClr>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endParaRPr>
              </a:p>
            </p:txBody>
          </p:sp>
        </p:grpSp>
      </p:grpSp>
      <p:grpSp>
        <p:nvGrpSpPr>
          <p:cNvPr id="7" name="组合 6"/>
          <p:cNvGrpSpPr/>
          <p:nvPr/>
        </p:nvGrpSpPr>
        <p:grpSpPr>
          <a:xfrm>
            <a:off x="3131820" y="4259580"/>
            <a:ext cx="1366520" cy="1657350"/>
            <a:chOff x="4932" y="5628"/>
            <a:chExt cx="2152" cy="2610"/>
          </a:xfrm>
        </p:grpSpPr>
        <p:sp>
          <p:nvSpPr>
            <p:cNvPr id="79906" name="Text Box 82"/>
            <p:cNvSpPr txBox="1"/>
            <p:nvPr/>
          </p:nvSpPr>
          <p:spPr>
            <a:xfrm>
              <a:off x="5385" y="5740"/>
              <a:ext cx="710" cy="818"/>
            </a:xfrm>
            <a:prstGeom prst="rect">
              <a:avLst/>
            </a:prstGeom>
            <a:noFill/>
            <a:ln w="9525">
              <a:noFill/>
            </a:ln>
          </p:spPr>
          <p:txBody>
            <a:bodyPr>
              <a:spAutoFit/>
            </a:bodyPr>
            <a:p>
              <a:pPr>
                <a:spcBef>
                  <a:spcPct val="50000"/>
                </a:spcBef>
              </a:pPr>
              <a:r>
                <a:rPr lang="zh-CN" altLang="en-US" b="0" dirty="0">
                  <a:solidFill>
                    <a:schemeClr val="tx1"/>
                  </a:solidFill>
                  <a:latin typeface="Arial" panose="020B0604020202020204" pitchFamily="34" charset="0"/>
                  <a:ea typeface="仿宋_GB2312" pitchFamily="49" charset="-122"/>
                </a:rPr>
                <a:t>＋</a:t>
              </a:r>
              <a:endParaRPr lang="zh-CN" altLang="en-US" b="0" dirty="0">
                <a:solidFill>
                  <a:schemeClr val="tx1"/>
                </a:solidFill>
                <a:latin typeface="Arial" panose="020B0604020202020204" pitchFamily="34" charset="0"/>
                <a:ea typeface="仿宋_GB2312" pitchFamily="49" charset="-122"/>
              </a:endParaRPr>
            </a:p>
          </p:txBody>
        </p:sp>
        <p:sp>
          <p:nvSpPr>
            <p:cNvPr id="79907" name="Text Box 83"/>
            <p:cNvSpPr txBox="1"/>
            <p:nvPr/>
          </p:nvSpPr>
          <p:spPr>
            <a:xfrm>
              <a:off x="5385" y="7215"/>
              <a:ext cx="947" cy="818"/>
            </a:xfrm>
            <a:prstGeom prst="rect">
              <a:avLst/>
            </a:prstGeom>
            <a:noFill/>
            <a:ln w="9525">
              <a:noFill/>
            </a:ln>
          </p:spPr>
          <p:txBody>
            <a:bodyPr>
              <a:spAutoFit/>
            </a:bodyPr>
            <a:p>
              <a:pPr>
                <a:spcBef>
                  <a:spcPct val="50000"/>
                </a:spcBef>
              </a:pPr>
              <a:r>
                <a:rPr lang="zh-CN" altLang="en-US" b="0" dirty="0">
                  <a:solidFill>
                    <a:schemeClr val="tx1"/>
                  </a:solidFill>
                  <a:latin typeface="Arial" panose="020B0604020202020204" pitchFamily="34" charset="0"/>
                  <a:ea typeface="仿宋_GB2312" pitchFamily="49" charset="-122"/>
                </a:rPr>
                <a:t>－</a:t>
              </a:r>
              <a:endParaRPr lang="zh-CN" altLang="en-US" b="0" dirty="0">
                <a:solidFill>
                  <a:schemeClr val="tx1"/>
                </a:solidFill>
                <a:latin typeface="Arial" panose="020B0604020202020204" pitchFamily="34" charset="0"/>
                <a:ea typeface="仿宋_GB2312" pitchFamily="49" charset="-122"/>
              </a:endParaRPr>
            </a:p>
          </p:txBody>
        </p:sp>
        <p:sp>
          <p:nvSpPr>
            <p:cNvPr id="79908" name="Text Box 84"/>
            <p:cNvSpPr txBox="1"/>
            <p:nvPr/>
          </p:nvSpPr>
          <p:spPr>
            <a:xfrm>
              <a:off x="5838" y="6423"/>
              <a:ext cx="1247"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仿宋_GB2312" pitchFamily="49" charset="-122"/>
                </a:rPr>
                <a:t>U</a:t>
              </a:r>
              <a:r>
                <a:rPr lang="en-US" altLang="zh-CN" b="0" baseline="-25000" dirty="0">
                  <a:solidFill>
                    <a:schemeClr val="tx1"/>
                  </a:solidFill>
                  <a:latin typeface="Times New Roman" panose="02020603050405020304" pitchFamily="18" charset="0"/>
                  <a:ea typeface="仿宋_GB2312" pitchFamily="49" charset="-122"/>
                </a:rPr>
                <a:t>oc</a:t>
              </a:r>
              <a:endParaRPr lang="en-US" altLang="zh-CN" b="0" baseline="-25000" dirty="0">
                <a:solidFill>
                  <a:schemeClr val="tx1"/>
                </a:solidFill>
                <a:latin typeface="Times New Roman" panose="02020603050405020304" pitchFamily="18" charset="0"/>
                <a:ea typeface="仿宋_GB2312" pitchFamily="49" charset="-122"/>
              </a:endParaRPr>
            </a:p>
          </p:txBody>
        </p:sp>
        <p:sp>
          <p:nvSpPr>
            <p:cNvPr id="79909" name="Line 85"/>
            <p:cNvSpPr/>
            <p:nvPr/>
          </p:nvSpPr>
          <p:spPr bwMode="auto">
            <a:xfrm>
              <a:off x="5385" y="5740"/>
              <a:ext cx="1247"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79910" name="Line 86"/>
            <p:cNvSpPr/>
            <p:nvPr/>
          </p:nvSpPr>
          <p:spPr bwMode="auto">
            <a:xfrm>
              <a:off x="5385" y="5740"/>
              <a:ext cx="0" cy="2383"/>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79911" name="Line 87"/>
            <p:cNvSpPr/>
            <p:nvPr/>
          </p:nvSpPr>
          <p:spPr bwMode="auto">
            <a:xfrm>
              <a:off x="5385" y="8123"/>
              <a:ext cx="1247"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79912" name="Oval 88"/>
            <p:cNvSpPr/>
            <p:nvPr/>
          </p:nvSpPr>
          <p:spPr bwMode="auto">
            <a:xfrm>
              <a:off x="6633" y="8010"/>
              <a:ext cx="227" cy="228"/>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p>
              <a:endParaRPr lang="zh-CN" altLang="en-US" dirty="0">
                <a:solidFill>
                  <a:schemeClr val="tx1"/>
                </a:solidFill>
                <a:latin typeface="Arial" panose="020B0604020202020204" pitchFamily="34" charset="0"/>
              </a:endParaRPr>
            </a:p>
          </p:txBody>
        </p:sp>
        <p:sp>
          <p:nvSpPr>
            <p:cNvPr id="79913" name="Oval 89"/>
            <p:cNvSpPr/>
            <p:nvPr/>
          </p:nvSpPr>
          <p:spPr bwMode="auto">
            <a:xfrm>
              <a:off x="6633" y="5628"/>
              <a:ext cx="227" cy="228"/>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grpSp>
          <p:nvGrpSpPr>
            <p:cNvPr id="79" name="组合 78"/>
            <p:cNvGrpSpPr/>
            <p:nvPr/>
          </p:nvGrpSpPr>
          <p:grpSpPr>
            <a:xfrm>
              <a:off x="4932" y="6423"/>
              <a:ext cx="908" cy="908"/>
              <a:chOff x="505193" y="3720552"/>
              <a:chExt cx="432197" cy="432197"/>
            </a:xfrm>
            <a:solidFill>
              <a:schemeClr val="accent6">
                <a:lumMod val="40000"/>
                <a:lumOff val="60000"/>
              </a:schemeClr>
            </a:solidFill>
          </p:grpSpPr>
          <p:sp>
            <p:nvSpPr>
              <p:cNvPr id="80"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81" name="直接连接符 80"/>
              <p:cNvCxnSpPr>
                <a:stCxn id="80" idx="0"/>
                <a:endCxn id="80"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5" name="组合 14"/>
          <p:cNvGrpSpPr/>
          <p:nvPr/>
        </p:nvGrpSpPr>
        <p:grpSpPr>
          <a:xfrm>
            <a:off x="7161530" y="4259580"/>
            <a:ext cx="1226185" cy="1657350"/>
            <a:chOff x="11278" y="5628"/>
            <a:chExt cx="1931" cy="2610"/>
          </a:xfrm>
        </p:grpSpPr>
        <p:sp>
          <p:nvSpPr>
            <p:cNvPr id="79886" name="Text Box 103"/>
            <p:cNvSpPr txBox="1"/>
            <p:nvPr/>
          </p:nvSpPr>
          <p:spPr>
            <a:xfrm>
              <a:off x="11848" y="5830"/>
              <a:ext cx="795"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仿宋_GB2312" pitchFamily="49" charset="-122"/>
                </a:rPr>
                <a:t>I</a:t>
              </a:r>
              <a:r>
                <a:rPr lang="en-US" altLang="zh-CN" b="0" baseline="-25000" dirty="0">
                  <a:solidFill>
                    <a:schemeClr val="tx1"/>
                  </a:solidFill>
                  <a:latin typeface="Times New Roman" panose="02020603050405020304" pitchFamily="18" charset="0"/>
                  <a:ea typeface="仿宋_GB2312" pitchFamily="49" charset="-122"/>
                </a:rPr>
                <a:t>sc</a:t>
              </a:r>
              <a:endParaRPr lang="en-US" altLang="zh-CN" b="0" baseline="-25000" dirty="0">
                <a:solidFill>
                  <a:schemeClr val="tx1"/>
                </a:solidFill>
                <a:latin typeface="Times New Roman" panose="02020603050405020304" pitchFamily="18" charset="0"/>
                <a:ea typeface="仿宋_GB2312" pitchFamily="49" charset="-122"/>
              </a:endParaRPr>
            </a:p>
          </p:txBody>
        </p:sp>
        <p:sp>
          <p:nvSpPr>
            <p:cNvPr id="79887" name="Line 104"/>
            <p:cNvSpPr/>
            <p:nvPr/>
          </p:nvSpPr>
          <p:spPr bwMode="auto">
            <a:xfrm>
              <a:off x="11735" y="5740"/>
              <a:ext cx="1247"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79888" name="Line 105"/>
            <p:cNvSpPr/>
            <p:nvPr/>
          </p:nvSpPr>
          <p:spPr bwMode="auto">
            <a:xfrm>
              <a:off x="11735" y="5740"/>
              <a:ext cx="0" cy="2383"/>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79889" name="Line 106"/>
            <p:cNvSpPr/>
            <p:nvPr/>
          </p:nvSpPr>
          <p:spPr bwMode="auto">
            <a:xfrm>
              <a:off x="11735" y="8123"/>
              <a:ext cx="1247"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79890" name="Oval 107"/>
            <p:cNvSpPr/>
            <p:nvPr/>
          </p:nvSpPr>
          <p:spPr bwMode="auto">
            <a:xfrm>
              <a:off x="12983" y="8010"/>
              <a:ext cx="227" cy="228"/>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p>
              <a:endParaRPr lang="zh-CN" altLang="en-US" dirty="0">
                <a:solidFill>
                  <a:schemeClr val="tx1"/>
                </a:solidFill>
                <a:latin typeface="Arial" panose="020B0604020202020204" pitchFamily="34" charset="0"/>
              </a:endParaRPr>
            </a:p>
          </p:txBody>
        </p:sp>
        <p:sp>
          <p:nvSpPr>
            <p:cNvPr id="79891" name="Oval 108"/>
            <p:cNvSpPr/>
            <p:nvPr/>
          </p:nvSpPr>
          <p:spPr bwMode="auto">
            <a:xfrm>
              <a:off x="12983" y="5628"/>
              <a:ext cx="227" cy="228"/>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79892" name="Line 102"/>
            <p:cNvSpPr/>
            <p:nvPr/>
          </p:nvSpPr>
          <p:spPr>
            <a:xfrm flipH="1" flipV="1">
              <a:off x="11735" y="5853"/>
              <a:ext cx="0" cy="795"/>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pSp>
          <p:nvGrpSpPr>
            <p:cNvPr id="3" name="组合 2"/>
            <p:cNvGrpSpPr/>
            <p:nvPr/>
          </p:nvGrpSpPr>
          <p:grpSpPr>
            <a:xfrm>
              <a:off x="11278" y="6558"/>
              <a:ext cx="908" cy="908"/>
              <a:chOff x="5907581" y="4495572"/>
              <a:chExt cx="576263" cy="576263"/>
            </a:xfrm>
          </p:grpSpPr>
          <p:sp>
            <p:nvSpPr>
              <p:cNvPr id="4"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14" name="直接连接符 13"/>
              <p:cNvCxnSpPr>
                <a:stCxn id="4" idx="4"/>
                <a:endCxn id="4"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104457"/>
                                        </p:tgtEl>
                                        <p:attrNameLst>
                                          <p:attrName>style.visibility</p:attrName>
                                        </p:attrNameLst>
                                      </p:cBhvr>
                                      <p:to>
                                        <p:strVal val="visible"/>
                                      </p:to>
                                    </p:set>
                                    <p:anim calcmode="lin" valueType="num">
                                      <p:cBhvr additive="base">
                                        <p:cTn id="12" dur="500" fill="hold"/>
                                        <p:tgtEl>
                                          <p:spTgt spid="104457"/>
                                        </p:tgtEl>
                                        <p:attrNameLst>
                                          <p:attrName>ppt_x</p:attrName>
                                        </p:attrNameLst>
                                      </p:cBhvr>
                                      <p:tavLst>
                                        <p:tav tm="0">
                                          <p:val>
                                            <p:strVal val="1+#ppt_w/2"/>
                                          </p:val>
                                        </p:tav>
                                        <p:tav tm="100000">
                                          <p:val>
                                            <p:strVal val="#ppt_x"/>
                                          </p:val>
                                        </p:tav>
                                      </p:tavLst>
                                    </p:anim>
                                    <p:anim calcmode="lin" valueType="num">
                                      <p:cBhvr additive="base">
                                        <p:cTn id="13" dur="500" fill="hold"/>
                                        <p:tgtEl>
                                          <p:spTgt spid="104457"/>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blinds(horizontal)">
                                      <p:cBhvr>
                                        <p:cTn id="18" dur="500"/>
                                        <p:tgtEl>
                                          <p:spTgt spid="5"/>
                                        </p:tgtEl>
                                      </p:cBhvr>
                                    </p:animEffect>
                                  </p:childTnLst>
                                </p:cTn>
                              </p:par>
                              <p:par>
                                <p:cTn id="19" presetID="3" presetClass="entr" presetSubtype="1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blinds(horizontal)">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2" fill="hold" grpId="0" nodeType="clickEffect">
                                  <p:stCondLst>
                                    <p:cond delay="0"/>
                                  </p:stCondLst>
                                  <p:childTnLst>
                                    <p:set>
                                      <p:cBhvr>
                                        <p:cTn id="25" dur="1" fill="hold">
                                          <p:stCondLst>
                                            <p:cond delay="0"/>
                                          </p:stCondLst>
                                        </p:cTn>
                                        <p:tgtEl>
                                          <p:spTgt spid="104508"/>
                                        </p:tgtEl>
                                        <p:attrNameLst>
                                          <p:attrName>style.visibility</p:attrName>
                                        </p:attrNameLst>
                                      </p:cBhvr>
                                      <p:to>
                                        <p:strVal val="visible"/>
                                      </p:to>
                                    </p:set>
                                    <p:anim calcmode="lin" valueType="num">
                                      <p:cBhvr additive="base">
                                        <p:cTn id="26" dur="500" fill="hold"/>
                                        <p:tgtEl>
                                          <p:spTgt spid="104508"/>
                                        </p:tgtEl>
                                        <p:attrNameLst>
                                          <p:attrName>ppt_x</p:attrName>
                                        </p:attrNameLst>
                                      </p:cBhvr>
                                      <p:tavLst>
                                        <p:tav tm="0">
                                          <p:val>
                                            <p:strVal val="1+#ppt_w/2"/>
                                          </p:val>
                                        </p:tav>
                                        <p:tav tm="100000">
                                          <p:val>
                                            <p:strVal val="#ppt_x"/>
                                          </p:val>
                                        </p:tav>
                                      </p:tavLst>
                                    </p:anim>
                                    <p:anim calcmode="lin" valueType="num">
                                      <p:cBhvr additive="base">
                                        <p:cTn id="27" dur="500" fill="hold"/>
                                        <p:tgtEl>
                                          <p:spTgt spid="104508"/>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blinds(horizontal)">
                                      <p:cBhvr>
                                        <p:cTn id="32" dur="500"/>
                                        <p:tgtEl>
                                          <p:spTgt spid="8"/>
                                        </p:tgtEl>
                                      </p:cBhvr>
                                    </p:animEffect>
                                  </p:childTnLst>
                                </p:cTn>
                              </p:par>
                            </p:childTnLst>
                          </p:cTn>
                        </p:par>
                        <p:par>
                          <p:cTn id="33" fill="hold">
                            <p:stCondLst>
                              <p:cond delay="500"/>
                            </p:stCondLst>
                            <p:childTnLst>
                              <p:par>
                                <p:cTn id="34" presetID="3" presetClass="entr" presetSubtype="10" fill="hold" nodeType="after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blinds(horizontal)">
                                      <p:cBhvr>
                                        <p:cTn id="3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7" grpId="0"/>
      <p:bldP spid="104508"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pPr algn="l">
              <a:buClrTx/>
              <a:buSzTx/>
              <a:buFontTx/>
            </a:pPr>
            <a:r>
              <a:rPr lang="en-US" altLang="zh-CN">
                <a:latin typeface="微软雅黑" panose="020B0503020204020204" pitchFamily="34" charset="-122"/>
                <a:cs typeface="微软雅黑" panose="020B0503020204020204" pitchFamily="34" charset="-122"/>
                <a:sym typeface="+mn-ea"/>
              </a:rPr>
              <a:t>4-4 最大功率传输定理</a:t>
            </a:r>
            <a:endParaRPr lang="en-US" altLang="zh-CN">
              <a:latin typeface="微软雅黑" panose="020B0503020204020204" pitchFamily="34" charset="-122"/>
              <a:cs typeface="微软雅黑" panose="020B0503020204020204" pitchFamily="34" charset="-122"/>
            </a:endParaRPr>
          </a:p>
        </p:txBody>
      </p:sp>
      <p:sp>
        <p:nvSpPr>
          <p:cNvPr id="30722" name="Text Box 2" descr="新闻纸"/>
          <p:cNvSpPr txBox="1"/>
          <p:nvPr/>
        </p:nvSpPr>
        <p:spPr>
          <a:xfrm>
            <a:off x="1443990" y="709613"/>
            <a:ext cx="6408738" cy="646430"/>
          </a:xfrm>
          <a:prstGeom prst="rect">
            <a:avLst/>
          </a:prstGeom>
          <a:noFill/>
          <a:ln w="9525">
            <a:noFill/>
          </a:ln>
          <a:effectLst>
            <a:prstShdw prst="shdw17" dist="17961" dir="2699999">
              <a:srgbClr val="959595"/>
            </a:prstShdw>
          </a:effectLst>
        </p:spPr>
        <p:txBody>
          <a:bodyPr lIns="90000" tIns="46800" rIns="90000" bIns="46800">
            <a:spAutoFit/>
          </a:bodyPr>
          <a:p>
            <a:pPr>
              <a:spcBef>
                <a:spcPct val="50000"/>
              </a:spcBef>
            </a:pPr>
            <a:r>
              <a:rPr kumimoji="1" lang="zh-CN" altLang="en-US" sz="3600" b="1" dirty="0" smtClean="0">
                <a:solidFill>
                  <a:schemeClr val="tx2"/>
                </a:solidFill>
                <a:latin typeface="Times New Roman" panose="02020603050405020304" pitchFamily="18" charset="0"/>
                <a:ea typeface="微软雅黑" panose="020B0503020204020204" pitchFamily="34" charset="-122"/>
              </a:rPr>
              <a:t>4-4 最大功率传输定理</a:t>
            </a:r>
            <a:endParaRPr kumimoji="1" lang="zh-CN" altLang="en-US" sz="3600" b="1" dirty="0" smtClean="0">
              <a:solidFill>
                <a:schemeClr val="tx2"/>
              </a:solidFill>
              <a:latin typeface="Times New Roman" panose="02020603050405020304" pitchFamily="18" charset="0"/>
              <a:ea typeface="微软雅黑" panose="020B0503020204020204" pitchFamily="34" charset="-122"/>
            </a:endParaRPr>
          </a:p>
        </p:txBody>
      </p:sp>
      <p:sp>
        <p:nvSpPr>
          <p:cNvPr id="30723" name="Text Box 3"/>
          <p:cNvSpPr txBox="1"/>
          <p:nvPr/>
        </p:nvSpPr>
        <p:spPr>
          <a:xfrm>
            <a:off x="755650" y="1582738"/>
            <a:ext cx="7910513" cy="2158365"/>
          </a:xfrm>
          <a:prstGeom prst="rect">
            <a:avLst/>
          </a:prstGeom>
          <a:noFill/>
          <a:ln w="9525">
            <a:noFill/>
          </a:ln>
        </p:spPr>
        <p:txBody>
          <a:bodyPr>
            <a:spAutoFit/>
          </a:bodyPr>
          <a:p>
            <a:pPr indent="571500" algn="just">
              <a:lnSpc>
                <a:spcPct val="120000"/>
              </a:lnSpc>
            </a:pPr>
            <a:r>
              <a:rPr kumimoji="1" lang="zh-CN" altLang="en-US" sz="2800" dirty="0" smtClean="0">
                <a:latin typeface="华文楷体" panose="02010600040101010101" pitchFamily="2" charset="-122"/>
                <a:ea typeface="华文楷体" panose="02010600040101010101" pitchFamily="2" charset="-122"/>
              </a:rPr>
              <a:t>一个含源线性一端口电路，当所接负载不同时，一端口电路传输给负载的功率就不同，讨论负载为何值时能从电路获取最大功率，及最大功率的值是多少的问题是有工程意义的。</a:t>
            </a:r>
            <a:endParaRPr kumimoji="1" lang="zh-CN" altLang="en-US" sz="2800" dirty="0" smtClean="0">
              <a:latin typeface="华文楷体" panose="02010600040101010101" pitchFamily="2" charset="-122"/>
              <a:ea typeface="华文楷体" panose="02010600040101010101" pitchFamily="2" charset="-122"/>
            </a:endParaRPr>
          </a:p>
        </p:txBody>
      </p:sp>
      <p:grpSp>
        <p:nvGrpSpPr>
          <p:cNvPr id="3" name="组合 2"/>
          <p:cNvGrpSpPr/>
          <p:nvPr/>
        </p:nvGrpSpPr>
        <p:grpSpPr>
          <a:xfrm>
            <a:off x="755650" y="4102100"/>
            <a:ext cx="3168015" cy="1634490"/>
            <a:chOff x="1190" y="5740"/>
            <a:chExt cx="4989" cy="2574"/>
          </a:xfrm>
        </p:grpSpPr>
        <p:sp>
          <p:nvSpPr>
            <p:cNvPr id="80922" name="Freeform 74"/>
            <p:cNvSpPr/>
            <p:nvPr/>
          </p:nvSpPr>
          <p:spPr bwMode="auto">
            <a:xfrm flipV="1">
              <a:off x="2550" y="5998"/>
              <a:ext cx="2260" cy="110"/>
            </a:xfrm>
            <a:custGeom>
              <a:avLst/>
              <a:gdLst>
                <a:gd name="txL" fmla="*/ 0 w 516"/>
                <a:gd name="txT" fmla="*/ 0 h 1"/>
                <a:gd name="txR" fmla="*/ 516 w 516"/>
                <a:gd name="txB" fmla="*/ 1 h 1"/>
              </a:gdLst>
              <a:ahLst/>
              <a:cxnLst>
                <a:cxn ang="0">
                  <a:pos x="0" y="0"/>
                </a:cxn>
                <a:cxn ang="0">
                  <a:pos x="904" y="0"/>
                </a:cxn>
              </a:cxnLst>
              <a:rect l="txL" t="txT" r="txR" b="txB"/>
              <a:pathLst>
                <a:path w="516" h="1">
                  <a:moveTo>
                    <a:pt x="0" y="0"/>
                  </a:moveTo>
                  <a:lnTo>
                    <a:pt x="516" y="0"/>
                  </a:lnTo>
                </a:path>
              </a:pathLst>
            </a:cu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80923" name="Line 75"/>
            <p:cNvSpPr/>
            <p:nvPr/>
          </p:nvSpPr>
          <p:spPr>
            <a:xfrm>
              <a:off x="2890" y="6103"/>
              <a:ext cx="683"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80924" name="Text Box 76"/>
            <p:cNvSpPr txBox="1"/>
            <p:nvPr/>
          </p:nvSpPr>
          <p:spPr>
            <a:xfrm>
              <a:off x="3005" y="6166"/>
              <a:ext cx="60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80925" name="Text Box 77"/>
            <p:cNvSpPr txBox="1"/>
            <p:nvPr/>
          </p:nvSpPr>
          <p:spPr>
            <a:xfrm>
              <a:off x="4025" y="6113"/>
              <a:ext cx="48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80926" name="Text Box 78"/>
            <p:cNvSpPr txBox="1"/>
            <p:nvPr/>
          </p:nvSpPr>
          <p:spPr>
            <a:xfrm>
              <a:off x="4025" y="7133"/>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80927" name="Text Box 79"/>
            <p:cNvSpPr txBox="1"/>
            <p:nvPr/>
          </p:nvSpPr>
          <p:spPr>
            <a:xfrm>
              <a:off x="4025" y="6565"/>
              <a:ext cx="72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80928" name="Freeform 81"/>
            <p:cNvSpPr/>
            <p:nvPr/>
          </p:nvSpPr>
          <p:spPr bwMode="auto">
            <a:xfrm flipV="1">
              <a:off x="2438" y="7813"/>
              <a:ext cx="2380" cy="113"/>
            </a:xfrm>
            <a:custGeom>
              <a:avLst/>
              <a:gdLst>
                <a:gd name="txL" fmla="*/ 0 w 516"/>
                <a:gd name="txT" fmla="*/ 0 h 1"/>
                <a:gd name="txR" fmla="*/ 516 w 516"/>
                <a:gd name="txB" fmla="*/ 1 h 1"/>
              </a:gdLst>
              <a:ahLst/>
              <a:cxnLst>
                <a:cxn ang="0">
                  <a:pos x="0" y="0"/>
                </a:cxn>
                <a:cxn ang="0">
                  <a:pos x="952" y="0"/>
                </a:cxn>
              </a:cxnLst>
              <a:rect l="txL" t="txT" r="txR" b="txB"/>
              <a:pathLst>
                <a:path w="516" h="1">
                  <a:moveTo>
                    <a:pt x="0" y="0"/>
                  </a:moveTo>
                  <a:lnTo>
                    <a:pt x="516" y="0"/>
                  </a:lnTo>
                </a:path>
              </a:pathLst>
            </a:cu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80929" name="Oval 82"/>
            <p:cNvSpPr/>
            <p:nvPr/>
          </p:nvSpPr>
          <p:spPr>
            <a:xfrm>
              <a:off x="3683" y="6035"/>
              <a:ext cx="173" cy="190"/>
            </a:xfrm>
            <a:prstGeom prst="ellipse">
              <a:avLst/>
            </a:prstGeom>
            <a:solidFill>
              <a:schemeClr val="bg1"/>
            </a:solidFill>
            <a:ln w="28575" cap="flat" cmpd="sng">
              <a:solidFill>
                <a:schemeClr val="tx2">
                  <a:lumMod val="75000"/>
                </a:schemeClr>
              </a:solidFill>
              <a:prstDash val="solid"/>
              <a:headEnd type="none" w="med" len="med"/>
              <a:tailEnd type="none" w="med" len="med"/>
            </a:ln>
          </p:spPr>
          <p:txBody>
            <a:bodyPr wrap="none" anchor="ctr" anchorCtr="0"/>
            <a:p>
              <a:endParaRPr lang="zh-CN" altLang="en-US" dirty="0">
                <a:solidFill>
                  <a:schemeClr val="tx1"/>
                </a:solidFill>
                <a:latin typeface="Arial" panose="020B0604020202020204" pitchFamily="34" charset="0"/>
              </a:endParaRPr>
            </a:p>
          </p:txBody>
        </p:sp>
        <p:sp>
          <p:nvSpPr>
            <p:cNvPr id="80930" name="Oval 83"/>
            <p:cNvSpPr/>
            <p:nvPr/>
          </p:nvSpPr>
          <p:spPr>
            <a:xfrm>
              <a:off x="3683" y="7813"/>
              <a:ext cx="173" cy="190"/>
            </a:xfrm>
            <a:prstGeom prst="ellipse">
              <a:avLst/>
            </a:prstGeom>
            <a:solidFill>
              <a:schemeClr val="bg1"/>
            </a:solidFill>
            <a:ln w="28575" cap="flat" cmpd="sng">
              <a:solidFill>
                <a:schemeClr val="tx2">
                  <a:lumMod val="75000"/>
                </a:schemeClr>
              </a:solidFill>
              <a:prstDash val="solid"/>
              <a:headEnd type="none" w="med" len="med"/>
              <a:tailEnd type="none" w="med" len="med"/>
            </a:ln>
          </p:spPr>
          <p:txBody>
            <a:bodyPr wrap="none" anchor="ctr" anchorCtr="0"/>
            <a:p>
              <a:endParaRPr lang="zh-CN" altLang="en-US" dirty="0">
                <a:solidFill>
                  <a:schemeClr val="tx1"/>
                </a:solidFill>
                <a:latin typeface="Arial" panose="020B0604020202020204" pitchFamily="34" charset="0"/>
              </a:endParaRPr>
            </a:p>
          </p:txBody>
        </p:sp>
        <p:sp>
          <p:nvSpPr>
            <p:cNvPr id="30804" name="Rectangle 84"/>
            <p:cNvSpPr>
              <a:spLocks noChangeArrowheads="1"/>
            </p:cNvSpPr>
            <p:nvPr/>
          </p:nvSpPr>
          <p:spPr bwMode="auto">
            <a:xfrm>
              <a:off x="1190" y="5740"/>
              <a:ext cx="1585" cy="2575"/>
            </a:xfrm>
            <a:prstGeom prst="rect">
              <a:avLst/>
            </a:prstGeom>
            <a:solidFill>
              <a:schemeClr val="tx2">
                <a:lumMod val="20000"/>
                <a:lumOff val="80000"/>
              </a:schemeClr>
            </a:solidFill>
            <a:ln w="28575">
              <a:noFill/>
              <a:miter lim="800000"/>
            </a:ln>
            <a:effectLst/>
          </p:spPr>
          <p:txBody>
            <a:bodyPr wrap="none" anchor="ctr"/>
            <a:p>
              <a:pPr algn="ctr">
                <a:buNone/>
              </a:pPr>
              <a:r>
                <a:rPr lang="en-US" altLang="zh-CN" sz="4400" b="0" dirty="0">
                  <a:solidFill>
                    <a:schemeClr val="tx1"/>
                  </a:solidFill>
                  <a:latin typeface="Times New Roman" panose="02020603050405020304" pitchFamily="18" charset="0"/>
                  <a:ea typeface="仿宋_GB2312" pitchFamily="49" charset="-122"/>
                </a:rPr>
                <a:t>A</a:t>
              </a:r>
              <a:endParaRPr lang="en-US" altLang="zh-CN" sz="4400" b="0" dirty="0">
                <a:solidFill>
                  <a:schemeClr val="tx1"/>
                </a:solidFill>
                <a:latin typeface="Times New Roman" panose="02020603050405020304" pitchFamily="18" charset="0"/>
                <a:ea typeface="仿宋_GB2312" pitchFamily="49" charset="-122"/>
              </a:endParaRPr>
            </a:p>
          </p:txBody>
        </p:sp>
        <p:sp>
          <p:nvSpPr>
            <p:cNvPr id="80932" name="Rectangle 80"/>
            <p:cNvSpPr/>
            <p:nvPr/>
          </p:nvSpPr>
          <p:spPr>
            <a:xfrm>
              <a:off x="4705" y="5885"/>
              <a:ext cx="1475" cy="2383"/>
            </a:xfrm>
            <a:prstGeom prst="rect">
              <a:avLst/>
            </a:prstGeom>
            <a:solidFill>
              <a:schemeClr val="tx2">
                <a:lumMod val="20000"/>
                <a:lumOff val="80000"/>
              </a:schemeClr>
            </a:solidFill>
            <a:ln w="9525">
              <a:noFill/>
            </a:ln>
          </p:spPr>
          <p:txBody>
            <a:bodyPr wrap="none" anchor="ctr" anchorCtr="0"/>
            <a:p>
              <a:pPr algn="ctr"/>
              <a:r>
                <a:rPr lang="zh-CN" altLang="en-US" sz="3200" dirty="0">
                  <a:solidFill>
                    <a:schemeClr val="tx1"/>
                  </a:solidFill>
                  <a:latin typeface="Arial" panose="020B0604020202020204" pitchFamily="34" charset="0"/>
                </a:rPr>
                <a:t>负</a:t>
              </a:r>
              <a:endParaRPr lang="zh-CN" altLang="en-US" sz="3200" dirty="0">
                <a:solidFill>
                  <a:schemeClr val="tx1"/>
                </a:solidFill>
                <a:latin typeface="Arial" panose="020B0604020202020204" pitchFamily="34" charset="0"/>
              </a:endParaRPr>
            </a:p>
            <a:p>
              <a:pPr algn="ctr"/>
              <a:r>
                <a:rPr lang="zh-CN" altLang="en-US" sz="3200" dirty="0">
                  <a:solidFill>
                    <a:schemeClr val="tx1"/>
                  </a:solidFill>
                  <a:latin typeface="Arial" panose="020B0604020202020204" pitchFamily="34" charset="0"/>
                </a:rPr>
                <a:t>载</a:t>
              </a:r>
              <a:endParaRPr lang="zh-CN" altLang="en-US" sz="3200" dirty="0">
                <a:solidFill>
                  <a:schemeClr val="tx1"/>
                </a:solidFill>
                <a:latin typeface="Arial" panose="020B0604020202020204" pitchFamily="34" charset="0"/>
              </a:endParaRPr>
            </a:p>
          </p:txBody>
        </p:sp>
      </p:grpSp>
      <p:grpSp>
        <p:nvGrpSpPr>
          <p:cNvPr id="5" name="Group 87"/>
          <p:cNvGrpSpPr/>
          <p:nvPr/>
        </p:nvGrpSpPr>
        <p:grpSpPr>
          <a:xfrm>
            <a:off x="2411413" y="5902325"/>
            <a:ext cx="4826000" cy="647700"/>
            <a:chOff x="1519" y="3430"/>
            <a:chExt cx="3040" cy="408"/>
          </a:xfrm>
        </p:grpSpPr>
        <p:sp>
          <p:nvSpPr>
            <p:cNvPr id="80920" name="AutoShape 86"/>
            <p:cNvSpPr/>
            <p:nvPr/>
          </p:nvSpPr>
          <p:spPr>
            <a:xfrm>
              <a:off x="1519" y="3566"/>
              <a:ext cx="3040" cy="272"/>
            </a:xfrm>
            <a:prstGeom prst="curvedUpArrow">
              <a:avLst>
                <a:gd name="adj1" fmla="val 91166"/>
                <a:gd name="adj2" fmla="val 314695"/>
                <a:gd name="adj3" fmla="val 38995"/>
              </a:avLst>
            </a:prstGeom>
            <a:solidFill>
              <a:srgbClr val="00CCFF"/>
            </a:solidFill>
            <a:ln w="9525">
              <a:noFill/>
            </a:ln>
          </p:spPr>
          <p:txBody>
            <a:bodyPr wrap="none" anchor="ctr" anchorCtr="0"/>
            <a:p>
              <a:endParaRPr lang="zh-CN" altLang="en-US" dirty="0">
                <a:latin typeface="Arial" panose="020B0604020202020204" pitchFamily="34" charset="0"/>
              </a:endParaRPr>
            </a:p>
          </p:txBody>
        </p:sp>
        <p:sp>
          <p:nvSpPr>
            <p:cNvPr id="80921" name="Text Box 57"/>
            <p:cNvSpPr txBox="1"/>
            <p:nvPr/>
          </p:nvSpPr>
          <p:spPr>
            <a:xfrm>
              <a:off x="2018" y="3430"/>
              <a:ext cx="1905" cy="329"/>
            </a:xfrm>
            <a:prstGeom prst="rect">
              <a:avLst/>
            </a:prstGeom>
            <a:no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应用戴维南定理</a:t>
              </a:r>
              <a:endParaRPr kumimoji="1" lang="zh-CN" altLang="en-US" sz="2800" dirty="0" smtClean="0">
                <a:latin typeface="华文楷体" panose="02010600040101010101" pitchFamily="2" charset="-122"/>
                <a:ea typeface="华文楷体" panose="02010600040101010101" pitchFamily="2" charset="-122"/>
              </a:endParaRPr>
            </a:p>
          </p:txBody>
        </p:sp>
      </p:grpSp>
      <p:grpSp>
        <p:nvGrpSpPr>
          <p:cNvPr id="6" name="组合 5"/>
          <p:cNvGrpSpPr/>
          <p:nvPr/>
        </p:nvGrpSpPr>
        <p:grpSpPr>
          <a:xfrm>
            <a:off x="5574030" y="3615055"/>
            <a:ext cx="2886710" cy="2159000"/>
            <a:chOff x="8778" y="5693"/>
            <a:chExt cx="4546" cy="3400"/>
          </a:xfrm>
        </p:grpSpPr>
        <p:sp>
          <p:nvSpPr>
            <p:cNvPr id="80911" name="Text Box 95"/>
            <p:cNvSpPr txBox="1"/>
            <p:nvPr/>
          </p:nvSpPr>
          <p:spPr>
            <a:xfrm>
              <a:off x="9900" y="5693"/>
              <a:ext cx="1042" cy="817"/>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R</a:t>
              </a:r>
              <a:r>
                <a:rPr lang="en-US" altLang="zh-CN" b="0" baseline="-25000" dirty="0">
                  <a:solidFill>
                    <a:schemeClr val="tx1"/>
                  </a:solidFill>
                  <a:latin typeface="Times New Roman" panose="02020603050405020304" pitchFamily="18" charset="0"/>
                  <a:ea typeface="宋体" panose="02010600030101010101" pitchFamily="2" charset="-122"/>
                </a:rPr>
                <a:t>eq</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grpSp>
          <p:nvGrpSpPr>
            <p:cNvPr id="4" name="组合 3"/>
            <p:cNvGrpSpPr/>
            <p:nvPr/>
          </p:nvGrpSpPr>
          <p:grpSpPr>
            <a:xfrm>
              <a:off x="8778" y="5805"/>
              <a:ext cx="4547" cy="3289"/>
              <a:chOff x="8778" y="5085"/>
              <a:chExt cx="4547" cy="3289"/>
            </a:xfrm>
          </p:grpSpPr>
          <p:sp>
            <p:nvSpPr>
              <p:cNvPr id="80907" name="Text Box 90"/>
              <p:cNvSpPr txBox="1"/>
              <p:nvPr/>
            </p:nvSpPr>
            <p:spPr>
              <a:xfrm>
                <a:off x="11285" y="5085"/>
                <a:ext cx="742" cy="817"/>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80908" name="Text Box 91"/>
              <p:cNvSpPr txBox="1"/>
              <p:nvPr/>
            </p:nvSpPr>
            <p:spPr>
              <a:xfrm>
                <a:off x="9675" y="6673"/>
                <a:ext cx="1337" cy="817"/>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baseline="-25000" dirty="0">
                    <a:solidFill>
                      <a:schemeClr val="tx1"/>
                    </a:solidFill>
                    <a:latin typeface="Times New Roman" panose="02020603050405020304" pitchFamily="18" charset="0"/>
                    <a:ea typeface="宋体" panose="02010600030101010101" pitchFamily="2" charset="-122"/>
                  </a:rPr>
                  <a:t>oc</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80909" name="Text Box 93"/>
              <p:cNvSpPr txBox="1"/>
              <p:nvPr/>
            </p:nvSpPr>
            <p:spPr>
              <a:xfrm>
                <a:off x="9560" y="5993"/>
                <a:ext cx="595"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80910" name="Text Box 94"/>
              <p:cNvSpPr txBox="1"/>
              <p:nvPr/>
            </p:nvSpPr>
            <p:spPr>
              <a:xfrm>
                <a:off x="9560" y="7353"/>
                <a:ext cx="745"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80912" name="Text Box 96"/>
              <p:cNvSpPr txBox="1"/>
              <p:nvPr/>
            </p:nvSpPr>
            <p:spPr>
              <a:xfrm>
                <a:off x="12283" y="6560"/>
                <a:ext cx="1042" cy="817"/>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R</a:t>
                </a:r>
                <a:r>
                  <a:rPr lang="en-US" altLang="zh-CN" b="0" baseline="-25000" dirty="0">
                    <a:solidFill>
                      <a:schemeClr val="tx1"/>
                    </a:solidFill>
                    <a:latin typeface="Times New Roman" panose="02020603050405020304" pitchFamily="18" charset="0"/>
                    <a:ea typeface="宋体" panose="02010600030101010101" pitchFamily="2" charset="-122"/>
                  </a:rPr>
                  <a:t>L</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80913" name="Rectangle 97"/>
              <p:cNvSpPr/>
              <p:nvPr/>
            </p:nvSpPr>
            <p:spPr bwMode="auto">
              <a:xfrm>
                <a:off x="9220" y="5880"/>
                <a:ext cx="2947" cy="2495"/>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80914" name="Rectangle 98"/>
              <p:cNvSpPr/>
              <p:nvPr/>
            </p:nvSpPr>
            <p:spPr bwMode="auto">
              <a:xfrm>
                <a:off x="9900" y="5765"/>
                <a:ext cx="792"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80915" name="Rectangle 99"/>
              <p:cNvSpPr/>
              <p:nvPr/>
            </p:nvSpPr>
            <p:spPr bwMode="auto">
              <a:xfrm>
                <a:off x="11965" y="6560"/>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80916" name="Line 100"/>
              <p:cNvSpPr/>
              <p:nvPr/>
            </p:nvSpPr>
            <p:spPr>
              <a:xfrm flipV="1">
                <a:off x="11603" y="6448"/>
                <a:ext cx="1135" cy="680"/>
              </a:xfrm>
              <a:prstGeom prst="line">
                <a:avLst/>
              </a:prstGeom>
              <a:ln w="38100" cap="flat" cmpd="sng">
                <a:solidFill>
                  <a:srgbClr val="FF3300"/>
                </a:solidFill>
                <a:prstDash val="solid"/>
                <a:headEnd type="none" w="med" len="med"/>
                <a:tailEnd type="triangle" w="med" len="med"/>
              </a:ln>
            </p:spPr>
          </p:sp>
          <p:sp>
            <p:nvSpPr>
              <p:cNvPr id="80917" name="Line 92"/>
              <p:cNvSpPr/>
              <p:nvPr/>
            </p:nvSpPr>
            <p:spPr>
              <a:xfrm>
                <a:off x="11058" y="5878"/>
                <a:ext cx="1040"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pSp>
            <p:nvGrpSpPr>
              <p:cNvPr id="79" name="组合 78"/>
              <p:cNvGrpSpPr/>
              <p:nvPr/>
            </p:nvGrpSpPr>
            <p:grpSpPr>
              <a:xfrm>
                <a:off x="8778" y="6673"/>
                <a:ext cx="908" cy="908"/>
                <a:chOff x="505193" y="3720552"/>
                <a:chExt cx="432197" cy="432197"/>
              </a:xfrm>
              <a:solidFill>
                <a:schemeClr val="accent6">
                  <a:lumMod val="40000"/>
                  <a:lumOff val="60000"/>
                </a:schemeClr>
              </a:solidFill>
            </p:grpSpPr>
            <p:sp>
              <p:nvSpPr>
                <p:cNvPr id="80"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81" name="直接连接符 80"/>
                <p:cNvCxnSpPr>
                  <a:stCxn id="80" idx="0"/>
                  <a:endCxn id="80"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afterEffect">
                                  <p:stCondLst>
                                    <p:cond delay="0"/>
                                  </p:stCondLst>
                                  <p:childTnLst>
                                    <p:set>
                                      <p:cBhvr>
                                        <p:cTn id="6" dur="1" fill="hold">
                                          <p:stCondLst>
                                            <p:cond delay="0"/>
                                          </p:stCondLst>
                                        </p:cTn>
                                        <p:tgtEl>
                                          <p:spTgt spid="30722"/>
                                        </p:tgtEl>
                                        <p:attrNameLst>
                                          <p:attrName>style.visibility</p:attrName>
                                        </p:attrNameLst>
                                      </p:cBhvr>
                                      <p:to>
                                        <p:strVal val="visible"/>
                                      </p:to>
                                    </p:set>
                                    <p:anim calcmode="lin" valueType="num">
                                      <p:cBhvr additive="base">
                                        <p:cTn id="7" dur="500" fill="hold"/>
                                        <p:tgtEl>
                                          <p:spTgt spid="30722"/>
                                        </p:tgtEl>
                                        <p:attrNameLst>
                                          <p:attrName>ppt_x</p:attrName>
                                        </p:attrNameLst>
                                      </p:cBhvr>
                                      <p:tavLst>
                                        <p:tav tm="0">
                                          <p:val>
                                            <p:strVal val="0-#ppt_w/2"/>
                                          </p:val>
                                        </p:tav>
                                        <p:tav tm="100000">
                                          <p:val>
                                            <p:strVal val="#ppt_x"/>
                                          </p:val>
                                        </p:tav>
                                      </p:tavLst>
                                    </p:anim>
                                    <p:anim calcmode="lin" valueType="num">
                                      <p:cBhvr additive="base">
                                        <p:cTn id="8" dur="500" fill="hold"/>
                                        <p:tgtEl>
                                          <p:spTgt spid="3072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0723"/>
                                        </p:tgtEl>
                                        <p:attrNameLst>
                                          <p:attrName>style.visibility</p:attrName>
                                        </p:attrNameLst>
                                      </p:cBhvr>
                                      <p:to>
                                        <p:strVal val="visible"/>
                                      </p:to>
                                    </p:set>
                                    <p:animEffect transition="in" filter="slide(fromBottom)">
                                      <p:cBhvr>
                                        <p:cTn id="13" dur="2000"/>
                                        <p:tgtEl>
                                          <p:spTgt spid="30723"/>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blinds(horizontal)">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blinds(horizontal)">
                                      <p:cBhvr>
                                        <p:cTn id="23" dur="500"/>
                                        <p:tgtEl>
                                          <p:spTgt spid="5"/>
                                        </p:tgtEl>
                                      </p:cBhvr>
                                    </p:animEffect>
                                  </p:childTnLst>
                                </p:cTn>
                              </p:par>
                            </p:childTnLst>
                          </p:cTn>
                        </p:par>
                        <p:par>
                          <p:cTn id="24" fill="hold">
                            <p:stCondLst>
                              <p:cond delay="500"/>
                            </p:stCondLst>
                            <p:childTnLst>
                              <p:par>
                                <p:cTn id="25" presetID="3" presetClass="entr" presetSubtype="10" fill="hold" nodeType="after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linds(horizontal)">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bldLvl="0" animBg="1"/>
      <p:bldP spid="3072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4-4 最大功率传输定理</a:t>
            </a:r>
            <a:endParaRPr lang="zh-CN" altLang="en-US"/>
          </a:p>
        </p:txBody>
      </p:sp>
      <p:grpSp>
        <p:nvGrpSpPr>
          <p:cNvPr id="2" name="组合 1"/>
          <p:cNvGrpSpPr/>
          <p:nvPr/>
        </p:nvGrpSpPr>
        <p:grpSpPr>
          <a:xfrm>
            <a:off x="5071110" y="638175"/>
            <a:ext cx="3753485" cy="2103755"/>
            <a:chOff x="7995" y="930"/>
            <a:chExt cx="5911" cy="3313"/>
          </a:xfrm>
        </p:grpSpPr>
        <p:sp>
          <p:nvSpPr>
            <p:cNvPr id="26645" name="Line 35"/>
            <p:cNvSpPr/>
            <p:nvPr/>
          </p:nvSpPr>
          <p:spPr bwMode="auto">
            <a:xfrm rot="10800000">
              <a:off x="8788" y="1158"/>
              <a:ext cx="0" cy="3018"/>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6646" name="Line 36"/>
            <p:cNvSpPr/>
            <p:nvPr/>
          </p:nvSpPr>
          <p:spPr bwMode="auto">
            <a:xfrm>
              <a:off x="7995" y="3538"/>
              <a:ext cx="465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6647" name="Text Box 37"/>
            <p:cNvSpPr txBox="1"/>
            <p:nvPr/>
          </p:nvSpPr>
          <p:spPr>
            <a:xfrm>
              <a:off x="12758" y="3198"/>
              <a:ext cx="1148" cy="822"/>
            </a:xfrm>
            <a:prstGeom prst="rect">
              <a:avLst/>
            </a:prstGeom>
            <a:noFill/>
            <a:ln w="9525">
              <a:noFill/>
            </a:ln>
          </p:spPr>
          <p:txBody>
            <a:bodyPr wrap="square">
              <a:spAutoFit/>
            </a:bodyPr>
            <a:p>
              <a:r>
                <a:rPr kumimoji="1" lang="en-US" altLang="zh-CN" sz="2800" b="0" dirty="0">
                  <a:solidFill>
                    <a:schemeClr val="tx1"/>
                  </a:solidFill>
                  <a:latin typeface="Times New Roman" panose="02020603050405020304" pitchFamily="18" charset="0"/>
                  <a:ea typeface="宋体" panose="02010600030101010101" pitchFamily="2" charset="-122"/>
                </a:rPr>
                <a:t>RL</a:t>
              </a:r>
              <a:r>
                <a:rPr lang="en-US" altLang="zh-CN" b="0" i="1" dirty="0">
                  <a:solidFill>
                    <a:schemeClr val="tx1"/>
                  </a:solidFill>
                  <a:latin typeface="Times New Roman" panose="02020603050405020304" pitchFamily="18" charset="0"/>
                  <a:ea typeface="宋体" panose="02010600030101010101" pitchFamily="2" charset="-122"/>
                </a:rPr>
                <a:t> </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26648" name="Text Box 38"/>
            <p:cNvSpPr txBox="1"/>
            <p:nvPr/>
          </p:nvSpPr>
          <p:spPr>
            <a:xfrm>
              <a:off x="8903" y="930"/>
              <a:ext cx="908" cy="822"/>
            </a:xfrm>
            <a:prstGeom prst="rect">
              <a:avLst/>
            </a:prstGeom>
            <a:noFill/>
            <a:ln w="9525">
              <a:noFill/>
            </a:ln>
          </p:spPr>
          <p:txBody>
            <a:bodyPr>
              <a:spAutoFit/>
            </a:bodyPr>
            <a:p>
              <a:pPr algn="l">
                <a:buClrTx/>
                <a:buSzTx/>
                <a:buFontTx/>
              </a:pPr>
              <a:r>
                <a:rPr kumimoji="1" lang="en-US" altLang="zh-CN" sz="2800" b="0" dirty="0" err="1">
                  <a:solidFill>
                    <a:schemeClr val="tx1"/>
                  </a:solidFill>
                  <a:latin typeface="Times New Roman" panose="02020603050405020304" pitchFamily="18" charset="0"/>
                  <a:ea typeface="宋体" panose="02010600030101010101" pitchFamily="2" charset="-122"/>
                </a:rPr>
                <a:t>P</a:t>
              </a:r>
              <a:endParaRPr kumimoji="1" lang="en-US" altLang="zh-CN" sz="2800" b="0" dirty="0" err="1">
                <a:solidFill>
                  <a:schemeClr val="tx1"/>
                </a:solidFill>
                <a:latin typeface="Times New Roman" panose="02020603050405020304" pitchFamily="18" charset="0"/>
                <a:ea typeface="宋体" panose="02010600030101010101" pitchFamily="2" charset="-122"/>
              </a:endParaRPr>
            </a:p>
          </p:txBody>
        </p:sp>
        <p:sp>
          <p:nvSpPr>
            <p:cNvPr id="26649" name="Text Box 39"/>
            <p:cNvSpPr txBox="1"/>
            <p:nvPr/>
          </p:nvSpPr>
          <p:spPr>
            <a:xfrm>
              <a:off x="8223" y="3425"/>
              <a:ext cx="485"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仿宋_GB2312" pitchFamily="49" charset="-122"/>
                </a:rPr>
                <a:t>o</a:t>
              </a:r>
              <a:endParaRPr lang="en-US" altLang="zh-CN" b="0" i="1" dirty="0">
                <a:solidFill>
                  <a:schemeClr val="tx1"/>
                </a:solidFill>
                <a:latin typeface="Times New Roman" panose="02020603050405020304" pitchFamily="18" charset="0"/>
                <a:ea typeface="仿宋_GB2312" pitchFamily="49" charset="-122"/>
              </a:endParaRPr>
            </a:p>
          </p:txBody>
        </p:sp>
        <p:sp>
          <p:nvSpPr>
            <p:cNvPr id="26650" name="Freeform 40"/>
            <p:cNvSpPr/>
            <p:nvPr/>
          </p:nvSpPr>
          <p:spPr bwMode="auto">
            <a:xfrm>
              <a:off x="8788" y="1893"/>
              <a:ext cx="3403" cy="1645"/>
            </a:xfrm>
            <a:custGeom>
              <a:avLst/>
              <a:gdLst>
                <a:gd name="txL" fmla="*/ 0 w 1361"/>
                <a:gd name="txT" fmla="*/ 0 h 658"/>
                <a:gd name="txR" fmla="*/ 1361 w 1361"/>
                <a:gd name="txB" fmla="*/ 658 h 658"/>
              </a:gdLst>
              <a:ahLst/>
              <a:cxnLst>
                <a:cxn ang="0">
                  <a:pos x="0" y="658"/>
                </a:cxn>
                <a:cxn ang="0">
                  <a:pos x="545" y="23"/>
                </a:cxn>
                <a:cxn ang="0">
                  <a:pos x="1044" y="522"/>
                </a:cxn>
                <a:cxn ang="0">
                  <a:pos x="1361" y="568"/>
                </a:cxn>
              </a:cxnLst>
              <a:rect l="txL" t="txT" r="txR" b="txB"/>
              <a:pathLst>
                <a:path w="1361" h="658">
                  <a:moveTo>
                    <a:pt x="0" y="658"/>
                  </a:moveTo>
                  <a:cubicBezTo>
                    <a:pt x="185" y="352"/>
                    <a:pt x="371" y="46"/>
                    <a:pt x="545" y="23"/>
                  </a:cubicBezTo>
                  <a:cubicBezTo>
                    <a:pt x="719" y="0"/>
                    <a:pt x="908" y="431"/>
                    <a:pt x="1044" y="522"/>
                  </a:cubicBezTo>
                  <a:cubicBezTo>
                    <a:pt x="1180" y="613"/>
                    <a:pt x="1308" y="553"/>
                    <a:pt x="1361" y="568"/>
                  </a:cubicBezTo>
                </a:path>
              </a:pathLst>
            </a:custGeom>
            <a:noFill/>
            <a:ln w="2857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noAutofit/>
            </a:bodyPr>
            <a:lstStyle/>
            <a:p>
              <a:pPr lvl="0" algn="l">
                <a:buClrTx/>
                <a:buSzTx/>
                <a:buFontTx/>
              </a:pPr>
              <a:endParaRPr lang="zh-CN" altLang="en-US" sz="2800">
                <a:sym typeface="+mn-ea"/>
              </a:endParaRPr>
            </a:p>
          </p:txBody>
        </p:sp>
        <p:sp>
          <p:nvSpPr>
            <p:cNvPr id="26651" name="Text Box 42"/>
            <p:cNvSpPr txBox="1"/>
            <p:nvPr/>
          </p:nvSpPr>
          <p:spPr>
            <a:xfrm>
              <a:off x="11170" y="930"/>
              <a:ext cx="1815" cy="822"/>
            </a:xfrm>
            <a:prstGeom prst="rect">
              <a:avLst/>
            </a:prstGeom>
            <a:noFill/>
            <a:ln w="9525">
              <a:noFill/>
            </a:ln>
          </p:spPr>
          <p:txBody>
            <a:bodyPr>
              <a:spAutoFit/>
            </a:bodyPr>
            <a:p>
              <a:pPr algn="l">
                <a:buClrTx/>
                <a:buSzTx/>
                <a:buFontTx/>
              </a:pPr>
              <a:r>
                <a:rPr kumimoji="1" lang="en-US" altLang="zh-CN" sz="2800" b="0" i="1" dirty="0" smtClean="0">
                  <a:solidFill>
                    <a:schemeClr val="tx1"/>
                  </a:solidFill>
                  <a:latin typeface="Times New Roman" panose="02020603050405020304" pitchFamily="18" charset="0"/>
                  <a:ea typeface="宋体" panose="02010600030101010101" pitchFamily="2" charset="-122"/>
                </a:rPr>
                <a:t>Pmax</a:t>
              </a:r>
              <a:endParaRPr kumimoji="1" lang="en-US" altLang="zh-CN" sz="2800" b="0" i="1" dirty="0" smtClean="0">
                <a:solidFill>
                  <a:schemeClr val="tx1"/>
                </a:solidFill>
                <a:latin typeface="Times New Roman" panose="02020603050405020304" pitchFamily="18" charset="0"/>
                <a:ea typeface="宋体" panose="02010600030101010101" pitchFamily="2" charset="-122"/>
              </a:endParaRPr>
            </a:p>
          </p:txBody>
        </p:sp>
        <p:sp>
          <p:nvSpPr>
            <p:cNvPr id="26652" name="Line 43"/>
            <p:cNvSpPr/>
            <p:nvPr/>
          </p:nvSpPr>
          <p:spPr>
            <a:xfrm flipH="1">
              <a:off x="10603" y="1385"/>
              <a:ext cx="568" cy="340"/>
            </a:xfrm>
            <a:prstGeom prst="line">
              <a:avLst/>
            </a:prstGeom>
            <a:ln w="28575" cap="flat" cmpd="sng">
              <a:solidFill>
                <a:schemeClr val="tx2">
                  <a:lumMod val="75000"/>
                </a:schemeClr>
              </a:solidFill>
              <a:prstDash val="solid"/>
              <a:headEnd type="none" w="med" len="med"/>
              <a:tailEnd type="triangle" w="med" len="med"/>
            </a:ln>
          </p:spPr>
        </p:sp>
      </p:grpSp>
      <p:sp>
        <p:nvSpPr>
          <p:cNvPr id="35886" name="AutoShape 46"/>
          <p:cNvSpPr/>
          <p:nvPr/>
        </p:nvSpPr>
        <p:spPr>
          <a:xfrm>
            <a:off x="684213" y="4624070"/>
            <a:ext cx="792162" cy="144463"/>
          </a:xfrm>
          <a:prstGeom prst="rightArrow">
            <a:avLst>
              <a:gd name="adj1" fmla="val 50000"/>
              <a:gd name="adj2" fmla="val 137087"/>
            </a:avLst>
          </a:prstGeom>
          <a:solidFill>
            <a:srgbClr val="00CCFF"/>
          </a:solidFill>
          <a:ln w="9525">
            <a:noFill/>
          </a:ln>
        </p:spPr>
        <p:txBody>
          <a:bodyPr wrap="none" anchor="ctr" anchorCtr="0"/>
          <a:p>
            <a:endParaRPr lang="zh-CN" altLang="en-US" dirty="0">
              <a:latin typeface="Arial" panose="020B0604020202020204" pitchFamily="34" charset="0"/>
            </a:endParaRPr>
          </a:p>
        </p:txBody>
      </p:sp>
      <p:sp>
        <p:nvSpPr>
          <p:cNvPr id="35890" name="AutoShape 50"/>
          <p:cNvSpPr/>
          <p:nvPr/>
        </p:nvSpPr>
        <p:spPr>
          <a:xfrm>
            <a:off x="4140200" y="1183958"/>
            <a:ext cx="792163" cy="144462"/>
          </a:xfrm>
          <a:prstGeom prst="rightArrow">
            <a:avLst>
              <a:gd name="adj1" fmla="val 50000"/>
              <a:gd name="adj2" fmla="val 137088"/>
            </a:avLst>
          </a:prstGeom>
          <a:solidFill>
            <a:srgbClr val="00CCFF"/>
          </a:solidFill>
          <a:ln w="9525" cap="flat" cmpd="sng">
            <a:solidFill>
              <a:srgbClr val="00CC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5893" name="AutoShape 53"/>
          <p:cNvSpPr/>
          <p:nvPr/>
        </p:nvSpPr>
        <p:spPr>
          <a:xfrm>
            <a:off x="4284663" y="4624070"/>
            <a:ext cx="935037" cy="144463"/>
          </a:xfrm>
          <a:prstGeom prst="rightArrow">
            <a:avLst>
              <a:gd name="adj1" fmla="val 50000"/>
              <a:gd name="adj2" fmla="val 161812"/>
            </a:avLst>
          </a:prstGeom>
          <a:solidFill>
            <a:srgbClr val="00CCFF"/>
          </a:solidFill>
          <a:ln w="9525">
            <a:noFill/>
          </a:ln>
        </p:spPr>
        <p:txBody>
          <a:bodyPr wrap="none" anchor="ctr" anchorCtr="0"/>
          <a:p>
            <a:endParaRPr lang="zh-CN" altLang="en-US" dirty="0">
              <a:latin typeface="Arial" panose="020B0604020202020204" pitchFamily="34" charset="0"/>
            </a:endParaRPr>
          </a:p>
        </p:txBody>
      </p:sp>
      <p:sp>
        <p:nvSpPr>
          <p:cNvPr id="35894" name="AutoShape 54" descr="羊皮纸"/>
          <p:cNvSpPr/>
          <p:nvPr/>
        </p:nvSpPr>
        <p:spPr>
          <a:xfrm>
            <a:off x="2700338" y="5848033"/>
            <a:ext cx="3311525" cy="649287"/>
          </a:xfrm>
          <a:prstGeom prst="wedgeRoundRectCallout">
            <a:avLst>
              <a:gd name="adj1" fmla="val -47028"/>
              <a:gd name="adj2" fmla="val -172981"/>
              <a:gd name="adj3" fmla="val 16667"/>
            </a:avLst>
          </a:prstGeom>
          <a:blipFill rotWithShape="1">
            <a:blip r:embed="rId1"/>
          </a:blipFill>
          <a:ln w="9525">
            <a:noFill/>
          </a:ln>
        </p:spPr>
        <p:txBody>
          <a:bodyPr/>
          <a:p>
            <a:r>
              <a:rPr kumimoji="1" lang="zh-CN" altLang="en-US" sz="2800" dirty="0" smtClean="0">
                <a:solidFill>
                  <a:schemeClr val="tx1"/>
                </a:solidFill>
                <a:latin typeface="华文楷体" panose="02010600040101010101" pitchFamily="2" charset="-122"/>
                <a:ea typeface="华文楷体" panose="02010600040101010101" pitchFamily="2" charset="-122"/>
              </a:rPr>
              <a:t>最大功率匹配条件</a:t>
            </a:r>
            <a:endParaRPr kumimoji="1" lang="zh-CN" altLang="en-US" sz="2800" dirty="0" smtClean="0">
              <a:solidFill>
                <a:schemeClr val="tx1"/>
              </a:solidFill>
              <a:latin typeface="华文楷体" panose="02010600040101010101" pitchFamily="2" charset="-122"/>
              <a:ea typeface="华文楷体" panose="02010600040101010101" pitchFamily="2" charset="-122"/>
            </a:endParaRPr>
          </a:p>
        </p:txBody>
      </p:sp>
      <p:sp>
        <p:nvSpPr>
          <p:cNvPr id="35896" name="Text Box 56"/>
          <p:cNvSpPr txBox="1"/>
          <p:nvPr/>
        </p:nvSpPr>
        <p:spPr>
          <a:xfrm>
            <a:off x="468313" y="2038985"/>
            <a:ext cx="2016125" cy="521970"/>
          </a:xfrm>
          <a:prstGeom prst="rect">
            <a:avLst/>
          </a:prstGeom>
          <a:no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对</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P</a:t>
            </a:r>
            <a:r>
              <a:rPr kumimoji="1" lang="zh-CN" altLang="en-US" sz="2800" dirty="0" smtClean="0">
                <a:latin typeface="华文楷体" panose="02010600040101010101" pitchFamily="2" charset="-122"/>
                <a:ea typeface="华文楷体" panose="02010600040101010101" pitchFamily="2" charset="-122"/>
              </a:rPr>
              <a:t>求导：</a:t>
            </a:r>
            <a:endParaRPr kumimoji="1" lang="zh-CN" altLang="en-US" sz="2800" dirty="0" smtClean="0">
              <a:latin typeface="华文楷体" panose="02010600040101010101" pitchFamily="2" charset="-122"/>
              <a:ea typeface="华文楷体" panose="02010600040101010101" pitchFamily="2" charset="-122"/>
            </a:endParaRPr>
          </a:p>
        </p:txBody>
      </p:sp>
      <p:graphicFrame>
        <p:nvGraphicFramePr>
          <p:cNvPr id="4" name="对象 3"/>
          <p:cNvGraphicFramePr/>
          <p:nvPr/>
        </p:nvGraphicFramePr>
        <p:xfrm>
          <a:off x="611505" y="896620"/>
          <a:ext cx="3371850" cy="1079500"/>
        </p:xfrm>
        <a:graphic>
          <a:graphicData uri="http://schemas.openxmlformats.org/presentationml/2006/ole">
            <mc:AlternateContent xmlns:mc="http://schemas.openxmlformats.org/markup-compatibility/2006">
              <mc:Choice xmlns:v="urn:schemas-microsoft-com:vml" Requires="v">
                <p:oleObj spid="_x0000_s5" name="" r:id="rId2" imgW="1193800" imgH="444500" progId="Equation.KSEE3">
                  <p:embed/>
                </p:oleObj>
              </mc:Choice>
              <mc:Fallback>
                <p:oleObj name="" r:id="rId2" imgW="1193800" imgH="444500" progId="Equation.KSEE3">
                  <p:embed/>
                  <p:pic>
                    <p:nvPicPr>
                      <p:cNvPr id="0" name="图片 4"/>
                      <p:cNvPicPr/>
                      <p:nvPr/>
                    </p:nvPicPr>
                    <p:blipFill>
                      <a:blip r:embed="rId3"/>
                      <a:stretch>
                        <a:fillRect/>
                      </a:stretch>
                    </p:blipFill>
                    <p:spPr>
                      <a:xfrm>
                        <a:off x="611505" y="896620"/>
                        <a:ext cx="3371850" cy="1079500"/>
                      </a:xfrm>
                      <a:prstGeom prst="rect">
                        <a:avLst/>
                      </a:prstGeom>
                    </p:spPr>
                  </p:pic>
                </p:oleObj>
              </mc:Fallback>
            </mc:AlternateContent>
          </a:graphicData>
        </a:graphic>
      </p:graphicFrame>
      <p:graphicFrame>
        <p:nvGraphicFramePr>
          <p:cNvPr id="6" name="对象 5"/>
          <p:cNvGraphicFramePr/>
          <p:nvPr/>
        </p:nvGraphicFramePr>
        <p:xfrm>
          <a:off x="611505" y="2867025"/>
          <a:ext cx="7128510" cy="1015365"/>
        </p:xfrm>
        <a:graphic>
          <a:graphicData uri="http://schemas.openxmlformats.org/presentationml/2006/ole">
            <mc:AlternateContent xmlns:mc="http://schemas.openxmlformats.org/markup-compatibility/2006">
              <mc:Choice xmlns:v="urn:schemas-microsoft-com:vml" Requires="v">
                <p:oleObj spid="_x0000_s7" name="" r:id="rId4" imgW="2602865" imgH="482600" progId="Equation.KSEE3">
                  <p:embed/>
                </p:oleObj>
              </mc:Choice>
              <mc:Fallback>
                <p:oleObj name="" r:id="rId4" imgW="2602865" imgH="482600" progId="Equation.KSEE3">
                  <p:embed/>
                  <p:pic>
                    <p:nvPicPr>
                      <p:cNvPr id="0" name="图片 6"/>
                      <p:cNvPicPr/>
                      <p:nvPr/>
                    </p:nvPicPr>
                    <p:blipFill>
                      <a:blip r:embed="rId5"/>
                      <a:stretch>
                        <a:fillRect/>
                      </a:stretch>
                    </p:blipFill>
                    <p:spPr>
                      <a:xfrm>
                        <a:off x="611505" y="2867025"/>
                        <a:ext cx="7128510" cy="1015365"/>
                      </a:xfrm>
                      <a:prstGeom prst="rect">
                        <a:avLst/>
                      </a:prstGeom>
                    </p:spPr>
                  </p:pic>
                </p:oleObj>
              </mc:Fallback>
            </mc:AlternateContent>
          </a:graphicData>
        </a:graphic>
      </p:graphicFrame>
      <p:graphicFrame>
        <p:nvGraphicFramePr>
          <p:cNvPr id="8" name="对象 7"/>
          <p:cNvGraphicFramePr/>
          <p:nvPr/>
        </p:nvGraphicFramePr>
        <p:xfrm>
          <a:off x="1488440" y="4171315"/>
          <a:ext cx="2639060" cy="1130300"/>
        </p:xfrm>
        <a:graphic>
          <a:graphicData uri="http://schemas.openxmlformats.org/presentationml/2006/ole">
            <mc:AlternateContent xmlns:mc="http://schemas.openxmlformats.org/markup-compatibility/2006">
              <mc:Choice xmlns:v="urn:schemas-microsoft-com:vml" Requires="v">
                <p:oleObj spid="_x0000_s9" name="" r:id="rId6" imgW="584200" imgH="241300" progId="Equation.KSEE3">
                  <p:embed/>
                </p:oleObj>
              </mc:Choice>
              <mc:Fallback>
                <p:oleObj name="" r:id="rId6" imgW="584200" imgH="241300" progId="Equation.KSEE3">
                  <p:embed/>
                  <p:pic>
                    <p:nvPicPr>
                      <p:cNvPr id="0" name="图片 8"/>
                      <p:cNvPicPr/>
                      <p:nvPr/>
                    </p:nvPicPr>
                    <p:blipFill>
                      <a:blip r:embed="rId7"/>
                      <a:stretch>
                        <a:fillRect/>
                      </a:stretch>
                    </p:blipFill>
                    <p:spPr>
                      <a:xfrm>
                        <a:off x="1488440" y="4171315"/>
                        <a:ext cx="2639060" cy="1130300"/>
                      </a:xfrm>
                      <a:prstGeom prst="rect">
                        <a:avLst/>
                      </a:prstGeom>
                    </p:spPr>
                  </p:pic>
                </p:oleObj>
              </mc:Fallback>
            </mc:AlternateContent>
          </a:graphicData>
        </a:graphic>
      </p:graphicFrame>
      <p:graphicFrame>
        <p:nvGraphicFramePr>
          <p:cNvPr id="10" name="对象 9"/>
          <p:cNvGraphicFramePr/>
          <p:nvPr/>
        </p:nvGraphicFramePr>
        <p:xfrm>
          <a:off x="5316855" y="3937000"/>
          <a:ext cx="3011805" cy="1591945"/>
        </p:xfrm>
        <a:graphic>
          <a:graphicData uri="http://schemas.openxmlformats.org/presentationml/2006/ole">
            <mc:AlternateContent xmlns:mc="http://schemas.openxmlformats.org/markup-compatibility/2006">
              <mc:Choice xmlns:v="urn:schemas-microsoft-com:vml" Requires="v">
                <p:oleObj spid="_x0000_s11" name="" r:id="rId8" imgW="787400" imgH="469900" progId="Equation.KSEE3">
                  <p:embed/>
                </p:oleObj>
              </mc:Choice>
              <mc:Fallback>
                <p:oleObj name="" r:id="rId8" imgW="787400" imgH="469900" progId="Equation.KSEE3">
                  <p:embed/>
                  <p:pic>
                    <p:nvPicPr>
                      <p:cNvPr id="0" name="图片 10"/>
                      <p:cNvPicPr/>
                      <p:nvPr/>
                    </p:nvPicPr>
                    <p:blipFill>
                      <a:blip r:embed="rId9"/>
                      <a:stretch>
                        <a:fillRect/>
                      </a:stretch>
                    </p:blipFill>
                    <p:spPr>
                      <a:xfrm>
                        <a:off x="5316855" y="3937000"/>
                        <a:ext cx="3011805" cy="1591945"/>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35890"/>
                                        </p:tgtEl>
                                        <p:attrNameLst>
                                          <p:attrName>style.visibility</p:attrName>
                                        </p:attrNameLst>
                                      </p:cBhvr>
                                      <p:to>
                                        <p:strVal val="visible"/>
                                      </p:to>
                                    </p:set>
                                    <p:animEffect transition="in" filter="slide(fromLeft)">
                                      <p:cBhvr>
                                        <p:cTn id="12" dur="500"/>
                                        <p:tgtEl>
                                          <p:spTgt spid="35890"/>
                                        </p:tgtEl>
                                      </p:cBhvr>
                                    </p:animEffect>
                                  </p:childTnLst>
                                </p:cTn>
                              </p:par>
                            </p:childTnLst>
                          </p:cTn>
                        </p:par>
                        <p:par>
                          <p:cTn id="13" fill="hold">
                            <p:stCondLst>
                              <p:cond delay="500"/>
                            </p:stCondLst>
                            <p:childTnLst>
                              <p:par>
                                <p:cTn id="14" presetID="22" presetClass="entr" presetSubtype="4"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down)">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35896"/>
                                        </p:tgtEl>
                                        <p:attrNameLst>
                                          <p:attrName>style.visibility</p:attrName>
                                        </p:attrNameLst>
                                      </p:cBhvr>
                                      <p:to>
                                        <p:strVal val="visible"/>
                                      </p:to>
                                    </p:set>
                                    <p:anim calcmode="lin" valueType="num">
                                      <p:cBhvr additive="base">
                                        <p:cTn id="21" dur="500" fill="hold"/>
                                        <p:tgtEl>
                                          <p:spTgt spid="35896"/>
                                        </p:tgtEl>
                                        <p:attrNameLst>
                                          <p:attrName>ppt_x</p:attrName>
                                        </p:attrNameLst>
                                      </p:cBhvr>
                                      <p:tavLst>
                                        <p:tav tm="0">
                                          <p:val>
                                            <p:strVal val="0-#ppt_w/2"/>
                                          </p:val>
                                        </p:tav>
                                        <p:tav tm="100000">
                                          <p:val>
                                            <p:strVal val="#ppt_x"/>
                                          </p:val>
                                        </p:tav>
                                      </p:tavLst>
                                    </p:anim>
                                    <p:anim calcmode="lin" valueType="num">
                                      <p:cBhvr additive="base">
                                        <p:cTn id="22" dur="500" fill="hold"/>
                                        <p:tgtEl>
                                          <p:spTgt spid="35896"/>
                                        </p:tgtEl>
                                        <p:attrNameLst>
                                          <p:attrName>ppt_y</p:attrName>
                                        </p:attrNameLst>
                                      </p:cBhvr>
                                      <p:tavLst>
                                        <p:tav tm="0">
                                          <p:val>
                                            <p:strVal val="#ppt_y"/>
                                          </p:val>
                                        </p:tav>
                                        <p:tav tm="100000">
                                          <p:val>
                                            <p:strVal val="#ppt_y"/>
                                          </p:val>
                                        </p:tav>
                                      </p:tavLst>
                                    </p:anim>
                                  </p:childTnLst>
                                </p:cTn>
                              </p:par>
                            </p:childTnLst>
                          </p:cTn>
                        </p:par>
                        <p:par>
                          <p:cTn id="23" fill="hold">
                            <p:stCondLst>
                              <p:cond delay="500"/>
                            </p:stCondLst>
                            <p:childTnLst>
                              <p:par>
                                <p:cTn id="24" presetID="18" presetClass="entr" presetSubtype="12" fill="hold" nodeType="after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strips(downLeft)">
                                      <p:cBhvr>
                                        <p:cTn id="26" dur="5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8" fill="hold" grpId="0" nodeType="clickEffect">
                                  <p:stCondLst>
                                    <p:cond delay="0"/>
                                  </p:stCondLst>
                                  <p:childTnLst>
                                    <p:set>
                                      <p:cBhvr>
                                        <p:cTn id="30" dur="1" fill="hold">
                                          <p:stCondLst>
                                            <p:cond delay="0"/>
                                          </p:stCondLst>
                                        </p:cTn>
                                        <p:tgtEl>
                                          <p:spTgt spid="35886"/>
                                        </p:tgtEl>
                                        <p:attrNameLst>
                                          <p:attrName>style.visibility</p:attrName>
                                        </p:attrNameLst>
                                      </p:cBhvr>
                                      <p:to>
                                        <p:strVal val="visible"/>
                                      </p:to>
                                    </p:set>
                                    <p:animEffect transition="in" filter="slide(fromLeft)">
                                      <p:cBhvr>
                                        <p:cTn id="31" dur="500"/>
                                        <p:tgtEl>
                                          <p:spTgt spid="35886"/>
                                        </p:tgtEl>
                                      </p:cBhvr>
                                    </p:animEffect>
                                  </p:childTnLst>
                                </p:cTn>
                              </p:par>
                            </p:childTnLst>
                          </p:cTn>
                        </p:par>
                        <p:par>
                          <p:cTn id="32" fill="hold">
                            <p:stCondLst>
                              <p:cond delay="500"/>
                            </p:stCondLst>
                            <p:childTnLst>
                              <p:par>
                                <p:cTn id="33" presetID="18" presetClass="entr" presetSubtype="12" fill="hold" nodeType="after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strips(downLeft)">
                                      <p:cBhvr>
                                        <p:cTn id="35" dur="500"/>
                                        <p:tgtEl>
                                          <p:spTgt spid="8"/>
                                        </p:tgtEl>
                                      </p:cBhvr>
                                    </p:animEffect>
                                  </p:childTnLst>
                                </p:cTn>
                              </p:par>
                            </p:childTnLst>
                          </p:cTn>
                        </p:par>
                        <p:par>
                          <p:cTn id="36" fill="hold">
                            <p:stCondLst>
                              <p:cond delay="1000"/>
                            </p:stCondLst>
                            <p:childTnLst>
                              <p:par>
                                <p:cTn id="37" presetID="20" presetClass="entr" presetSubtype="0" fill="hold" grpId="0" nodeType="afterEffect">
                                  <p:stCondLst>
                                    <p:cond delay="0"/>
                                  </p:stCondLst>
                                  <p:childTnLst>
                                    <p:set>
                                      <p:cBhvr>
                                        <p:cTn id="38" dur="1" fill="hold">
                                          <p:stCondLst>
                                            <p:cond delay="0"/>
                                          </p:stCondLst>
                                        </p:cTn>
                                        <p:tgtEl>
                                          <p:spTgt spid="35894"/>
                                        </p:tgtEl>
                                        <p:attrNameLst>
                                          <p:attrName>style.visibility</p:attrName>
                                        </p:attrNameLst>
                                      </p:cBhvr>
                                      <p:to>
                                        <p:strVal val="visible"/>
                                      </p:to>
                                    </p:set>
                                    <p:animEffect transition="in" filter="wedge">
                                      <p:cBhvr>
                                        <p:cTn id="39" dur="2000"/>
                                        <p:tgtEl>
                                          <p:spTgt spid="35894"/>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8" fill="hold" grpId="0" nodeType="clickEffect">
                                  <p:stCondLst>
                                    <p:cond delay="0"/>
                                  </p:stCondLst>
                                  <p:childTnLst>
                                    <p:set>
                                      <p:cBhvr>
                                        <p:cTn id="43" dur="1" fill="hold">
                                          <p:stCondLst>
                                            <p:cond delay="0"/>
                                          </p:stCondLst>
                                        </p:cTn>
                                        <p:tgtEl>
                                          <p:spTgt spid="35893"/>
                                        </p:tgtEl>
                                        <p:attrNameLst>
                                          <p:attrName>style.visibility</p:attrName>
                                        </p:attrNameLst>
                                      </p:cBhvr>
                                      <p:to>
                                        <p:strVal val="visible"/>
                                      </p:to>
                                    </p:set>
                                    <p:animEffect transition="in" filter="slide(fromLeft)">
                                      <p:cBhvr>
                                        <p:cTn id="44" dur="500"/>
                                        <p:tgtEl>
                                          <p:spTgt spid="35893"/>
                                        </p:tgtEl>
                                      </p:cBhvr>
                                    </p:animEffect>
                                  </p:childTnLst>
                                </p:cTn>
                              </p:par>
                            </p:childTnLst>
                          </p:cTn>
                        </p:par>
                        <p:par>
                          <p:cTn id="45" fill="hold">
                            <p:stCondLst>
                              <p:cond delay="500"/>
                            </p:stCondLst>
                            <p:childTnLst>
                              <p:par>
                                <p:cTn id="46" presetID="18" presetClass="entr" presetSubtype="12" fill="hold" nodeType="after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strips(downLeft)">
                                      <p:cBhvr>
                                        <p:cTn id="4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86" grpId="0" bldLvl="0" animBg="1"/>
      <p:bldP spid="35890" grpId="0" bldLvl="0" animBg="1"/>
      <p:bldP spid="35893" grpId="0" bldLvl="0" animBg="1"/>
      <p:bldP spid="35894" grpId="0" bldLvl="0" animBg="1"/>
      <p:bldP spid="35896"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4-4 最大功率传输定理</a:t>
            </a:r>
            <a:endParaRPr lang="zh-CN" altLang="en-US"/>
          </a:p>
        </p:txBody>
      </p:sp>
      <p:sp>
        <p:nvSpPr>
          <p:cNvPr id="29699" name="Text Box 3"/>
          <p:cNvSpPr txBox="1"/>
          <p:nvPr/>
        </p:nvSpPr>
        <p:spPr>
          <a:xfrm>
            <a:off x="1423195" y="836771"/>
            <a:ext cx="7297420" cy="521970"/>
          </a:xfrm>
          <a:prstGeom prst="rect">
            <a:avLst/>
          </a:prstGeom>
          <a:noFill/>
          <a:ln w="9525">
            <a:noFill/>
          </a:ln>
        </p:spPr>
        <p:txBody>
          <a:bodyPr wrap="none" anchor="ctr" anchorCtr="0">
            <a:spAutoFit/>
          </a:bodyPr>
          <a:p>
            <a:pPr algn="ctr">
              <a:spcBef>
                <a:spcPct val="50000"/>
              </a:spcBef>
            </a:pP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R</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rPr>
              <a:t>L</a:t>
            </a:r>
            <a:r>
              <a:rPr kumimoji="1" lang="zh-CN" altLang="en-US" sz="2800" dirty="0" smtClean="0">
                <a:latin typeface="华文楷体" panose="02010600040101010101" pitchFamily="2" charset="-122"/>
                <a:ea typeface="华文楷体" panose="02010600040101010101" pitchFamily="2" charset="-122"/>
              </a:rPr>
              <a:t>为何值时能获得最大功率？并求最大功率。</a:t>
            </a:r>
            <a:endParaRPr kumimoji="1" lang="zh-CN" altLang="en-US" sz="2800" dirty="0" smtClean="0">
              <a:latin typeface="华文楷体" panose="02010600040101010101" pitchFamily="2" charset="-122"/>
              <a:ea typeface="华文楷体" panose="02010600040101010101" pitchFamily="2" charset="-122"/>
            </a:endParaRPr>
          </a:p>
        </p:txBody>
      </p:sp>
      <p:sp>
        <p:nvSpPr>
          <p:cNvPr id="29742" name="Text Box 46"/>
          <p:cNvSpPr txBox="1"/>
          <p:nvPr/>
        </p:nvSpPr>
        <p:spPr>
          <a:xfrm>
            <a:off x="1339533" y="1678147"/>
            <a:ext cx="3816350" cy="521970"/>
          </a:xfrm>
          <a:prstGeom prst="rect">
            <a:avLst/>
          </a:prstGeom>
          <a:noFill/>
          <a:ln w="9525">
            <a:noFill/>
          </a:ln>
        </p:spPr>
        <p:txBody>
          <a:bodyPr anchor="ctr" anchorCtr="0">
            <a:spAutoFit/>
          </a:bodyPr>
          <a:p>
            <a:pPr marL="342900" indent="-342900">
              <a:spcBef>
                <a:spcPct val="50000"/>
              </a:spcBef>
              <a:buAutoNum type="circleNumDbPlain"/>
            </a:pPr>
            <a:r>
              <a:rPr kumimoji="1" lang="zh-CN" altLang="en-US" sz="2800" dirty="0" smtClean="0">
                <a:latin typeface="华文楷体" panose="02010600040101010101" pitchFamily="2" charset="-122"/>
                <a:ea typeface="华文楷体" panose="02010600040101010101" pitchFamily="2" charset="-122"/>
              </a:rPr>
              <a:t>求开路电压</a:t>
            </a:r>
            <a:r>
              <a:rPr lang="en-US" altLang="zh-CN" b="0" i="1" dirty="0">
                <a:solidFill>
                  <a:schemeClr val="bg1"/>
                </a:solidFill>
                <a:latin typeface="Times New Roman" panose="02020603050405020304" pitchFamily="18" charset="0"/>
              </a:rPr>
              <a:t>U</a:t>
            </a:r>
            <a:r>
              <a:rPr lang="en-US" altLang="zh-CN" b="0" baseline="-25000" dirty="0">
                <a:solidFill>
                  <a:schemeClr val="bg1"/>
                </a:solidFill>
                <a:latin typeface="Times New Roman" panose="02020603050405020304" pitchFamily="18" charset="0"/>
              </a:rPr>
              <a:t>oc</a:t>
            </a:r>
            <a:endParaRPr lang="en-US" altLang="zh-CN" b="0" dirty="0">
              <a:solidFill>
                <a:schemeClr val="bg1"/>
              </a:solidFill>
              <a:latin typeface="Times New Roman" panose="02020603050405020304" pitchFamily="18" charset="0"/>
            </a:endParaRPr>
          </a:p>
        </p:txBody>
      </p:sp>
      <p:sp>
        <p:nvSpPr>
          <p:cNvPr id="29791" name="AutoShape 95"/>
          <p:cNvSpPr/>
          <p:nvPr/>
        </p:nvSpPr>
        <p:spPr>
          <a:xfrm>
            <a:off x="476885" y="3716338"/>
            <a:ext cx="719138" cy="144462"/>
          </a:xfrm>
          <a:prstGeom prst="rightArrow">
            <a:avLst>
              <a:gd name="adj1" fmla="val 50000"/>
              <a:gd name="adj2" fmla="val 124451"/>
            </a:avLst>
          </a:prstGeom>
          <a:solidFill>
            <a:srgbClr val="00CCFF"/>
          </a:solidFill>
          <a:ln w="9525">
            <a:noFill/>
          </a:ln>
        </p:spPr>
        <p:txBody>
          <a:bodyPr wrap="none" anchor="ctr" anchorCtr="0"/>
          <a:p>
            <a:endParaRPr lang="zh-CN" altLang="en-US" dirty="0">
              <a:latin typeface="Arial" panose="020B0604020202020204" pitchFamily="34" charset="0"/>
            </a:endParaRPr>
          </a:p>
        </p:txBody>
      </p:sp>
      <p:sp>
        <p:nvSpPr>
          <p:cNvPr id="3" name="Text Box 22"/>
          <p:cNvSpPr txBox="1">
            <a:spLocks noChangeArrowheads="1"/>
          </p:cNvSpPr>
          <p:nvPr/>
        </p:nvSpPr>
        <p:spPr bwMode="auto">
          <a:xfrm>
            <a:off x="107950" y="782955"/>
            <a:ext cx="1231900" cy="575945"/>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例</a:t>
            </a:r>
            <a:r>
              <a:rPr kumimoji="1" lang="en-US" altLang="zh-CN" sz="3200" dirty="0">
                <a:solidFill>
                  <a:schemeClr val="bg1"/>
                </a:solidFill>
                <a:latin typeface="华文新魏" panose="02010800040101010101" pitchFamily="2" charset="-122"/>
                <a:ea typeface="华文新魏" panose="02010800040101010101" pitchFamily="2" charset="-122"/>
              </a:rPr>
              <a:t>4-1</a:t>
            </a:r>
            <a:endParaRPr kumimoji="1" lang="en-US" altLang="zh-CN" sz="3200" dirty="0">
              <a:solidFill>
                <a:schemeClr val="bg1"/>
              </a:solidFill>
              <a:latin typeface="华文新魏" panose="02010800040101010101" pitchFamily="2" charset="-122"/>
              <a:ea typeface="华文新魏" panose="02010800040101010101" pitchFamily="2" charset="-122"/>
            </a:endParaRPr>
          </a:p>
        </p:txBody>
      </p:sp>
      <p:sp>
        <p:nvSpPr>
          <p:cNvPr id="10" name="Text Box 22"/>
          <p:cNvSpPr txBox="1">
            <a:spLocks noChangeArrowheads="1"/>
          </p:cNvSpPr>
          <p:nvPr/>
        </p:nvSpPr>
        <p:spPr bwMode="auto">
          <a:xfrm>
            <a:off x="476799" y="1624483"/>
            <a:ext cx="648000" cy="576000"/>
          </a:xfrm>
          <a:prstGeom prst="rect">
            <a:avLst/>
          </a:pr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解</a:t>
            </a:r>
            <a:endParaRPr kumimoji="1" lang="zh-CN" altLang="en-US" sz="3200" dirty="0">
              <a:solidFill>
                <a:schemeClr val="bg1"/>
              </a:solidFill>
              <a:latin typeface="华文新魏" panose="02010800040101010101" pitchFamily="2" charset="-122"/>
              <a:ea typeface="华文新魏" panose="02010800040101010101" pitchFamily="2" charset="-122"/>
            </a:endParaRPr>
          </a:p>
        </p:txBody>
      </p:sp>
      <p:graphicFrame>
        <p:nvGraphicFramePr>
          <p:cNvPr id="5" name="对象 4"/>
          <p:cNvGraphicFramePr/>
          <p:nvPr/>
        </p:nvGraphicFramePr>
        <p:xfrm>
          <a:off x="1389380" y="2428240"/>
          <a:ext cx="2366645" cy="540385"/>
        </p:xfrm>
        <a:graphic>
          <a:graphicData uri="http://schemas.openxmlformats.org/presentationml/2006/ole">
            <mc:AlternateContent xmlns:mc="http://schemas.openxmlformats.org/markup-compatibility/2006">
              <mc:Choice xmlns:v="urn:schemas-microsoft-com:vml" Requires="v">
                <p:oleObj spid="_x0000_s7" name="" r:id="rId1" imgW="1002665" imgH="215900" progId="Equation.KSEE3">
                  <p:embed/>
                </p:oleObj>
              </mc:Choice>
              <mc:Fallback>
                <p:oleObj name="" r:id="rId1" imgW="1002665" imgH="215900" progId="Equation.KSEE3">
                  <p:embed/>
                  <p:pic>
                    <p:nvPicPr>
                      <p:cNvPr id="0" name="图片 6"/>
                      <p:cNvPicPr/>
                      <p:nvPr/>
                    </p:nvPicPr>
                    <p:blipFill>
                      <a:blip r:embed="rId2"/>
                      <a:stretch>
                        <a:fillRect/>
                      </a:stretch>
                    </p:blipFill>
                    <p:spPr>
                      <a:xfrm>
                        <a:off x="1389380" y="2428240"/>
                        <a:ext cx="2366645" cy="540385"/>
                      </a:xfrm>
                      <a:prstGeom prst="rect">
                        <a:avLst/>
                      </a:prstGeom>
                    </p:spPr>
                  </p:pic>
                </p:oleObj>
              </mc:Fallback>
            </mc:AlternateContent>
          </a:graphicData>
        </a:graphic>
      </p:graphicFrame>
      <p:graphicFrame>
        <p:nvGraphicFramePr>
          <p:cNvPr id="11" name="对象 10"/>
          <p:cNvGraphicFramePr/>
          <p:nvPr/>
        </p:nvGraphicFramePr>
        <p:xfrm>
          <a:off x="1388745" y="3140075"/>
          <a:ext cx="2367280" cy="576580"/>
        </p:xfrm>
        <a:graphic>
          <a:graphicData uri="http://schemas.openxmlformats.org/presentationml/2006/ole">
            <mc:AlternateContent xmlns:mc="http://schemas.openxmlformats.org/markup-compatibility/2006">
              <mc:Choice xmlns:v="urn:schemas-microsoft-com:vml" Requires="v">
                <p:oleObj spid="_x0000_s12" name="" r:id="rId3" imgW="762000" imgH="215900" progId="Equation.KSEE3">
                  <p:embed/>
                </p:oleObj>
              </mc:Choice>
              <mc:Fallback>
                <p:oleObj name="" r:id="rId3" imgW="762000" imgH="215900" progId="Equation.KSEE3">
                  <p:embed/>
                  <p:pic>
                    <p:nvPicPr>
                      <p:cNvPr id="0" name="图片 11"/>
                      <p:cNvPicPr/>
                      <p:nvPr/>
                    </p:nvPicPr>
                    <p:blipFill>
                      <a:blip r:embed="rId4"/>
                      <a:stretch>
                        <a:fillRect/>
                      </a:stretch>
                    </p:blipFill>
                    <p:spPr>
                      <a:xfrm>
                        <a:off x="1388745" y="3140075"/>
                        <a:ext cx="2367280" cy="576580"/>
                      </a:xfrm>
                      <a:prstGeom prst="rect">
                        <a:avLst/>
                      </a:prstGeom>
                    </p:spPr>
                  </p:pic>
                </p:oleObj>
              </mc:Fallback>
            </mc:AlternateContent>
          </a:graphicData>
        </a:graphic>
      </p:graphicFrame>
      <p:graphicFrame>
        <p:nvGraphicFramePr>
          <p:cNvPr id="13" name="对象 12"/>
          <p:cNvGraphicFramePr/>
          <p:nvPr/>
        </p:nvGraphicFramePr>
        <p:xfrm>
          <a:off x="1388110" y="3883660"/>
          <a:ext cx="2367280" cy="597535"/>
        </p:xfrm>
        <a:graphic>
          <a:graphicData uri="http://schemas.openxmlformats.org/presentationml/2006/ole">
            <mc:AlternateContent xmlns:mc="http://schemas.openxmlformats.org/markup-compatibility/2006">
              <mc:Choice xmlns:v="urn:schemas-microsoft-com:vml" Requires="v">
                <p:oleObj spid="_x0000_s14" name="" r:id="rId5" imgW="762000" imgH="215900" progId="Equation.KSEE3">
                  <p:embed/>
                </p:oleObj>
              </mc:Choice>
              <mc:Fallback>
                <p:oleObj name="" r:id="rId5" imgW="762000" imgH="215900" progId="Equation.KSEE3">
                  <p:embed/>
                  <p:pic>
                    <p:nvPicPr>
                      <p:cNvPr id="0" name="图片 13"/>
                      <p:cNvPicPr/>
                      <p:nvPr/>
                    </p:nvPicPr>
                    <p:blipFill>
                      <a:blip r:embed="rId6"/>
                      <a:stretch>
                        <a:fillRect/>
                      </a:stretch>
                    </p:blipFill>
                    <p:spPr>
                      <a:xfrm>
                        <a:off x="1388110" y="3883660"/>
                        <a:ext cx="2367280" cy="597535"/>
                      </a:xfrm>
                      <a:prstGeom prst="rect">
                        <a:avLst/>
                      </a:prstGeom>
                    </p:spPr>
                  </p:pic>
                </p:oleObj>
              </mc:Fallback>
            </mc:AlternateContent>
          </a:graphicData>
        </a:graphic>
      </p:graphicFrame>
      <p:graphicFrame>
        <p:nvGraphicFramePr>
          <p:cNvPr id="15" name="对象 14"/>
          <p:cNvGraphicFramePr/>
          <p:nvPr/>
        </p:nvGraphicFramePr>
        <p:xfrm>
          <a:off x="1461770" y="4949825"/>
          <a:ext cx="5104130" cy="607060"/>
        </p:xfrm>
        <a:graphic>
          <a:graphicData uri="http://schemas.openxmlformats.org/presentationml/2006/ole">
            <mc:AlternateContent xmlns:mc="http://schemas.openxmlformats.org/markup-compatibility/2006">
              <mc:Choice xmlns:v="urn:schemas-microsoft-com:vml" Requires="v">
                <p:oleObj spid="_x0000_s16" name="" r:id="rId7" imgW="1866900" imgH="228600" progId="Equation.KSEE3">
                  <p:embed/>
                </p:oleObj>
              </mc:Choice>
              <mc:Fallback>
                <p:oleObj name="" r:id="rId7" imgW="1866900" imgH="228600" progId="Equation.KSEE3">
                  <p:embed/>
                  <p:pic>
                    <p:nvPicPr>
                      <p:cNvPr id="0" name="图片 15"/>
                      <p:cNvPicPr/>
                      <p:nvPr/>
                    </p:nvPicPr>
                    <p:blipFill>
                      <a:blip r:embed="rId8"/>
                      <a:stretch>
                        <a:fillRect/>
                      </a:stretch>
                    </p:blipFill>
                    <p:spPr>
                      <a:xfrm>
                        <a:off x="1461770" y="4949825"/>
                        <a:ext cx="5104130" cy="607060"/>
                      </a:xfrm>
                      <a:prstGeom prst="rect">
                        <a:avLst/>
                      </a:prstGeom>
                    </p:spPr>
                  </p:pic>
                </p:oleObj>
              </mc:Fallback>
            </mc:AlternateContent>
          </a:graphicData>
        </a:graphic>
      </p:graphicFrame>
      <p:grpSp>
        <p:nvGrpSpPr>
          <p:cNvPr id="21" name="组合 20"/>
          <p:cNvGrpSpPr/>
          <p:nvPr/>
        </p:nvGrpSpPr>
        <p:grpSpPr>
          <a:xfrm>
            <a:off x="4816475" y="1418590"/>
            <a:ext cx="4013200" cy="2895600"/>
            <a:chOff x="7585" y="2234"/>
            <a:chExt cx="6320" cy="4560"/>
          </a:xfrm>
        </p:grpSpPr>
        <p:grpSp>
          <p:nvGrpSpPr>
            <p:cNvPr id="8" name="组合 7"/>
            <p:cNvGrpSpPr/>
            <p:nvPr/>
          </p:nvGrpSpPr>
          <p:grpSpPr>
            <a:xfrm>
              <a:off x="7585" y="2234"/>
              <a:ext cx="6320" cy="4560"/>
              <a:chOff x="6975" y="1998"/>
              <a:chExt cx="6320" cy="4560"/>
            </a:xfrm>
          </p:grpSpPr>
          <p:grpSp>
            <p:nvGrpSpPr>
              <p:cNvPr id="9" name="Group 253"/>
              <p:cNvGrpSpPr/>
              <p:nvPr/>
            </p:nvGrpSpPr>
            <p:grpSpPr>
              <a:xfrm>
                <a:off x="7403" y="1998"/>
                <a:ext cx="5893" cy="4560"/>
                <a:chOff x="2961" y="799"/>
                <a:chExt cx="2357" cy="1824"/>
              </a:xfrm>
            </p:grpSpPr>
            <p:sp>
              <p:nvSpPr>
                <p:cNvPr id="23" name="Text Box 162"/>
                <p:cNvSpPr txBox="1"/>
                <p:nvPr>
                  <p:custDataLst>
                    <p:tags r:id="rId9"/>
                  </p:custDataLst>
                </p:nvPr>
              </p:nvSpPr>
              <p:spPr>
                <a:xfrm>
                  <a:off x="4231" y="1615"/>
                  <a:ext cx="699"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20</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Arial" panose="020B0604020202020204" pitchFamily="34" charset="0"/>
                    <a:ea typeface="仿宋_GB2312" pitchFamily="49" charset="-122"/>
                  </a:endParaRPr>
                </a:p>
              </p:txBody>
            </p:sp>
            <p:sp>
              <p:nvSpPr>
                <p:cNvPr id="24" name="Text Box 164"/>
                <p:cNvSpPr txBox="1"/>
                <p:nvPr>
                  <p:custDataLst>
                    <p:tags r:id="rId10"/>
                  </p:custDataLst>
                </p:nvPr>
              </p:nvSpPr>
              <p:spPr>
                <a:xfrm>
                  <a:off x="4276" y="1842"/>
                  <a:ext cx="196"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latin typeface="Arial" panose="020B0604020202020204" pitchFamily="34" charset="0"/>
                    <a:ea typeface="仿宋_GB2312" pitchFamily="49" charset="-122"/>
                  </a:endParaRPr>
                </a:p>
              </p:txBody>
            </p:sp>
            <p:sp>
              <p:nvSpPr>
                <p:cNvPr id="25" name="Text Box 165"/>
                <p:cNvSpPr txBox="1"/>
                <p:nvPr>
                  <p:custDataLst>
                    <p:tags r:id="rId11"/>
                  </p:custDataLst>
                </p:nvPr>
              </p:nvSpPr>
              <p:spPr>
                <a:xfrm>
                  <a:off x="4321" y="2296"/>
                  <a:ext cx="245"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latin typeface="Arial" panose="020B0604020202020204" pitchFamily="34" charset="0"/>
                    <a:ea typeface="仿宋_GB2312" pitchFamily="49" charset="-122"/>
                  </a:endParaRPr>
                </a:p>
              </p:txBody>
            </p:sp>
            <p:sp>
              <p:nvSpPr>
                <p:cNvPr id="26" name="Text Box 166"/>
                <p:cNvSpPr txBox="1"/>
                <p:nvPr>
                  <p:custDataLst>
                    <p:tags r:id="rId12"/>
                  </p:custDataLst>
                </p:nvPr>
              </p:nvSpPr>
              <p:spPr>
                <a:xfrm>
                  <a:off x="4321" y="2114"/>
                  <a:ext cx="601"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20V</a:t>
                  </a:r>
                  <a:endParaRPr lang="en-US" altLang="zh-CN" b="0" dirty="0">
                    <a:latin typeface="Arial" panose="020B0604020202020204" pitchFamily="34" charset="0"/>
                    <a:ea typeface="仿宋_GB2312" pitchFamily="49" charset="-122"/>
                  </a:endParaRPr>
                </a:p>
              </p:txBody>
            </p:sp>
            <p:sp>
              <p:nvSpPr>
                <p:cNvPr id="27" name="Text Box 167"/>
                <p:cNvSpPr txBox="1"/>
                <p:nvPr>
                  <p:custDataLst>
                    <p:tags r:id="rId13"/>
                  </p:custDataLst>
                </p:nvPr>
              </p:nvSpPr>
              <p:spPr>
                <a:xfrm>
                  <a:off x="4775" y="799"/>
                  <a:ext cx="294"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a</a:t>
                  </a:r>
                  <a:endParaRPr lang="en-US" altLang="zh-CN" b="0" dirty="0">
                    <a:latin typeface="Arial" panose="020B0604020202020204" pitchFamily="34" charset="0"/>
                    <a:ea typeface="仿宋_GB2312" pitchFamily="49" charset="-122"/>
                  </a:endParaRPr>
                </a:p>
              </p:txBody>
            </p:sp>
            <p:sp>
              <p:nvSpPr>
                <p:cNvPr id="28" name="Text Box 168"/>
                <p:cNvSpPr txBox="1"/>
                <p:nvPr>
                  <p:custDataLst>
                    <p:tags r:id="rId14"/>
                  </p:custDataLst>
                </p:nvPr>
              </p:nvSpPr>
              <p:spPr>
                <a:xfrm>
                  <a:off x="4775" y="2296"/>
                  <a:ext cx="196"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b</a:t>
                  </a:r>
                  <a:endParaRPr lang="en-US" altLang="zh-CN" b="0" dirty="0">
                    <a:latin typeface="Arial" panose="020B0604020202020204" pitchFamily="34" charset="0"/>
                    <a:ea typeface="仿宋_GB2312" pitchFamily="49" charset="-122"/>
                  </a:endParaRPr>
                </a:p>
              </p:txBody>
            </p:sp>
            <p:sp>
              <p:nvSpPr>
                <p:cNvPr id="29" name="Text Box 169"/>
                <p:cNvSpPr txBox="1"/>
                <p:nvPr>
                  <p:custDataLst>
                    <p:tags r:id="rId15"/>
                  </p:custDataLst>
                </p:nvPr>
              </p:nvSpPr>
              <p:spPr>
                <a:xfrm>
                  <a:off x="2961" y="1107"/>
                  <a:ext cx="463"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2A</a:t>
                  </a:r>
                  <a:endParaRPr lang="en-US" altLang="zh-CN" b="0" dirty="0">
                    <a:latin typeface="Arial" panose="020B0604020202020204" pitchFamily="34" charset="0"/>
                    <a:ea typeface="仿宋_GB2312" pitchFamily="49" charset="-122"/>
                  </a:endParaRPr>
                </a:p>
              </p:txBody>
            </p:sp>
            <p:sp>
              <p:nvSpPr>
                <p:cNvPr id="30" name="Text Box 170"/>
                <p:cNvSpPr txBox="1"/>
                <p:nvPr>
                  <p:custDataLst>
                    <p:tags r:id="rId16"/>
                  </p:custDataLst>
                </p:nvPr>
              </p:nvSpPr>
              <p:spPr>
                <a:xfrm>
                  <a:off x="3958" y="1434"/>
                  <a:ext cx="196"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latin typeface="Arial" panose="020B0604020202020204" pitchFamily="34" charset="0"/>
                    <a:ea typeface="仿宋_GB2312" pitchFamily="49" charset="-122"/>
                  </a:endParaRPr>
                </a:p>
              </p:txBody>
            </p:sp>
            <p:sp>
              <p:nvSpPr>
                <p:cNvPr id="31" name="Text Box 171"/>
                <p:cNvSpPr txBox="1"/>
                <p:nvPr>
                  <p:custDataLst>
                    <p:tags r:id="rId17"/>
                  </p:custDataLst>
                </p:nvPr>
              </p:nvSpPr>
              <p:spPr>
                <a:xfrm>
                  <a:off x="3958" y="1797"/>
                  <a:ext cx="245"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latin typeface="Arial" panose="020B0604020202020204" pitchFamily="34" charset="0"/>
                    <a:ea typeface="仿宋_GB2312" pitchFamily="49" charset="-122"/>
                  </a:endParaRPr>
                </a:p>
              </p:txBody>
            </p:sp>
            <p:sp>
              <p:nvSpPr>
                <p:cNvPr id="33" name="Text Box 173"/>
                <p:cNvSpPr txBox="1"/>
                <p:nvPr>
                  <p:custDataLst>
                    <p:tags r:id="rId18"/>
                  </p:custDataLst>
                </p:nvPr>
              </p:nvSpPr>
              <p:spPr>
                <a:xfrm>
                  <a:off x="4992" y="1343"/>
                  <a:ext cx="326" cy="290"/>
                </a:xfrm>
                <a:prstGeom prst="rect">
                  <a:avLst/>
                </a:prstGeom>
                <a:noFill/>
                <a:ln w="9525">
                  <a:noFill/>
                </a:ln>
              </p:spPr>
              <p:txBody>
                <a:bodyPr wrap="square">
                  <a:spAutoFit/>
                </a:bodyPr>
                <a:p>
                  <a:r>
                    <a:rPr lang="en-US" altLang="zh-CN" b="0" i="1" dirty="0">
                      <a:solidFill>
                        <a:schemeClr val="tx1"/>
                      </a:solidFill>
                      <a:latin typeface="Times New Roman" panose="02020603050405020304" pitchFamily="18" charset="0"/>
                      <a:ea typeface="宋体" panose="02010600030101010101" pitchFamily="2" charset="-122"/>
                    </a:rPr>
                    <a:t>R</a:t>
                  </a:r>
                  <a:r>
                    <a:rPr lang="en-US" altLang="zh-CN" b="0" baseline="-25000" dirty="0">
                      <a:solidFill>
                        <a:schemeClr val="tx1"/>
                      </a:solidFill>
                      <a:latin typeface="Times New Roman" panose="02020603050405020304" pitchFamily="18" charset="0"/>
                      <a:ea typeface="宋体" panose="02010600030101010101" pitchFamily="2" charset="-122"/>
                    </a:rPr>
                    <a:t>L</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34" name="Text Box 174"/>
                <p:cNvSpPr txBox="1"/>
                <p:nvPr>
                  <p:custDataLst>
                    <p:tags r:id="rId19"/>
                  </p:custDataLst>
                </p:nvPr>
              </p:nvSpPr>
              <p:spPr>
                <a:xfrm>
                  <a:off x="3822" y="980"/>
                  <a:ext cx="555"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10</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Arial" panose="020B0604020202020204" pitchFamily="34" charset="0"/>
                    <a:ea typeface="仿宋_GB2312" pitchFamily="49" charset="-122"/>
                  </a:endParaRPr>
                </a:p>
              </p:txBody>
            </p:sp>
          </p:grpSp>
          <p:sp>
            <p:nvSpPr>
              <p:cNvPr id="48" name="Rectangle 189"/>
              <p:cNvSpPr/>
              <p:nvPr>
                <p:custDataLst>
                  <p:tags r:id="rId20"/>
                </p:custDataLst>
              </p:nvPr>
            </p:nvSpPr>
            <p:spPr bwMode="auto">
              <a:xfrm>
                <a:off x="7427" y="2223"/>
                <a:ext cx="4898" cy="4195"/>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49" name="Rectangle 190"/>
              <p:cNvSpPr/>
              <p:nvPr>
                <p:custDataLst>
                  <p:tags r:id="rId21"/>
                </p:custDataLst>
              </p:nvPr>
            </p:nvSpPr>
            <p:spPr bwMode="auto">
              <a:xfrm>
                <a:off x="8902" y="3810"/>
                <a:ext cx="1745" cy="2610"/>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50" name="Line 191"/>
              <p:cNvSpPr/>
              <p:nvPr>
                <p:custDataLst>
                  <p:tags r:id="rId22"/>
                </p:custDataLst>
              </p:nvPr>
            </p:nvSpPr>
            <p:spPr bwMode="auto">
              <a:xfrm>
                <a:off x="9694" y="2223"/>
                <a:ext cx="0" cy="1587"/>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51" name="Text Box 192"/>
              <p:cNvSpPr txBox="1"/>
              <p:nvPr>
                <p:custDataLst>
                  <p:tags r:id="rId23"/>
                </p:custDataLst>
              </p:nvPr>
            </p:nvSpPr>
            <p:spPr>
              <a:xfrm>
                <a:off x="10829" y="4038"/>
                <a:ext cx="1636" cy="725"/>
              </a:xfrm>
              <a:prstGeom prst="rect">
                <a:avLst/>
              </a:prstGeom>
              <a:noFill/>
              <a:ln w="9525">
                <a:noFill/>
              </a:ln>
            </p:spPr>
            <p:txBody>
              <a:bodyPr wrap="square">
                <a:spAutoFit/>
              </a:bodyPr>
              <a:p>
                <a:r>
                  <a:rPr lang="en-US" altLang="zh-CN" b="0" dirty="0">
                    <a:solidFill>
                      <a:schemeClr val="tx1"/>
                    </a:solidFill>
                    <a:latin typeface="Times New Roman" panose="02020603050405020304" pitchFamily="18" charset="0"/>
                    <a:ea typeface="宋体" panose="02010600030101010101" pitchFamily="2" charset="-122"/>
                  </a:rPr>
                  <a:t>20</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52" name="Line 193"/>
              <p:cNvSpPr/>
              <p:nvPr>
                <p:custDataLst>
                  <p:tags r:id="rId24"/>
                </p:custDataLst>
              </p:nvPr>
            </p:nvSpPr>
            <p:spPr>
              <a:xfrm>
                <a:off x="7429" y="2565"/>
                <a:ext cx="0" cy="1135"/>
              </a:xfrm>
              <a:prstGeom prst="line">
                <a:avLst/>
              </a:prstGeom>
              <a:ln w="28575">
                <a:solidFill>
                  <a:srgbClr val="FF0000"/>
                </a:solidFill>
                <a:headEnd type="triangle" w="med" len="med"/>
                <a:tailEnd type="none"/>
              </a:ln>
            </p:spPr>
            <p:style>
              <a:lnRef idx="1">
                <a:schemeClr val="accent1"/>
              </a:lnRef>
              <a:fillRef idx="0">
                <a:schemeClr val="accent1"/>
              </a:fillRef>
              <a:effectRef idx="0">
                <a:schemeClr val="accent1"/>
              </a:effectRef>
              <a:fontRef idx="minor">
                <a:schemeClr val="tx1"/>
              </a:fontRef>
            </p:style>
          </p:sp>
          <p:sp>
            <p:nvSpPr>
              <p:cNvPr id="53" name="Text Box 194"/>
              <p:cNvSpPr txBox="1"/>
              <p:nvPr>
                <p:custDataLst>
                  <p:tags r:id="rId25"/>
                </p:custDataLst>
              </p:nvPr>
            </p:nvSpPr>
            <p:spPr>
              <a:xfrm>
                <a:off x="10829" y="4605"/>
                <a:ext cx="490" cy="81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54" name="Text Box 195"/>
              <p:cNvSpPr txBox="1"/>
              <p:nvPr>
                <p:custDataLst>
                  <p:tags r:id="rId26"/>
                </p:custDataLst>
              </p:nvPr>
            </p:nvSpPr>
            <p:spPr>
              <a:xfrm>
                <a:off x="10942" y="5740"/>
                <a:ext cx="613" cy="81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55" name="Text Box 196"/>
              <p:cNvSpPr txBox="1"/>
              <p:nvPr>
                <p:custDataLst>
                  <p:tags r:id="rId27"/>
                </p:custDataLst>
              </p:nvPr>
            </p:nvSpPr>
            <p:spPr>
              <a:xfrm>
                <a:off x="11062" y="5285"/>
                <a:ext cx="1236" cy="725"/>
              </a:xfrm>
              <a:prstGeom prst="rect">
                <a:avLst/>
              </a:prstGeom>
              <a:noFill/>
              <a:ln w="9525">
                <a:noFill/>
              </a:ln>
            </p:spPr>
            <p:txBody>
              <a:bodyPr wrap="square">
                <a:spAutoFit/>
              </a:bodyPr>
              <a:p>
                <a:r>
                  <a:rPr lang="en-US" altLang="zh-CN" b="0" dirty="0">
                    <a:solidFill>
                      <a:schemeClr val="tx1"/>
                    </a:solidFill>
                    <a:latin typeface="Times New Roman" panose="02020603050405020304" pitchFamily="18" charset="0"/>
                    <a:ea typeface="宋体" panose="02010600030101010101" pitchFamily="2" charset="-122"/>
                  </a:rPr>
                  <a:t>20V</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58" name="Text Box 199"/>
              <p:cNvSpPr txBox="1"/>
              <p:nvPr>
                <p:custDataLst>
                  <p:tags r:id="rId28"/>
                </p:custDataLst>
              </p:nvPr>
            </p:nvSpPr>
            <p:spPr>
              <a:xfrm>
                <a:off x="7542" y="2678"/>
                <a:ext cx="1135" cy="81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2A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59" name="Text Box 200"/>
              <p:cNvSpPr txBox="1"/>
              <p:nvPr>
                <p:custDataLst>
                  <p:tags r:id="rId29"/>
                </p:custDataLst>
              </p:nvPr>
            </p:nvSpPr>
            <p:spPr>
              <a:xfrm>
                <a:off x="9809" y="3630"/>
                <a:ext cx="490" cy="81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60" name="Text Box 201"/>
              <p:cNvSpPr txBox="1"/>
              <p:nvPr>
                <p:custDataLst>
                  <p:tags r:id="rId30"/>
                </p:custDataLst>
              </p:nvPr>
            </p:nvSpPr>
            <p:spPr>
              <a:xfrm>
                <a:off x="9854" y="4493"/>
                <a:ext cx="613" cy="81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61" name="Text Box 202"/>
              <p:cNvSpPr txBox="1"/>
              <p:nvPr>
                <p:custDataLst>
                  <p:tags r:id="rId31"/>
                </p:custDataLst>
              </p:nvPr>
            </p:nvSpPr>
            <p:spPr>
              <a:xfrm>
                <a:off x="9730" y="4048"/>
                <a:ext cx="1073" cy="725"/>
              </a:xfrm>
              <a:prstGeom prst="rect">
                <a:avLst/>
              </a:prstGeom>
              <a:noFill/>
              <a:ln w="9525">
                <a:noFill/>
              </a:ln>
            </p:spPr>
            <p:txBody>
              <a:bodyPr wrap="square">
                <a:spAutoFit/>
              </a:bodyPr>
              <a:p>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i="1" baseline="-25000" dirty="0">
                    <a:solidFill>
                      <a:schemeClr val="tx1"/>
                    </a:solidFill>
                    <a:latin typeface="Times New Roman" panose="02020603050405020304" pitchFamily="18" charset="0"/>
                    <a:ea typeface="宋体" panose="02010600030101010101" pitchFamily="2" charset="-122"/>
                  </a:rPr>
                  <a:t>R</a:t>
                </a:r>
                <a:endParaRPr lang="en-US" altLang="zh-CN" b="0" i="1" baseline="-25000" dirty="0">
                  <a:solidFill>
                    <a:schemeClr val="tx1"/>
                  </a:solidFill>
                  <a:latin typeface="Times New Roman" panose="02020603050405020304" pitchFamily="18" charset="0"/>
                  <a:ea typeface="宋体" panose="02010600030101010101" pitchFamily="2" charset="-122"/>
                </a:endParaRPr>
              </a:p>
            </p:txBody>
          </p:sp>
          <p:sp>
            <p:nvSpPr>
              <p:cNvPr id="62" name="Text Box 203"/>
              <p:cNvSpPr txBox="1"/>
              <p:nvPr>
                <p:custDataLst>
                  <p:tags r:id="rId32"/>
                </p:custDataLst>
              </p:nvPr>
            </p:nvSpPr>
            <p:spPr>
              <a:xfrm>
                <a:off x="9694" y="2450"/>
                <a:ext cx="1388" cy="81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10</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63" name="Line 204"/>
              <p:cNvSpPr/>
              <p:nvPr>
                <p:custDataLst>
                  <p:tags r:id="rId33"/>
                </p:custDataLst>
              </p:nvPr>
            </p:nvSpPr>
            <p:spPr>
              <a:xfrm>
                <a:off x="8902" y="5288"/>
                <a:ext cx="0" cy="907"/>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64" name="Rectangle 210"/>
              <p:cNvSpPr/>
              <p:nvPr>
                <p:custDataLst>
                  <p:tags r:id="rId34"/>
                </p:custDataLst>
              </p:nvPr>
            </p:nvSpPr>
            <p:spPr bwMode="auto">
              <a:xfrm>
                <a:off x="10489" y="4038"/>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65" name="Rectangle 211"/>
              <p:cNvSpPr/>
              <p:nvPr>
                <p:custDataLst>
                  <p:tags r:id="rId35"/>
                </p:custDataLst>
              </p:nvPr>
            </p:nvSpPr>
            <p:spPr bwMode="auto">
              <a:xfrm>
                <a:off x="9522" y="2563"/>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graphicFrame>
            <p:nvGraphicFramePr>
              <p:cNvPr id="85" name="对象 84"/>
              <p:cNvGraphicFramePr/>
              <p:nvPr>
                <p:custDataLst>
                  <p:tags r:id="rId36"/>
                </p:custDataLst>
              </p:nvPr>
            </p:nvGraphicFramePr>
            <p:xfrm>
              <a:off x="7988" y="5118"/>
              <a:ext cx="788" cy="1048"/>
            </p:xfrm>
            <a:graphic>
              <a:graphicData uri="http://schemas.openxmlformats.org/presentationml/2006/ole">
                <mc:AlternateContent xmlns:mc="http://schemas.openxmlformats.org/markup-compatibility/2006">
                  <mc:Choice xmlns:v="urn:schemas-microsoft-com:vml" Requires="v">
                    <p:oleObj spid="_x0000_s86" name="" r:id="rId37" imgW="254000" imgH="393700" progId="Equation.KSEE3">
                      <p:embed/>
                    </p:oleObj>
                  </mc:Choice>
                  <mc:Fallback>
                    <p:oleObj name="" r:id="rId37" imgW="254000" imgH="393700" progId="Equation.KSEE3">
                      <p:embed/>
                      <p:pic>
                        <p:nvPicPr>
                          <p:cNvPr id="0" name="图片 17"/>
                          <p:cNvPicPr/>
                          <p:nvPr/>
                        </p:nvPicPr>
                        <p:blipFill>
                          <a:blip r:embed="rId38"/>
                          <a:stretch>
                            <a:fillRect/>
                          </a:stretch>
                        </p:blipFill>
                        <p:spPr>
                          <a:xfrm>
                            <a:off x="7988" y="5118"/>
                            <a:ext cx="788" cy="1048"/>
                          </a:xfrm>
                          <a:prstGeom prst="rect">
                            <a:avLst/>
                          </a:prstGeom>
                        </p:spPr>
                      </p:pic>
                    </p:oleObj>
                  </mc:Fallback>
                </mc:AlternateContent>
              </a:graphicData>
            </a:graphic>
          </p:graphicFrame>
          <p:grpSp>
            <p:nvGrpSpPr>
              <p:cNvPr id="87" name="组合 86"/>
              <p:cNvGrpSpPr/>
              <p:nvPr/>
            </p:nvGrpSpPr>
            <p:grpSpPr>
              <a:xfrm>
                <a:off x="10193" y="5172"/>
                <a:ext cx="908" cy="908"/>
                <a:chOff x="505193" y="3720552"/>
                <a:chExt cx="432197" cy="432197"/>
              </a:xfrm>
              <a:solidFill>
                <a:schemeClr val="accent6">
                  <a:lumMod val="40000"/>
                  <a:lumOff val="60000"/>
                </a:schemeClr>
              </a:solidFill>
            </p:grpSpPr>
            <p:sp>
              <p:nvSpPr>
                <p:cNvPr id="88" name="Oval 953"/>
                <p:cNvSpPr>
                  <a:spLocks noChangeArrowheads="1"/>
                </p:cNvSpPr>
                <p:nvPr>
                  <p:custDataLst>
                    <p:tags r:id="rId39"/>
                  </p:custDataLst>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89" name="直接连接符 88"/>
                <p:cNvCxnSpPr>
                  <a:stCxn id="88" idx="0"/>
                  <a:endCxn id="88" idx="4"/>
                </p:cNvCxnSpPr>
                <p:nvPr>
                  <p:custDataLst>
                    <p:tags r:id="rId40"/>
                  </p:custDataLst>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0" name="组合 89"/>
              <p:cNvGrpSpPr/>
              <p:nvPr/>
            </p:nvGrpSpPr>
            <p:grpSpPr>
              <a:xfrm>
                <a:off x="6975" y="3585"/>
                <a:ext cx="908" cy="908"/>
                <a:chOff x="5907581" y="4495572"/>
                <a:chExt cx="576263" cy="576263"/>
              </a:xfrm>
            </p:grpSpPr>
            <p:sp>
              <p:nvSpPr>
                <p:cNvPr id="91" name="Oval 953"/>
                <p:cNvSpPr>
                  <a:spLocks noChangeArrowheads="1"/>
                </p:cNvSpPr>
                <p:nvPr>
                  <p:custDataLst>
                    <p:tags r:id="rId41"/>
                  </p:custDataLst>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92" name="直接连接符 91"/>
                <p:cNvCxnSpPr>
                  <a:stCxn id="91" idx="4"/>
                  <a:endCxn id="91" idx="0"/>
                </p:cNvCxnSpPr>
                <p:nvPr>
                  <p:custDataLst>
                    <p:tags r:id="rId42"/>
                  </p:custDataLst>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3" name="组合 92"/>
              <p:cNvGrpSpPr/>
              <p:nvPr/>
            </p:nvGrpSpPr>
            <p:grpSpPr>
              <a:xfrm>
                <a:off x="8423" y="4379"/>
                <a:ext cx="907" cy="907"/>
                <a:chOff x="5883144" y="5417878"/>
                <a:chExt cx="576000" cy="576000"/>
              </a:xfrm>
            </p:grpSpPr>
            <p:sp>
              <p:nvSpPr>
                <p:cNvPr id="94" name="AutoShape 17"/>
                <p:cNvSpPr>
                  <a:spLocks noChangeArrowheads="1"/>
                </p:cNvSpPr>
                <p:nvPr>
                  <p:custDataLst>
                    <p:tags r:id="rId43"/>
                  </p:custDataLst>
                </p:nvPr>
              </p:nvSpPr>
              <p:spPr bwMode="auto">
                <a:xfrm>
                  <a:off x="5883144" y="5417878"/>
                  <a:ext cx="576000" cy="576000"/>
                </a:xfrm>
                <a:prstGeom prst="diamond">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en-US" sz="1800"/>
                </a:p>
              </p:txBody>
            </p:sp>
            <p:cxnSp>
              <p:nvCxnSpPr>
                <p:cNvPr id="95" name="直接连接符 94"/>
                <p:cNvCxnSpPr>
                  <a:stCxn id="94" idx="1"/>
                  <a:endCxn id="94" idx="3"/>
                </p:cNvCxnSpPr>
                <p:nvPr>
                  <p:custDataLst>
                    <p:tags r:id="rId44"/>
                  </p:custDataLst>
                </p:nvPr>
              </p:nvCxnSpPr>
              <p:spPr>
                <a:xfrm>
                  <a:off x="5883144" y="5705878"/>
                  <a:ext cx="576000"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96" name="Rectangle 211"/>
            <p:cNvSpPr/>
            <p:nvPr>
              <p:custDataLst>
                <p:tags r:id="rId45"/>
              </p:custDataLst>
            </p:nvPr>
          </p:nvSpPr>
          <p:spPr bwMode="auto">
            <a:xfrm>
              <a:off x="12788" y="3345"/>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cxnSp>
          <p:nvCxnSpPr>
            <p:cNvPr id="97" name="直接箭头连接符 96"/>
            <p:cNvCxnSpPr/>
            <p:nvPr/>
          </p:nvCxnSpPr>
          <p:spPr>
            <a:xfrm flipV="1">
              <a:off x="12470" y="3474"/>
              <a:ext cx="813" cy="565"/>
            </a:xfrm>
            <a:prstGeom prst="straightConnector1">
              <a:avLst/>
            </a:prstGeom>
            <a:ln w="28575">
              <a:solidFill>
                <a:srgbClr val="FF0000"/>
              </a:solidFill>
              <a:headEnd type="none"/>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0" name="组合 19"/>
          <p:cNvGrpSpPr/>
          <p:nvPr/>
        </p:nvGrpSpPr>
        <p:grpSpPr>
          <a:xfrm>
            <a:off x="4730750" y="1353185"/>
            <a:ext cx="4269105" cy="3023870"/>
            <a:chOff x="7468" y="6571"/>
            <a:chExt cx="6723" cy="4762"/>
          </a:xfrm>
        </p:grpSpPr>
        <p:grpSp>
          <p:nvGrpSpPr>
            <p:cNvPr id="4" name="Group 253"/>
            <p:cNvGrpSpPr/>
            <p:nvPr/>
          </p:nvGrpSpPr>
          <p:grpSpPr>
            <a:xfrm rot="0">
              <a:off x="7728" y="6571"/>
              <a:ext cx="6463" cy="4560"/>
              <a:chOff x="2744" y="799"/>
              <a:chExt cx="2585" cy="1824"/>
            </a:xfrm>
          </p:grpSpPr>
          <p:sp>
            <p:nvSpPr>
              <p:cNvPr id="27704" name="Oval 158"/>
              <p:cNvSpPr/>
              <p:nvPr/>
            </p:nvSpPr>
            <p:spPr>
              <a:xfrm>
                <a:off x="4004" y="2069"/>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7705" name="Rectangle 159"/>
              <p:cNvSpPr/>
              <p:nvPr/>
            </p:nvSpPr>
            <p:spPr>
              <a:xfrm>
                <a:off x="2929" y="889"/>
                <a:ext cx="1856" cy="1678"/>
              </a:xfrm>
              <a:prstGeom prst="rect">
                <a:avLst/>
              </a:prstGeom>
              <a:noFill/>
              <a:ln w="28575" cap="flat" cmpd="sng">
                <a:solidFill>
                  <a:srgbClr val="FFCC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7706" name="Rectangle 160"/>
              <p:cNvSpPr/>
              <p:nvPr/>
            </p:nvSpPr>
            <p:spPr>
              <a:xfrm>
                <a:off x="3470" y="1524"/>
                <a:ext cx="698" cy="1044"/>
              </a:xfrm>
              <a:prstGeom prst="rect">
                <a:avLst/>
              </a:prstGeom>
              <a:noFill/>
              <a:ln w="28575" cap="flat" cmpd="sng">
                <a:solidFill>
                  <a:srgbClr val="FFCC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7707" name="Line 161"/>
              <p:cNvSpPr/>
              <p:nvPr/>
            </p:nvSpPr>
            <p:spPr>
              <a:xfrm>
                <a:off x="3822" y="889"/>
                <a:ext cx="0" cy="635"/>
              </a:xfrm>
              <a:prstGeom prst="line">
                <a:avLst/>
              </a:prstGeom>
              <a:ln w="28575" cap="flat" cmpd="sng">
                <a:solidFill>
                  <a:srgbClr val="FFCC00"/>
                </a:solidFill>
                <a:prstDash val="solid"/>
                <a:headEnd type="oval" w="med" len="med"/>
                <a:tailEnd type="oval" w="med" len="med"/>
              </a:ln>
            </p:spPr>
          </p:sp>
          <p:sp>
            <p:nvSpPr>
              <p:cNvPr id="27708" name="Text Box 162"/>
              <p:cNvSpPr txBox="1"/>
              <p:nvPr/>
            </p:nvSpPr>
            <p:spPr>
              <a:xfrm>
                <a:off x="4231" y="1615"/>
                <a:ext cx="699"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20</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Arial" panose="020B0604020202020204" pitchFamily="34" charset="0"/>
                  <a:ea typeface="仿宋_GB2312" pitchFamily="49" charset="-122"/>
                </a:endParaRPr>
              </a:p>
            </p:txBody>
          </p:sp>
          <p:sp>
            <p:nvSpPr>
              <p:cNvPr id="27709" name="Text Box 164"/>
              <p:cNvSpPr txBox="1"/>
              <p:nvPr/>
            </p:nvSpPr>
            <p:spPr>
              <a:xfrm>
                <a:off x="4276" y="1842"/>
                <a:ext cx="196"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latin typeface="Arial" panose="020B0604020202020204" pitchFamily="34" charset="0"/>
                  <a:ea typeface="仿宋_GB2312" pitchFamily="49" charset="-122"/>
                </a:endParaRPr>
              </a:p>
            </p:txBody>
          </p:sp>
          <p:sp>
            <p:nvSpPr>
              <p:cNvPr id="27710" name="Text Box 165"/>
              <p:cNvSpPr txBox="1"/>
              <p:nvPr/>
            </p:nvSpPr>
            <p:spPr>
              <a:xfrm>
                <a:off x="4321" y="2296"/>
                <a:ext cx="245"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latin typeface="Arial" panose="020B0604020202020204" pitchFamily="34" charset="0"/>
                  <a:ea typeface="仿宋_GB2312" pitchFamily="49" charset="-122"/>
                </a:endParaRPr>
              </a:p>
            </p:txBody>
          </p:sp>
          <p:sp>
            <p:nvSpPr>
              <p:cNvPr id="27711" name="Text Box 166"/>
              <p:cNvSpPr txBox="1"/>
              <p:nvPr/>
            </p:nvSpPr>
            <p:spPr>
              <a:xfrm>
                <a:off x="4321" y="2114"/>
                <a:ext cx="601"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20V</a:t>
                </a:r>
                <a:endParaRPr lang="en-US" altLang="zh-CN" b="0" dirty="0">
                  <a:latin typeface="Arial" panose="020B0604020202020204" pitchFamily="34" charset="0"/>
                  <a:ea typeface="仿宋_GB2312" pitchFamily="49" charset="-122"/>
                </a:endParaRPr>
              </a:p>
            </p:txBody>
          </p:sp>
          <p:sp>
            <p:nvSpPr>
              <p:cNvPr id="27712" name="Text Box 167"/>
              <p:cNvSpPr txBox="1"/>
              <p:nvPr/>
            </p:nvSpPr>
            <p:spPr>
              <a:xfrm>
                <a:off x="4775" y="799"/>
                <a:ext cx="294"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a</a:t>
                </a:r>
                <a:endParaRPr lang="en-US" altLang="zh-CN" b="0" dirty="0">
                  <a:latin typeface="Arial" panose="020B0604020202020204" pitchFamily="34" charset="0"/>
                  <a:ea typeface="仿宋_GB2312" pitchFamily="49" charset="-122"/>
                </a:endParaRPr>
              </a:p>
            </p:txBody>
          </p:sp>
          <p:sp>
            <p:nvSpPr>
              <p:cNvPr id="27713" name="Text Box 168"/>
              <p:cNvSpPr txBox="1"/>
              <p:nvPr/>
            </p:nvSpPr>
            <p:spPr>
              <a:xfrm>
                <a:off x="4775" y="2296"/>
                <a:ext cx="196"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b</a:t>
                </a:r>
                <a:endParaRPr lang="en-US" altLang="zh-CN" b="0" dirty="0">
                  <a:latin typeface="Arial" panose="020B0604020202020204" pitchFamily="34" charset="0"/>
                  <a:ea typeface="仿宋_GB2312" pitchFamily="49" charset="-122"/>
                </a:endParaRPr>
              </a:p>
            </p:txBody>
          </p:sp>
          <p:sp>
            <p:nvSpPr>
              <p:cNvPr id="27714" name="Text Box 169"/>
              <p:cNvSpPr txBox="1"/>
              <p:nvPr/>
            </p:nvSpPr>
            <p:spPr>
              <a:xfrm>
                <a:off x="2961" y="1107"/>
                <a:ext cx="463"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2A</a:t>
                </a:r>
                <a:endParaRPr lang="en-US" altLang="zh-CN" b="0" dirty="0">
                  <a:latin typeface="Arial" panose="020B0604020202020204" pitchFamily="34" charset="0"/>
                  <a:ea typeface="仿宋_GB2312" pitchFamily="49" charset="-122"/>
                </a:endParaRPr>
              </a:p>
            </p:txBody>
          </p:sp>
          <p:sp>
            <p:nvSpPr>
              <p:cNvPr id="27715" name="Text Box 170"/>
              <p:cNvSpPr txBox="1"/>
              <p:nvPr/>
            </p:nvSpPr>
            <p:spPr>
              <a:xfrm>
                <a:off x="3958" y="1434"/>
                <a:ext cx="196"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latin typeface="Arial" panose="020B0604020202020204" pitchFamily="34" charset="0"/>
                  <a:ea typeface="仿宋_GB2312" pitchFamily="49" charset="-122"/>
                </a:endParaRPr>
              </a:p>
            </p:txBody>
          </p:sp>
          <p:sp>
            <p:nvSpPr>
              <p:cNvPr id="27716" name="Text Box 171"/>
              <p:cNvSpPr txBox="1"/>
              <p:nvPr/>
            </p:nvSpPr>
            <p:spPr>
              <a:xfrm>
                <a:off x="3958" y="1797"/>
                <a:ext cx="245"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latin typeface="Arial" panose="020B0604020202020204" pitchFamily="34" charset="0"/>
                  <a:ea typeface="仿宋_GB2312" pitchFamily="49" charset="-122"/>
                </a:endParaRPr>
              </a:p>
            </p:txBody>
          </p:sp>
          <p:sp>
            <p:nvSpPr>
              <p:cNvPr id="27717" name="Text Box 172"/>
              <p:cNvSpPr txBox="1"/>
              <p:nvPr/>
            </p:nvSpPr>
            <p:spPr>
              <a:xfrm>
                <a:off x="3732" y="1615"/>
                <a:ext cx="485" cy="327"/>
              </a:xfrm>
              <a:prstGeom prst="rect">
                <a:avLst/>
              </a:prstGeom>
              <a:noFill/>
              <a:ln w="9525">
                <a:noFill/>
              </a:ln>
            </p:spPr>
            <p:txBody>
              <a:bodyPr>
                <a:spAutoFit/>
              </a:bodyPr>
              <a:p>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i="1" baseline="-25000" dirty="0">
                    <a:solidFill>
                      <a:schemeClr val="bg1"/>
                    </a:solidFill>
                    <a:latin typeface="Times New Roman" panose="02020603050405020304" pitchFamily="18" charset="0"/>
                    <a:ea typeface="宋体" panose="02010600030101010101" pitchFamily="2" charset="-122"/>
                  </a:rPr>
                  <a:t>R</a:t>
                </a:r>
                <a:endParaRPr lang="en-US" altLang="zh-CN" b="0" i="1" baseline="-25000" dirty="0">
                  <a:solidFill>
                    <a:schemeClr val="bg1"/>
                  </a:solidFill>
                  <a:latin typeface="Times New Roman" panose="02020603050405020304" pitchFamily="18" charset="0"/>
                  <a:ea typeface="宋体" panose="02010600030101010101" pitchFamily="2" charset="-122"/>
                </a:endParaRPr>
              </a:p>
            </p:txBody>
          </p:sp>
          <p:sp>
            <p:nvSpPr>
              <p:cNvPr id="27718" name="Text Box 173"/>
              <p:cNvSpPr txBox="1"/>
              <p:nvPr/>
            </p:nvSpPr>
            <p:spPr>
              <a:xfrm>
                <a:off x="4866" y="1343"/>
                <a:ext cx="463" cy="327"/>
              </a:xfrm>
              <a:prstGeom prst="rect">
                <a:avLst/>
              </a:prstGeom>
              <a:noFill/>
              <a:ln w="9525">
                <a:noFill/>
              </a:ln>
            </p:spPr>
            <p:txBody>
              <a:bodyPr>
                <a:spAutoFit/>
              </a:bodyPr>
              <a:p>
                <a:r>
                  <a:rPr lang="en-US" altLang="zh-CN" b="0" i="1" dirty="0">
                    <a:solidFill>
                      <a:schemeClr val="bg1"/>
                    </a:solidFill>
                    <a:latin typeface="Times New Roman" panose="02020603050405020304" pitchFamily="18" charset="0"/>
                    <a:ea typeface="宋体" panose="02010600030101010101" pitchFamily="2" charset="-122"/>
                  </a:rPr>
                  <a:t>R</a:t>
                </a:r>
                <a:r>
                  <a:rPr lang="en-US" altLang="zh-CN" b="0" baseline="-25000" dirty="0">
                    <a:solidFill>
                      <a:schemeClr val="bg1"/>
                    </a:solidFill>
                    <a:latin typeface="Times New Roman" panose="02020603050405020304" pitchFamily="18" charset="0"/>
                    <a:ea typeface="宋体" panose="02010600030101010101" pitchFamily="2" charset="-122"/>
                  </a:rPr>
                  <a:t>L</a:t>
                </a:r>
                <a:endParaRPr lang="en-US" altLang="zh-CN" b="0" baseline="-25000" dirty="0">
                  <a:solidFill>
                    <a:schemeClr val="bg1"/>
                  </a:solidFill>
                  <a:latin typeface="Times New Roman" panose="02020603050405020304" pitchFamily="18" charset="0"/>
                  <a:ea typeface="宋体" panose="02010600030101010101" pitchFamily="2" charset="-122"/>
                </a:endParaRPr>
              </a:p>
            </p:txBody>
          </p:sp>
          <p:sp>
            <p:nvSpPr>
              <p:cNvPr id="27719" name="Text Box 174"/>
              <p:cNvSpPr txBox="1"/>
              <p:nvPr/>
            </p:nvSpPr>
            <p:spPr>
              <a:xfrm>
                <a:off x="3822" y="980"/>
                <a:ext cx="555"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10</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Arial" panose="020B0604020202020204" pitchFamily="34" charset="0"/>
                  <a:ea typeface="仿宋_GB2312" pitchFamily="49" charset="-122"/>
                </a:endParaRPr>
              </a:p>
            </p:txBody>
          </p:sp>
          <p:sp>
            <p:nvSpPr>
              <p:cNvPr id="27720" name="Line 175"/>
              <p:cNvSpPr/>
              <p:nvPr/>
            </p:nvSpPr>
            <p:spPr>
              <a:xfrm>
                <a:off x="3470" y="2115"/>
                <a:ext cx="0" cy="363"/>
              </a:xfrm>
              <a:prstGeom prst="line">
                <a:avLst/>
              </a:prstGeom>
              <a:ln w="28575" cap="flat" cmpd="sng">
                <a:solidFill>
                  <a:srgbClr val="66FFFF"/>
                </a:solidFill>
                <a:prstDash val="solid"/>
                <a:headEnd type="none" w="med" len="med"/>
                <a:tailEnd type="triangle" w="med" len="med"/>
              </a:ln>
            </p:spPr>
          </p:sp>
          <p:graphicFrame>
            <p:nvGraphicFramePr>
              <p:cNvPr id="27655" name="Object 176"/>
              <p:cNvGraphicFramePr/>
              <p:nvPr/>
            </p:nvGraphicFramePr>
            <p:xfrm>
              <a:off x="3107" y="1978"/>
              <a:ext cx="317" cy="510"/>
            </p:xfrm>
            <a:graphic>
              <a:graphicData uri="http://schemas.openxmlformats.org/presentationml/2006/ole">
                <mc:AlternateContent xmlns:mc="http://schemas.openxmlformats.org/markup-compatibility/2006">
                  <mc:Choice xmlns:v="urn:schemas-microsoft-com:vml" Requires="v">
                    <p:oleObj spid="_x0000_s3182" name="" r:id="rId46" imgW="279400" imgH="457200" progId="Equation.3">
                      <p:embed/>
                    </p:oleObj>
                  </mc:Choice>
                  <mc:Fallback>
                    <p:oleObj name="" r:id="rId46" imgW="279400" imgH="457200" progId="Equation.3">
                      <p:embed/>
                      <p:pic>
                        <p:nvPicPr>
                          <p:cNvPr id="0" name="图片 3181"/>
                          <p:cNvPicPr/>
                          <p:nvPr/>
                        </p:nvPicPr>
                        <p:blipFill>
                          <a:blip r:embed="rId47">
                            <a:clrChange>
                              <a:clrFrom>
                                <a:srgbClr val="000000"/>
                              </a:clrFrom>
                              <a:clrTo>
                                <a:srgbClr val="FFFFFF"/>
                              </a:clrTo>
                            </a:clrChange>
                          </a:blip>
                          <a:stretch>
                            <a:fillRect/>
                          </a:stretch>
                        </p:blipFill>
                        <p:spPr>
                          <a:xfrm>
                            <a:off x="3107" y="1978"/>
                            <a:ext cx="317" cy="510"/>
                          </a:xfrm>
                          <a:prstGeom prst="rect">
                            <a:avLst/>
                          </a:prstGeom>
                          <a:noFill/>
                          <a:ln w="38100">
                            <a:noFill/>
                            <a:miter/>
                          </a:ln>
                        </p:spPr>
                      </p:pic>
                    </p:oleObj>
                  </mc:Fallback>
                </mc:AlternateContent>
              </a:graphicData>
            </a:graphic>
          </p:graphicFrame>
          <p:sp>
            <p:nvSpPr>
              <p:cNvPr id="27721" name="AutoShape 180"/>
              <p:cNvSpPr/>
              <p:nvPr/>
            </p:nvSpPr>
            <p:spPr>
              <a:xfrm rot="10800000">
                <a:off x="3288" y="1706"/>
                <a:ext cx="362" cy="409"/>
              </a:xfrm>
              <a:prstGeom prst="flowChartSort">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miter/>
                <a:headEnd type="none" w="med" len="med"/>
                <a:tailEnd type="none" w="med" len="med"/>
              </a:ln>
            </p:spPr>
            <p:txBody>
              <a:bodyPr anchor="ctr" anchorCtr="0">
                <a:spAutoFit/>
              </a:bodyPr>
              <a:p>
                <a:endParaRPr lang="zh-CN" altLang="en-US" dirty="0">
                  <a:latin typeface="Arial" panose="020B0604020202020204" pitchFamily="34" charset="0"/>
                </a:endParaRPr>
              </a:p>
            </p:txBody>
          </p:sp>
          <p:sp>
            <p:nvSpPr>
              <p:cNvPr id="27722" name="Rectangle 181"/>
              <p:cNvSpPr/>
              <p:nvPr/>
            </p:nvSpPr>
            <p:spPr>
              <a:xfrm>
                <a:off x="4140" y="1615"/>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27723" name="Rectangle 182"/>
              <p:cNvSpPr/>
              <p:nvPr/>
            </p:nvSpPr>
            <p:spPr>
              <a:xfrm>
                <a:off x="3741" y="1025"/>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27724" name="Rectangle 183"/>
              <p:cNvSpPr/>
              <p:nvPr/>
            </p:nvSpPr>
            <p:spPr>
              <a:xfrm>
                <a:off x="4693" y="1343"/>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27725" name="Line 184"/>
              <p:cNvSpPr/>
              <p:nvPr/>
            </p:nvSpPr>
            <p:spPr>
              <a:xfrm flipV="1">
                <a:off x="4594" y="1343"/>
                <a:ext cx="325" cy="226"/>
              </a:xfrm>
              <a:prstGeom prst="line">
                <a:avLst/>
              </a:prstGeom>
              <a:ln w="38100" cap="flat" cmpd="sng">
                <a:solidFill>
                  <a:srgbClr val="FF3300"/>
                </a:solidFill>
                <a:prstDash val="solid"/>
                <a:headEnd type="none" w="med" len="med"/>
                <a:tailEnd type="triangle" w="med" len="med"/>
              </a:ln>
            </p:spPr>
          </p:sp>
          <p:sp>
            <p:nvSpPr>
              <p:cNvPr id="27726" name="Line 163"/>
              <p:cNvSpPr/>
              <p:nvPr/>
            </p:nvSpPr>
            <p:spPr>
              <a:xfrm>
                <a:off x="2925" y="1071"/>
                <a:ext cx="0" cy="409"/>
              </a:xfrm>
              <a:prstGeom prst="line">
                <a:avLst/>
              </a:prstGeom>
              <a:ln w="28575" cap="flat" cmpd="sng">
                <a:solidFill>
                  <a:srgbClr val="66FFFF"/>
                </a:solidFill>
                <a:prstDash val="solid"/>
                <a:headEnd type="triangle" w="med" len="lg"/>
                <a:tailEnd type="none" w="med" len="med"/>
              </a:ln>
            </p:spPr>
          </p:sp>
          <p:grpSp>
            <p:nvGrpSpPr>
              <p:cNvPr id="27727" name="Group 177"/>
              <p:cNvGrpSpPr/>
              <p:nvPr/>
            </p:nvGrpSpPr>
            <p:grpSpPr>
              <a:xfrm>
                <a:off x="2744" y="1479"/>
                <a:ext cx="363" cy="363"/>
                <a:chOff x="4785" y="709"/>
                <a:chExt cx="363" cy="363"/>
              </a:xfrm>
            </p:grpSpPr>
            <p:sp>
              <p:nvSpPr>
                <p:cNvPr id="27728" name="Oval 178"/>
                <p:cNvSpPr/>
                <p:nvPr/>
              </p:nvSpPr>
              <p:spPr>
                <a:xfrm>
                  <a:off x="4785" y="709"/>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7729" name="Line 179"/>
                <p:cNvSpPr/>
                <p:nvPr/>
              </p:nvSpPr>
              <p:spPr>
                <a:xfrm>
                  <a:off x="4785" y="890"/>
                  <a:ext cx="363" cy="0"/>
                </a:xfrm>
                <a:prstGeom prst="line">
                  <a:avLst/>
                </a:prstGeom>
                <a:ln w="38100" cap="flat" cmpd="sng">
                  <a:solidFill>
                    <a:srgbClr val="FF9900"/>
                  </a:solidFill>
                  <a:prstDash val="solid"/>
                  <a:headEnd type="none" w="med" len="med"/>
                  <a:tailEnd type="none" w="med" len="med"/>
                </a:ln>
              </p:spPr>
            </p:sp>
          </p:grpSp>
        </p:grpSp>
        <p:sp>
          <p:nvSpPr>
            <p:cNvPr id="27674" name="Rectangle 187"/>
            <p:cNvSpPr/>
            <p:nvPr/>
          </p:nvSpPr>
          <p:spPr>
            <a:xfrm>
              <a:off x="7468" y="6571"/>
              <a:ext cx="6478" cy="4762"/>
            </a:xfrm>
            <a:prstGeom prst="rect">
              <a:avLst/>
            </a:prstGeom>
            <a:solidFill>
              <a:schemeClr val="bg2"/>
            </a:solidFill>
            <a:ln w="9525">
              <a:noFill/>
            </a:ln>
          </p:spPr>
          <p:txBody>
            <a:bodyPr wrap="none" anchor="ctr" anchorCtr="0"/>
            <a:p>
              <a:endParaRPr lang="zh-CN" altLang="en-US" dirty="0">
                <a:solidFill>
                  <a:schemeClr val="tx1"/>
                </a:solidFill>
                <a:latin typeface="Arial" panose="020B0604020202020204" pitchFamily="34" charset="0"/>
              </a:endParaRPr>
            </a:p>
          </p:txBody>
        </p:sp>
        <p:sp>
          <p:nvSpPr>
            <p:cNvPr id="27676" name="Rectangle 189"/>
            <p:cNvSpPr/>
            <p:nvPr/>
          </p:nvSpPr>
          <p:spPr bwMode="auto">
            <a:xfrm>
              <a:off x="8295" y="6796"/>
              <a:ext cx="4640" cy="4195"/>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7677" name="Rectangle 190"/>
            <p:cNvSpPr/>
            <p:nvPr/>
          </p:nvSpPr>
          <p:spPr bwMode="auto">
            <a:xfrm>
              <a:off x="9770" y="8383"/>
              <a:ext cx="1745" cy="2610"/>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7678" name="Line 191"/>
            <p:cNvSpPr/>
            <p:nvPr/>
          </p:nvSpPr>
          <p:spPr bwMode="auto">
            <a:xfrm>
              <a:off x="10562" y="6796"/>
              <a:ext cx="0" cy="1587"/>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27679" name="Text Box 192"/>
            <p:cNvSpPr txBox="1"/>
            <p:nvPr/>
          </p:nvSpPr>
          <p:spPr>
            <a:xfrm>
              <a:off x="11697" y="8611"/>
              <a:ext cx="1636" cy="725"/>
            </a:xfrm>
            <a:prstGeom prst="rect">
              <a:avLst/>
            </a:prstGeom>
            <a:noFill/>
            <a:ln w="9525">
              <a:noFill/>
            </a:ln>
          </p:spPr>
          <p:txBody>
            <a:bodyPr wrap="square">
              <a:spAutoFit/>
            </a:bodyPr>
            <a:p>
              <a:r>
                <a:rPr lang="en-US" altLang="zh-CN" b="0" dirty="0">
                  <a:solidFill>
                    <a:schemeClr val="tx1"/>
                  </a:solidFill>
                  <a:latin typeface="Times New Roman" panose="02020603050405020304" pitchFamily="18" charset="0"/>
                  <a:ea typeface="宋体" panose="02010600030101010101" pitchFamily="2" charset="-122"/>
                </a:rPr>
                <a:t>20</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7680" name="Line 193"/>
            <p:cNvSpPr/>
            <p:nvPr/>
          </p:nvSpPr>
          <p:spPr>
            <a:xfrm>
              <a:off x="8297" y="6914"/>
              <a:ext cx="0" cy="1135"/>
            </a:xfrm>
            <a:prstGeom prst="line">
              <a:avLst/>
            </a:prstGeom>
            <a:ln w="28575">
              <a:solidFill>
                <a:srgbClr val="FF0000"/>
              </a:solidFill>
              <a:headEnd type="triangle" w="med" len="med"/>
              <a:tailEnd type="none"/>
            </a:ln>
          </p:spPr>
          <p:style>
            <a:lnRef idx="1">
              <a:schemeClr val="accent1"/>
            </a:lnRef>
            <a:fillRef idx="0">
              <a:schemeClr val="accent1"/>
            </a:fillRef>
            <a:effectRef idx="0">
              <a:schemeClr val="accent1"/>
            </a:effectRef>
            <a:fontRef idx="minor">
              <a:schemeClr val="tx1"/>
            </a:fontRef>
          </p:style>
        </p:sp>
        <p:sp>
          <p:nvSpPr>
            <p:cNvPr id="27681" name="Text Box 194"/>
            <p:cNvSpPr txBox="1"/>
            <p:nvPr/>
          </p:nvSpPr>
          <p:spPr>
            <a:xfrm>
              <a:off x="11697" y="9178"/>
              <a:ext cx="490" cy="81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7682" name="Text Box 195"/>
            <p:cNvSpPr txBox="1"/>
            <p:nvPr/>
          </p:nvSpPr>
          <p:spPr>
            <a:xfrm>
              <a:off x="11810" y="10313"/>
              <a:ext cx="613" cy="81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7683" name="Text Box 196"/>
            <p:cNvSpPr txBox="1"/>
            <p:nvPr/>
          </p:nvSpPr>
          <p:spPr>
            <a:xfrm>
              <a:off x="11947" y="9858"/>
              <a:ext cx="1366" cy="725"/>
            </a:xfrm>
            <a:prstGeom prst="rect">
              <a:avLst/>
            </a:prstGeom>
            <a:noFill/>
            <a:ln w="9525">
              <a:noFill/>
            </a:ln>
          </p:spPr>
          <p:txBody>
            <a:bodyPr wrap="square">
              <a:spAutoFit/>
            </a:bodyPr>
            <a:p>
              <a:r>
                <a:rPr lang="en-US" altLang="zh-CN" b="0" dirty="0">
                  <a:solidFill>
                    <a:schemeClr val="tx1"/>
                  </a:solidFill>
                  <a:latin typeface="Times New Roman" panose="02020603050405020304" pitchFamily="18" charset="0"/>
                  <a:ea typeface="宋体" panose="02010600030101010101" pitchFamily="2" charset="-122"/>
                </a:rPr>
                <a:t>20V</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7684" name="Text Box 197"/>
            <p:cNvSpPr txBox="1"/>
            <p:nvPr/>
          </p:nvSpPr>
          <p:spPr>
            <a:xfrm>
              <a:off x="12945" y="6571"/>
              <a:ext cx="735" cy="81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7685" name="Text Box 198"/>
            <p:cNvSpPr txBox="1"/>
            <p:nvPr/>
          </p:nvSpPr>
          <p:spPr>
            <a:xfrm>
              <a:off x="12945" y="10313"/>
              <a:ext cx="490" cy="81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7686" name="Text Box 199"/>
            <p:cNvSpPr txBox="1"/>
            <p:nvPr/>
          </p:nvSpPr>
          <p:spPr>
            <a:xfrm>
              <a:off x="8410" y="7251"/>
              <a:ext cx="1135" cy="81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2A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7687" name="Text Box 200"/>
            <p:cNvSpPr txBox="1"/>
            <p:nvPr/>
          </p:nvSpPr>
          <p:spPr>
            <a:xfrm>
              <a:off x="10872" y="8244"/>
              <a:ext cx="490" cy="701"/>
            </a:xfrm>
            <a:prstGeom prst="rect">
              <a:avLst/>
            </a:prstGeom>
            <a:noFill/>
            <a:ln w="9525">
              <a:noFill/>
            </a:ln>
          </p:spPr>
          <p:txBody>
            <a:bodyPr>
              <a:noAutofit/>
            </a:bodyPr>
            <a:p>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7688" name="Text Box 201"/>
            <p:cNvSpPr txBox="1"/>
            <p:nvPr/>
          </p:nvSpPr>
          <p:spPr>
            <a:xfrm>
              <a:off x="10902" y="9066"/>
              <a:ext cx="613" cy="81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7689" name="Text Box 202"/>
            <p:cNvSpPr txBox="1"/>
            <p:nvPr/>
          </p:nvSpPr>
          <p:spPr>
            <a:xfrm>
              <a:off x="10337" y="8611"/>
              <a:ext cx="1213" cy="817"/>
            </a:xfrm>
            <a:prstGeom prst="rect">
              <a:avLst/>
            </a:prstGeom>
            <a:noFill/>
            <a:ln w="9525">
              <a:noFill/>
            </a:ln>
          </p:spPr>
          <p:txBody>
            <a:bodyPr>
              <a:spAutoFit/>
            </a:bodyPr>
            <a:p>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i="1" baseline="-25000" dirty="0">
                  <a:solidFill>
                    <a:schemeClr val="tx1"/>
                  </a:solidFill>
                  <a:latin typeface="Times New Roman" panose="02020603050405020304" pitchFamily="18" charset="0"/>
                  <a:ea typeface="宋体" panose="02010600030101010101" pitchFamily="2" charset="-122"/>
                </a:rPr>
                <a:t>R</a:t>
              </a:r>
              <a:endParaRPr lang="en-US" altLang="zh-CN" b="0" i="1" baseline="-25000" dirty="0">
                <a:solidFill>
                  <a:schemeClr val="tx1"/>
                </a:solidFill>
                <a:latin typeface="Times New Roman" panose="02020603050405020304" pitchFamily="18" charset="0"/>
                <a:ea typeface="宋体" panose="02010600030101010101" pitchFamily="2" charset="-122"/>
              </a:endParaRPr>
            </a:p>
          </p:txBody>
        </p:sp>
        <p:sp>
          <p:nvSpPr>
            <p:cNvPr id="27690" name="Text Box 203"/>
            <p:cNvSpPr txBox="1"/>
            <p:nvPr/>
          </p:nvSpPr>
          <p:spPr>
            <a:xfrm>
              <a:off x="10678" y="7023"/>
              <a:ext cx="1272" cy="725"/>
            </a:xfrm>
            <a:prstGeom prst="rect">
              <a:avLst/>
            </a:prstGeom>
            <a:noFill/>
            <a:ln w="9525">
              <a:noFill/>
            </a:ln>
          </p:spPr>
          <p:txBody>
            <a:bodyPr wrap="square">
              <a:spAutoFit/>
            </a:bodyPr>
            <a:p>
              <a:r>
                <a:rPr lang="en-US" altLang="zh-CN" b="0" dirty="0">
                  <a:solidFill>
                    <a:schemeClr val="tx1"/>
                  </a:solidFill>
                  <a:latin typeface="Times New Roman" panose="02020603050405020304" pitchFamily="18" charset="0"/>
                  <a:ea typeface="宋体" panose="02010600030101010101" pitchFamily="2" charset="-122"/>
                </a:rPr>
                <a:t>10</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7691" name="Line 204"/>
            <p:cNvSpPr/>
            <p:nvPr/>
          </p:nvSpPr>
          <p:spPr>
            <a:xfrm>
              <a:off x="9770" y="9861"/>
              <a:ext cx="0" cy="907"/>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27694" name="Rectangle 210"/>
            <p:cNvSpPr/>
            <p:nvPr/>
          </p:nvSpPr>
          <p:spPr bwMode="auto">
            <a:xfrm>
              <a:off x="11371" y="8611"/>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7695" name="Rectangle 211"/>
            <p:cNvSpPr/>
            <p:nvPr/>
          </p:nvSpPr>
          <p:spPr bwMode="auto">
            <a:xfrm>
              <a:off x="10388" y="7136"/>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7696" name="Rectangle 212"/>
            <p:cNvSpPr/>
            <p:nvPr/>
          </p:nvSpPr>
          <p:spPr>
            <a:xfrm>
              <a:off x="12830" y="8046"/>
              <a:ext cx="228" cy="1247"/>
            </a:xfrm>
            <a:prstGeom prst="rect">
              <a:avLst/>
            </a:prstGeom>
            <a:solidFill>
              <a:schemeClr val="bg2"/>
            </a:solidFill>
            <a:ln w="9525">
              <a:noFill/>
            </a:ln>
          </p:spPr>
          <p:txBody>
            <a:bodyPr wrap="none" anchor="ctr" anchorCtr="0"/>
            <a:p>
              <a:endParaRPr lang="zh-CN" altLang="en-US" dirty="0">
                <a:solidFill>
                  <a:schemeClr val="tx1"/>
                </a:solidFill>
                <a:latin typeface="Arial" panose="020B0604020202020204" pitchFamily="34" charset="0"/>
              </a:endParaRPr>
            </a:p>
          </p:txBody>
        </p:sp>
        <p:sp>
          <p:nvSpPr>
            <p:cNvPr id="27697" name="Oval 213"/>
            <p:cNvSpPr/>
            <p:nvPr/>
          </p:nvSpPr>
          <p:spPr bwMode="auto">
            <a:xfrm>
              <a:off x="12830" y="9066"/>
              <a:ext cx="228" cy="227"/>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7698" name="Oval 214"/>
            <p:cNvSpPr/>
            <p:nvPr/>
          </p:nvSpPr>
          <p:spPr bwMode="auto">
            <a:xfrm>
              <a:off x="12830" y="8046"/>
              <a:ext cx="228" cy="227"/>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7699" name="Text Box 215"/>
            <p:cNvSpPr txBox="1"/>
            <p:nvPr/>
          </p:nvSpPr>
          <p:spPr>
            <a:xfrm>
              <a:off x="12945" y="7478"/>
              <a:ext cx="793" cy="817"/>
            </a:xfrm>
            <a:prstGeom prst="rect">
              <a:avLst/>
            </a:prstGeom>
            <a:noFill/>
            <a:ln w="9525">
              <a:noFill/>
            </a:ln>
          </p:spPr>
          <p:txBody>
            <a:bodyPr>
              <a:spAutoFit/>
            </a:bodyPr>
            <a:p>
              <a:pPr>
                <a:spcBef>
                  <a:spcPct val="50000"/>
                </a:spcBef>
              </a:pPr>
              <a:r>
                <a:rPr lang="zh-CN" altLang="en-US" b="0" dirty="0">
                  <a:solidFill>
                    <a:schemeClr val="tx1"/>
                  </a:solidFill>
                  <a:latin typeface="Arial" panose="020B0604020202020204" pitchFamily="34" charset="0"/>
                  <a:ea typeface="仿宋_GB2312" pitchFamily="49" charset="-122"/>
                </a:rPr>
                <a:t>＋</a:t>
              </a:r>
              <a:endParaRPr lang="zh-CN" altLang="en-US" b="0" dirty="0">
                <a:solidFill>
                  <a:schemeClr val="tx1"/>
                </a:solidFill>
                <a:latin typeface="Arial" panose="020B0604020202020204" pitchFamily="34" charset="0"/>
                <a:ea typeface="仿宋_GB2312" pitchFamily="49" charset="-122"/>
              </a:endParaRPr>
            </a:p>
          </p:txBody>
        </p:sp>
        <p:sp>
          <p:nvSpPr>
            <p:cNvPr id="27700" name="Text Box 216"/>
            <p:cNvSpPr txBox="1"/>
            <p:nvPr/>
          </p:nvSpPr>
          <p:spPr>
            <a:xfrm>
              <a:off x="12945" y="9181"/>
              <a:ext cx="793" cy="817"/>
            </a:xfrm>
            <a:prstGeom prst="rect">
              <a:avLst/>
            </a:prstGeom>
            <a:noFill/>
            <a:ln w="9525">
              <a:noFill/>
            </a:ln>
          </p:spPr>
          <p:txBody>
            <a:bodyPr>
              <a:spAutoFit/>
            </a:bodyPr>
            <a:p>
              <a:pPr>
                <a:spcBef>
                  <a:spcPct val="50000"/>
                </a:spcBef>
              </a:pPr>
              <a:r>
                <a:rPr lang="zh-CN" altLang="en-US" b="0" dirty="0">
                  <a:solidFill>
                    <a:schemeClr val="tx1"/>
                  </a:solidFill>
                  <a:latin typeface="Arial" panose="020B0604020202020204" pitchFamily="34" charset="0"/>
                  <a:ea typeface="仿宋_GB2312" pitchFamily="49" charset="-122"/>
                </a:rPr>
                <a:t>－</a:t>
              </a:r>
              <a:endParaRPr lang="zh-CN" altLang="en-US" b="0" dirty="0">
                <a:solidFill>
                  <a:schemeClr val="tx1"/>
                </a:solidFill>
                <a:latin typeface="Arial" panose="020B0604020202020204" pitchFamily="34" charset="0"/>
                <a:ea typeface="仿宋_GB2312" pitchFamily="49" charset="-122"/>
              </a:endParaRPr>
            </a:p>
          </p:txBody>
        </p:sp>
        <p:sp>
          <p:nvSpPr>
            <p:cNvPr id="27701" name="Text Box 217"/>
            <p:cNvSpPr txBox="1"/>
            <p:nvPr/>
          </p:nvSpPr>
          <p:spPr>
            <a:xfrm>
              <a:off x="12377" y="8273"/>
              <a:ext cx="1703" cy="817"/>
            </a:xfrm>
            <a:prstGeom prst="rect">
              <a:avLst/>
            </a:prstGeom>
            <a:noFill/>
            <a:ln w="9525">
              <a:noFill/>
            </a:ln>
          </p:spPr>
          <p:txBody>
            <a:bodyPr anchor="ctr" anchorCtr="0">
              <a:spAutoFit/>
            </a:bodyPr>
            <a:p>
              <a:pPr algn="ct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baseline="-25000" dirty="0">
                  <a:solidFill>
                    <a:schemeClr val="tx1"/>
                  </a:solidFill>
                  <a:latin typeface="Times New Roman" panose="02020603050405020304" pitchFamily="18" charset="0"/>
                  <a:ea typeface="宋体" panose="02010600030101010101" pitchFamily="2" charset="-122"/>
                </a:rPr>
                <a:t>oc</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graphicFrame>
          <p:nvGraphicFramePr>
            <p:cNvPr id="17" name="对象 16"/>
            <p:cNvGraphicFramePr/>
            <p:nvPr/>
          </p:nvGraphicFramePr>
          <p:xfrm>
            <a:off x="8751" y="9746"/>
            <a:ext cx="788" cy="1048"/>
          </p:xfrm>
          <a:graphic>
            <a:graphicData uri="http://schemas.openxmlformats.org/presentationml/2006/ole">
              <mc:AlternateContent xmlns:mc="http://schemas.openxmlformats.org/markup-compatibility/2006">
                <mc:Choice xmlns:v="urn:schemas-microsoft-com:vml" Requires="v">
                  <p:oleObj spid="_x0000_s18" name="" r:id="rId48" imgW="254000" imgH="393700" progId="Equation.KSEE3">
                    <p:embed/>
                  </p:oleObj>
                </mc:Choice>
                <mc:Fallback>
                  <p:oleObj name="" r:id="rId48" imgW="254000" imgH="393700" progId="Equation.KSEE3">
                    <p:embed/>
                    <p:pic>
                      <p:nvPicPr>
                        <p:cNvPr id="0" name="图片 17"/>
                        <p:cNvPicPr/>
                        <p:nvPr/>
                      </p:nvPicPr>
                      <p:blipFill>
                        <a:blip r:embed="rId38"/>
                        <a:stretch>
                          <a:fillRect/>
                        </a:stretch>
                      </p:blipFill>
                      <p:spPr>
                        <a:xfrm>
                          <a:off x="8751" y="9746"/>
                          <a:ext cx="788" cy="1048"/>
                        </a:xfrm>
                        <a:prstGeom prst="rect">
                          <a:avLst/>
                        </a:prstGeom>
                      </p:spPr>
                    </p:pic>
                  </p:oleObj>
                </mc:Fallback>
              </mc:AlternateContent>
            </a:graphicData>
          </a:graphic>
        </p:graphicFrame>
        <p:grpSp>
          <p:nvGrpSpPr>
            <p:cNvPr id="79" name="组合 78"/>
            <p:cNvGrpSpPr/>
            <p:nvPr/>
          </p:nvGrpSpPr>
          <p:grpSpPr>
            <a:xfrm rot="0">
              <a:off x="11061" y="9745"/>
              <a:ext cx="908" cy="908"/>
              <a:chOff x="505193" y="3720552"/>
              <a:chExt cx="432197" cy="432197"/>
            </a:xfrm>
            <a:solidFill>
              <a:schemeClr val="accent6">
                <a:lumMod val="40000"/>
                <a:lumOff val="60000"/>
              </a:schemeClr>
            </a:solidFill>
          </p:grpSpPr>
          <p:sp>
            <p:nvSpPr>
              <p:cNvPr id="80"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81" name="直接连接符 80"/>
              <p:cNvCxnSpPr>
                <a:stCxn id="80" idx="0"/>
                <a:endCxn id="80"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3" name="组合 72"/>
            <p:cNvGrpSpPr/>
            <p:nvPr/>
          </p:nvGrpSpPr>
          <p:grpSpPr>
            <a:xfrm rot="0">
              <a:off x="7843" y="8158"/>
              <a:ext cx="908" cy="908"/>
              <a:chOff x="5907581" y="4495572"/>
              <a:chExt cx="576263" cy="576263"/>
            </a:xfrm>
          </p:grpSpPr>
          <p:sp>
            <p:nvSpPr>
              <p:cNvPr id="74"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75" name="直接连接符 74"/>
              <p:cNvCxnSpPr>
                <a:stCxn id="74" idx="4"/>
                <a:endCxn id="74"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6" name="组合 75"/>
            <p:cNvGrpSpPr/>
            <p:nvPr/>
          </p:nvGrpSpPr>
          <p:grpSpPr>
            <a:xfrm rot="0">
              <a:off x="9291" y="8952"/>
              <a:ext cx="907" cy="907"/>
              <a:chOff x="5883144" y="5417878"/>
              <a:chExt cx="576000" cy="576000"/>
            </a:xfrm>
          </p:grpSpPr>
          <p:sp>
            <p:nvSpPr>
              <p:cNvPr id="77" name="AutoShape 17"/>
              <p:cNvSpPr>
                <a:spLocks noChangeArrowheads="1"/>
              </p:cNvSpPr>
              <p:nvPr/>
            </p:nvSpPr>
            <p:spPr bwMode="auto">
              <a:xfrm>
                <a:off x="5883144" y="5417878"/>
                <a:ext cx="576000" cy="576000"/>
              </a:xfrm>
              <a:prstGeom prst="diamond">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en-US" sz="1800"/>
              </a:p>
            </p:txBody>
          </p:sp>
          <p:cxnSp>
            <p:nvCxnSpPr>
              <p:cNvPr id="78" name="直接连接符 77"/>
              <p:cNvCxnSpPr>
                <a:stCxn id="77" idx="1"/>
                <a:endCxn id="77" idx="3"/>
              </p:cNvCxnSpPr>
              <p:nvPr/>
            </p:nvCxnSpPr>
            <p:spPr>
              <a:xfrm>
                <a:off x="5883144" y="5705878"/>
                <a:ext cx="576000"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9" name="组合 18"/>
          <p:cNvGrpSpPr/>
          <p:nvPr/>
        </p:nvGrpSpPr>
        <p:grpSpPr>
          <a:xfrm>
            <a:off x="6125210" y="2029460"/>
            <a:ext cx="1323340" cy="542290"/>
            <a:chOff x="9656" y="7640"/>
            <a:chExt cx="2084" cy="854"/>
          </a:xfrm>
        </p:grpSpPr>
        <p:sp>
          <p:nvSpPr>
            <p:cNvPr id="27672" name="Text Box 52"/>
            <p:cNvSpPr txBox="1"/>
            <p:nvPr/>
          </p:nvSpPr>
          <p:spPr>
            <a:xfrm>
              <a:off x="9656" y="7676"/>
              <a:ext cx="1065" cy="818"/>
            </a:xfrm>
            <a:prstGeom prst="rect">
              <a:avLst/>
            </a:prstGeom>
            <a:noFill/>
            <a:ln w="28575">
              <a:noFill/>
            </a:ln>
          </p:spPr>
          <p:txBody>
            <a:bodyPr anchor="ctr" anchorCtr="0">
              <a:spAutoFit/>
            </a:bodyPr>
            <a:p>
              <a:pPr algn="ct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r>
                <a:rPr lang="en-US" altLang="zh-CN" b="0" baseline="-25000" dirty="0">
                  <a:solidFill>
                    <a:schemeClr val="tx1"/>
                  </a:solidFill>
                  <a:latin typeface="Times New Roman" panose="02020603050405020304" pitchFamily="18" charset="0"/>
                  <a:ea typeface="宋体" panose="02010600030101010101" pitchFamily="2" charset="-122"/>
                </a:rPr>
                <a:t>1</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27673" name="Line 86"/>
            <p:cNvSpPr/>
            <p:nvPr/>
          </p:nvSpPr>
          <p:spPr>
            <a:xfrm flipH="1">
              <a:off x="9771" y="8396"/>
              <a:ext cx="680"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27670" name="Text Box 91"/>
            <p:cNvSpPr txBox="1"/>
            <p:nvPr/>
          </p:nvSpPr>
          <p:spPr>
            <a:xfrm>
              <a:off x="10676" y="7640"/>
              <a:ext cx="1065" cy="818"/>
            </a:xfrm>
            <a:prstGeom prst="rect">
              <a:avLst/>
            </a:prstGeom>
            <a:noFill/>
            <a:ln w="28575">
              <a:noFill/>
            </a:ln>
          </p:spPr>
          <p:txBody>
            <a:bodyPr anchor="ctr" anchorCtr="0">
              <a:spAutoFit/>
            </a:bodyPr>
            <a:p>
              <a:pPr algn="ct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r>
                <a:rPr lang="en-US" altLang="zh-CN" b="0" baseline="-25000" dirty="0">
                  <a:solidFill>
                    <a:schemeClr val="tx1"/>
                  </a:solidFill>
                  <a:latin typeface="Times New Roman" panose="02020603050405020304" pitchFamily="18" charset="0"/>
                  <a:ea typeface="宋体" panose="02010600030101010101" pitchFamily="2" charset="-122"/>
                </a:rPr>
                <a:t>2</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27671" name="Line 92"/>
            <p:cNvSpPr/>
            <p:nvPr/>
          </p:nvSpPr>
          <p:spPr>
            <a:xfrm rot="10800000" flipH="1">
              <a:off x="10791" y="8396"/>
              <a:ext cx="680"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3"/>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blinds(horizontal)">
                                      <p:cBhvr>
                                        <p:cTn id="14" dur="500"/>
                                        <p:tgtEl>
                                          <p:spTgt spid="21"/>
                                        </p:tgtEl>
                                      </p:cBhvr>
                                    </p:animEffect>
                                  </p:childTnLst>
                                </p:cTn>
                              </p:par>
                            </p:childTnLst>
                          </p:cTn>
                        </p:par>
                        <p:par>
                          <p:cTn id="15" fill="hold">
                            <p:stCondLst>
                              <p:cond delay="1500"/>
                            </p:stCondLst>
                            <p:childTnLst>
                              <p:par>
                                <p:cTn id="16" presetID="2" presetClass="entr" presetSubtype="1" fill="hold" grpId="0" nodeType="afterEffect">
                                  <p:stCondLst>
                                    <p:cond delay="0"/>
                                  </p:stCondLst>
                                  <p:childTnLst>
                                    <p:set>
                                      <p:cBhvr>
                                        <p:cTn id="17" dur="1" fill="hold">
                                          <p:stCondLst>
                                            <p:cond delay="0"/>
                                          </p:stCondLst>
                                        </p:cTn>
                                        <p:tgtEl>
                                          <p:spTgt spid="29699"/>
                                        </p:tgtEl>
                                        <p:attrNameLst>
                                          <p:attrName>style.visibility</p:attrName>
                                        </p:attrNameLst>
                                      </p:cBhvr>
                                      <p:to>
                                        <p:strVal val="visible"/>
                                      </p:to>
                                    </p:set>
                                    <p:anim calcmode="lin" valueType="num">
                                      <p:cBhvr additive="base">
                                        <p:cTn id="18" dur="500" fill="hold"/>
                                        <p:tgtEl>
                                          <p:spTgt spid="29699"/>
                                        </p:tgtEl>
                                        <p:attrNameLst>
                                          <p:attrName>ppt_x</p:attrName>
                                        </p:attrNameLst>
                                      </p:cBhvr>
                                      <p:tavLst>
                                        <p:tav tm="0">
                                          <p:val>
                                            <p:strVal val="#ppt_x"/>
                                          </p:val>
                                        </p:tav>
                                        <p:tav tm="100000">
                                          <p:val>
                                            <p:strVal val="#ppt_x"/>
                                          </p:val>
                                        </p:tav>
                                      </p:tavLst>
                                    </p:anim>
                                    <p:anim calcmode="lin" valueType="num">
                                      <p:cBhvr additive="base">
                                        <p:cTn id="19" dur="500" fill="hold"/>
                                        <p:tgtEl>
                                          <p:spTgt spid="29699"/>
                                        </p:tgtEl>
                                        <p:attrNameLst>
                                          <p:attrName>ppt_y</p:attrName>
                                        </p:attrNameLst>
                                      </p:cBhvr>
                                      <p:tavLst>
                                        <p:tav tm="0">
                                          <p:val>
                                            <p:strVal val="0-#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5"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p:cTn id="24" dur="1000" fill="hold"/>
                                        <p:tgtEl>
                                          <p:spTgt spid="10"/>
                                        </p:tgtEl>
                                        <p:attrNameLst>
                                          <p:attrName>ppt_w</p:attrName>
                                        </p:attrNameLst>
                                      </p:cBhvr>
                                      <p:tavLst>
                                        <p:tav tm="0">
                                          <p:val>
                                            <p:fltVal val="0"/>
                                          </p:val>
                                        </p:tav>
                                        <p:tav tm="100000">
                                          <p:val>
                                            <p:strVal val="#ppt_w"/>
                                          </p:val>
                                        </p:tav>
                                      </p:tavLst>
                                    </p:anim>
                                    <p:anim calcmode="lin" valueType="num">
                                      <p:cBhvr>
                                        <p:cTn id="25" dur="1000" fill="hold"/>
                                        <p:tgtEl>
                                          <p:spTgt spid="10"/>
                                        </p:tgtEl>
                                        <p:attrNameLst>
                                          <p:attrName>ppt_h</p:attrName>
                                        </p:attrNameLst>
                                      </p:cBhvr>
                                      <p:tavLst>
                                        <p:tav tm="0">
                                          <p:val>
                                            <p:fltVal val="0"/>
                                          </p:val>
                                        </p:tav>
                                        <p:tav tm="100000">
                                          <p:val>
                                            <p:strVal val="#ppt_h"/>
                                          </p:val>
                                        </p:tav>
                                      </p:tavLst>
                                    </p:anim>
                                    <p:anim calcmode="lin" valueType="num">
                                      <p:cBhvr>
                                        <p:cTn id="26" dur="1000" fill="hold"/>
                                        <p:tgtEl>
                                          <p:spTgt spid="10"/>
                                        </p:tgtEl>
                                        <p:attrNameLst>
                                          <p:attrName>ppt_x</p:attrName>
                                        </p:attrNameLst>
                                      </p:cBhvr>
                                      <p:tavLst>
                                        <p:tav tm="0" fmla="#ppt_x+(cos(-2*pi*(1-$))*-#ppt_x-sin(-2*pi*(1-$))*(1-#ppt_y))*(1-$)">
                                          <p:val>
                                            <p:fltVal val="0"/>
                                          </p:val>
                                        </p:tav>
                                        <p:tav tm="100000">
                                          <p:val>
                                            <p:fltVal val="1"/>
                                          </p:val>
                                        </p:tav>
                                      </p:tavLst>
                                    </p:anim>
                                    <p:anim calcmode="lin" valueType="num">
                                      <p:cBhvr>
                                        <p:cTn id="27" dur="1000" fill="hold"/>
                                        <p:tgtEl>
                                          <p:spTgt spid="1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8" fill="hold">
                      <p:stCondLst>
                        <p:cond delay="indefinite"/>
                      </p:stCondLst>
                      <p:childTnLst>
                        <p:par>
                          <p:cTn id="29" fill="hold">
                            <p:stCondLst>
                              <p:cond delay="0"/>
                            </p:stCondLst>
                            <p:childTnLst>
                              <p:par>
                                <p:cTn id="30" presetID="12" presetClass="entr" presetSubtype="2" fill="hold" grpId="0" nodeType="clickEffect">
                                  <p:stCondLst>
                                    <p:cond delay="0"/>
                                  </p:stCondLst>
                                  <p:childTnLst>
                                    <p:set>
                                      <p:cBhvr>
                                        <p:cTn id="31" dur="1" fill="hold">
                                          <p:stCondLst>
                                            <p:cond delay="0"/>
                                          </p:stCondLst>
                                        </p:cTn>
                                        <p:tgtEl>
                                          <p:spTgt spid="29742"/>
                                        </p:tgtEl>
                                        <p:attrNameLst>
                                          <p:attrName>style.visibility</p:attrName>
                                        </p:attrNameLst>
                                      </p:cBhvr>
                                      <p:to>
                                        <p:strVal val="visible"/>
                                      </p:to>
                                    </p:set>
                                    <p:animEffect transition="in" filter="slide(fromRight)">
                                      <p:cBhvr>
                                        <p:cTn id="32" dur="500"/>
                                        <p:tgtEl>
                                          <p:spTgt spid="2974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wipe(left)">
                                      <p:cBhvr>
                                        <p:cTn id="37" dur="500"/>
                                        <p:tgtEl>
                                          <p:spTgt spid="20"/>
                                        </p:tgtEl>
                                      </p:cBhvr>
                                    </p:animEffect>
                                  </p:childTnLst>
                                </p:cTn>
                              </p:par>
                            </p:childTnLst>
                          </p:cTn>
                        </p:par>
                      </p:childTnLst>
                    </p:cTn>
                  </p:par>
                  <p:par>
                    <p:cTn id="38" fill="hold">
                      <p:stCondLst>
                        <p:cond delay="indefinite"/>
                      </p:stCondLst>
                      <p:childTnLst>
                        <p:par>
                          <p:cTn id="39" fill="hold">
                            <p:stCondLst>
                              <p:cond delay="0"/>
                            </p:stCondLst>
                            <p:childTnLst>
                              <p:par>
                                <p:cTn id="40" presetID="23" presetClass="entr" presetSubtype="32" fill="hold" nodeType="clickEffect">
                                  <p:stCondLst>
                                    <p:cond delay="0"/>
                                  </p:stCondLst>
                                  <p:childTnLst>
                                    <p:set>
                                      <p:cBhvr>
                                        <p:cTn id="41" dur="1" fill="hold">
                                          <p:stCondLst>
                                            <p:cond delay="0"/>
                                          </p:stCondLst>
                                        </p:cTn>
                                        <p:tgtEl>
                                          <p:spTgt spid="19"/>
                                        </p:tgtEl>
                                        <p:attrNameLst>
                                          <p:attrName>style.visibility</p:attrName>
                                        </p:attrNameLst>
                                      </p:cBhvr>
                                      <p:to>
                                        <p:strVal val="visible"/>
                                      </p:to>
                                    </p:set>
                                    <p:anim calcmode="lin" valueType="num">
                                      <p:cBhvr>
                                        <p:cTn id="42" dur="500" fill="hold"/>
                                        <p:tgtEl>
                                          <p:spTgt spid="19"/>
                                        </p:tgtEl>
                                        <p:attrNameLst>
                                          <p:attrName>ppt_w</p:attrName>
                                        </p:attrNameLst>
                                      </p:cBhvr>
                                      <p:tavLst>
                                        <p:tav tm="0">
                                          <p:val>
                                            <p:strVal val="4*#ppt_w"/>
                                          </p:val>
                                        </p:tav>
                                        <p:tav tm="100000">
                                          <p:val>
                                            <p:strVal val="#ppt_w"/>
                                          </p:val>
                                        </p:tav>
                                      </p:tavLst>
                                    </p:anim>
                                    <p:anim calcmode="lin" valueType="num">
                                      <p:cBhvr>
                                        <p:cTn id="43" dur="500" fill="hold"/>
                                        <p:tgtEl>
                                          <p:spTgt spid="19"/>
                                        </p:tgtEl>
                                        <p:attrNameLst>
                                          <p:attrName>ppt_h</p:attrName>
                                        </p:attrNameLst>
                                      </p:cBhvr>
                                      <p:tavLst>
                                        <p:tav tm="0">
                                          <p:val>
                                            <p:strVal val="4*#ppt_h"/>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6" presetID="18" presetClass="entr" presetSubtype="6" fill="hold" nodeType="click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strips(downRight)">
                                      <p:cBhvr>
                                        <p:cTn id="48" dur="500"/>
                                        <p:tgtEl>
                                          <p:spTgt spid="5"/>
                                        </p:tgtEl>
                                      </p:cBhvr>
                                    </p:animEffect>
                                  </p:childTnLst>
                                </p:cTn>
                              </p:par>
                            </p:childTnLst>
                          </p:cTn>
                        </p:par>
                      </p:childTnLst>
                    </p:cTn>
                  </p:par>
                  <p:par>
                    <p:cTn id="49" fill="hold">
                      <p:stCondLst>
                        <p:cond delay="indefinite"/>
                      </p:stCondLst>
                      <p:childTnLst>
                        <p:par>
                          <p:cTn id="50" fill="hold">
                            <p:stCondLst>
                              <p:cond delay="0"/>
                            </p:stCondLst>
                            <p:childTnLst>
                              <p:par>
                                <p:cTn id="51" presetID="18" presetClass="entr" presetSubtype="6" fill="hold" nodeType="clickEffect">
                                  <p:stCondLst>
                                    <p:cond delay="0"/>
                                  </p:stCondLst>
                                  <p:childTnLst>
                                    <p:set>
                                      <p:cBhvr>
                                        <p:cTn id="52" dur="1" fill="hold">
                                          <p:stCondLst>
                                            <p:cond delay="0"/>
                                          </p:stCondLst>
                                        </p:cTn>
                                        <p:tgtEl>
                                          <p:spTgt spid="11"/>
                                        </p:tgtEl>
                                        <p:attrNameLst>
                                          <p:attrName>style.visibility</p:attrName>
                                        </p:attrNameLst>
                                      </p:cBhvr>
                                      <p:to>
                                        <p:strVal val="visible"/>
                                      </p:to>
                                    </p:set>
                                    <p:animEffect transition="in" filter="strips(downRight)">
                                      <p:cBhvr>
                                        <p:cTn id="53" dur="500"/>
                                        <p:tgtEl>
                                          <p:spTgt spid="11"/>
                                        </p:tgtEl>
                                      </p:cBhvr>
                                    </p:animEffect>
                                  </p:childTnLst>
                                </p:cTn>
                              </p:par>
                            </p:childTnLst>
                          </p:cTn>
                        </p:par>
                      </p:childTnLst>
                    </p:cTn>
                  </p:par>
                  <p:par>
                    <p:cTn id="54" fill="hold">
                      <p:stCondLst>
                        <p:cond delay="indefinite"/>
                      </p:stCondLst>
                      <p:childTnLst>
                        <p:par>
                          <p:cTn id="55" fill="hold">
                            <p:stCondLst>
                              <p:cond delay="0"/>
                            </p:stCondLst>
                            <p:childTnLst>
                              <p:par>
                                <p:cTn id="56" presetID="12" presetClass="entr" presetSubtype="8" fill="hold" grpId="0" nodeType="clickEffect">
                                  <p:stCondLst>
                                    <p:cond delay="0"/>
                                  </p:stCondLst>
                                  <p:childTnLst>
                                    <p:set>
                                      <p:cBhvr>
                                        <p:cTn id="57" dur="1" fill="hold">
                                          <p:stCondLst>
                                            <p:cond delay="0"/>
                                          </p:stCondLst>
                                        </p:cTn>
                                        <p:tgtEl>
                                          <p:spTgt spid="29791"/>
                                        </p:tgtEl>
                                        <p:attrNameLst>
                                          <p:attrName>style.visibility</p:attrName>
                                        </p:attrNameLst>
                                      </p:cBhvr>
                                      <p:to>
                                        <p:strVal val="visible"/>
                                      </p:to>
                                    </p:set>
                                    <p:animEffect transition="in" filter="slide(fromLeft)">
                                      <p:cBhvr>
                                        <p:cTn id="58" dur="500"/>
                                        <p:tgtEl>
                                          <p:spTgt spid="29791"/>
                                        </p:tgtEl>
                                      </p:cBhvr>
                                    </p:animEffect>
                                  </p:childTnLst>
                                </p:cTn>
                              </p:par>
                            </p:childTnLst>
                          </p:cTn>
                        </p:par>
                        <p:par>
                          <p:cTn id="59" fill="hold">
                            <p:stCondLst>
                              <p:cond delay="500"/>
                            </p:stCondLst>
                            <p:childTnLst>
                              <p:par>
                                <p:cTn id="60" presetID="18" presetClass="entr" presetSubtype="6" fill="hold" nodeType="after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strips(downRight)">
                                      <p:cBhvr>
                                        <p:cTn id="62" dur="500"/>
                                        <p:tgtEl>
                                          <p:spTgt spid="13"/>
                                        </p:tgtEl>
                                      </p:cBhvr>
                                    </p:animEffect>
                                  </p:childTnLst>
                                </p:cTn>
                              </p:par>
                            </p:childTnLst>
                          </p:cTn>
                        </p:par>
                      </p:childTnLst>
                    </p:cTn>
                  </p:par>
                  <p:par>
                    <p:cTn id="63" fill="hold">
                      <p:stCondLst>
                        <p:cond delay="indefinite"/>
                      </p:stCondLst>
                      <p:childTnLst>
                        <p:par>
                          <p:cTn id="64" fill="hold">
                            <p:stCondLst>
                              <p:cond delay="0"/>
                            </p:stCondLst>
                            <p:childTnLst>
                              <p:par>
                                <p:cTn id="65" presetID="18" presetClass="entr" presetSubtype="12" fill="hold" nodeType="clickEffect">
                                  <p:stCondLst>
                                    <p:cond delay="0"/>
                                  </p:stCondLst>
                                  <p:childTnLst>
                                    <p:set>
                                      <p:cBhvr>
                                        <p:cTn id="66" dur="1" fill="hold">
                                          <p:stCondLst>
                                            <p:cond delay="0"/>
                                          </p:stCondLst>
                                        </p:cTn>
                                        <p:tgtEl>
                                          <p:spTgt spid="15"/>
                                        </p:tgtEl>
                                        <p:attrNameLst>
                                          <p:attrName>style.visibility</p:attrName>
                                        </p:attrNameLst>
                                      </p:cBhvr>
                                      <p:to>
                                        <p:strVal val="visible"/>
                                      </p:to>
                                    </p:set>
                                    <p:animEffect transition="in" filter="strips(downLeft)">
                                      <p:cBhvr>
                                        <p:cTn id="6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p:bldP spid="29742" grpId="0"/>
      <p:bldP spid="29791" grpId="0" bldLvl="0" animBg="1"/>
      <p:bldP spid="10" grpId="0" animBg="1"/>
      <p:bldP spid="3" grpId="0" bldLvl="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4-4 最大功率传输定理</a:t>
            </a:r>
            <a:endParaRPr lang="zh-CN" altLang="en-US"/>
          </a:p>
        </p:txBody>
      </p:sp>
      <p:sp>
        <p:nvSpPr>
          <p:cNvPr id="106501" name="Text Box 5"/>
          <p:cNvSpPr txBox="1"/>
          <p:nvPr/>
        </p:nvSpPr>
        <p:spPr>
          <a:xfrm>
            <a:off x="625793" y="829469"/>
            <a:ext cx="3268662" cy="521970"/>
          </a:xfrm>
          <a:prstGeom prst="rect">
            <a:avLst/>
          </a:prstGeom>
          <a:noFill/>
          <a:ln w="9525">
            <a:noFill/>
          </a:ln>
        </p:spPr>
        <p:txBody>
          <a:bodyPr anchor="ctr" anchorCtr="0">
            <a:spAutoFit/>
          </a:bodyPr>
          <a:p>
            <a:pPr marL="342900" indent="-342900">
              <a:spcBef>
                <a:spcPct val="50000"/>
              </a:spcBef>
              <a:buAutoNum type="circleNumDbPlain" startAt="2"/>
            </a:pPr>
            <a:r>
              <a:rPr kumimoji="1" lang="zh-CN" altLang="en-US" sz="2800" dirty="0" smtClean="0">
                <a:latin typeface="华文楷体" panose="02010600040101010101" pitchFamily="2" charset="-122"/>
                <a:ea typeface="华文楷体" panose="02010600040101010101" pitchFamily="2" charset="-122"/>
              </a:rPr>
              <a:t>求等效电阻</a:t>
            </a:r>
            <a:r>
              <a:rPr lang="en-US" altLang="zh-CN" b="0" i="1" dirty="0">
                <a:solidFill>
                  <a:schemeClr val="bg1"/>
                </a:solidFill>
                <a:latin typeface="Times New Roman" panose="02020603050405020304" pitchFamily="18" charset="0"/>
              </a:rPr>
              <a:t>R</a:t>
            </a:r>
            <a:r>
              <a:rPr lang="en-US" altLang="zh-CN" b="0" baseline="-25000" dirty="0">
                <a:solidFill>
                  <a:schemeClr val="bg1"/>
                </a:solidFill>
                <a:latin typeface="Times New Roman" panose="02020603050405020304" pitchFamily="18" charset="0"/>
              </a:rPr>
              <a:t>eq</a:t>
            </a:r>
            <a:endParaRPr lang="en-US" altLang="zh-CN" b="0" dirty="0">
              <a:solidFill>
                <a:schemeClr val="bg1"/>
              </a:solidFill>
              <a:latin typeface="Times New Roman" panose="02020603050405020304" pitchFamily="18" charset="0"/>
            </a:endParaRPr>
          </a:p>
        </p:txBody>
      </p:sp>
      <p:sp>
        <p:nvSpPr>
          <p:cNvPr id="106616" name="Text Box 120"/>
          <p:cNvSpPr txBox="1"/>
          <p:nvPr/>
        </p:nvSpPr>
        <p:spPr>
          <a:xfrm>
            <a:off x="611188" y="4013359"/>
            <a:ext cx="4967287" cy="521970"/>
          </a:xfrm>
          <a:prstGeom prst="rect">
            <a:avLst/>
          </a:prstGeom>
          <a:noFill/>
          <a:ln w="9525">
            <a:noFill/>
          </a:ln>
        </p:spPr>
        <p:txBody>
          <a:bodyPr anchor="ctr" anchorCtr="0">
            <a:spAutoFit/>
          </a:bodyPr>
          <a:p>
            <a:pPr marL="342900" indent="-342900">
              <a:spcBef>
                <a:spcPct val="50000"/>
              </a:spcBef>
              <a:buAutoNum type="circleNumDbPlain" startAt="3"/>
            </a:pPr>
            <a:r>
              <a:rPr kumimoji="1" lang="zh-CN" altLang="en-US" sz="2800" dirty="0" smtClean="0">
                <a:latin typeface="华文楷体" panose="02010600040101010101" pitchFamily="2" charset="-122"/>
                <a:ea typeface="华文楷体" panose="02010600040101010101" pitchFamily="2" charset="-122"/>
              </a:rPr>
              <a:t>由最大功率传输定理得</a:t>
            </a:r>
            <a:endParaRPr kumimoji="1" lang="zh-CN" altLang="en-US" sz="2800" dirty="0" smtClean="0">
              <a:latin typeface="华文楷体" panose="02010600040101010101" pitchFamily="2" charset="-122"/>
              <a:ea typeface="华文楷体" panose="02010600040101010101" pitchFamily="2" charset="-122"/>
            </a:endParaRPr>
          </a:p>
        </p:txBody>
      </p:sp>
      <p:sp>
        <p:nvSpPr>
          <p:cNvPr id="28719" name="Text Box 123"/>
          <p:cNvSpPr txBox="1"/>
          <p:nvPr/>
        </p:nvSpPr>
        <p:spPr>
          <a:xfrm>
            <a:off x="3976370" y="4723765"/>
            <a:ext cx="4105275" cy="522605"/>
          </a:xfrm>
          <a:prstGeom prst="rect">
            <a:avLst/>
          </a:prstGeom>
          <a:no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时其上可获得最大功率</a:t>
            </a:r>
            <a:endParaRPr kumimoji="1" lang="zh-CN" altLang="en-US" sz="2800" dirty="0" smtClean="0">
              <a:latin typeface="华文楷体" panose="02010600040101010101" pitchFamily="2" charset="-122"/>
              <a:ea typeface="华文楷体" panose="02010600040101010101" pitchFamily="2" charset="-122"/>
            </a:endParaRPr>
          </a:p>
        </p:txBody>
      </p:sp>
      <p:graphicFrame>
        <p:nvGraphicFramePr>
          <p:cNvPr id="11" name="对象 10"/>
          <p:cNvGraphicFramePr/>
          <p:nvPr/>
        </p:nvGraphicFramePr>
        <p:xfrm>
          <a:off x="648335" y="2208530"/>
          <a:ext cx="4086225" cy="413385"/>
        </p:xfrm>
        <a:graphic>
          <a:graphicData uri="http://schemas.openxmlformats.org/presentationml/2006/ole">
            <mc:AlternateContent xmlns:mc="http://schemas.openxmlformats.org/markup-compatibility/2006">
              <mc:Choice xmlns:v="urn:schemas-microsoft-com:vml" Requires="v">
                <p:oleObj spid="_x0000_s12" name="" r:id="rId1" imgW="1562100" imgH="177165" progId="Equation.KSEE3">
                  <p:embed/>
                </p:oleObj>
              </mc:Choice>
              <mc:Fallback>
                <p:oleObj name="" r:id="rId1" imgW="1562100" imgH="177165" progId="Equation.KSEE3">
                  <p:embed/>
                  <p:pic>
                    <p:nvPicPr>
                      <p:cNvPr id="0" name="图片 9"/>
                      <p:cNvPicPr/>
                      <p:nvPr/>
                    </p:nvPicPr>
                    <p:blipFill>
                      <a:blip r:embed="rId2"/>
                      <a:stretch>
                        <a:fillRect/>
                      </a:stretch>
                    </p:blipFill>
                    <p:spPr>
                      <a:xfrm>
                        <a:off x="648335" y="2208530"/>
                        <a:ext cx="4086225" cy="413385"/>
                      </a:xfrm>
                      <a:prstGeom prst="rect">
                        <a:avLst/>
                      </a:prstGeom>
                    </p:spPr>
                  </p:pic>
                </p:oleObj>
              </mc:Fallback>
            </mc:AlternateContent>
          </a:graphicData>
        </a:graphic>
      </p:graphicFrame>
      <p:grpSp>
        <p:nvGrpSpPr>
          <p:cNvPr id="5" name="组合 4"/>
          <p:cNvGrpSpPr/>
          <p:nvPr/>
        </p:nvGrpSpPr>
        <p:grpSpPr>
          <a:xfrm>
            <a:off x="5488940" y="894080"/>
            <a:ext cx="3168650" cy="2750820"/>
            <a:chOff x="8675" y="1318"/>
            <a:chExt cx="4990" cy="4332"/>
          </a:xfrm>
        </p:grpSpPr>
        <p:sp>
          <p:nvSpPr>
            <p:cNvPr id="28687" name="Line 89"/>
            <p:cNvSpPr/>
            <p:nvPr/>
          </p:nvSpPr>
          <p:spPr bwMode="auto">
            <a:xfrm flipH="1">
              <a:off x="12645" y="1658"/>
              <a:ext cx="0" cy="3627"/>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28688" name="Text Box 90"/>
            <p:cNvSpPr txBox="1"/>
            <p:nvPr/>
          </p:nvSpPr>
          <p:spPr>
            <a:xfrm>
              <a:off x="11170" y="3698"/>
              <a:ext cx="1635" cy="81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20</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8689" name="Text Box 91"/>
            <p:cNvSpPr txBox="1"/>
            <p:nvPr/>
          </p:nvSpPr>
          <p:spPr>
            <a:xfrm>
              <a:off x="12758" y="1998"/>
              <a:ext cx="490" cy="81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8690" name="Text Box 92"/>
            <p:cNvSpPr txBox="1"/>
            <p:nvPr/>
          </p:nvSpPr>
          <p:spPr>
            <a:xfrm>
              <a:off x="12758" y="4038"/>
              <a:ext cx="612" cy="81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8691" name="Text Box 93"/>
            <p:cNvSpPr txBox="1"/>
            <p:nvPr/>
          </p:nvSpPr>
          <p:spPr>
            <a:xfrm>
              <a:off x="11963" y="2110"/>
              <a:ext cx="752" cy="817"/>
            </a:xfrm>
            <a:prstGeom prst="rect">
              <a:avLst/>
            </a:prstGeom>
            <a:noFill/>
            <a:ln w="9525">
              <a:noFill/>
            </a:ln>
          </p:spPr>
          <p:txBody>
            <a:bodyPr>
              <a:spAutoFit/>
            </a:bodyPr>
            <a:p>
              <a:r>
                <a:rPr lang="en-US" altLang="zh-CN" b="0" i="1" dirty="0">
                  <a:solidFill>
                    <a:schemeClr val="tx1"/>
                  </a:solidFill>
                  <a:latin typeface="Times New Roman" panose="02020603050405020304" pitchFamily="18" charset="0"/>
                  <a:ea typeface="宋体" panose="02010600030101010101" pitchFamily="2" charset="-122"/>
                </a:rPr>
                <a:t>I</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28692" name="Text Box 94"/>
            <p:cNvSpPr txBox="1"/>
            <p:nvPr/>
          </p:nvSpPr>
          <p:spPr>
            <a:xfrm>
              <a:off x="12758" y="1318"/>
              <a:ext cx="735" cy="81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8693" name="Text Box 95"/>
            <p:cNvSpPr txBox="1"/>
            <p:nvPr/>
          </p:nvSpPr>
          <p:spPr>
            <a:xfrm>
              <a:off x="12758" y="4833"/>
              <a:ext cx="490" cy="81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8694" name="Text Box 96"/>
            <p:cNvSpPr txBox="1"/>
            <p:nvPr/>
          </p:nvSpPr>
          <p:spPr>
            <a:xfrm>
              <a:off x="9923" y="3813"/>
              <a:ext cx="1212" cy="817"/>
            </a:xfrm>
            <a:prstGeom prst="rect">
              <a:avLst/>
            </a:prstGeom>
            <a:noFill/>
            <a:ln w="9525">
              <a:noFill/>
            </a:ln>
          </p:spPr>
          <p:txBody>
            <a:bodyPr>
              <a:spAutoFit/>
            </a:bodyPr>
            <a:p>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i="1" baseline="-25000" dirty="0">
                  <a:solidFill>
                    <a:schemeClr val="tx1"/>
                  </a:solidFill>
                  <a:latin typeface="Times New Roman" panose="02020603050405020304" pitchFamily="18" charset="0"/>
                  <a:ea typeface="宋体" panose="02010600030101010101" pitchFamily="2" charset="-122"/>
                </a:rPr>
                <a:t>R</a:t>
              </a:r>
              <a:endParaRPr lang="en-US" altLang="zh-CN" b="0" i="1" baseline="-25000" dirty="0">
                <a:solidFill>
                  <a:schemeClr val="tx1"/>
                </a:solidFill>
                <a:latin typeface="Times New Roman" panose="02020603050405020304" pitchFamily="18" charset="0"/>
                <a:ea typeface="宋体" panose="02010600030101010101" pitchFamily="2" charset="-122"/>
              </a:endParaRPr>
            </a:p>
          </p:txBody>
        </p:sp>
        <p:sp>
          <p:nvSpPr>
            <p:cNvPr id="28695" name="Text Box 97"/>
            <p:cNvSpPr txBox="1"/>
            <p:nvPr/>
          </p:nvSpPr>
          <p:spPr>
            <a:xfrm>
              <a:off x="10263" y="1770"/>
              <a:ext cx="1387" cy="81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10</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8696" name="Line 99"/>
            <p:cNvSpPr/>
            <p:nvPr/>
          </p:nvSpPr>
          <p:spPr>
            <a:xfrm flipV="1">
              <a:off x="12643" y="2113"/>
              <a:ext cx="0" cy="905"/>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28697" name="Text Box 100"/>
            <p:cNvSpPr txBox="1"/>
            <p:nvPr/>
          </p:nvSpPr>
          <p:spPr>
            <a:xfrm>
              <a:off x="13098" y="3018"/>
              <a:ext cx="567" cy="817"/>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仿宋_GB2312" pitchFamily="49" charset="-122"/>
                </a:rPr>
                <a:t>U</a:t>
              </a:r>
              <a:endParaRPr lang="en-US" altLang="zh-CN" b="0" i="1" dirty="0">
                <a:solidFill>
                  <a:schemeClr val="tx1"/>
                </a:solidFill>
                <a:latin typeface="Times New Roman" panose="02020603050405020304" pitchFamily="18" charset="0"/>
                <a:ea typeface="仿宋_GB2312" pitchFamily="49" charset="-122"/>
              </a:endParaRPr>
            </a:p>
          </p:txBody>
        </p:sp>
        <p:sp>
          <p:nvSpPr>
            <p:cNvPr id="28698" name="Rectangle 107"/>
            <p:cNvSpPr/>
            <p:nvPr/>
          </p:nvSpPr>
          <p:spPr bwMode="auto">
            <a:xfrm>
              <a:off x="9355" y="3368"/>
              <a:ext cx="1700" cy="1917"/>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8699" name="Text Box 108"/>
            <p:cNvSpPr txBox="1"/>
            <p:nvPr/>
          </p:nvSpPr>
          <p:spPr>
            <a:xfrm>
              <a:off x="9753" y="3260"/>
              <a:ext cx="1020" cy="817"/>
            </a:xfrm>
            <a:prstGeom prst="rect">
              <a:avLst/>
            </a:prstGeom>
            <a:noFill/>
            <a:ln w="28575">
              <a:noFill/>
            </a:ln>
          </p:spPr>
          <p:txBody>
            <a:bodyPr anchor="ctr" anchorCtr="0">
              <a:spAutoFit/>
            </a:bodyPr>
            <a:p>
              <a:pPr algn="ct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8700" name="Text Box 109"/>
            <p:cNvSpPr txBox="1"/>
            <p:nvPr/>
          </p:nvSpPr>
          <p:spPr>
            <a:xfrm>
              <a:off x="9980" y="4218"/>
              <a:ext cx="622" cy="815"/>
            </a:xfrm>
            <a:prstGeom prst="rect">
              <a:avLst/>
            </a:prstGeom>
            <a:noFill/>
            <a:ln w="28575">
              <a:noFill/>
            </a:ln>
          </p:spPr>
          <p:txBody>
            <a:bodyPr anchor="ctr" anchorCtr="0">
              <a:spAutoFit/>
            </a:bodyPr>
            <a:p>
              <a:pPr algn="ctr"/>
              <a:r>
                <a:rPr lang="en-US" altLang="zh-CN" b="0" dirty="0">
                  <a:solidFill>
                    <a:schemeClr val="tx1"/>
                  </a:solidFill>
                  <a:latin typeface="Times New Roman" panose="02020603050405020304" pitchFamily="18" charset="0"/>
                  <a:ea typeface="宋体" panose="02010600030101010101" pitchFamily="2" charset="-122"/>
                </a:rPr>
                <a:t>_</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8701" name="Line 110"/>
            <p:cNvSpPr/>
            <p:nvPr/>
          </p:nvSpPr>
          <p:spPr bwMode="auto">
            <a:xfrm>
              <a:off x="11055" y="5285"/>
              <a:ext cx="1590" cy="0"/>
            </a:xfrm>
            <a:prstGeom prst="line">
              <a:avLst/>
            </a:prstGeom>
            <a:noFill/>
            <a:ln w="19050" cap="sq">
              <a:solidFill>
                <a:schemeClr val="tx2">
                  <a:lumMod val="75000"/>
                </a:schemeClr>
              </a:solidFill>
              <a:round/>
              <a:headEnd type="oval" w="med" len="med"/>
              <a:tailEnd type="none" w="med" len="med"/>
            </a:ln>
            <a:effectLst>
              <a:outerShdw blurRad="50800" dist="38100" dir="2700000" algn="tl" rotWithShape="0">
                <a:prstClr val="black">
                  <a:alpha val="40000"/>
                </a:prstClr>
              </a:outerShdw>
            </a:effectLst>
          </p:spPr>
        </p:sp>
        <p:sp>
          <p:nvSpPr>
            <p:cNvPr id="28702" name="Line 111"/>
            <p:cNvSpPr/>
            <p:nvPr/>
          </p:nvSpPr>
          <p:spPr bwMode="auto">
            <a:xfrm flipH="1">
              <a:off x="10205" y="1658"/>
              <a:ext cx="57" cy="1710"/>
            </a:xfrm>
            <a:prstGeom prst="line">
              <a:avLst/>
            </a:prstGeom>
            <a:noFill/>
            <a:ln w="19050" cap="sq">
              <a:solidFill>
                <a:schemeClr val="tx2">
                  <a:lumMod val="75000"/>
                </a:schemeClr>
              </a:solidFill>
              <a:round/>
              <a:headEnd type="none" w="med" len="med"/>
              <a:tailEnd type="oval" w="med" len="med"/>
            </a:ln>
            <a:effectLst>
              <a:outerShdw blurRad="50800" dist="38100" dir="2700000" algn="tl" rotWithShape="0">
                <a:prstClr val="black">
                  <a:alpha val="40000"/>
                </a:prstClr>
              </a:outerShdw>
            </a:effectLst>
          </p:spPr>
        </p:sp>
        <p:sp>
          <p:nvSpPr>
            <p:cNvPr id="28703" name="Line 112"/>
            <p:cNvSpPr/>
            <p:nvPr/>
          </p:nvSpPr>
          <p:spPr bwMode="auto">
            <a:xfrm>
              <a:off x="10263" y="1658"/>
              <a:ext cx="2385" cy="2"/>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28704" name="Line 113"/>
            <p:cNvSpPr/>
            <p:nvPr/>
          </p:nvSpPr>
          <p:spPr>
            <a:xfrm>
              <a:off x="9355" y="4265"/>
              <a:ext cx="0" cy="907"/>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28705" name="Rectangle 114"/>
            <p:cNvSpPr/>
            <p:nvPr/>
          </p:nvSpPr>
          <p:spPr bwMode="auto">
            <a:xfrm>
              <a:off x="10091" y="2110"/>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8706" name="Rectangle 115"/>
            <p:cNvSpPr/>
            <p:nvPr/>
          </p:nvSpPr>
          <p:spPr bwMode="auto">
            <a:xfrm>
              <a:off x="10943" y="3810"/>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28713" name="Text Box 105"/>
            <p:cNvSpPr txBox="1"/>
            <p:nvPr/>
          </p:nvSpPr>
          <p:spPr>
            <a:xfrm>
              <a:off x="9243" y="2673"/>
              <a:ext cx="1065" cy="817"/>
            </a:xfrm>
            <a:prstGeom prst="rect">
              <a:avLst/>
            </a:prstGeom>
            <a:noFill/>
            <a:ln w="28575">
              <a:noFill/>
            </a:ln>
          </p:spPr>
          <p:txBody>
            <a:bodyPr anchor="ctr" anchorCtr="0">
              <a:spAutoFit/>
            </a:bodyPr>
            <a:p>
              <a:pPr algn="ctr"/>
              <a:r>
                <a:rPr lang="en-US" altLang="zh-CN" b="0" i="1" dirty="0">
                  <a:solidFill>
                    <a:schemeClr val="tx1"/>
                  </a:solidFill>
                  <a:latin typeface="Times New Roman" panose="02020603050405020304" pitchFamily="18" charset="0"/>
                  <a:ea typeface="宋体" panose="02010600030101010101" pitchFamily="2" charset="-122"/>
                </a:rPr>
                <a:t>I</a:t>
              </a:r>
              <a:r>
                <a:rPr lang="en-US" altLang="zh-CN" b="0" baseline="-25000" dirty="0">
                  <a:solidFill>
                    <a:schemeClr val="tx1"/>
                  </a:solidFill>
                  <a:latin typeface="Times New Roman" panose="02020603050405020304" pitchFamily="18" charset="0"/>
                  <a:ea typeface="宋体" panose="02010600030101010101" pitchFamily="2" charset="-122"/>
                </a:rPr>
                <a:t>1</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28714" name="Line 106"/>
            <p:cNvSpPr/>
            <p:nvPr/>
          </p:nvSpPr>
          <p:spPr>
            <a:xfrm flipH="1">
              <a:off x="9358" y="3377"/>
              <a:ext cx="680"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28711" name="Text Box 102"/>
            <p:cNvSpPr txBox="1"/>
            <p:nvPr/>
          </p:nvSpPr>
          <p:spPr>
            <a:xfrm>
              <a:off x="10285" y="2671"/>
              <a:ext cx="1065" cy="817"/>
            </a:xfrm>
            <a:prstGeom prst="rect">
              <a:avLst/>
            </a:prstGeom>
            <a:noFill/>
            <a:ln w="28575">
              <a:noFill/>
            </a:ln>
          </p:spPr>
          <p:txBody>
            <a:bodyPr anchor="ctr" anchorCtr="0">
              <a:spAutoFit/>
            </a:bodyPr>
            <a:p>
              <a:pPr algn="ct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r>
                <a:rPr lang="en-US" altLang="zh-CN" b="0" baseline="-25000" dirty="0">
                  <a:solidFill>
                    <a:schemeClr val="tx1"/>
                  </a:solidFill>
                  <a:latin typeface="Times New Roman" panose="02020603050405020304" pitchFamily="18" charset="0"/>
                  <a:ea typeface="宋体" panose="02010600030101010101" pitchFamily="2" charset="-122"/>
                </a:rPr>
                <a:t>2</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28712" name="Line 103"/>
            <p:cNvSpPr/>
            <p:nvPr/>
          </p:nvSpPr>
          <p:spPr>
            <a:xfrm rot="10800000" flipH="1">
              <a:off x="10400" y="3375"/>
              <a:ext cx="680"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aphicFrame>
          <p:nvGraphicFramePr>
            <p:cNvPr id="3" name="对象 2"/>
            <p:cNvGraphicFramePr/>
            <p:nvPr/>
          </p:nvGraphicFramePr>
          <p:xfrm>
            <a:off x="8675" y="4493"/>
            <a:ext cx="528" cy="908"/>
          </p:xfrm>
          <a:graphic>
            <a:graphicData uri="http://schemas.openxmlformats.org/presentationml/2006/ole">
              <mc:AlternateContent xmlns:mc="http://schemas.openxmlformats.org/markup-compatibility/2006">
                <mc:Choice xmlns:v="urn:schemas-microsoft-com:vml" Requires="v">
                  <p:oleObj spid="_x0000_s4" name="" r:id="rId3" imgW="254000" imgH="393700" progId="Equation.KSEE3">
                    <p:embed/>
                  </p:oleObj>
                </mc:Choice>
                <mc:Fallback>
                  <p:oleObj name="" r:id="rId3" imgW="254000" imgH="393700" progId="Equation.KSEE3">
                    <p:embed/>
                    <p:pic>
                      <p:nvPicPr>
                        <p:cNvPr id="0" name="图片 3"/>
                        <p:cNvPicPr/>
                        <p:nvPr/>
                      </p:nvPicPr>
                      <p:blipFill>
                        <a:blip r:embed="rId4"/>
                        <a:stretch>
                          <a:fillRect/>
                        </a:stretch>
                      </p:blipFill>
                      <p:spPr>
                        <a:xfrm>
                          <a:off x="8675" y="4493"/>
                          <a:ext cx="528" cy="908"/>
                        </a:xfrm>
                        <a:prstGeom prst="rect">
                          <a:avLst/>
                        </a:prstGeom>
                      </p:spPr>
                    </p:pic>
                  </p:oleObj>
                </mc:Fallback>
              </mc:AlternateContent>
            </a:graphicData>
          </a:graphic>
        </p:graphicFrame>
        <p:grpSp>
          <p:nvGrpSpPr>
            <p:cNvPr id="73" name="组合 72"/>
            <p:cNvGrpSpPr/>
            <p:nvPr/>
          </p:nvGrpSpPr>
          <p:grpSpPr>
            <a:xfrm>
              <a:off x="12190" y="2924"/>
              <a:ext cx="908" cy="908"/>
              <a:chOff x="5907581" y="4495572"/>
              <a:chExt cx="576263" cy="576263"/>
            </a:xfrm>
          </p:grpSpPr>
          <p:sp>
            <p:nvSpPr>
              <p:cNvPr id="74"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75" name="直接连接符 74"/>
              <p:cNvCxnSpPr>
                <a:stCxn id="74" idx="4"/>
                <a:endCxn id="74"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6" name="组合 75"/>
            <p:cNvGrpSpPr/>
            <p:nvPr/>
          </p:nvGrpSpPr>
          <p:grpSpPr>
            <a:xfrm>
              <a:off x="8903" y="3377"/>
              <a:ext cx="907" cy="907"/>
              <a:chOff x="5883144" y="5417878"/>
              <a:chExt cx="576000" cy="576000"/>
            </a:xfrm>
          </p:grpSpPr>
          <p:sp>
            <p:nvSpPr>
              <p:cNvPr id="77" name="AutoShape 17"/>
              <p:cNvSpPr>
                <a:spLocks noChangeArrowheads="1"/>
              </p:cNvSpPr>
              <p:nvPr/>
            </p:nvSpPr>
            <p:spPr bwMode="auto">
              <a:xfrm>
                <a:off x="5883144" y="5417878"/>
                <a:ext cx="576000" cy="576000"/>
              </a:xfrm>
              <a:prstGeom prst="diamond">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en-US" sz="1800"/>
              </a:p>
            </p:txBody>
          </p:sp>
          <p:cxnSp>
            <p:nvCxnSpPr>
              <p:cNvPr id="78" name="直接连接符 77"/>
              <p:cNvCxnSpPr>
                <a:stCxn id="77" idx="1"/>
                <a:endCxn id="77" idx="3"/>
              </p:cNvCxnSpPr>
              <p:nvPr/>
            </p:nvCxnSpPr>
            <p:spPr>
              <a:xfrm>
                <a:off x="5883144" y="5705878"/>
                <a:ext cx="576000"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aphicFrame>
        <p:nvGraphicFramePr>
          <p:cNvPr id="6" name="对象 5"/>
          <p:cNvGraphicFramePr/>
          <p:nvPr/>
        </p:nvGraphicFramePr>
        <p:xfrm>
          <a:off x="750888" y="1412558"/>
          <a:ext cx="2153285" cy="573405"/>
        </p:xfrm>
        <a:graphic>
          <a:graphicData uri="http://schemas.openxmlformats.org/presentationml/2006/ole">
            <mc:AlternateContent xmlns:mc="http://schemas.openxmlformats.org/markup-compatibility/2006">
              <mc:Choice xmlns:v="urn:schemas-microsoft-com:vml" Requires="v">
                <p:oleObj spid="_x0000_s9" name="" r:id="rId5" imgW="787400" imgH="215900" progId="Equation.KSEE3">
                  <p:embed/>
                </p:oleObj>
              </mc:Choice>
              <mc:Fallback>
                <p:oleObj name="" r:id="rId5" imgW="787400" imgH="215900" progId="Equation.KSEE3">
                  <p:embed/>
                  <p:pic>
                    <p:nvPicPr>
                      <p:cNvPr id="0" name="图片 15"/>
                      <p:cNvPicPr/>
                      <p:nvPr/>
                    </p:nvPicPr>
                    <p:blipFill>
                      <a:blip r:embed="rId6"/>
                      <a:stretch>
                        <a:fillRect/>
                      </a:stretch>
                    </p:blipFill>
                    <p:spPr>
                      <a:xfrm>
                        <a:off x="750888" y="1412558"/>
                        <a:ext cx="2153285" cy="573405"/>
                      </a:xfrm>
                      <a:prstGeom prst="rect">
                        <a:avLst/>
                      </a:prstGeom>
                    </p:spPr>
                  </p:pic>
                </p:oleObj>
              </mc:Fallback>
            </mc:AlternateContent>
          </a:graphicData>
        </a:graphic>
      </p:graphicFrame>
      <p:graphicFrame>
        <p:nvGraphicFramePr>
          <p:cNvPr id="10" name="对象 9"/>
          <p:cNvGraphicFramePr/>
          <p:nvPr/>
        </p:nvGraphicFramePr>
        <p:xfrm>
          <a:off x="625793" y="2826068"/>
          <a:ext cx="2605405" cy="1045845"/>
        </p:xfrm>
        <a:graphic>
          <a:graphicData uri="http://schemas.openxmlformats.org/presentationml/2006/ole">
            <mc:AlternateContent xmlns:mc="http://schemas.openxmlformats.org/markup-compatibility/2006">
              <mc:Choice xmlns:v="urn:schemas-microsoft-com:vml" Requires="v">
                <p:oleObj spid="_x0000_s19" name="" r:id="rId7" imgW="952500" imgH="393700" progId="Equation.KSEE3">
                  <p:embed/>
                </p:oleObj>
              </mc:Choice>
              <mc:Fallback>
                <p:oleObj name="" r:id="rId7" imgW="952500" imgH="393700" progId="Equation.KSEE3">
                  <p:embed/>
                  <p:pic>
                    <p:nvPicPr>
                      <p:cNvPr id="0" name="图片 15"/>
                      <p:cNvPicPr/>
                      <p:nvPr/>
                    </p:nvPicPr>
                    <p:blipFill>
                      <a:blip r:embed="rId8"/>
                      <a:stretch>
                        <a:fillRect/>
                      </a:stretch>
                    </p:blipFill>
                    <p:spPr>
                      <a:xfrm>
                        <a:off x="625793" y="2826068"/>
                        <a:ext cx="2605405" cy="1045845"/>
                      </a:xfrm>
                      <a:prstGeom prst="rect">
                        <a:avLst/>
                      </a:prstGeom>
                    </p:spPr>
                  </p:pic>
                </p:oleObj>
              </mc:Fallback>
            </mc:AlternateContent>
          </a:graphicData>
        </a:graphic>
      </p:graphicFrame>
      <p:graphicFrame>
        <p:nvGraphicFramePr>
          <p:cNvPr id="20" name="对象 19"/>
          <p:cNvGraphicFramePr/>
          <p:nvPr/>
        </p:nvGraphicFramePr>
        <p:xfrm>
          <a:off x="674371" y="5435283"/>
          <a:ext cx="5175250" cy="1249045"/>
        </p:xfrm>
        <a:graphic>
          <a:graphicData uri="http://schemas.openxmlformats.org/presentationml/2006/ole">
            <mc:AlternateContent xmlns:mc="http://schemas.openxmlformats.org/markup-compatibility/2006">
              <mc:Choice xmlns:v="urn:schemas-microsoft-com:vml" Requires="v">
                <p:oleObj spid="_x0000_s21" name="" r:id="rId9" imgW="1892300" imgH="469900" progId="Equation.KSEE3">
                  <p:embed/>
                </p:oleObj>
              </mc:Choice>
              <mc:Fallback>
                <p:oleObj name="" r:id="rId9" imgW="1892300" imgH="469900" progId="Equation.KSEE3">
                  <p:embed/>
                  <p:pic>
                    <p:nvPicPr>
                      <p:cNvPr id="0" name="图片 15"/>
                      <p:cNvPicPr/>
                      <p:nvPr/>
                    </p:nvPicPr>
                    <p:blipFill>
                      <a:blip r:embed="rId10"/>
                      <a:stretch>
                        <a:fillRect/>
                      </a:stretch>
                    </p:blipFill>
                    <p:spPr>
                      <a:xfrm>
                        <a:off x="674371" y="5435283"/>
                        <a:ext cx="5175250" cy="1249045"/>
                      </a:xfrm>
                      <a:prstGeom prst="rect">
                        <a:avLst/>
                      </a:prstGeom>
                    </p:spPr>
                  </p:pic>
                </p:oleObj>
              </mc:Fallback>
            </mc:AlternateContent>
          </a:graphicData>
        </a:graphic>
      </p:graphicFrame>
      <p:graphicFrame>
        <p:nvGraphicFramePr>
          <p:cNvPr id="22" name="对象 21"/>
          <p:cNvGraphicFramePr/>
          <p:nvPr/>
        </p:nvGraphicFramePr>
        <p:xfrm>
          <a:off x="751206" y="4664711"/>
          <a:ext cx="2674620" cy="641350"/>
        </p:xfrm>
        <a:graphic>
          <a:graphicData uri="http://schemas.openxmlformats.org/presentationml/2006/ole">
            <mc:AlternateContent xmlns:mc="http://schemas.openxmlformats.org/markup-compatibility/2006">
              <mc:Choice xmlns:v="urn:schemas-microsoft-com:vml" Requires="v">
                <p:oleObj spid="_x0000_s23" name="" r:id="rId11" imgW="977900" imgH="241300" progId="Equation.KSEE3">
                  <p:embed/>
                </p:oleObj>
              </mc:Choice>
              <mc:Fallback>
                <p:oleObj name="" r:id="rId11" imgW="977900" imgH="241300" progId="Equation.KSEE3">
                  <p:embed/>
                  <p:pic>
                    <p:nvPicPr>
                      <p:cNvPr id="0" name="图片 15"/>
                      <p:cNvPicPr/>
                      <p:nvPr/>
                    </p:nvPicPr>
                    <p:blipFill>
                      <a:blip r:embed="rId12"/>
                      <a:stretch>
                        <a:fillRect/>
                      </a:stretch>
                    </p:blipFill>
                    <p:spPr>
                      <a:xfrm>
                        <a:off x="751206" y="4664711"/>
                        <a:ext cx="2674620" cy="64135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106501"/>
                                        </p:tgtEl>
                                        <p:attrNameLst>
                                          <p:attrName>style.visibility</p:attrName>
                                        </p:attrNameLst>
                                      </p:cBhvr>
                                      <p:to>
                                        <p:strVal val="visible"/>
                                      </p:to>
                                    </p:set>
                                    <p:anim calcmode="lin" valueType="num">
                                      <p:cBhvr additive="base">
                                        <p:cTn id="7" dur="500" fill="hold"/>
                                        <p:tgtEl>
                                          <p:spTgt spid="106501"/>
                                        </p:tgtEl>
                                        <p:attrNameLst>
                                          <p:attrName>ppt_x</p:attrName>
                                        </p:attrNameLst>
                                      </p:cBhvr>
                                      <p:tavLst>
                                        <p:tav tm="0">
                                          <p:val>
                                            <p:strVal val="1+#ppt_w/2"/>
                                          </p:val>
                                        </p:tav>
                                        <p:tav tm="100000">
                                          <p:val>
                                            <p:strVal val="#ppt_x"/>
                                          </p:val>
                                        </p:tav>
                                      </p:tavLst>
                                    </p:anim>
                                    <p:anim calcmode="lin" valueType="num">
                                      <p:cBhvr additive="base">
                                        <p:cTn id="8" dur="500" fill="hold"/>
                                        <p:tgtEl>
                                          <p:spTgt spid="10650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linds(horizontal)">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8" presetClass="entr" presetSubtype="6"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strips(downRight)">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8" presetClass="entr" presetSubtype="6"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strips(downRight)">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18" presetClass="entr" presetSubtype="6"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strips(downRight)">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106616"/>
                                        </p:tgtEl>
                                        <p:attrNameLst>
                                          <p:attrName>style.visibility</p:attrName>
                                        </p:attrNameLst>
                                      </p:cBhvr>
                                      <p:to>
                                        <p:strVal val="visible"/>
                                      </p:to>
                                    </p:set>
                                    <p:anim calcmode="lin" valueType="num">
                                      <p:cBhvr additive="base">
                                        <p:cTn id="33" dur="500" fill="hold"/>
                                        <p:tgtEl>
                                          <p:spTgt spid="106616"/>
                                        </p:tgtEl>
                                        <p:attrNameLst>
                                          <p:attrName>ppt_x</p:attrName>
                                        </p:attrNameLst>
                                      </p:cBhvr>
                                      <p:tavLst>
                                        <p:tav tm="0">
                                          <p:val>
                                            <p:strVal val="0-#ppt_w/2"/>
                                          </p:val>
                                        </p:tav>
                                        <p:tav tm="100000">
                                          <p:val>
                                            <p:strVal val="#ppt_x"/>
                                          </p:val>
                                        </p:tav>
                                      </p:tavLst>
                                    </p:anim>
                                    <p:anim calcmode="lin" valueType="num">
                                      <p:cBhvr additive="base">
                                        <p:cTn id="34" dur="500" fill="hold"/>
                                        <p:tgtEl>
                                          <p:spTgt spid="106616"/>
                                        </p:tgtEl>
                                        <p:attrNameLst>
                                          <p:attrName>ppt_y</p:attrName>
                                        </p:attrNameLst>
                                      </p:cBhvr>
                                      <p:tavLst>
                                        <p:tav tm="0">
                                          <p:val>
                                            <p:strVal val="#ppt_y"/>
                                          </p:val>
                                        </p:tav>
                                        <p:tav tm="100000">
                                          <p:val>
                                            <p:strVal val="#ppt_y"/>
                                          </p:val>
                                        </p:tav>
                                      </p:tavLst>
                                    </p:anim>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wipe(left)">
                                      <p:cBhvr>
                                        <p:cTn id="38" dur="500"/>
                                        <p:tgtEl>
                                          <p:spTgt spid="22"/>
                                        </p:tgtEl>
                                      </p:cBhvr>
                                    </p:animEffect>
                                  </p:childTnLst>
                                </p:cTn>
                              </p:par>
                            </p:childTnLst>
                          </p:cTn>
                        </p:par>
                        <p:par>
                          <p:cTn id="39" fill="hold">
                            <p:stCondLst>
                              <p:cond delay="1000"/>
                            </p:stCondLst>
                            <p:childTnLst>
                              <p:par>
                                <p:cTn id="40" presetID="22" presetClass="entr" presetSubtype="8" fill="hold" grpId="0" nodeType="afterEffect">
                                  <p:stCondLst>
                                    <p:cond delay="0"/>
                                  </p:stCondLst>
                                  <p:childTnLst>
                                    <p:set>
                                      <p:cBhvr>
                                        <p:cTn id="41" dur="1" fill="hold">
                                          <p:stCondLst>
                                            <p:cond delay="0"/>
                                          </p:stCondLst>
                                        </p:cTn>
                                        <p:tgtEl>
                                          <p:spTgt spid="28719"/>
                                        </p:tgtEl>
                                        <p:attrNameLst>
                                          <p:attrName>style.visibility</p:attrName>
                                        </p:attrNameLst>
                                      </p:cBhvr>
                                      <p:to>
                                        <p:strVal val="visible"/>
                                      </p:to>
                                    </p:set>
                                    <p:animEffect transition="in" filter="wipe(left)">
                                      <p:cBhvr>
                                        <p:cTn id="42" dur="500"/>
                                        <p:tgtEl>
                                          <p:spTgt spid="28719"/>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6"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strips(downRight)">
                                      <p:cBhvr>
                                        <p:cTn id="4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01" grpId="0"/>
      <p:bldP spid="106616" grpId="0"/>
      <p:bldP spid="28719"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4-4 最大功率传输定理</a:t>
            </a:r>
            <a:endParaRPr lang="zh-CN" altLang="en-US"/>
          </a:p>
        </p:txBody>
      </p:sp>
      <p:sp>
        <p:nvSpPr>
          <p:cNvPr id="28680" name="Text Box 8"/>
          <p:cNvSpPr txBox="1"/>
          <p:nvPr/>
        </p:nvSpPr>
        <p:spPr>
          <a:xfrm>
            <a:off x="1042670" y="1518603"/>
            <a:ext cx="7272338" cy="1124585"/>
          </a:xfrm>
          <a:prstGeom prst="rect">
            <a:avLst/>
          </a:prstGeom>
          <a:noFill/>
          <a:ln w="9525">
            <a:noFill/>
          </a:ln>
        </p:spPr>
        <p:txBody>
          <a:bodyPr>
            <a:spAutoFit/>
          </a:bodyPr>
          <a:p>
            <a:pPr marL="342900" indent="-342900">
              <a:lnSpc>
                <a:spcPct val="120000"/>
              </a:lnSpc>
              <a:buAutoNum type="circleNumDbPlain"/>
            </a:pPr>
            <a:r>
              <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rPr>
              <a:t>最大功率传输定理用于一端口电路给定,负载电阻可调的情况。</a:t>
            </a:r>
            <a:endPar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8681" name="Text Box 9"/>
          <p:cNvSpPr txBox="1"/>
          <p:nvPr/>
        </p:nvSpPr>
        <p:spPr>
          <a:xfrm>
            <a:off x="1042353" y="2662238"/>
            <a:ext cx="7416800" cy="1641475"/>
          </a:xfrm>
          <a:prstGeom prst="rect">
            <a:avLst/>
          </a:prstGeom>
          <a:noFill/>
          <a:ln w="9525">
            <a:noFill/>
          </a:ln>
        </p:spPr>
        <p:txBody>
          <a:bodyPr>
            <a:spAutoFit/>
          </a:bodyPr>
          <a:p>
            <a:pPr marL="342900" indent="-342900">
              <a:lnSpc>
                <a:spcPct val="120000"/>
              </a:lnSpc>
              <a:buAutoNum type="circleNumDbPlain" startAt="2"/>
            </a:pPr>
            <a:r>
              <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rPr>
              <a:t>一端口等效电阻消耗的功率一般并不等于端口内部消耗的功率,因此当负载获取最大功率时,电路的传输效率并不一定是</a:t>
            </a:r>
            <a:r>
              <a:rPr kumimoji="1" lang="zh-CN" altLang="en-US" sz="2800" b="0" dirty="0" smtClean="0">
                <a:latin typeface="Times New Roman" panose="02020603050405020304" pitchFamily="18" charset="0"/>
                <a:ea typeface="华文中宋" panose="02010600040101010101" pitchFamily="2" charset="-122"/>
                <a:cs typeface="Times New Roman" panose="02020603050405020304" pitchFamily="18" charset="0"/>
              </a:rPr>
              <a:t>50%。</a:t>
            </a:r>
            <a:endParaRPr kumimoji="1" lang="zh-CN" altLang="en-US" sz="2800" b="0" dirty="0" smtClean="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8682" name="Text Box 10"/>
          <p:cNvSpPr txBox="1"/>
          <p:nvPr/>
        </p:nvSpPr>
        <p:spPr>
          <a:xfrm>
            <a:off x="1042353" y="4361180"/>
            <a:ext cx="7416800" cy="1124585"/>
          </a:xfrm>
          <a:prstGeom prst="rect">
            <a:avLst/>
          </a:prstGeom>
          <a:noFill/>
          <a:ln w="9525">
            <a:noFill/>
          </a:ln>
        </p:spPr>
        <p:txBody>
          <a:bodyPr>
            <a:spAutoFit/>
          </a:bodyPr>
          <a:p>
            <a:pPr marL="342900" indent="-342900">
              <a:lnSpc>
                <a:spcPct val="120000"/>
              </a:lnSpc>
              <a:buAutoNum type="circleNumDbPlain" startAt="3"/>
            </a:pPr>
            <a:r>
              <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rPr>
              <a:t>计算最大功率问题结合应用戴维南定理或诺顿定理最方便。</a:t>
            </a:r>
            <a:endPar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3" name="组合 2"/>
          <p:cNvGrpSpPr/>
          <p:nvPr/>
        </p:nvGrpSpPr>
        <p:grpSpPr>
          <a:xfrm>
            <a:off x="744845" y="733103"/>
            <a:ext cx="1469301" cy="596753"/>
            <a:chOff x="333345" y="3065118"/>
            <a:chExt cx="1469299" cy="596752"/>
          </a:xfrm>
        </p:grpSpPr>
        <p:sp>
          <p:nvSpPr>
            <p:cNvPr id="5" name="Text Box 47"/>
            <p:cNvSpPr txBox="1">
              <a:spLocks noChangeArrowheads="1"/>
            </p:cNvSpPr>
            <p:nvPr/>
          </p:nvSpPr>
          <p:spPr bwMode="auto">
            <a:xfrm>
              <a:off x="797242" y="3065118"/>
              <a:ext cx="1005402" cy="584774"/>
            </a:xfrm>
            <a:prstGeom prst="rect">
              <a:avLst/>
            </a:prstGeom>
            <a:noFill/>
            <a:ln w="9525">
              <a:noFill/>
              <a:miter lim="800000"/>
            </a:ln>
            <a:effectLst/>
          </p:spPr>
          <p:txBody>
            <a:bodyPr wrap="none">
              <a:spAutoFit/>
            </a:bodyPr>
            <a:p>
              <a:r>
                <a:rPr kumimoji="1" lang="zh-CN" altLang="en-US" sz="3200"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注意</a:t>
              </a:r>
              <a:endParaRPr kumimoji="1" lang="zh-CN" altLang="en-US" sz="3200"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p:txBody>
        </p:sp>
        <p:grpSp>
          <p:nvGrpSpPr>
            <p:cNvPr id="6" name="组合 15"/>
            <p:cNvGrpSpPr/>
            <p:nvPr/>
          </p:nvGrpSpPr>
          <p:grpSpPr>
            <a:xfrm>
              <a:off x="333345" y="3109916"/>
              <a:ext cx="655770" cy="551954"/>
              <a:chOff x="6691327" y="3681420"/>
              <a:chExt cx="655770" cy="551954"/>
            </a:xfrm>
          </p:grpSpPr>
          <p:sp>
            <p:nvSpPr>
              <p:cNvPr id="7" name="等腰三角形 6"/>
              <p:cNvSpPr/>
              <p:nvPr/>
            </p:nvSpPr>
            <p:spPr>
              <a:xfrm>
                <a:off x="6691327" y="3681420"/>
                <a:ext cx="576000" cy="504000"/>
              </a:xfrm>
              <a:prstGeom prst="triangle">
                <a:avLst/>
              </a:prstGeom>
              <a:solidFill>
                <a:schemeClr val="accent6">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3200"/>
              </a:p>
            </p:txBody>
          </p:sp>
          <p:sp>
            <p:nvSpPr>
              <p:cNvPr id="8" name="TextBox 91"/>
              <p:cNvSpPr txBox="1"/>
              <p:nvPr/>
            </p:nvSpPr>
            <p:spPr>
              <a:xfrm>
                <a:off x="6803359" y="3710155"/>
                <a:ext cx="543738" cy="523219"/>
              </a:xfrm>
              <a:prstGeom prst="rect">
                <a:avLst/>
              </a:prstGeom>
              <a:noFill/>
            </p:spPr>
            <p:txBody>
              <a:bodyPr wrap="none" rtlCol="0">
                <a:spAutoFit/>
              </a:bodyPr>
              <a:p>
                <a:pPr algn="ctr"/>
                <a:r>
                  <a:rPr lang="zh-CN" altLang="en-US" sz="2800" dirty="0">
                    <a:solidFill>
                      <a:schemeClr val="accent2">
                        <a:lumMod val="75000"/>
                      </a:schemeClr>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rPr>
                  <a:t>！</a:t>
                </a:r>
                <a:endParaRPr lang="zh-CN" altLang="en-US" sz="2800" dirty="0">
                  <a:solidFill>
                    <a:schemeClr val="accent2">
                      <a:lumMod val="75000"/>
                    </a:schemeClr>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3"/>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28680"/>
                                        </p:tgtEl>
                                        <p:attrNameLst>
                                          <p:attrName>style.visibility</p:attrName>
                                        </p:attrNameLst>
                                      </p:cBhvr>
                                      <p:to>
                                        <p:strVal val="visible"/>
                                      </p:to>
                                    </p:set>
                                    <p:animEffect transition="in" filter="wipe(up)">
                                      <p:cBhvr>
                                        <p:cTn id="15" dur="2000"/>
                                        <p:tgtEl>
                                          <p:spTgt spid="28680"/>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28681"/>
                                        </p:tgtEl>
                                        <p:attrNameLst>
                                          <p:attrName>style.visibility</p:attrName>
                                        </p:attrNameLst>
                                      </p:cBhvr>
                                      <p:to>
                                        <p:strVal val="visible"/>
                                      </p:to>
                                    </p:set>
                                    <p:animEffect transition="in" filter="wipe(up)">
                                      <p:cBhvr>
                                        <p:cTn id="20" dur="2000"/>
                                        <p:tgtEl>
                                          <p:spTgt spid="28681"/>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28682"/>
                                        </p:tgtEl>
                                        <p:attrNameLst>
                                          <p:attrName>style.visibility</p:attrName>
                                        </p:attrNameLst>
                                      </p:cBhvr>
                                      <p:to>
                                        <p:strVal val="visible"/>
                                      </p:to>
                                    </p:set>
                                    <p:animEffect transition="in" filter="wipe(up)">
                                      <p:cBhvr>
                                        <p:cTn id="25" dur="2000"/>
                                        <p:tgtEl>
                                          <p:spTgt spid="286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80" grpId="0"/>
      <p:bldP spid="28681" grpId="0"/>
      <p:bldP spid="2868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 * 4-5 特勒根定理</a:t>
            </a:r>
            <a:endParaRPr lang="en-US" altLang="zh-CN">
              <a:latin typeface="微软雅黑" panose="020B0503020204020204" pitchFamily="34" charset="-122"/>
              <a:cs typeface="微软雅黑" panose="020B0503020204020204" pitchFamily="34" charset="-122"/>
            </a:endParaRPr>
          </a:p>
        </p:txBody>
      </p:sp>
      <p:sp>
        <p:nvSpPr>
          <p:cNvPr id="27650" name="Text Box 2" descr="新闻纸"/>
          <p:cNvSpPr txBox="1"/>
          <p:nvPr/>
        </p:nvSpPr>
        <p:spPr>
          <a:xfrm>
            <a:off x="1692275" y="804863"/>
            <a:ext cx="6121400" cy="645160"/>
          </a:xfrm>
          <a:prstGeom prst="rect">
            <a:avLst/>
          </a:prstGeom>
          <a:noFill/>
          <a:ln w="9525">
            <a:noFill/>
          </a:ln>
          <a:effectLst>
            <a:prstShdw prst="shdw17" dist="17961" dir="2699999">
              <a:srgbClr val="959595"/>
            </a:prstShdw>
          </a:effectLst>
        </p:spPr>
        <p:txBody>
          <a:bodyPr>
            <a:spAutoFit/>
          </a:bodyPr>
          <a:p>
            <a:r>
              <a:rPr lang="en-US" altLang="zh-CN" sz="3200" dirty="0">
                <a:solidFill>
                  <a:schemeClr val="bg1"/>
                </a:solidFill>
                <a:latin typeface="仿宋_GB2312" pitchFamily="49" charset="-122"/>
                <a:ea typeface="仿宋_GB2312" pitchFamily="49" charset="-122"/>
              </a:rPr>
              <a:t> </a:t>
            </a:r>
            <a:r>
              <a:rPr kumimoji="1" lang="en-US" altLang="zh-CN" sz="3600" b="1" dirty="0" smtClean="0">
                <a:solidFill>
                  <a:schemeClr val="tx2"/>
                </a:solidFill>
                <a:latin typeface="Times New Roman" panose="02020603050405020304" pitchFamily="18" charset="0"/>
                <a:ea typeface="微软雅黑" panose="020B0503020204020204" pitchFamily="34" charset="-122"/>
              </a:rPr>
              <a:t>* 4-5 特勒根定理</a:t>
            </a:r>
            <a:endParaRPr kumimoji="1" lang="en-US" altLang="zh-CN" sz="3600" b="1" dirty="0" smtClean="0">
              <a:solidFill>
                <a:schemeClr val="tx2"/>
              </a:solidFill>
              <a:latin typeface="Times New Roman" panose="02020603050405020304" pitchFamily="18" charset="0"/>
              <a:ea typeface="微软雅黑" panose="020B0503020204020204" pitchFamily="34" charset="-122"/>
            </a:endParaRPr>
          </a:p>
        </p:txBody>
      </p:sp>
      <p:sp>
        <p:nvSpPr>
          <p:cNvPr id="27739" name="Text Box 91"/>
          <p:cNvSpPr txBox="1"/>
          <p:nvPr/>
        </p:nvSpPr>
        <p:spPr>
          <a:xfrm>
            <a:off x="539750" y="1567974"/>
            <a:ext cx="3527425" cy="583565"/>
          </a:xfrm>
          <a:prstGeom prst="rect">
            <a:avLst/>
          </a:prstGeom>
          <a:noFill/>
          <a:ln w="12700">
            <a:noFill/>
          </a:ln>
        </p:spPr>
        <p:txBody>
          <a:bodyPr lIns="92075" tIns="46038" rIns="92075" bIns="46038" anchor="ctr" anchorCtr="0">
            <a:spAutoFit/>
          </a:bodyPr>
          <a:p>
            <a:pPr algn="ctr">
              <a:spcBef>
                <a:spcPct val="50000"/>
              </a:spcBef>
              <a:buClr>
                <a:schemeClr val="accent2"/>
              </a:buClr>
              <a:buSzPct val="75000"/>
              <a:buFont typeface="Monotype Sorts" pitchFamily="2" charset="2"/>
            </a:pPr>
            <a:r>
              <a:rPr kumimoji="1" lang="zh-CN" altLang="en-US" sz="3200" b="1" dirty="0" smtClean="0">
                <a:solidFill>
                  <a:schemeClr val="accent2">
                    <a:lumMod val="75000"/>
                  </a:schemeClr>
                </a:solidFill>
                <a:latin typeface="Times New Roman" panose="02020603050405020304" pitchFamily="18" charset="0"/>
                <a:ea typeface="华文中宋" panose="02010600040101010101" pitchFamily="2" charset="-122"/>
              </a:rPr>
              <a:t>1. 特勒根定理1</a:t>
            </a:r>
            <a:endParaRPr kumimoji="1" lang="zh-CN" altLang="en-US" sz="3200" b="1" dirty="0" smtClean="0">
              <a:solidFill>
                <a:schemeClr val="accent2">
                  <a:lumMod val="75000"/>
                </a:schemeClr>
              </a:solidFill>
              <a:latin typeface="Times New Roman" panose="02020603050405020304" pitchFamily="18" charset="0"/>
              <a:ea typeface="华文中宋" panose="02010600040101010101" pitchFamily="2" charset="-122"/>
            </a:endParaRPr>
          </a:p>
        </p:txBody>
      </p:sp>
      <p:sp>
        <p:nvSpPr>
          <p:cNvPr id="27740" name="Text Box 92"/>
          <p:cNvSpPr txBox="1"/>
          <p:nvPr/>
        </p:nvSpPr>
        <p:spPr>
          <a:xfrm>
            <a:off x="468313" y="2173288"/>
            <a:ext cx="8353425" cy="1124585"/>
          </a:xfrm>
          <a:prstGeom prst="rect">
            <a:avLst/>
          </a:prstGeom>
          <a:noFill/>
          <a:ln w="9525">
            <a:noFill/>
          </a:ln>
        </p:spPr>
        <p:txBody>
          <a:bodyPr>
            <a:spAutoFit/>
          </a:bodyPr>
          <a:p>
            <a:pPr>
              <a:lnSpc>
                <a:spcPct val="120000"/>
              </a:lnSpc>
              <a:spcBef>
                <a:spcPct val="50000"/>
              </a:spcBef>
            </a:pPr>
            <a:r>
              <a:rPr lang="en-US" altLang="zh-CN" dirty="0">
                <a:latin typeface="楷体_GB2312" pitchFamily="49" charset="-122"/>
              </a:rPr>
              <a:t>    </a:t>
            </a:r>
            <a:r>
              <a:rPr kumimoji="1" lang="zh-CN" altLang="en-US" sz="2800" dirty="0" smtClean="0">
                <a:latin typeface="华文楷体" panose="02010600040101010101" pitchFamily="2" charset="-122"/>
                <a:ea typeface="华文楷体" panose="02010600040101010101" pitchFamily="2" charset="-122"/>
              </a:rPr>
              <a:t>任何时刻，一个具有</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n</a:t>
            </a:r>
            <a:r>
              <a:rPr kumimoji="1" lang="zh-CN" altLang="en-US" sz="2800" dirty="0" smtClean="0">
                <a:latin typeface="华文楷体" panose="02010600040101010101" pitchFamily="2" charset="-122"/>
                <a:ea typeface="华文楷体" panose="02010600040101010101" pitchFamily="2" charset="-122"/>
              </a:rPr>
              <a:t>个节点和</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b</a:t>
            </a:r>
            <a:r>
              <a:rPr kumimoji="1" lang="zh-CN" altLang="en-US" sz="2800" dirty="0" smtClean="0">
                <a:latin typeface="华文楷体" panose="02010600040101010101" pitchFamily="2" charset="-122"/>
                <a:ea typeface="华文楷体" panose="02010600040101010101" pitchFamily="2" charset="-122"/>
              </a:rPr>
              <a:t>条支路的集总电路，在支路电流和电压取关联参考方向下，满足:</a:t>
            </a:r>
            <a:endParaRPr kumimoji="1" lang="zh-CN" altLang="en-US" sz="2800" dirty="0" smtClean="0">
              <a:latin typeface="华文楷体" panose="02010600040101010101" pitchFamily="2" charset="-122"/>
              <a:ea typeface="华文楷体" panose="02010600040101010101" pitchFamily="2" charset="-122"/>
            </a:endParaRPr>
          </a:p>
        </p:txBody>
      </p:sp>
      <p:sp>
        <p:nvSpPr>
          <p:cNvPr id="27742" name="AutoShape 94" descr="羊皮纸"/>
          <p:cNvSpPr/>
          <p:nvPr/>
        </p:nvSpPr>
        <p:spPr>
          <a:xfrm>
            <a:off x="5364163" y="3838575"/>
            <a:ext cx="2089150" cy="576263"/>
          </a:xfrm>
          <a:prstGeom prst="wedgeRoundRectCallout">
            <a:avLst>
              <a:gd name="adj1" fmla="val -100532"/>
              <a:gd name="adj2" fmla="val 39806"/>
              <a:gd name="adj3" fmla="val 16667"/>
            </a:avLst>
          </a:prstGeom>
          <a:blipFill rotWithShape="1">
            <a:blip r:embed="rId1"/>
          </a:blipFill>
          <a:ln w="9525">
            <a:noFill/>
          </a:ln>
        </p:spPr>
        <p:txBody>
          <a:bodyPr/>
          <a:p>
            <a:pPr algn="ctr"/>
            <a:r>
              <a:rPr kumimoji="1" lang="zh-CN" altLang="en-US" sz="2800" dirty="0" smtClean="0">
                <a:solidFill>
                  <a:schemeClr val="tx1"/>
                </a:solidFill>
                <a:latin typeface="华文楷体" panose="02010600040101010101" pitchFamily="2" charset="-122"/>
                <a:ea typeface="华文楷体" panose="02010600040101010101" pitchFamily="2" charset="-122"/>
              </a:rPr>
              <a:t>功率守恒</a:t>
            </a:r>
            <a:endParaRPr kumimoji="1" lang="zh-CN" altLang="en-US" sz="2800" dirty="0" smtClean="0">
              <a:solidFill>
                <a:schemeClr val="tx1"/>
              </a:solidFill>
              <a:latin typeface="华文楷体" panose="02010600040101010101" pitchFamily="2" charset="-122"/>
              <a:ea typeface="华文楷体" panose="02010600040101010101" pitchFamily="2" charset="-122"/>
            </a:endParaRPr>
          </a:p>
        </p:txBody>
      </p:sp>
      <p:sp>
        <p:nvSpPr>
          <p:cNvPr id="27745" name="Text Box 97"/>
          <p:cNvSpPr txBox="1"/>
          <p:nvPr/>
        </p:nvSpPr>
        <p:spPr>
          <a:xfrm>
            <a:off x="824865" y="5396865"/>
            <a:ext cx="7848600" cy="1124585"/>
          </a:xfrm>
          <a:prstGeom prst="rect">
            <a:avLst/>
          </a:prstGeom>
          <a:noFill/>
          <a:ln w="9525">
            <a:noFill/>
          </a:ln>
        </p:spPr>
        <p:txBody>
          <a:bodyPr>
            <a:spAutoFit/>
          </a:bodyPr>
          <a:p>
            <a:pPr>
              <a:lnSpc>
                <a:spcPct val="120000"/>
              </a:lnSpc>
            </a:pPr>
            <a:r>
              <a:rPr lang="en-US" altLang="zh-CN" dirty="0">
                <a:latin typeface="Arial" panose="020B0604020202020204" pitchFamily="34" charset="0"/>
              </a:rPr>
              <a:t>             </a:t>
            </a:r>
            <a:r>
              <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rPr>
              <a:t>任何一个电路的全部支路吸收的功率之和恒等于零。</a:t>
            </a:r>
            <a:endPar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3" name="对象 2"/>
          <p:cNvGraphicFramePr/>
          <p:nvPr/>
        </p:nvGraphicFramePr>
        <p:xfrm>
          <a:off x="1598295" y="3564255"/>
          <a:ext cx="3157855" cy="1547495"/>
        </p:xfrm>
        <a:graphic>
          <a:graphicData uri="http://schemas.openxmlformats.org/presentationml/2006/ole">
            <mc:AlternateContent xmlns:mc="http://schemas.openxmlformats.org/markup-compatibility/2006">
              <mc:Choice xmlns:v="urn:schemas-microsoft-com:vml" Requires="v">
                <p:oleObj spid="_x0000_s5" name="" r:id="rId2" imgW="2308225" imgH="1069340" progId="Equation.KSEE3">
                  <p:embed/>
                </p:oleObj>
              </mc:Choice>
              <mc:Fallback>
                <p:oleObj name="" r:id="rId2" imgW="2308225" imgH="1069340" progId="Equation.KSEE3">
                  <p:embed/>
                  <p:pic>
                    <p:nvPicPr>
                      <p:cNvPr id="0" name="图片 4"/>
                      <p:cNvPicPr/>
                      <p:nvPr/>
                    </p:nvPicPr>
                    <p:blipFill>
                      <a:blip r:embed="rId3"/>
                      <a:stretch>
                        <a:fillRect/>
                      </a:stretch>
                    </p:blipFill>
                    <p:spPr>
                      <a:xfrm>
                        <a:off x="1598295" y="3564255"/>
                        <a:ext cx="3157855" cy="1547495"/>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p:spPr>
                  </p:pic>
                </p:oleObj>
              </mc:Fallback>
            </mc:AlternateContent>
          </a:graphicData>
        </a:graphic>
      </p:graphicFrame>
      <p:grpSp>
        <p:nvGrpSpPr>
          <p:cNvPr id="58" name="组合 57"/>
          <p:cNvGrpSpPr/>
          <p:nvPr/>
        </p:nvGrpSpPr>
        <p:grpSpPr>
          <a:xfrm>
            <a:off x="174698" y="5408708"/>
            <a:ext cx="1761325" cy="677037"/>
            <a:chOff x="6673216" y="3127641"/>
            <a:chExt cx="1761325" cy="677037"/>
          </a:xfrm>
        </p:grpSpPr>
        <p:sp>
          <p:nvSpPr>
            <p:cNvPr id="59" name="Text Box 47"/>
            <p:cNvSpPr txBox="1">
              <a:spLocks noChangeArrowheads="1"/>
            </p:cNvSpPr>
            <p:nvPr/>
          </p:nvSpPr>
          <p:spPr bwMode="auto">
            <a:xfrm>
              <a:off x="7429138" y="3127641"/>
              <a:ext cx="1005403" cy="584775"/>
            </a:xfrm>
            <a:prstGeom prst="rect">
              <a:avLst/>
            </a:prstGeom>
            <a:noFill/>
            <a:ln w="9525">
              <a:noFill/>
              <a:miter lim="800000"/>
            </a:ln>
            <a:effectLst/>
          </p:spPr>
          <p:txBody>
            <a:bodyPr wrap="none">
              <a:spAutoFit/>
            </a:bodyPr>
            <a:p>
              <a:r>
                <a:rPr kumimoji="1" lang="zh-CN" altLang="en-US" sz="3200" dirty="0" smtClean="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结论</a:t>
              </a:r>
              <a:endParaRPr kumimoji="1" lang="zh-CN" altLang="en-US" sz="3200"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p:txBody>
        </p:sp>
        <p:sp>
          <p:nvSpPr>
            <p:cNvPr id="60" name="Freeform 6"/>
            <p:cNvSpPr/>
            <p:nvPr/>
          </p:nvSpPr>
          <p:spPr bwMode="auto">
            <a:xfrm>
              <a:off x="6923454" y="3276958"/>
              <a:ext cx="416529" cy="416529"/>
            </a:xfrm>
            <a:custGeom>
              <a:avLst/>
              <a:gdLst/>
              <a:ahLst/>
              <a:cxnLst>
                <a:cxn ang="0">
                  <a:pos x="552" y="2"/>
                </a:cxn>
                <a:cxn ang="0">
                  <a:pos x="649" y="22"/>
                </a:cxn>
                <a:cxn ang="0">
                  <a:pos x="739" y="60"/>
                </a:cxn>
                <a:cxn ang="0">
                  <a:pos x="820" y="114"/>
                </a:cxn>
                <a:cxn ang="0">
                  <a:pos x="888" y="182"/>
                </a:cxn>
                <a:cxn ang="0">
                  <a:pos x="941" y="262"/>
                </a:cxn>
                <a:cxn ang="0">
                  <a:pos x="979" y="350"/>
                </a:cxn>
                <a:cxn ang="0">
                  <a:pos x="1000" y="448"/>
                </a:cxn>
                <a:cxn ang="0">
                  <a:pos x="1000" y="551"/>
                </a:cxn>
                <a:cxn ang="0">
                  <a:pos x="979" y="649"/>
                </a:cxn>
                <a:cxn ang="0">
                  <a:pos x="941" y="739"/>
                </a:cxn>
                <a:cxn ang="0">
                  <a:pos x="888" y="818"/>
                </a:cxn>
                <a:cxn ang="0">
                  <a:pos x="820" y="886"/>
                </a:cxn>
                <a:cxn ang="0">
                  <a:pos x="739" y="940"/>
                </a:cxn>
                <a:cxn ang="0">
                  <a:pos x="649" y="978"/>
                </a:cxn>
                <a:cxn ang="0">
                  <a:pos x="552" y="998"/>
                </a:cxn>
                <a:cxn ang="0">
                  <a:pos x="450" y="998"/>
                </a:cxn>
                <a:cxn ang="0">
                  <a:pos x="352" y="978"/>
                </a:cxn>
                <a:cxn ang="0">
                  <a:pos x="262" y="940"/>
                </a:cxn>
                <a:cxn ang="0">
                  <a:pos x="182" y="886"/>
                </a:cxn>
                <a:cxn ang="0">
                  <a:pos x="114" y="818"/>
                </a:cxn>
                <a:cxn ang="0">
                  <a:pos x="61" y="739"/>
                </a:cxn>
                <a:cxn ang="0">
                  <a:pos x="23" y="649"/>
                </a:cxn>
                <a:cxn ang="0">
                  <a:pos x="2" y="551"/>
                </a:cxn>
                <a:cxn ang="0">
                  <a:pos x="2" y="448"/>
                </a:cxn>
                <a:cxn ang="0">
                  <a:pos x="23" y="350"/>
                </a:cxn>
                <a:cxn ang="0">
                  <a:pos x="61" y="262"/>
                </a:cxn>
                <a:cxn ang="0">
                  <a:pos x="114" y="182"/>
                </a:cxn>
                <a:cxn ang="0">
                  <a:pos x="182" y="114"/>
                </a:cxn>
                <a:cxn ang="0">
                  <a:pos x="262" y="60"/>
                </a:cxn>
                <a:cxn ang="0">
                  <a:pos x="352" y="22"/>
                </a:cxn>
                <a:cxn ang="0">
                  <a:pos x="450" y="2"/>
                </a:cxn>
              </a:cxnLst>
              <a:rect l="0" t="0" r="r" b="b"/>
              <a:pathLst>
                <a:path w="1002" h="1000">
                  <a:moveTo>
                    <a:pt x="501" y="0"/>
                  </a:moveTo>
                  <a:lnTo>
                    <a:pt x="552" y="2"/>
                  </a:lnTo>
                  <a:lnTo>
                    <a:pt x="602" y="10"/>
                  </a:lnTo>
                  <a:lnTo>
                    <a:pt x="649" y="22"/>
                  </a:lnTo>
                  <a:lnTo>
                    <a:pt x="696" y="39"/>
                  </a:lnTo>
                  <a:lnTo>
                    <a:pt x="739" y="60"/>
                  </a:lnTo>
                  <a:lnTo>
                    <a:pt x="781" y="85"/>
                  </a:lnTo>
                  <a:lnTo>
                    <a:pt x="820" y="114"/>
                  </a:lnTo>
                  <a:lnTo>
                    <a:pt x="856" y="146"/>
                  </a:lnTo>
                  <a:lnTo>
                    <a:pt x="888" y="182"/>
                  </a:lnTo>
                  <a:lnTo>
                    <a:pt x="917" y="220"/>
                  </a:lnTo>
                  <a:lnTo>
                    <a:pt x="941" y="262"/>
                  </a:lnTo>
                  <a:lnTo>
                    <a:pt x="963" y="305"/>
                  </a:lnTo>
                  <a:lnTo>
                    <a:pt x="979" y="350"/>
                  </a:lnTo>
                  <a:lnTo>
                    <a:pt x="992" y="399"/>
                  </a:lnTo>
                  <a:lnTo>
                    <a:pt x="1000" y="448"/>
                  </a:lnTo>
                  <a:lnTo>
                    <a:pt x="1002" y="499"/>
                  </a:lnTo>
                  <a:lnTo>
                    <a:pt x="1000" y="551"/>
                  </a:lnTo>
                  <a:lnTo>
                    <a:pt x="992" y="600"/>
                  </a:lnTo>
                  <a:lnTo>
                    <a:pt x="979" y="649"/>
                  </a:lnTo>
                  <a:lnTo>
                    <a:pt x="963" y="695"/>
                  </a:lnTo>
                  <a:lnTo>
                    <a:pt x="941" y="739"/>
                  </a:lnTo>
                  <a:lnTo>
                    <a:pt x="917" y="780"/>
                  </a:lnTo>
                  <a:lnTo>
                    <a:pt x="888" y="818"/>
                  </a:lnTo>
                  <a:lnTo>
                    <a:pt x="856" y="854"/>
                  </a:lnTo>
                  <a:lnTo>
                    <a:pt x="820" y="886"/>
                  </a:lnTo>
                  <a:lnTo>
                    <a:pt x="781" y="915"/>
                  </a:lnTo>
                  <a:lnTo>
                    <a:pt x="739" y="940"/>
                  </a:lnTo>
                  <a:lnTo>
                    <a:pt x="696" y="961"/>
                  </a:lnTo>
                  <a:lnTo>
                    <a:pt x="649" y="978"/>
                  </a:lnTo>
                  <a:lnTo>
                    <a:pt x="602" y="990"/>
                  </a:lnTo>
                  <a:lnTo>
                    <a:pt x="552" y="998"/>
                  </a:lnTo>
                  <a:lnTo>
                    <a:pt x="501" y="1000"/>
                  </a:lnTo>
                  <a:lnTo>
                    <a:pt x="450" y="998"/>
                  </a:lnTo>
                  <a:lnTo>
                    <a:pt x="399" y="990"/>
                  </a:lnTo>
                  <a:lnTo>
                    <a:pt x="352" y="978"/>
                  </a:lnTo>
                  <a:lnTo>
                    <a:pt x="306" y="961"/>
                  </a:lnTo>
                  <a:lnTo>
                    <a:pt x="262" y="940"/>
                  </a:lnTo>
                  <a:lnTo>
                    <a:pt x="221" y="915"/>
                  </a:lnTo>
                  <a:lnTo>
                    <a:pt x="182" y="886"/>
                  </a:lnTo>
                  <a:lnTo>
                    <a:pt x="147" y="854"/>
                  </a:lnTo>
                  <a:lnTo>
                    <a:pt x="114" y="818"/>
                  </a:lnTo>
                  <a:lnTo>
                    <a:pt x="85" y="780"/>
                  </a:lnTo>
                  <a:lnTo>
                    <a:pt x="61" y="739"/>
                  </a:lnTo>
                  <a:lnTo>
                    <a:pt x="39" y="695"/>
                  </a:lnTo>
                  <a:lnTo>
                    <a:pt x="23" y="649"/>
                  </a:lnTo>
                  <a:lnTo>
                    <a:pt x="10" y="600"/>
                  </a:lnTo>
                  <a:lnTo>
                    <a:pt x="2" y="551"/>
                  </a:lnTo>
                  <a:lnTo>
                    <a:pt x="0" y="499"/>
                  </a:lnTo>
                  <a:lnTo>
                    <a:pt x="2" y="448"/>
                  </a:lnTo>
                  <a:lnTo>
                    <a:pt x="10" y="399"/>
                  </a:lnTo>
                  <a:lnTo>
                    <a:pt x="23" y="350"/>
                  </a:lnTo>
                  <a:lnTo>
                    <a:pt x="39" y="305"/>
                  </a:lnTo>
                  <a:lnTo>
                    <a:pt x="61" y="262"/>
                  </a:lnTo>
                  <a:lnTo>
                    <a:pt x="85" y="220"/>
                  </a:lnTo>
                  <a:lnTo>
                    <a:pt x="114" y="182"/>
                  </a:lnTo>
                  <a:lnTo>
                    <a:pt x="147" y="146"/>
                  </a:lnTo>
                  <a:lnTo>
                    <a:pt x="182" y="114"/>
                  </a:lnTo>
                  <a:lnTo>
                    <a:pt x="221" y="85"/>
                  </a:lnTo>
                  <a:lnTo>
                    <a:pt x="262" y="60"/>
                  </a:lnTo>
                  <a:lnTo>
                    <a:pt x="306" y="39"/>
                  </a:lnTo>
                  <a:lnTo>
                    <a:pt x="352" y="22"/>
                  </a:lnTo>
                  <a:lnTo>
                    <a:pt x="399" y="10"/>
                  </a:lnTo>
                  <a:lnTo>
                    <a:pt x="450" y="2"/>
                  </a:lnTo>
                  <a:lnTo>
                    <a:pt x="501" y="0"/>
                  </a:lnTo>
                  <a:close/>
                </a:path>
              </a:pathLst>
            </a:custGeom>
            <a:solidFill>
              <a:schemeClr val="accent6">
                <a:lumMod val="40000"/>
                <a:lumOff val="60000"/>
              </a:schemeClr>
            </a:solidFill>
            <a:ln w="9525">
              <a:noFill/>
              <a:round/>
            </a:ln>
          </p:spPr>
          <p:txBody>
            <a:bodyPr vert="horz" wrap="square" lIns="91440" tIns="45720" rIns="91440" bIns="45720" numCol="1" anchor="t" anchorCtr="0" compatLnSpc="1"/>
            <a:p>
              <a:endParaRPr lang="zh-CN" altLang="en-US" sz="3200"/>
            </a:p>
          </p:txBody>
        </p:sp>
        <p:grpSp>
          <p:nvGrpSpPr>
            <p:cNvPr id="61" name="组合 60"/>
            <p:cNvGrpSpPr/>
            <p:nvPr/>
          </p:nvGrpSpPr>
          <p:grpSpPr>
            <a:xfrm>
              <a:off x="6673216" y="3217424"/>
              <a:ext cx="909255" cy="587254"/>
              <a:chOff x="6624372" y="3254913"/>
              <a:chExt cx="909255" cy="587254"/>
            </a:xfrm>
          </p:grpSpPr>
          <p:grpSp>
            <p:nvGrpSpPr>
              <p:cNvPr id="62" name="组合 61"/>
              <p:cNvGrpSpPr/>
              <p:nvPr/>
            </p:nvGrpSpPr>
            <p:grpSpPr>
              <a:xfrm>
                <a:off x="6624372" y="3254913"/>
                <a:ext cx="909255" cy="587254"/>
                <a:chOff x="4543925" y="5174890"/>
                <a:chExt cx="1100199" cy="710577"/>
              </a:xfrm>
            </p:grpSpPr>
            <p:grpSp>
              <p:nvGrpSpPr>
                <p:cNvPr id="70" name="组合 69"/>
                <p:cNvGrpSpPr/>
                <p:nvPr/>
              </p:nvGrpSpPr>
              <p:grpSpPr>
                <a:xfrm>
                  <a:off x="4543925" y="5218185"/>
                  <a:ext cx="608729" cy="667282"/>
                  <a:chOff x="3667207" y="4720946"/>
                  <a:chExt cx="1578886" cy="1730759"/>
                </a:xfrm>
              </p:grpSpPr>
              <p:cxnSp>
                <p:nvCxnSpPr>
                  <p:cNvPr id="100" name="直接连接符 99"/>
                  <p:cNvCxnSpPr/>
                  <p:nvPr/>
                </p:nvCxnSpPr>
                <p:spPr>
                  <a:xfrm>
                    <a:off x="4139952" y="4752054"/>
                    <a:ext cx="0" cy="97200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a:off x="5096517" y="4872958"/>
                    <a:ext cx="0" cy="97200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2" name="弧形 101"/>
                  <p:cNvSpPr/>
                  <p:nvPr/>
                </p:nvSpPr>
                <p:spPr>
                  <a:xfrm>
                    <a:off x="3667207" y="4720946"/>
                    <a:ext cx="1578886" cy="763097"/>
                  </a:xfrm>
                  <a:prstGeom prst="arc">
                    <a:avLst>
                      <a:gd name="adj1" fmla="val 13674726"/>
                      <a:gd name="adj2" fmla="val 15251032"/>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03" name="弧形 102"/>
                  <p:cNvSpPr/>
                  <p:nvPr/>
                </p:nvSpPr>
                <p:spPr>
                  <a:xfrm>
                    <a:off x="3667207" y="5688608"/>
                    <a:ext cx="1578886" cy="763097"/>
                  </a:xfrm>
                  <a:prstGeom prst="arc">
                    <a:avLst>
                      <a:gd name="adj1" fmla="val 13674726"/>
                      <a:gd name="adj2" fmla="val 20451858"/>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sp>
              <p:nvSpPr>
                <p:cNvPr id="71" name="弧形 70"/>
                <p:cNvSpPr/>
                <p:nvPr/>
              </p:nvSpPr>
              <p:spPr>
                <a:xfrm>
                  <a:off x="4568263" y="5174890"/>
                  <a:ext cx="546231" cy="330350"/>
                </a:xfrm>
                <a:prstGeom prst="arc">
                  <a:avLst>
                    <a:gd name="adj1" fmla="val 15435190"/>
                    <a:gd name="adj2" fmla="val 20816593"/>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72" name="弧形 71"/>
                <p:cNvSpPr/>
                <p:nvPr/>
              </p:nvSpPr>
              <p:spPr>
                <a:xfrm>
                  <a:off x="4568263" y="5547379"/>
                  <a:ext cx="546231" cy="330350"/>
                </a:xfrm>
                <a:prstGeom prst="arc">
                  <a:avLst>
                    <a:gd name="adj1" fmla="val 15435190"/>
                    <a:gd name="adj2" fmla="val 20816593"/>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nvGrpSpPr>
                <p:cNvPr id="73" name="组合 72"/>
                <p:cNvGrpSpPr/>
                <p:nvPr/>
              </p:nvGrpSpPr>
              <p:grpSpPr>
                <a:xfrm flipH="1">
                  <a:off x="5035395" y="5218185"/>
                  <a:ext cx="608729" cy="667282"/>
                  <a:chOff x="3667207" y="4720946"/>
                  <a:chExt cx="1578886" cy="1730759"/>
                </a:xfrm>
              </p:grpSpPr>
              <p:cxnSp>
                <p:nvCxnSpPr>
                  <p:cNvPr id="96" name="直接连接符 95"/>
                  <p:cNvCxnSpPr/>
                  <p:nvPr/>
                </p:nvCxnSpPr>
                <p:spPr>
                  <a:xfrm>
                    <a:off x="4139952" y="4752054"/>
                    <a:ext cx="0" cy="97200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a:off x="5096517" y="4872958"/>
                    <a:ext cx="0" cy="97200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98" name="弧形 97"/>
                  <p:cNvSpPr/>
                  <p:nvPr/>
                </p:nvSpPr>
                <p:spPr>
                  <a:xfrm>
                    <a:off x="3667207" y="4720946"/>
                    <a:ext cx="1578886" cy="763097"/>
                  </a:xfrm>
                  <a:prstGeom prst="arc">
                    <a:avLst>
                      <a:gd name="adj1" fmla="val 13674726"/>
                      <a:gd name="adj2" fmla="val 15251032"/>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99" name="弧形 98"/>
                  <p:cNvSpPr/>
                  <p:nvPr/>
                </p:nvSpPr>
                <p:spPr>
                  <a:xfrm>
                    <a:off x="3667207" y="5688608"/>
                    <a:ext cx="1578886" cy="763097"/>
                  </a:xfrm>
                  <a:prstGeom prst="arc">
                    <a:avLst>
                      <a:gd name="adj1" fmla="val 13674726"/>
                      <a:gd name="adj2" fmla="val 20451858"/>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sp>
              <p:nvSpPr>
                <p:cNvPr id="74" name="弧形 73"/>
                <p:cNvSpPr/>
                <p:nvPr/>
              </p:nvSpPr>
              <p:spPr>
                <a:xfrm flipH="1">
                  <a:off x="5073555" y="5174890"/>
                  <a:ext cx="546231" cy="330350"/>
                </a:xfrm>
                <a:prstGeom prst="arc">
                  <a:avLst>
                    <a:gd name="adj1" fmla="val 15435190"/>
                    <a:gd name="adj2" fmla="val 20816593"/>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75" name="弧形 74"/>
                <p:cNvSpPr/>
                <p:nvPr/>
              </p:nvSpPr>
              <p:spPr>
                <a:xfrm flipH="1">
                  <a:off x="5073555" y="5547379"/>
                  <a:ext cx="546231" cy="330350"/>
                </a:xfrm>
                <a:prstGeom prst="arc">
                  <a:avLst>
                    <a:gd name="adj1" fmla="val 15435190"/>
                    <a:gd name="adj2" fmla="val 20816593"/>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cxnSp>
              <p:nvCxnSpPr>
                <p:cNvPr id="76" name="直接连接符 75"/>
                <p:cNvCxnSpPr/>
                <p:nvPr/>
              </p:nvCxnSpPr>
              <p:spPr>
                <a:xfrm flipH="1">
                  <a:off x="4676897" y="5652499"/>
                  <a:ext cx="551" cy="39262"/>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a:off x="4805803" y="5174890"/>
                  <a:ext cx="0" cy="374748"/>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a:off x="4678121" y="5276792"/>
                  <a:ext cx="0" cy="374748"/>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a:endCxn id="72" idx="2"/>
                </p:cNvCxnSpPr>
                <p:nvPr/>
              </p:nvCxnSpPr>
              <p:spPr>
                <a:xfrm>
                  <a:off x="4678121" y="5651540"/>
                  <a:ext cx="418267" cy="1875"/>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a:off x="4678121" y="5276792"/>
                  <a:ext cx="47121"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093883" y="5653879"/>
                  <a:ext cx="551" cy="39262"/>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a:off x="4678121" y="5690845"/>
                  <a:ext cx="418267" cy="1875"/>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a:off x="4684860" y="5663998"/>
                  <a:ext cx="402507" cy="0"/>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a:off x="4684860" y="5672130"/>
                  <a:ext cx="402507" cy="0"/>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a:off x="4684860" y="5682410"/>
                  <a:ext cx="402507" cy="0"/>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a:off x="5510601" y="5652499"/>
                  <a:ext cx="551" cy="39262"/>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H="1">
                  <a:off x="5382246" y="5174890"/>
                  <a:ext cx="0" cy="374748"/>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a:off x="5509928" y="5276792"/>
                  <a:ext cx="0" cy="374748"/>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a:endCxn id="75" idx="2"/>
                </p:cNvCxnSpPr>
                <p:nvPr/>
              </p:nvCxnSpPr>
              <p:spPr>
                <a:xfrm flipH="1">
                  <a:off x="5091661" y="5651540"/>
                  <a:ext cx="418267" cy="1875"/>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flipH="1">
                  <a:off x="5462807" y="5276792"/>
                  <a:ext cx="47121"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5093615" y="5653879"/>
                  <a:ext cx="551" cy="39262"/>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H="1">
                  <a:off x="5091661" y="5690845"/>
                  <a:ext cx="418267" cy="1875"/>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H="1">
                  <a:off x="5100682" y="5663998"/>
                  <a:ext cx="402507" cy="0"/>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H="1">
                  <a:off x="5100682" y="5672130"/>
                  <a:ext cx="402507" cy="0"/>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H="1">
                  <a:off x="5100682" y="5682410"/>
                  <a:ext cx="402507" cy="0"/>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63" name="组合 62"/>
              <p:cNvGrpSpPr/>
              <p:nvPr/>
            </p:nvGrpSpPr>
            <p:grpSpPr>
              <a:xfrm>
                <a:off x="6732240" y="3332393"/>
                <a:ext cx="690265" cy="406004"/>
                <a:chOff x="6732240" y="3332393"/>
                <a:chExt cx="690265" cy="406004"/>
              </a:xfrm>
            </p:grpSpPr>
            <p:sp>
              <p:nvSpPr>
                <p:cNvPr id="64" name="弧形 63"/>
                <p:cNvSpPr/>
                <p:nvPr/>
              </p:nvSpPr>
              <p:spPr>
                <a:xfrm>
                  <a:off x="6732240" y="3332393"/>
                  <a:ext cx="343505" cy="248196"/>
                </a:xfrm>
                <a:prstGeom prst="arc">
                  <a:avLst>
                    <a:gd name="adj1" fmla="val 15435190"/>
                    <a:gd name="adj2" fmla="val 19418444"/>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65" name="弧形 64"/>
                <p:cNvSpPr/>
                <p:nvPr/>
              </p:nvSpPr>
              <p:spPr>
                <a:xfrm>
                  <a:off x="6732240" y="3409318"/>
                  <a:ext cx="343505" cy="248196"/>
                </a:xfrm>
                <a:prstGeom prst="arc">
                  <a:avLst>
                    <a:gd name="adj1" fmla="val 15435190"/>
                    <a:gd name="adj2" fmla="val 19418444"/>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66" name="弧形 65"/>
                <p:cNvSpPr/>
                <p:nvPr/>
              </p:nvSpPr>
              <p:spPr>
                <a:xfrm>
                  <a:off x="6732240" y="3486243"/>
                  <a:ext cx="343505" cy="248196"/>
                </a:xfrm>
                <a:prstGeom prst="arc">
                  <a:avLst>
                    <a:gd name="adj1" fmla="val 15435190"/>
                    <a:gd name="adj2" fmla="val 19418444"/>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67" name="弧形 66"/>
                <p:cNvSpPr/>
                <p:nvPr/>
              </p:nvSpPr>
              <p:spPr>
                <a:xfrm flipH="1">
                  <a:off x="7079000" y="3336351"/>
                  <a:ext cx="343505" cy="248196"/>
                </a:xfrm>
                <a:prstGeom prst="arc">
                  <a:avLst>
                    <a:gd name="adj1" fmla="val 15435190"/>
                    <a:gd name="adj2" fmla="val 19418444"/>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68" name="弧形 67"/>
                <p:cNvSpPr/>
                <p:nvPr/>
              </p:nvSpPr>
              <p:spPr>
                <a:xfrm flipH="1">
                  <a:off x="7079000" y="3413276"/>
                  <a:ext cx="343505" cy="248196"/>
                </a:xfrm>
                <a:prstGeom prst="arc">
                  <a:avLst>
                    <a:gd name="adj1" fmla="val 15435190"/>
                    <a:gd name="adj2" fmla="val 19418444"/>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69" name="弧形 68"/>
                <p:cNvSpPr/>
                <p:nvPr/>
              </p:nvSpPr>
              <p:spPr>
                <a:xfrm flipH="1">
                  <a:off x="7079000" y="3490201"/>
                  <a:ext cx="343505" cy="248196"/>
                </a:xfrm>
                <a:prstGeom prst="arc">
                  <a:avLst>
                    <a:gd name="adj1" fmla="val 15435190"/>
                    <a:gd name="adj2" fmla="val 19418444"/>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stCondLst>
                                    <p:cond delay="0"/>
                                  </p:stCondLst>
                                  <p:childTnLst>
                                    <p:set>
                                      <p:cBhvr>
                                        <p:cTn id="6" dur="1" fill="hold">
                                          <p:stCondLst>
                                            <p:cond delay="0"/>
                                          </p:stCondLst>
                                        </p:cTn>
                                        <p:tgtEl>
                                          <p:spTgt spid="27650"/>
                                        </p:tgtEl>
                                        <p:attrNameLst>
                                          <p:attrName>style.visibility</p:attrName>
                                        </p:attrNameLst>
                                      </p:cBhvr>
                                      <p:to>
                                        <p:strVal val="visible"/>
                                      </p:to>
                                    </p:set>
                                    <p:anim calcmode="lin" valueType="num">
                                      <p:cBhvr additive="base">
                                        <p:cTn id="7" dur="500" fill="hold"/>
                                        <p:tgtEl>
                                          <p:spTgt spid="27650"/>
                                        </p:tgtEl>
                                        <p:attrNameLst>
                                          <p:attrName>ppt_x</p:attrName>
                                        </p:attrNameLst>
                                      </p:cBhvr>
                                      <p:tavLst>
                                        <p:tav tm="0">
                                          <p:val>
                                            <p:strVal val="0-#ppt_w/2"/>
                                          </p:val>
                                        </p:tav>
                                        <p:tav tm="100000">
                                          <p:val>
                                            <p:strVal val="#ppt_x"/>
                                          </p:val>
                                        </p:tav>
                                      </p:tavLst>
                                    </p:anim>
                                    <p:anim calcmode="lin" valueType="num">
                                      <p:cBhvr additive="base">
                                        <p:cTn id="8" dur="500" fill="hold"/>
                                        <p:tgtEl>
                                          <p:spTgt spid="27650"/>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7739"/>
                                        </p:tgtEl>
                                        <p:attrNameLst>
                                          <p:attrName>style.visibility</p:attrName>
                                        </p:attrNameLst>
                                      </p:cBhvr>
                                      <p:to>
                                        <p:strVal val="visible"/>
                                      </p:to>
                                    </p:set>
                                    <p:anim calcmode="lin" valueType="num">
                                      <p:cBhvr additive="base">
                                        <p:cTn id="13" dur="500" fill="hold"/>
                                        <p:tgtEl>
                                          <p:spTgt spid="27739"/>
                                        </p:tgtEl>
                                        <p:attrNameLst>
                                          <p:attrName>ppt_x</p:attrName>
                                        </p:attrNameLst>
                                      </p:cBhvr>
                                      <p:tavLst>
                                        <p:tav tm="0">
                                          <p:val>
                                            <p:strVal val="0-#ppt_w/2"/>
                                          </p:val>
                                        </p:tav>
                                        <p:tav tm="100000">
                                          <p:val>
                                            <p:strVal val="#ppt_x"/>
                                          </p:val>
                                        </p:tav>
                                      </p:tavLst>
                                    </p:anim>
                                    <p:anim calcmode="lin" valueType="num">
                                      <p:cBhvr additive="base">
                                        <p:cTn id="14" dur="500" fill="hold"/>
                                        <p:tgtEl>
                                          <p:spTgt spid="2773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iterate type="lt">
                                    <p:tmPct val="100000"/>
                                  </p:iterate>
                                  <p:childTnLst>
                                    <p:set>
                                      <p:cBhvr>
                                        <p:cTn id="18" dur="1" fill="hold">
                                          <p:stCondLst>
                                            <p:cond delay="0"/>
                                          </p:stCondLst>
                                        </p:cTn>
                                        <p:tgtEl>
                                          <p:spTgt spid="27740"/>
                                        </p:tgtEl>
                                        <p:attrNameLst>
                                          <p:attrName>style.visibility</p:attrName>
                                        </p:attrNameLst>
                                      </p:cBhvr>
                                      <p:to>
                                        <p:strVal val="visible"/>
                                      </p:to>
                                    </p:set>
                                    <p:animEffect transition="in" filter="wipe(left)">
                                      <p:cBhvr>
                                        <p:cTn id="19" dur="100"/>
                                        <p:tgtEl>
                                          <p:spTgt spid="27740"/>
                                        </p:tgtEl>
                                      </p:cBhvr>
                                    </p:animEffect>
                                  </p:childTnLst>
                                </p:cTn>
                              </p:par>
                            </p:childTnLst>
                          </p:cTn>
                        </p:par>
                        <p:par>
                          <p:cTn id="20" fill="hold">
                            <p:stCondLst>
                              <p:cond delay="4800"/>
                            </p:stCondLst>
                            <p:childTnLst>
                              <p:par>
                                <p:cTn id="21" presetID="18" presetClass="entr" presetSubtype="6" fill="hold" nodeType="after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strips(downRight)">
                                      <p:cBhvr>
                                        <p:cTn id="23" dur="500"/>
                                        <p:tgtEl>
                                          <p:spTgt spid="3"/>
                                        </p:tgtEl>
                                      </p:cBhvr>
                                    </p:animEffect>
                                  </p:childTnLst>
                                </p:cTn>
                              </p:par>
                            </p:childTnLst>
                          </p:cTn>
                        </p:par>
                      </p:childTnLst>
                    </p:cTn>
                  </p:par>
                  <p:par>
                    <p:cTn id="24" fill="hold">
                      <p:stCondLst>
                        <p:cond delay="indefinite"/>
                      </p:stCondLst>
                      <p:childTnLst>
                        <p:par>
                          <p:cTn id="25" fill="hold">
                            <p:stCondLst>
                              <p:cond delay="0"/>
                            </p:stCondLst>
                            <p:childTnLst>
                              <p:par>
                                <p:cTn id="26" presetID="20" presetClass="entr" presetSubtype="0" fill="hold" grpId="0" nodeType="clickEffect">
                                  <p:stCondLst>
                                    <p:cond delay="0"/>
                                  </p:stCondLst>
                                  <p:childTnLst>
                                    <p:set>
                                      <p:cBhvr>
                                        <p:cTn id="27" dur="1" fill="hold">
                                          <p:stCondLst>
                                            <p:cond delay="0"/>
                                          </p:stCondLst>
                                        </p:cTn>
                                        <p:tgtEl>
                                          <p:spTgt spid="27742"/>
                                        </p:tgtEl>
                                        <p:attrNameLst>
                                          <p:attrName>style.visibility</p:attrName>
                                        </p:attrNameLst>
                                      </p:cBhvr>
                                      <p:to>
                                        <p:strVal val="visible"/>
                                      </p:to>
                                    </p:set>
                                    <p:animEffect transition="in" filter="wedge">
                                      <p:cBhvr>
                                        <p:cTn id="28" dur="2000"/>
                                        <p:tgtEl>
                                          <p:spTgt spid="27742"/>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58"/>
                                        </p:tgtEl>
                                        <p:attrNameLst>
                                          <p:attrName>style.visibility</p:attrName>
                                        </p:attrNameLst>
                                      </p:cBhvr>
                                      <p:to>
                                        <p:strVal val="visible"/>
                                      </p:to>
                                    </p:set>
                                    <p:animEffect transition="in" filter="blinds(horizontal)">
                                      <p:cBhvr>
                                        <p:cTn id="33" dur="500"/>
                                        <p:tgtEl>
                                          <p:spTgt spid="58"/>
                                        </p:tgtEl>
                                      </p:cBhvr>
                                    </p:animEffect>
                                  </p:childTnLst>
                                </p:cTn>
                              </p:par>
                            </p:childTnLst>
                          </p:cTn>
                        </p:par>
                        <p:par>
                          <p:cTn id="34" fill="hold">
                            <p:stCondLst>
                              <p:cond delay="500"/>
                            </p:stCondLst>
                            <p:childTnLst>
                              <p:par>
                                <p:cTn id="35" presetID="22" presetClass="entr" presetSubtype="1" fill="hold" grpId="0" nodeType="afterEffect">
                                  <p:stCondLst>
                                    <p:cond delay="0"/>
                                  </p:stCondLst>
                                  <p:childTnLst>
                                    <p:set>
                                      <p:cBhvr>
                                        <p:cTn id="36" dur="1" fill="hold">
                                          <p:stCondLst>
                                            <p:cond delay="0"/>
                                          </p:stCondLst>
                                        </p:cTn>
                                        <p:tgtEl>
                                          <p:spTgt spid="27745"/>
                                        </p:tgtEl>
                                        <p:attrNameLst>
                                          <p:attrName>style.visibility</p:attrName>
                                        </p:attrNameLst>
                                      </p:cBhvr>
                                      <p:to>
                                        <p:strVal val="visible"/>
                                      </p:to>
                                    </p:set>
                                    <p:animEffect transition="in" filter="wipe(up)">
                                      <p:cBhvr>
                                        <p:cTn id="37" dur="2000"/>
                                        <p:tgtEl>
                                          <p:spTgt spid="277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bldLvl="0" animBg="1"/>
      <p:bldP spid="27739" grpId="0"/>
      <p:bldP spid="27740" grpId="0"/>
      <p:bldP spid="27742" grpId="0" bldLvl="0" animBg="1"/>
      <p:bldP spid="2774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a:xfrm>
            <a:off x="155509" y="38321"/>
            <a:ext cx="5350339" cy="491490"/>
          </a:xfrm>
        </p:spPr>
        <p:txBody>
          <a:bodyPr/>
          <a:p>
            <a:r>
              <a:rPr lang="en-US" altLang="zh-CN">
                <a:latin typeface="微软雅黑" panose="020B0503020204020204" pitchFamily="34" charset="-122"/>
                <a:cs typeface="微软雅黑" panose="020B0503020204020204" pitchFamily="34" charset="-122"/>
                <a:sym typeface="+mn-ea"/>
              </a:rPr>
              <a:t> * 4-5 特勒根定理</a:t>
            </a:r>
            <a:endParaRPr lang="zh-CN" altLang="en-US"/>
          </a:p>
        </p:txBody>
      </p:sp>
      <p:sp>
        <p:nvSpPr>
          <p:cNvPr id="26657" name="Text Box 33"/>
          <p:cNvSpPr txBox="1"/>
          <p:nvPr/>
        </p:nvSpPr>
        <p:spPr>
          <a:xfrm>
            <a:off x="2622233" y="948373"/>
            <a:ext cx="2663825" cy="521970"/>
          </a:xfrm>
          <a:prstGeom prst="rect">
            <a:avLst/>
          </a:prstGeom>
          <a:no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应用</a:t>
            </a:r>
            <a:r>
              <a:rPr kumimoji="1" lang="zh-CN" altLang="en-US" sz="2800" b="0" dirty="0" smtClean="0">
                <a:latin typeface="华文楷体" panose="02010600040101010101" pitchFamily="2" charset="-122"/>
                <a:ea typeface="华文楷体" panose="02010600040101010101" pitchFamily="2" charset="-122"/>
              </a:rPr>
              <a:t>KCL</a:t>
            </a:r>
            <a:r>
              <a:rPr kumimoji="1" lang="zh-CN" altLang="en-US" sz="2800" dirty="0" smtClean="0">
                <a:latin typeface="华文楷体" panose="02010600040101010101" pitchFamily="2" charset="-122"/>
                <a:ea typeface="华文楷体" panose="02010600040101010101" pitchFamily="2" charset="-122"/>
              </a:rPr>
              <a:t>:</a:t>
            </a:r>
            <a:endParaRPr kumimoji="1" lang="zh-CN" altLang="en-US" sz="2800" dirty="0" smtClean="0">
              <a:latin typeface="华文楷体" panose="02010600040101010101" pitchFamily="2" charset="-122"/>
              <a:ea typeface="华文楷体" panose="02010600040101010101" pitchFamily="2" charset="-122"/>
            </a:endParaRPr>
          </a:p>
        </p:txBody>
      </p:sp>
      <p:sp>
        <p:nvSpPr>
          <p:cNvPr id="26677" name="AutoShape 53" descr="羊皮纸"/>
          <p:cNvSpPr/>
          <p:nvPr/>
        </p:nvSpPr>
        <p:spPr>
          <a:xfrm>
            <a:off x="7164388" y="4217670"/>
            <a:ext cx="1439862" cy="1871663"/>
          </a:xfrm>
          <a:prstGeom prst="wedgeRoundRectCallout">
            <a:avLst>
              <a:gd name="adj1" fmla="val -111963"/>
              <a:gd name="adj2" fmla="val -64167"/>
              <a:gd name="adj3" fmla="val 16667"/>
            </a:avLst>
          </a:prstGeom>
          <a:blipFill rotWithShape="1">
            <a:blip r:embed="rId1"/>
          </a:blipFill>
          <a:ln w="9525">
            <a:noFill/>
          </a:ln>
        </p:spPr>
        <p:txBody>
          <a:bodyPr/>
          <a:p>
            <a:pPr algn="ctr"/>
            <a:r>
              <a:rPr kumimoji="1" lang="zh-CN" altLang="en-US" sz="2800" dirty="0" smtClean="0">
                <a:solidFill>
                  <a:schemeClr val="tx1"/>
                </a:solidFill>
                <a:latin typeface="华文楷体" panose="02010600040101010101" pitchFamily="2" charset="-122"/>
                <a:ea typeface="华文楷体" panose="02010600040101010101" pitchFamily="2" charset="-122"/>
              </a:rPr>
              <a:t>支路电压用节点电压表示</a:t>
            </a:r>
            <a:endParaRPr kumimoji="1" lang="zh-CN" altLang="en-US" sz="2800" dirty="0" smtClean="0">
              <a:solidFill>
                <a:schemeClr val="tx1"/>
              </a:solidFill>
              <a:latin typeface="华文楷体" panose="02010600040101010101" pitchFamily="2" charset="-122"/>
              <a:ea typeface="华文楷体" panose="02010600040101010101" pitchFamily="2" charset="-122"/>
            </a:endParaRPr>
          </a:p>
        </p:txBody>
      </p:sp>
      <p:grpSp>
        <p:nvGrpSpPr>
          <p:cNvPr id="2" name="组合 1"/>
          <p:cNvGrpSpPr/>
          <p:nvPr/>
        </p:nvGrpSpPr>
        <p:grpSpPr>
          <a:xfrm>
            <a:off x="5527675" y="920115"/>
            <a:ext cx="2667000" cy="3383915"/>
            <a:chOff x="8705" y="1449"/>
            <a:chExt cx="4200" cy="5329"/>
          </a:xfrm>
        </p:grpSpPr>
        <p:grpSp>
          <p:nvGrpSpPr>
            <p:cNvPr id="30761" name="Group 21"/>
            <p:cNvGrpSpPr/>
            <p:nvPr/>
          </p:nvGrpSpPr>
          <p:grpSpPr>
            <a:xfrm rot="0">
              <a:off x="10475" y="1449"/>
              <a:ext cx="610" cy="818"/>
              <a:chOff x="1824" y="1152"/>
              <a:chExt cx="244" cy="327"/>
            </a:xfrm>
          </p:grpSpPr>
          <p:sp>
            <p:nvSpPr>
              <p:cNvPr id="30770" name="Oval 22"/>
              <p:cNvSpPr/>
              <p:nvPr/>
            </p:nvSpPr>
            <p:spPr>
              <a:xfrm>
                <a:off x="1824" y="1200"/>
                <a:ext cx="204" cy="204"/>
              </a:xfrm>
              <a:prstGeom prst="ellipse">
                <a:avLst/>
              </a:prstGeom>
              <a:noFill/>
              <a:ln w="12700" cap="flat" cmpd="sng">
                <a:solidFill>
                  <a:schemeClr val="accent1">
                    <a:shade val="50000"/>
                  </a:schemeClr>
                </a:solidFill>
                <a:prstDash val="solid"/>
                <a:headEnd type="none" w="med" len="med"/>
                <a:tailEnd type="none" w="med" len="med"/>
              </a:ln>
            </p:spPr>
            <p:txBody>
              <a:bodyPr wrap="none" anchor="ctr" anchorCtr="0"/>
              <a:p>
                <a:endParaRPr lang="zh-CN" altLang="en-US" dirty="0">
                  <a:solidFill>
                    <a:schemeClr val="tx1"/>
                  </a:solidFill>
                  <a:latin typeface="Arial" panose="020B0604020202020204" pitchFamily="34" charset="0"/>
                </a:endParaRPr>
              </a:p>
            </p:txBody>
          </p:sp>
          <p:sp>
            <p:nvSpPr>
              <p:cNvPr id="30771" name="Text Box 23"/>
              <p:cNvSpPr txBox="1"/>
              <p:nvPr/>
            </p:nvSpPr>
            <p:spPr>
              <a:xfrm>
                <a:off x="1828" y="1152"/>
                <a:ext cx="240" cy="327"/>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2</a:t>
                </a:r>
                <a:endParaRPr lang="en-US" altLang="zh-CN" b="0" dirty="0">
                  <a:solidFill>
                    <a:schemeClr val="tx1"/>
                  </a:solidFill>
                  <a:latin typeface="Times New Roman" panose="02020603050405020304" pitchFamily="18" charset="0"/>
                  <a:ea typeface="宋体" panose="02010600030101010101" pitchFamily="2" charset="-122"/>
                </a:endParaRPr>
              </a:p>
            </p:txBody>
          </p:sp>
        </p:grpSp>
        <p:sp>
          <p:nvSpPr>
            <p:cNvPr id="30755" name="Text Box 9"/>
            <p:cNvSpPr txBox="1"/>
            <p:nvPr/>
          </p:nvSpPr>
          <p:spPr>
            <a:xfrm>
              <a:off x="10520" y="5960"/>
              <a:ext cx="840"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0751" name="Freeform 3"/>
            <p:cNvSpPr/>
            <p:nvPr/>
          </p:nvSpPr>
          <p:spPr bwMode="auto">
            <a:xfrm>
              <a:off x="10715" y="2142"/>
              <a:ext cx="3" cy="2820"/>
            </a:xfrm>
            <a:custGeom>
              <a:avLst/>
              <a:gdLst>
                <a:gd name="txL" fmla="*/ 0 w 1"/>
                <a:gd name="txT" fmla="*/ 0 h 1128"/>
                <a:gd name="txR" fmla="*/ 1 w 1"/>
                <a:gd name="txB" fmla="*/ 1128 h 1128"/>
              </a:gdLst>
              <a:ahLst/>
              <a:cxnLst>
                <a:cxn ang="0">
                  <a:pos x="0" y="0"/>
                </a:cxn>
                <a:cxn ang="0">
                  <a:pos x="0" y="1128"/>
                </a:cxn>
              </a:cxnLst>
              <a:rect l="txL" t="txT" r="txR" b="txB"/>
              <a:pathLst>
                <a:path w="1" h="1128">
                  <a:moveTo>
                    <a:pt x="0" y="0"/>
                  </a:moveTo>
                  <a:lnTo>
                    <a:pt x="0" y="1128"/>
                  </a:lnTo>
                </a:path>
              </a:pathLst>
            </a:cu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grpSp>
          <p:nvGrpSpPr>
            <p:cNvPr id="30752" name="Group 4"/>
            <p:cNvGrpSpPr/>
            <p:nvPr/>
          </p:nvGrpSpPr>
          <p:grpSpPr>
            <a:xfrm rot="0">
              <a:off x="12305" y="3207"/>
              <a:ext cx="600" cy="725"/>
              <a:chOff x="1824" y="1152"/>
              <a:chExt cx="240" cy="290"/>
            </a:xfrm>
          </p:grpSpPr>
          <p:sp>
            <p:nvSpPr>
              <p:cNvPr id="30777" name="Oval 5"/>
              <p:cNvSpPr/>
              <p:nvPr/>
            </p:nvSpPr>
            <p:spPr>
              <a:xfrm>
                <a:off x="1824" y="1200"/>
                <a:ext cx="204" cy="204"/>
              </a:xfrm>
              <a:prstGeom prst="ellipse">
                <a:avLst/>
              </a:prstGeom>
              <a:noFill/>
              <a:ln w="12700" cap="flat" cmpd="sng">
                <a:solidFill>
                  <a:schemeClr val="accent1">
                    <a:shade val="50000"/>
                  </a:schemeClr>
                </a:solidFill>
                <a:prstDash val="solid"/>
                <a:headEnd type="none" w="med" len="med"/>
                <a:tailEnd type="none" w="med" len="med"/>
              </a:ln>
            </p:spPr>
            <p:txBody>
              <a:bodyPr wrap="none" anchor="ctr" anchorCtr="0"/>
              <a:p>
                <a:endParaRPr lang="zh-CN" altLang="en-US" dirty="0">
                  <a:solidFill>
                    <a:schemeClr val="tx1"/>
                  </a:solidFill>
                  <a:latin typeface="Arial" panose="020B0604020202020204" pitchFamily="34" charset="0"/>
                </a:endParaRPr>
              </a:p>
            </p:txBody>
          </p:sp>
          <p:sp>
            <p:nvSpPr>
              <p:cNvPr id="30778" name="Text Box 6"/>
              <p:cNvSpPr txBox="1"/>
              <p:nvPr/>
            </p:nvSpPr>
            <p:spPr>
              <a:xfrm>
                <a:off x="1824" y="1152"/>
                <a:ext cx="240" cy="290"/>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4</a:t>
                </a:r>
                <a:endParaRPr lang="en-US" altLang="zh-CN" b="0" dirty="0">
                  <a:solidFill>
                    <a:schemeClr val="tx1"/>
                  </a:solidFill>
                  <a:latin typeface="Times New Roman" panose="02020603050405020304" pitchFamily="18" charset="0"/>
                  <a:ea typeface="宋体" panose="02010600030101010101" pitchFamily="2" charset="-122"/>
                </a:endParaRPr>
              </a:p>
            </p:txBody>
          </p:sp>
        </p:grpSp>
        <p:sp>
          <p:nvSpPr>
            <p:cNvPr id="30753" name="Text Box 7"/>
            <p:cNvSpPr txBox="1"/>
            <p:nvPr/>
          </p:nvSpPr>
          <p:spPr>
            <a:xfrm>
              <a:off x="10745" y="3207"/>
              <a:ext cx="840"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6</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0754" name="Text Box 8"/>
            <p:cNvSpPr txBox="1"/>
            <p:nvPr/>
          </p:nvSpPr>
          <p:spPr>
            <a:xfrm>
              <a:off x="11465" y="2367"/>
              <a:ext cx="840"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5</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0756" name="Text Box 10"/>
            <p:cNvSpPr txBox="1"/>
            <p:nvPr/>
          </p:nvSpPr>
          <p:spPr>
            <a:xfrm>
              <a:off x="9425" y="4047"/>
              <a:ext cx="840"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2</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0757" name="Text Box 11"/>
            <p:cNvSpPr txBox="1"/>
            <p:nvPr/>
          </p:nvSpPr>
          <p:spPr>
            <a:xfrm>
              <a:off x="11465" y="4047"/>
              <a:ext cx="840"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3</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0758" name="Text Box 12"/>
            <p:cNvSpPr txBox="1"/>
            <p:nvPr/>
          </p:nvSpPr>
          <p:spPr>
            <a:xfrm>
              <a:off x="9425" y="2367"/>
              <a:ext cx="840"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4</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0759" name="Freeform 13"/>
            <p:cNvSpPr/>
            <p:nvPr/>
          </p:nvSpPr>
          <p:spPr>
            <a:xfrm>
              <a:off x="10715" y="2982"/>
              <a:ext cx="3" cy="600"/>
            </a:xfrm>
            <a:custGeom>
              <a:avLst/>
              <a:gdLst>
                <a:gd name="txL" fmla="*/ 0 w 1"/>
                <a:gd name="txT" fmla="*/ 0 h 240"/>
                <a:gd name="txR" fmla="*/ 1 w 1"/>
                <a:gd name="txB" fmla="*/ 240 h 240"/>
              </a:gdLst>
              <a:ahLst/>
              <a:cxnLst>
                <a:cxn ang="0">
                  <a:pos x="0" y="0"/>
                </a:cxn>
                <a:cxn ang="0">
                  <a:pos x="0" y="240"/>
                </a:cxn>
              </a:cxnLst>
              <a:rect l="txL" t="txT" r="txR" b="txB"/>
              <a:pathLst>
                <a:path w="1" h="240">
                  <a:moveTo>
                    <a:pt x="0" y="0"/>
                  </a:moveTo>
                  <a:lnTo>
                    <a:pt x="0" y="240"/>
                  </a:lnTo>
                </a:path>
              </a:pathLst>
            </a:custGeom>
            <a:noFill/>
            <a:ln w="28575" cap="flat" cmpd="sng">
              <a:solidFill>
                <a:srgbClr val="FF3300"/>
              </a:solidFill>
              <a:prstDash val="solid"/>
              <a:round/>
              <a:headEnd type="none" w="med" len="med"/>
              <a:tailEnd type="triangle" w="med" len="med"/>
            </a:ln>
          </p:spPr>
          <p:txBody>
            <a:bodyPr wrap="none" anchor="ctr" anchorCtr="0"/>
            <a:p>
              <a:endParaRPr lang="zh-CN" altLang="en-US" dirty="0">
                <a:solidFill>
                  <a:schemeClr val="tx1"/>
                </a:solidFill>
                <a:latin typeface="Arial" panose="020B0604020202020204" pitchFamily="34" charset="0"/>
              </a:endParaRPr>
            </a:p>
          </p:txBody>
        </p:sp>
        <p:grpSp>
          <p:nvGrpSpPr>
            <p:cNvPr id="30760" name="Group 15"/>
            <p:cNvGrpSpPr/>
            <p:nvPr/>
          </p:nvGrpSpPr>
          <p:grpSpPr>
            <a:xfrm rot="0">
              <a:off x="9305" y="2127"/>
              <a:ext cx="2835" cy="2835"/>
              <a:chOff x="1938" y="1488"/>
              <a:chExt cx="1134" cy="1134"/>
            </a:xfrm>
          </p:grpSpPr>
          <p:sp>
            <p:nvSpPr>
              <p:cNvPr id="30772" name="AutoShape 16"/>
              <p:cNvSpPr/>
              <p:nvPr/>
            </p:nvSpPr>
            <p:spPr bwMode="auto">
              <a:xfrm>
                <a:off x="1938" y="1488"/>
                <a:ext cx="1134" cy="1134"/>
              </a:xfrm>
              <a:prstGeom prst="diamond">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30773" name="Freeform 17"/>
              <p:cNvSpPr/>
              <p:nvPr/>
            </p:nvSpPr>
            <p:spPr bwMode="auto">
              <a:xfrm>
                <a:off x="2133" y="1737"/>
                <a:ext cx="129" cy="126"/>
              </a:xfrm>
              <a:custGeom>
                <a:avLst/>
                <a:gdLst>
                  <a:gd name="txL" fmla="*/ 0 w 129"/>
                  <a:gd name="txT" fmla="*/ 0 h 126"/>
                  <a:gd name="txR" fmla="*/ 129 w 129"/>
                  <a:gd name="txB" fmla="*/ 126 h 126"/>
                </a:gdLst>
                <a:ahLst/>
                <a:cxnLst>
                  <a:cxn ang="0">
                    <a:pos x="0" y="126"/>
                  </a:cxn>
                  <a:cxn ang="0">
                    <a:pos x="129" y="0"/>
                  </a:cxn>
                </a:cxnLst>
                <a:rect l="txL" t="txT" r="txR" b="txB"/>
                <a:pathLst>
                  <a:path w="129" h="126">
                    <a:moveTo>
                      <a:pt x="0" y="126"/>
                    </a:moveTo>
                    <a:lnTo>
                      <a:pt x="129" y="0"/>
                    </a:lnTo>
                  </a:path>
                </a:pathLst>
              </a:custGeom>
              <a:noFill/>
              <a:ln w="28575" cap="flat" cmpd="sng">
                <a:solidFill>
                  <a:srgbClr val="FF3300"/>
                </a:solidFill>
                <a:prstDash val="solid"/>
                <a:round/>
                <a:headEnd type="none" w="med" len="med"/>
                <a:tailEnd type="triangle" w="med" len="med"/>
              </a:ln>
            </p:spPr>
            <p:txBody>
              <a:bodyPr wrap="none" anchor="ctr" anchorCtr="0">
                <a:noAutofit/>
              </a:bodyPr>
              <a:lstStyle/>
              <a:p>
                <a:pPr lvl="0" algn="l">
                  <a:buClrTx/>
                  <a:buSzTx/>
                  <a:buFontTx/>
                </a:pPr>
                <a:endParaRPr lang="zh-CN" altLang="en-US" dirty="0">
                  <a:latin typeface="Arial" panose="020B0604020202020204" pitchFamily="34" charset="0"/>
                  <a:sym typeface="+mn-ea"/>
                </a:endParaRPr>
              </a:p>
            </p:txBody>
          </p:sp>
          <p:sp>
            <p:nvSpPr>
              <p:cNvPr id="30774" name="Freeform 18"/>
              <p:cNvSpPr/>
              <p:nvPr/>
            </p:nvSpPr>
            <p:spPr bwMode="auto">
              <a:xfrm>
                <a:off x="2768" y="2286"/>
                <a:ext cx="79" cy="75"/>
              </a:xfrm>
              <a:custGeom>
                <a:avLst/>
                <a:gdLst>
                  <a:gd name="txL" fmla="*/ 0 w 79"/>
                  <a:gd name="txT" fmla="*/ 0 h 75"/>
                  <a:gd name="txR" fmla="*/ 79 w 79"/>
                  <a:gd name="txB" fmla="*/ 75 h 75"/>
                </a:gdLst>
                <a:ahLst/>
                <a:cxnLst>
                  <a:cxn ang="0">
                    <a:pos x="0" y="75"/>
                  </a:cxn>
                  <a:cxn ang="0">
                    <a:pos x="79" y="0"/>
                  </a:cxn>
                </a:cxnLst>
                <a:rect l="txL" t="txT" r="txR" b="txB"/>
                <a:pathLst>
                  <a:path w="79" h="75">
                    <a:moveTo>
                      <a:pt x="0" y="75"/>
                    </a:moveTo>
                    <a:lnTo>
                      <a:pt x="79" y="0"/>
                    </a:lnTo>
                  </a:path>
                </a:pathLst>
              </a:custGeom>
              <a:noFill/>
              <a:ln w="28575" cap="flat" cmpd="sng">
                <a:solidFill>
                  <a:srgbClr val="FF3300"/>
                </a:solidFill>
                <a:prstDash val="solid"/>
                <a:round/>
                <a:headEnd type="none" w="med" len="med"/>
                <a:tailEnd type="triangle" w="med" len="med"/>
              </a:ln>
            </p:spPr>
            <p:txBody>
              <a:bodyPr wrap="none" anchor="ctr" anchorCtr="0">
                <a:noAutofit/>
              </a:bodyPr>
              <a:lstStyle/>
              <a:p>
                <a:pPr lvl="0" algn="l">
                  <a:buClrTx/>
                  <a:buSzTx/>
                  <a:buFontTx/>
                </a:pPr>
                <a:endParaRPr lang="zh-CN" altLang="en-US" dirty="0">
                  <a:latin typeface="Arial" panose="020B0604020202020204" pitchFamily="34" charset="0"/>
                  <a:sym typeface="+mn-ea"/>
                </a:endParaRPr>
              </a:p>
            </p:txBody>
          </p:sp>
          <p:sp>
            <p:nvSpPr>
              <p:cNvPr id="30775" name="Freeform 19"/>
              <p:cNvSpPr/>
              <p:nvPr/>
            </p:nvSpPr>
            <p:spPr bwMode="auto">
              <a:xfrm>
                <a:off x="2774" y="1758"/>
                <a:ext cx="138" cy="137"/>
              </a:xfrm>
              <a:custGeom>
                <a:avLst/>
                <a:gdLst>
                  <a:gd name="txL" fmla="*/ 0 w 138"/>
                  <a:gd name="txT" fmla="*/ 0 h 137"/>
                  <a:gd name="txR" fmla="*/ 138 w 138"/>
                  <a:gd name="txB" fmla="*/ 137 h 137"/>
                </a:gdLst>
                <a:ahLst/>
                <a:cxnLst>
                  <a:cxn ang="0">
                    <a:pos x="0" y="0"/>
                  </a:cxn>
                  <a:cxn ang="0">
                    <a:pos x="138" y="137"/>
                  </a:cxn>
                </a:cxnLst>
                <a:rect l="txL" t="txT" r="txR" b="txB"/>
                <a:pathLst>
                  <a:path w="138" h="137">
                    <a:moveTo>
                      <a:pt x="0" y="0"/>
                    </a:moveTo>
                    <a:lnTo>
                      <a:pt x="138" y="137"/>
                    </a:lnTo>
                  </a:path>
                </a:pathLst>
              </a:custGeom>
              <a:noFill/>
              <a:ln w="28575" cap="flat" cmpd="sng">
                <a:solidFill>
                  <a:srgbClr val="FF3300"/>
                </a:solidFill>
                <a:prstDash val="solid"/>
                <a:round/>
                <a:headEnd type="none" w="med" len="med"/>
                <a:tailEnd type="triangle" w="med" len="med"/>
              </a:ln>
            </p:spPr>
            <p:txBody>
              <a:bodyPr wrap="none" anchor="ctr" anchorCtr="0">
                <a:noAutofit/>
              </a:bodyPr>
              <a:lstStyle/>
              <a:p>
                <a:pPr lvl="0" algn="l">
                  <a:buClrTx/>
                  <a:buSzTx/>
                  <a:buFontTx/>
                </a:pPr>
                <a:endParaRPr lang="zh-CN" altLang="en-US" dirty="0">
                  <a:latin typeface="Arial" panose="020B0604020202020204" pitchFamily="34" charset="0"/>
                  <a:sym typeface="+mn-ea"/>
                </a:endParaRPr>
              </a:p>
            </p:txBody>
          </p:sp>
          <p:sp>
            <p:nvSpPr>
              <p:cNvPr id="30776" name="Freeform 20"/>
              <p:cNvSpPr/>
              <p:nvPr/>
            </p:nvSpPr>
            <p:spPr bwMode="auto">
              <a:xfrm>
                <a:off x="2148" y="2265"/>
                <a:ext cx="116" cy="119"/>
              </a:xfrm>
              <a:custGeom>
                <a:avLst/>
                <a:gdLst>
                  <a:gd name="txL" fmla="*/ 0 w 116"/>
                  <a:gd name="txT" fmla="*/ 0 h 119"/>
                  <a:gd name="txR" fmla="*/ 116 w 116"/>
                  <a:gd name="txB" fmla="*/ 119 h 119"/>
                </a:gdLst>
                <a:ahLst/>
                <a:cxnLst>
                  <a:cxn ang="0">
                    <a:pos x="0" y="0"/>
                  </a:cxn>
                  <a:cxn ang="0">
                    <a:pos x="116" y="119"/>
                  </a:cxn>
                </a:cxnLst>
                <a:rect l="txL" t="txT" r="txR" b="txB"/>
                <a:pathLst>
                  <a:path w="116" h="119">
                    <a:moveTo>
                      <a:pt x="0" y="0"/>
                    </a:moveTo>
                    <a:lnTo>
                      <a:pt x="116" y="119"/>
                    </a:lnTo>
                  </a:path>
                </a:pathLst>
              </a:custGeom>
              <a:noFill/>
              <a:ln w="28575" cap="flat" cmpd="sng">
                <a:solidFill>
                  <a:srgbClr val="FF3300"/>
                </a:solidFill>
                <a:prstDash val="solid"/>
                <a:round/>
                <a:headEnd type="none" w="med" len="med"/>
                <a:tailEnd type="triangle" w="med" len="med"/>
              </a:ln>
            </p:spPr>
            <p:txBody>
              <a:bodyPr wrap="none" anchor="ctr" anchorCtr="0">
                <a:noAutofit/>
              </a:bodyPr>
              <a:lstStyle/>
              <a:p>
                <a:pPr lvl="0" algn="l">
                  <a:buClrTx/>
                  <a:buSzTx/>
                  <a:buFontTx/>
                </a:pPr>
                <a:endParaRPr lang="zh-CN" altLang="en-US" dirty="0">
                  <a:latin typeface="Arial" panose="020B0604020202020204" pitchFamily="34" charset="0"/>
                  <a:sym typeface="+mn-ea"/>
                </a:endParaRPr>
              </a:p>
            </p:txBody>
          </p:sp>
        </p:grpSp>
        <p:grpSp>
          <p:nvGrpSpPr>
            <p:cNvPr id="30762" name="Group 24"/>
            <p:cNvGrpSpPr/>
            <p:nvPr/>
          </p:nvGrpSpPr>
          <p:grpSpPr>
            <a:xfrm rot="0">
              <a:off x="10505" y="4887"/>
              <a:ext cx="600" cy="818"/>
              <a:chOff x="1824" y="1152"/>
              <a:chExt cx="240" cy="327"/>
            </a:xfrm>
          </p:grpSpPr>
          <p:sp>
            <p:nvSpPr>
              <p:cNvPr id="30768" name="Oval 25"/>
              <p:cNvSpPr/>
              <p:nvPr/>
            </p:nvSpPr>
            <p:spPr>
              <a:xfrm>
                <a:off x="1824" y="1200"/>
                <a:ext cx="204" cy="204"/>
              </a:xfrm>
              <a:prstGeom prst="ellipse">
                <a:avLst/>
              </a:prstGeom>
              <a:noFill/>
              <a:ln w="12700" cap="flat" cmpd="sng">
                <a:solidFill>
                  <a:schemeClr val="accent1">
                    <a:shade val="50000"/>
                  </a:schemeClr>
                </a:solidFill>
                <a:prstDash val="solid"/>
                <a:headEnd type="none" w="med" len="med"/>
                <a:tailEnd type="none" w="med" len="med"/>
              </a:ln>
            </p:spPr>
            <p:txBody>
              <a:bodyPr wrap="none" anchor="ctr" anchorCtr="0"/>
              <a:p>
                <a:endParaRPr lang="zh-CN" altLang="en-US" dirty="0">
                  <a:solidFill>
                    <a:schemeClr val="tx1"/>
                  </a:solidFill>
                  <a:latin typeface="Arial" panose="020B0604020202020204" pitchFamily="34" charset="0"/>
                </a:endParaRPr>
              </a:p>
            </p:txBody>
          </p:sp>
          <p:sp>
            <p:nvSpPr>
              <p:cNvPr id="30769" name="Text Box 26"/>
              <p:cNvSpPr txBox="1"/>
              <p:nvPr/>
            </p:nvSpPr>
            <p:spPr>
              <a:xfrm>
                <a:off x="1824" y="1152"/>
                <a:ext cx="240" cy="327"/>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3</a:t>
                </a:r>
                <a:endParaRPr lang="en-US" altLang="zh-CN" b="0" dirty="0">
                  <a:solidFill>
                    <a:schemeClr val="tx1"/>
                  </a:solidFill>
                  <a:latin typeface="Times New Roman" panose="02020603050405020304" pitchFamily="18" charset="0"/>
                  <a:ea typeface="宋体" panose="02010600030101010101" pitchFamily="2" charset="-122"/>
                </a:endParaRPr>
              </a:p>
            </p:txBody>
          </p:sp>
        </p:grpSp>
        <p:grpSp>
          <p:nvGrpSpPr>
            <p:cNvPr id="30763" name="Group 27"/>
            <p:cNvGrpSpPr/>
            <p:nvPr/>
          </p:nvGrpSpPr>
          <p:grpSpPr>
            <a:xfrm rot="0">
              <a:off x="8705" y="3216"/>
              <a:ext cx="610" cy="818"/>
              <a:chOff x="1824" y="1152"/>
              <a:chExt cx="244" cy="327"/>
            </a:xfrm>
          </p:grpSpPr>
          <p:sp>
            <p:nvSpPr>
              <p:cNvPr id="30766" name="Oval 28"/>
              <p:cNvSpPr/>
              <p:nvPr/>
            </p:nvSpPr>
            <p:spPr>
              <a:xfrm>
                <a:off x="1824" y="1200"/>
                <a:ext cx="204" cy="204"/>
              </a:xfrm>
              <a:prstGeom prst="ellipse">
                <a:avLst/>
              </a:prstGeom>
              <a:noFill/>
              <a:ln w="12700" cap="flat" cmpd="sng">
                <a:solidFill>
                  <a:schemeClr val="accent1">
                    <a:shade val="50000"/>
                  </a:schemeClr>
                </a:solidFill>
                <a:prstDash val="solid"/>
                <a:headEnd type="none" w="med" len="med"/>
                <a:tailEnd type="none" w="med" len="med"/>
              </a:ln>
            </p:spPr>
            <p:txBody>
              <a:bodyPr wrap="none" anchor="ctr" anchorCtr="0"/>
              <a:p>
                <a:endParaRPr lang="zh-CN" altLang="en-US" dirty="0">
                  <a:solidFill>
                    <a:schemeClr val="tx1"/>
                  </a:solidFill>
                  <a:latin typeface="Arial" panose="020B0604020202020204" pitchFamily="34" charset="0"/>
                </a:endParaRPr>
              </a:p>
            </p:txBody>
          </p:sp>
          <p:sp>
            <p:nvSpPr>
              <p:cNvPr id="30767" name="Text Box 29"/>
              <p:cNvSpPr txBox="1"/>
              <p:nvPr/>
            </p:nvSpPr>
            <p:spPr>
              <a:xfrm>
                <a:off x="1828" y="1152"/>
                <a:ext cx="240" cy="327"/>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a:t>
                </a:r>
                <a:endParaRPr lang="en-US" altLang="zh-CN" b="0" dirty="0">
                  <a:solidFill>
                    <a:schemeClr val="tx1"/>
                  </a:solidFill>
                  <a:latin typeface="Times New Roman" panose="02020603050405020304" pitchFamily="18" charset="0"/>
                  <a:ea typeface="宋体" panose="02010600030101010101" pitchFamily="2" charset="-122"/>
                </a:endParaRPr>
              </a:p>
            </p:txBody>
          </p:sp>
        </p:grpSp>
        <p:sp>
          <p:nvSpPr>
            <p:cNvPr id="30764" name="Freeform 30"/>
            <p:cNvSpPr/>
            <p:nvPr/>
          </p:nvSpPr>
          <p:spPr bwMode="auto">
            <a:xfrm>
              <a:off x="9270" y="3537"/>
              <a:ext cx="2965" cy="2468"/>
            </a:xfrm>
            <a:custGeom>
              <a:avLst/>
              <a:gdLst>
                <a:gd name="txL" fmla="*/ 0 w 1186"/>
                <a:gd name="txT" fmla="*/ 0 h 987"/>
                <a:gd name="txR" fmla="*/ 1186 w 1186"/>
                <a:gd name="txB" fmla="*/ 987 h 987"/>
              </a:gdLst>
              <a:ahLst/>
              <a:cxnLst>
                <a:cxn ang="0">
                  <a:pos x="14" y="12"/>
                </a:cxn>
                <a:cxn ang="0">
                  <a:pos x="98" y="744"/>
                </a:cxn>
                <a:cxn ang="0">
                  <a:pos x="602" y="984"/>
                </a:cxn>
                <a:cxn ang="0">
                  <a:pos x="1094" y="726"/>
                </a:cxn>
                <a:cxn ang="0">
                  <a:pos x="1154" y="0"/>
                </a:cxn>
              </a:cxnLst>
              <a:rect l="txL" t="txT" r="txR" b="txB"/>
              <a:pathLst>
                <a:path w="1186" h="987">
                  <a:moveTo>
                    <a:pt x="14" y="12"/>
                  </a:moveTo>
                  <a:cubicBezTo>
                    <a:pt x="28" y="134"/>
                    <a:pt x="0" y="582"/>
                    <a:pt x="98" y="744"/>
                  </a:cubicBezTo>
                  <a:cubicBezTo>
                    <a:pt x="196" y="906"/>
                    <a:pt x="436" y="987"/>
                    <a:pt x="602" y="984"/>
                  </a:cubicBezTo>
                  <a:cubicBezTo>
                    <a:pt x="768" y="981"/>
                    <a:pt x="1002" y="890"/>
                    <a:pt x="1094" y="726"/>
                  </a:cubicBezTo>
                  <a:cubicBezTo>
                    <a:pt x="1186" y="562"/>
                    <a:pt x="1142" y="151"/>
                    <a:pt x="1154" y="0"/>
                  </a:cubicBezTo>
                </a:path>
              </a:pathLst>
            </a:cu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30765" name="Freeform 14"/>
            <p:cNvSpPr/>
            <p:nvPr/>
          </p:nvSpPr>
          <p:spPr>
            <a:xfrm>
              <a:off x="10550" y="5997"/>
              <a:ext cx="210" cy="3"/>
            </a:xfrm>
            <a:custGeom>
              <a:avLst/>
              <a:gdLst>
                <a:gd name="txL" fmla="*/ 0 w 84"/>
                <a:gd name="txT" fmla="*/ 0 h 1"/>
                <a:gd name="txR" fmla="*/ 84 w 84"/>
                <a:gd name="txB" fmla="*/ 1 h 1"/>
              </a:gdLst>
              <a:ahLst/>
              <a:cxnLst>
                <a:cxn ang="0">
                  <a:pos x="84" y="0"/>
                </a:cxn>
                <a:cxn ang="0">
                  <a:pos x="0" y="0"/>
                </a:cxn>
              </a:cxnLst>
              <a:rect l="txL" t="txT" r="txR" b="txB"/>
              <a:pathLst>
                <a:path w="84" h="1">
                  <a:moveTo>
                    <a:pt x="84" y="0"/>
                  </a:moveTo>
                  <a:lnTo>
                    <a:pt x="0" y="0"/>
                  </a:lnTo>
                </a:path>
              </a:pathLst>
            </a:custGeom>
            <a:noFill/>
            <a:ln w="28575" cap="flat" cmpd="sng">
              <a:solidFill>
                <a:srgbClr val="FF3300"/>
              </a:solidFill>
              <a:prstDash val="solid"/>
              <a:round/>
              <a:headEnd type="none" w="med" len="med"/>
              <a:tailEnd type="triangle" w="med" len="med"/>
            </a:ln>
          </p:spPr>
          <p:txBody>
            <a:bodyPr wrap="none" anchor="ctr" anchorCtr="0"/>
            <a:p>
              <a:endParaRPr lang="zh-CN" altLang="en-US" dirty="0">
                <a:solidFill>
                  <a:schemeClr val="tx1"/>
                </a:solidFill>
                <a:latin typeface="Arial" panose="020B0604020202020204" pitchFamily="34" charset="0"/>
              </a:endParaRPr>
            </a:p>
          </p:txBody>
        </p:sp>
      </p:grpSp>
      <p:grpSp>
        <p:nvGrpSpPr>
          <p:cNvPr id="10" name="Group 60"/>
          <p:cNvGrpSpPr/>
          <p:nvPr/>
        </p:nvGrpSpPr>
        <p:grpSpPr>
          <a:xfrm rot="0">
            <a:off x="7688580" y="2261870"/>
            <a:ext cx="718820" cy="863600"/>
            <a:chOff x="5012" y="845"/>
            <a:chExt cx="453" cy="544"/>
          </a:xfrm>
        </p:grpSpPr>
        <p:sp>
          <p:nvSpPr>
            <p:cNvPr id="30743" name="Line 58"/>
            <p:cNvSpPr/>
            <p:nvPr/>
          </p:nvSpPr>
          <p:spPr bwMode="auto">
            <a:xfrm>
              <a:off x="5012" y="845"/>
              <a:ext cx="317" cy="453"/>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30744" name="Line 59"/>
            <p:cNvSpPr/>
            <p:nvPr/>
          </p:nvSpPr>
          <p:spPr bwMode="auto">
            <a:xfrm flipH="1">
              <a:off x="5239" y="1207"/>
              <a:ext cx="226" cy="182"/>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grpSp>
      <p:sp>
        <p:nvSpPr>
          <p:cNvPr id="26695" name="Text Box 71" descr="绿色大理石"/>
          <p:cNvSpPr txBox="1"/>
          <p:nvPr/>
        </p:nvSpPr>
        <p:spPr>
          <a:xfrm>
            <a:off x="539750" y="973138"/>
            <a:ext cx="2016125" cy="521970"/>
          </a:xfrm>
          <a:prstGeom prst="rect">
            <a:avLst/>
          </a:prstGeom>
          <a:blipFill rotWithShape="1">
            <a:blip r:embed="rId2"/>
          </a:blipFill>
          <a:ln w="9525">
            <a:noFill/>
          </a:ln>
        </p:spPr>
        <p:txBody>
          <a:bodyPr>
            <a:spAutoFit/>
          </a:bodyPr>
          <a:p>
            <a:pPr>
              <a:spcBef>
                <a:spcPct val="50000"/>
              </a:spcBef>
            </a:pPr>
            <a:r>
              <a:rPr kumimoji="1" lang="zh-CN" altLang="en-US" sz="2800" dirty="0" smtClean="0">
                <a:solidFill>
                  <a:schemeClr val="bg1"/>
                </a:solidFill>
                <a:latin typeface="华文楷体" panose="02010600040101010101" pitchFamily="2" charset="-122"/>
                <a:ea typeface="华文楷体" panose="02010600040101010101" pitchFamily="2" charset="-122"/>
              </a:rPr>
              <a:t>定理证明：</a:t>
            </a:r>
            <a:endParaRPr kumimoji="1" lang="zh-CN" altLang="en-US" sz="2800" dirty="0" smtClean="0">
              <a:solidFill>
                <a:schemeClr val="bg1"/>
              </a:solidFill>
              <a:latin typeface="华文楷体" panose="02010600040101010101" pitchFamily="2" charset="-122"/>
              <a:ea typeface="华文楷体" panose="02010600040101010101" pitchFamily="2" charset="-122"/>
            </a:endParaRPr>
          </a:p>
        </p:txBody>
      </p:sp>
      <p:grpSp>
        <p:nvGrpSpPr>
          <p:cNvPr id="8" name="组合 7"/>
          <p:cNvGrpSpPr/>
          <p:nvPr/>
        </p:nvGrpSpPr>
        <p:grpSpPr>
          <a:xfrm>
            <a:off x="897890" y="1622425"/>
            <a:ext cx="3539490" cy="1799590"/>
            <a:chOff x="1414" y="2555"/>
            <a:chExt cx="5574" cy="2834"/>
          </a:xfrm>
        </p:grpSpPr>
        <p:sp>
          <p:nvSpPr>
            <p:cNvPr id="30747" name="AutoShape 34"/>
            <p:cNvSpPr/>
            <p:nvPr/>
          </p:nvSpPr>
          <p:spPr>
            <a:xfrm>
              <a:off x="2213" y="2555"/>
              <a:ext cx="225" cy="2835"/>
            </a:xfrm>
            <a:prstGeom prst="leftBrace">
              <a:avLst>
                <a:gd name="adj1" fmla="val 105000"/>
                <a:gd name="adj2" fmla="val 50000"/>
              </a:avLst>
            </a:prstGeom>
            <a:solidFill>
              <a:schemeClr val="bg1"/>
            </a:solidFill>
            <a:ln w="2857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 name="文本框 3"/>
            <p:cNvSpPr txBox="1"/>
            <p:nvPr/>
          </p:nvSpPr>
          <p:spPr>
            <a:xfrm>
              <a:off x="1441" y="2587"/>
              <a:ext cx="848" cy="890"/>
            </a:xfrm>
            <a:prstGeom prst="rect">
              <a:avLst/>
            </a:prstGeom>
            <a:noFill/>
            <a:ln w="12700">
              <a:noFill/>
              <a:miter lim="800000"/>
            </a:ln>
          </p:spPr>
          <p:txBody>
            <a:bodyPr wrap="none" rtlCol="0" anchor="ctr">
              <a:spAutoFit/>
            </a:bodyPr>
            <a:p>
              <a:pPr algn="just" eaLnBrk="0" hangingPunct="0">
                <a:lnSpc>
                  <a:spcPct val="110000"/>
                </a:lnSpc>
              </a:pPr>
              <a:r>
                <a:rPr kumimoji="1" lang="zh-CN" altLang="en-US" sz="2800" dirty="0" smtClean="0">
                  <a:latin typeface="Calibri" panose="020F0502020204030204" charset="0"/>
                  <a:ea typeface="华文中宋" panose="02010600040101010101" pitchFamily="2" charset="-122"/>
                  <a:cs typeface="Times New Roman" panose="02020603050405020304" pitchFamily="18" charset="0"/>
                </a:rPr>
                <a:t>①</a:t>
              </a:r>
              <a:endParaRPr kumimoji="1" lang="zh-CN" altLang="en-US" sz="2800" dirty="0" smtClean="0">
                <a:latin typeface="Calibri" panose="020F0502020204030204" charset="0"/>
                <a:ea typeface="华文中宋" panose="02010600040101010101" pitchFamily="2" charset="-122"/>
                <a:cs typeface="Times New Roman" panose="02020603050405020304" pitchFamily="18" charset="0"/>
              </a:endParaRPr>
            </a:p>
          </p:txBody>
        </p:sp>
        <p:sp>
          <p:nvSpPr>
            <p:cNvPr id="5" name="文本框 4"/>
            <p:cNvSpPr txBox="1"/>
            <p:nvPr/>
          </p:nvSpPr>
          <p:spPr>
            <a:xfrm>
              <a:off x="1424" y="3441"/>
              <a:ext cx="848" cy="890"/>
            </a:xfrm>
            <a:prstGeom prst="rect">
              <a:avLst/>
            </a:prstGeom>
            <a:noFill/>
            <a:ln w="12700">
              <a:noFill/>
              <a:miter lim="800000"/>
            </a:ln>
          </p:spPr>
          <p:txBody>
            <a:bodyPr wrap="none" rtlCol="0" anchor="ctr">
              <a:spAutoFit/>
            </a:bodyPr>
            <a:p>
              <a:pPr algn="just" eaLnBrk="0" hangingPunct="0">
                <a:lnSpc>
                  <a:spcPct val="110000"/>
                </a:lnSpc>
              </a:pPr>
              <a:r>
                <a:rPr kumimoji="1" lang="zh-CN" altLang="en-US" sz="2800" dirty="0" smtClean="0">
                  <a:latin typeface="Calibri" panose="020F0502020204030204" charset="0"/>
                  <a:ea typeface="华文中宋" panose="02010600040101010101" pitchFamily="2" charset="-122"/>
                  <a:cs typeface="Times New Roman" panose="02020603050405020304" pitchFamily="18" charset="0"/>
                </a:rPr>
                <a:t>②</a:t>
              </a:r>
              <a:endParaRPr kumimoji="1" lang="zh-CN" altLang="en-US" sz="2800" dirty="0" smtClean="0">
                <a:latin typeface="Calibri" panose="020F0502020204030204" charset="0"/>
                <a:ea typeface="华文中宋" panose="02010600040101010101" pitchFamily="2" charset="-122"/>
                <a:cs typeface="Times New Roman" panose="02020603050405020304" pitchFamily="18" charset="0"/>
              </a:endParaRPr>
            </a:p>
          </p:txBody>
        </p:sp>
        <p:sp>
          <p:nvSpPr>
            <p:cNvPr id="7" name="文本框 6"/>
            <p:cNvSpPr txBox="1"/>
            <p:nvPr/>
          </p:nvSpPr>
          <p:spPr>
            <a:xfrm>
              <a:off x="1414" y="4326"/>
              <a:ext cx="848" cy="890"/>
            </a:xfrm>
            <a:prstGeom prst="rect">
              <a:avLst/>
            </a:prstGeom>
            <a:noFill/>
            <a:ln w="12700">
              <a:noFill/>
              <a:miter lim="800000"/>
            </a:ln>
          </p:spPr>
          <p:txBody>
            <a:bodyPr wrap="none" rtlCol="0" anchor="ctr">
              <a:spAutoFit/>
            </a:bodyPr>
            <a:p>
              <a:pPr algn="just" eaLnBrk="0" hangingPunct="0">
                <a:lnSpc>
                  <a:spcPct val="110000"/>
                </a:lnSpc>
              </a:pPr>
              <a:r>
                <a:rPr kumimoji="1" lang="zh-CN" altLang="en-US" sz="2800" dirty="0" smtClean="0">
                  <a:latin typeface="Calibri" panose="020F0502020204030204" charset="0"/>
                  <a:ea typeface="华文中宋" panose="02010600040101010101" pitchFamily="2" charset="-122"/>
                  <a:cs typeface="Times New Roman" panose="02020603050405020304" pitchFamily="18" charset="0"/>
                </a:rPr>
                <a:t>③</a:t>
              </a:r>
              <a:endParaRPr kumimoji="1" lang="zh-CN" altLang="en-US" sz="2800" dirty="0" smtClean="0">
                <a:latin typeface="Calibri" panose="020F0502020204030204" charset="0"/>
                <a:ea typeface="华文中宋" panose="02010600040101010101" pitchFamily="2" charset="-122"/>
                <a:cs typeface="Times New Roman" panose="02020603050405020304" pitchFamily="18" charset="0"/>
              </a:endParaRPr>
            </a:p>
          </p:txBody>
        </p:sp>
        <p:graphicFrame>
          <p:nvGraphicFramePr>
            <p:cNvPr id="11" name="对象 10"/>
            <p:cNvGraphicFramePr/>
            <p:nvPr/>
          </p:nvGraphicFramePr>
          <p:xfrm>
            <a:off x="2584" y="2679"/>
            <a:ext cx="4404" cy="780"/>
          </p:xfrm>
          <a:graphic>
            <a:graphicData uri="http://schemas.openxmlformats.org/presentationml/2006/ole">
              <mc:AlternateContent xmlns:mc="http://schemas.openxmlformats.org/markup-compatibility/2006">
                <mc:Choice xmlns:v="urn:schemas-microsoft-com:vml" Requires="v">
                  <p:oleObj spid="_x0000_s12" name="" r:id="rId3" imgW="927100" imgH="215900" progId="Equation.KSEE3">
                    <p:embed/>
                  </p:oleObj>
                </mc:Choice>
                <mc:Fallback>
                  <p:oleObj name="" r:id="rId3" imgW="927100" imgH="215900" progId="Equation.KSEE3">
                    <p:embed/>
                    <p:pic>
                      <p:nvPicPr>
                        <p:cNvPr id="0" name="图片 11"/>
                        <p:cNvPicPr/>
                        <p:nvPr/>
                      </p:nvPicPr>
                      <p:blipFill>
                        <a:blip r:embed="rId4"/>
                        <a:stretch>
                          <a:fillRect/>
                        </a:stretch>
                      </p:blipFill>
                      <p:spPr>
                        <a:xfrm>
                          <a:off x="2584" y="2679"/>
                          <a:ext cx="4404" cy="780"/>
                        </a:xfrm>
                        <a:prstGeom prst="rect">
                          <a:avLst/>
                        </a:prstGeom>
                      </p:spPr>
                    </p:pic>
                  </p:oleObj>
                </mc:Fallback>
              </mc:AlternateContent>
            </a:graphicData>
          </a:graphic>
        </p:graphicFrame>
        <p:graphicFrame>
          <p:nvGraphicFramePr>
            <p:cNvPr id="6" name="对象 5"/>
            <p:cNvGraphicFramePr/>
            <p:nvPr/>
          </p:nvGraphicFramePr>
          <p:xfrm>
            <a:off x="2584" y="3478"/>
            <a:ext cx="4402" cy="891"/>
          </p:xfrm>
          <a:graphic>
            <a:graphicData uri="http://schemas.openxmlformats.org/presentationml/2006/ole">
              <mc:AlternateContent xmlns:mc="http://schemas.openxmlformats.org/markup-compatibility/2006">
                <mc:Choice xmlns:v="urn:schemas-microsoft-com:vml" Requires="v">
                  <p:oleObj spid="_x0000_s13" name="" r:id="rId5" imgW="939800" imgH="228600" progId="Equation.KSEE3">
                    <p:embed/>
                  </p:oleObj>
                </mc:Choice>
                <mc:Fallback>
                  <p:oleObj name="" r:id="rId5" imgW="939800" imgH="228600" progId="Equation.KSEE3">
                    <p:embed/>
                    <p:pic>
                      <p:nvPicPr>
                        <p:cNvPr id="0" name="图片 12"/>
                        <p:cNvPicPr/>
                        <p:nvPr/>
                      </p:nvPicPr>
                      <p:blipFill>
                        <a:blip r:embed="rId6"/>
                        <a:stretch>
                          <a:fillRect/>
                        </a:stretch>
                      </p:blipFill>
                      <p:spPr>
                        <a:xfrm>
                          <a:off x="2584" y="3478"/>
                          <a:ext cx="4402" cy="891"/>
                        </a:xfrm>
                        <a:prstGeom prst="rect">
                          <a:avLst/>
                        </a:prstGeom>
                      </p:spPr>
                    </p:pic>
                  </p:oleObj>
                </mc:Fallback>
              </mc:AlternateContent>
            </a:graphicData>
          </a:graphic>
        </p:graphicFrame>
        <p:graphicFrame>
          <p:nvGraphicFramePr>
            <p:cNvPr id="14" name="对象 13"/>
            <p:cNvGraphicFramePr/>
            <p:nvPr/>
          </p:nvGraphicFramePr>
          <p:xfrm>
            <a:off x="2584" y="4308"/>
            <a:ext cx="4401" cy="927"/>
          </p:xfrm>
          <a:graphic>
            <a:graphicData uri="http://schemas.openxmlformats.org/presentationml/2006/ole">
              <mc:AlternateContent xmlns:mc="http://schemas.openxmlformats.org/markup-compatibility/2006">
                <mc:Choice xmlns:v="urn:schemas-microsoft-com:vml" Requires="v">
                  <p:oleObj spid="_x0000_s15" name="" r:id="rId7" imgW="939800" imgH="228600" progId="Equation.KSEE3">
                    <p:embed/>
                  </p:oleObj>
                </mc:Choice>
                <mc:Fallback>
                  <p:oleObj name="" r:id="rId7" imgW="939800" imgH="228600" progId="Equation.KSEE3">
                    <p:embed/>
                    <p:pic>
                      <p:nvPicPr>
                        <p:cNvPr id="0" name="图片 14"/>
                        <p:cNvPicPr/>
                        <p:nvPr/>
                      </p:nvPicPr>
                      <p:blipFill>
                        <a:blip r:embed="rId8"/>
                        <a:stretch>
                          <a:fillRect/>
                        </a:stretch>
                      </p:blipFill>
                      <p:spPr>
                        <a:xfrm>
                          <a:off x="2584" y="4308"/>
                          <a:ext cx="4401" cy="927"/>
                        </a:xfrm>
                        <a:prstGeom prst="rect">
                          <a:avLst/>
                        </a:prstGeom>
                      </p:spPr>
                    </p:pic>
                  </p:oleObj>
                </mc:Fallback>
              </mc:AlternateContent>
            </a:graphicData>
          </a:graphic>
        </p:graphicFrame>
      </p:grpSp>
      <p:graphicFrame>
        <p:nvGraphicFramePr>
          <p:cNvPr id="16" name="对象 15"/>
          <p:cNvGraphicFramePr/>
          <p:nvPr/>
        </p:nvGraphicFramePr>
        <p:xfrm>
          <a:off x="645795" y="3629025"/>
          <a:ext cx="5186680" cy="1143000"/>
        </p:xfrm>
        <a:graphic>
          <a:graphicData uri="http://schemas.openxmlformats.org/presentationml/2006/ole">
            <mc:AlternateContent xmlns:mc="http://schemas.openxmlformats.org/markup-compatibility/2006">
              <mc:Choice xmlns:v="urn:schemas-microsoft-com:vml" Requires="v">
                <p:oleObj spid="_x0000_s17" name="" r:id="rId9" imgW="1790700" imgH="431800" progId="Equation.KSEE3">
                  <p:embed/>
                </p:oleObj>
              </mc:Choice>
              <mc:Fallback>
                <p:oleObj name="" r:id="rId9" imgW="1790700" imgH="431800" progId="Equation.KSEE3">
                  <p:embed/>
                  <p:pic>
                    <p:nvPicPr>
                      <p:cNvPr id="0" name="图片 16"/>
                      <p:cNvPicPr/>
                      <p:nvPr/>
                    </p:nvPicPr>
                    <p:blipFill>
                      <a:blip r:embed="rId10"/>
                      <a:stretch>
                        <a:fillRect/>
                      </a:stretch>
                    </p:blipFill>
                    <p:spPr>
                      <a:xfrm>
                        <a:off x="645795" y="3629025"/>
                        <a:ext cx="5186680" cy="1143000"/>
                      </a:xfrm>
                      <a:prstGeom prst="rect">
                        <a:avLst/>
                      </a:prstGeom>
                    </p:spPr>
                  </p:pic>
                </p:oleObj>
              </mc:Fallback>
            </mc:AlternateContent>
          </a:graphicData>
        </a:graphic>
      </p:graphicFrame>
      <p:sp>
        <p:nvSpPr>
          <p:cNvPr id="25" name="文本框 24"/>
          <p:cNvSpPr txBox="1"/>
          <p:nvPr/>
        </p:nvSpPr>
        <p:spPr>
          <a:xfrm>
            <a:off x="322580" y="4695190"/>
            <a:ext cx="843915" cy="678180"/>
          </a:xfrm>
          <a:prstGeom prst="rect">
            <a:avLst/>
          </a:prstGeom>
          <a:noFill/>
          <a:ln w="12700">
            <a:noFill/>
            <a:miter lim="800000"/>
          </a:ln>
        </p:spPr>
        <p:txBody>
          <a:bodyPr wrap="square" rtlCol="0" anchor="ctr">
            <a:noAutofit/>
          </a:bodyPr>
          <a:p>
            <a:pPr algn="just" eaLnBrk="0" hangingPunct="0">
              <a:lnSpc>
                <a:spcPct val="110000"/>
              </a:lnSpc>
            </a:pPr>
            <a:r>
              <a:rPr kumimoji="1" lang="en-US" altLang="zh-CN" sz="9600" dirty="0" smtClean="0">
                <a:latin typeface="Times New Roman" panose="02020603050405020304" pitchFamily="18" charset="0"/>
                <a:ea typeface="华文中宋" panose="02010600040101010101" pitchFamily="2" charset="-122"/>
                <a:cs typeface="Times New Roman" panose="02020603050405020304" pitchFamily="18" charset="0"/>
              </a:rPr>
              <a:t>=</a:t>
            </a:r>
            <a:endParaRPr kumimoji="1" lang="en-US" altLang="zh-CN" sz="9600" dirty="0" smtClean="0">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26" name="对象 25"/>
          <p:cNvGraphicFramePr/>
          <p:nvPr/>
        </p:nvGraphicFramePr>
        <p:xfrm>
          <a:off x="1166495" y="4723765"/>
          <a:ext cx="4799330" cy="1346200"/>
        </p:xfrm>
        <a:graphic>
          <a:graphicData uri="http://schemas.openxmlformats.org/presentationml/2006/ole">
            <mc:AlternateContent xmlns:mc="http://schemas.openxmlformats.org/markup-compatibility/2006">
              <mc:Choice xmlns:v="urn:schemas-microsoft-com:vml" Requires="v">
                <p:oleObj spid="_x0000_s27" name="" r:id="rId11" imgW="2005965" imgH="457200" progId="Equation.KSEE3">
                  <p:embed/>
                </p:oleObj>
              </mc:Choice>
              <mc:Fallback>
                <p:oleObj name="" r:id="rId11" imgW="2005965" imgH="457200" progId="Equation.KSEE3">
                  <p:embed/>
                  <p:pic>
                    <p:nvPicPr>
                      <p:cNvPr id="0" name="图片 26"/>
                      <p:cNvPicPr/>
                      <p:nvPr/>
                    </p:nvPicPr>
                    <p:blipFill>
                      <a:blip r:embed="rId12"/>
                      <a:stretch>
                        <a:fillRect/>
                      </a:stretch>
                    </p:blipFill>
                    <p:spPr>
                      <a:xfrm>
                        <a:off x="1166495" y="4723765"/>
                        <a:ext cx="4799330" cy="134620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6695"/>
                                        </p:tgtEl>
                                        <p:attrNameLst>
                                          <p:attrName>style.visibility</p:attrName>
                                        </p:attrNameLst>
                                      </p:cBhvr>
                                      <p:to>
                                        <p:strVal val="visible"/>
                                      </p:to>
                                    </p:set>
                                    <p:anim calcmode="lin" valueType="num">
                                      <p:cBhvr additive="base">
                                        <p:cTn id="7" dur="500" fill="hold"/>
                                        <p:tgtEl>
                                          <p:spTgt spid="26695"/>
                                        </p:tgtEl>
                                        <p:attrNameLst>
                                          <p:attrName>ppt_x</p:attrName>
                                        </p:attrNameLst>
                                      </p:cBhvr>
                                      <p:tavLst>
                                        <p:tav tm="0">
                                          <p:val>
                                            <p:strVal val="0-#ppt_w/2"/>
                                          </p:val>
                                        </p:tav>
                                        <p:tav tm="100000">
                                          <p:val>
                                            <p:strVal val="#ppt_x"/>
                                          </p:val>
                                        </p:tav>
                                      </p:tavLst>
                                    </p:anim>
                                    <p:anim calcmode="lin" valueType="num">
                                      <p:cBhvr additive="base">
                                        <p:cTn id="8" dur="500" fill="hold"/>
                                        <p:tgtEl>
                                          <p:spTgt spid="2669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0"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edge">
                                      <p:cBhvr>
                                        <p:cTn id="13" dur="2000"/>
                                        <p:tgtEl>
                                          <p:spTgt spid="2"/>
                                        </p:tgtEl>
                                      </p:cBhvr>
                                    </p:animEffect>
                                  </p:childTnLst>
                                </p:cTn>
                              </p:par>
                            </p:childTnLst>
                          </p:cTn>
                        </p:par>
                        <p:par>
                          <p:cTn id="14" fill="hold">
                            <p:stCondLst>
                              <p:cond delay="2000"/>
                            </p:stCondLst>
                            <p:childTnLst>
                              <p:par>
                                <p:cTn id="15" presetID="2" presetClass="entr" presetSubtype="8" fill="hold" grpId="0" nodeType="afterEffect">
                                  <p:stCondLst>
                                    <p:cond delay="0"/>
                                  </p:stCondLst>
                                  <p:childTnLst>
                                    <p:set>
                                      <p:cBhvr>
                                        <p:cTn id="16" dur="1" fill="hold">
                                          <p:stCondLst>
                                            <p:cond delay="0"/>
                                          </p:stCondLst>
                                        </p:cTn>
                                        <p:tgtEl>
                                          <p:spTgt spid="26657"/>
                                        </p:tgtEl>
                                        <p:attrNameLst>
                                          <p:attrName>style.visibility</p:attrName>
                                        </p:attrNameLst>
                                      </p:cBhvr>
                                      <p:to>
                                        <p:strVal val="visible"/>
                                      </p:to>
                                    </p:set>
                                    <p:anim calcmode="lin" valueType="num">
                                      <p:cBhvr additive="base">
                                        <p:cTn id="17" dur="500" fill="hold"/>
                                        <p:tgtEl>
                                          <p:spTgt spid="26657"/>
                                        </p:tgtEl>
                                        <p:attrNameLst>
                                          <p:attrName>ppt_x</p:attrName>
                                        </p:attrNameLst>
                                      </p:cBhvr>
                                      <p:tavLst>
                                        <p:tav tm="0">
                                          <p:val>
                                            <p:strVal val="0-#ppt_w/2"/>
                                          </p:val>
                                        </p:tav>
                                        <p:tav tm="100000">
                                          <p:val>
                                            <p:strVal val="#ppt_x"/>
                                          </p:val>
                                        </p:tav>
                                      </p:tavLst>
                                    </p:anim>
                                    <p:anim calcmode="lin" valueType="num">
                                      <p:cBhvr additive="base">
                                        <p:cTn id="18" dur="500" fill="hold"/>
                                        <p:tgtEl>
                                          <p:spTgt spid="26657"/>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blinds(horizontal)">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wipe(left)">
                                      <p:cBhvr>
                                        <p:cTn id="28" dur="500"/>
                                        <p:tgtEl>
                                          <p:spTgt spid="16"/>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additive="base">
                                        <p:cTn id="33" dur="500" fill="hold"/>
                                        <p:tgtEl>
                                          <p:spTgt spid="10"/>
                                        </p:tgtEl>
                                        <p:attrNameLst>
                                          <p:attrName>ppt_x</p:attrName>
                                        </p:attrNameLst>
                                      </p:cBhvr>
                                      <p:tavLst>
                                        <p:tav tm="0">
                                          <p:val>
                                            <p:strVal val="#ppt_x"/>
                                          </p:val>
                                        </p:tav>
                                        <p:tav tm="100000">
                                          <p:val>
                                            <p:strVal val="#ppt_x"/>
                                          </p:val>
                                        </p:tav>
                                      </p:tavLst>
                                    </p:anim>
                                    <p:anim calcmode="lin" valueType="num">
                                      <p:cBhvr additive="base">
                                        <p:cTn id="3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0" presetClass="entr" presetSubtype="0" fill="hold" grpId="0" nodeType="clickEffect">
                                  <p:stCondLst>
                                    <p:cond delay="0"/>
                                  </p:stCondLst>
                                  <p:childTnLst>
                                    <p:set>
                                      <p:cBhvr>
                                        <p:cTn id="38" dur="1" fill="hold">
                                          <p:stCondLst>
                                            <p:cond delay="0"/>
                                          </p:stCondLst>
                                        </p:cTn>
                                        <p:tgtEl>
                                          <p:spTgt spid="26677"/>
                                        </p:tgtEl>
                                        <p:attrNameLst>
                                          <p:attrName>style.visibility</p:attrName>
                                        </p:attrNameLst>
                                      </p:cBhvr>
                                      <p:to>
                                        <p:strVal val="visible"/>
                                      </p:to>
                                    </p:set>
                                    <p:animEffect transition="in" filter="wedge">
                                      <p:cBhvr>
                                        <p:cTn id="39" dur="2000"/>
                                        <p:tgtEl>
                                          <p:spTgt spid="26677"/>
                                        </p:tgtEl>
                                      </p:cBhvr>
                                    </p:animEffect>
                                  </p:childTnLst>
                                </p:cTn>
                              </p:par>
                            </p:childTnLst>
                          </p:cTn>
                        </p:par>
                      </p:childTnLst>
                    </p:cTn>
                  </p:par>
                  <p:par>
                    <p:cTn id="40" fill="hold">
                      <p:stCondLst>
                        <p:cond delay="indefinite"/>
                      </p:stCondLst>
                      <p:childTnLst>
                        <p:par>
                          <p:cTn id="41" fill="hold">
                            <p:stCondLst>
                              <p:cond delay="0"/>
                            </p:stCondLst>
                            <p:childTnLst>
                              <p:par>
                                <p:cTn id="42" presetID="55" presetClass="entr" presetSubtype="0" fill="hold" grpId="0" nodeType="clickEffect">
                                  <p:stCondLst>
                                    <p:cond delay="0"/>
                                  </p:stCondLst>
                                  <p:childTnLst>
                                    <p:set>
                                      <p:cBhvr>
                                        <p:cTn id="43" dur="1" fill="hold">
                                          <p:stCondLst>
                                            <p:cond delay="0"/>
                                          </p:stCondLst>
                                        </p:cTn>
                                        <p:tgtEl>
                                          <p:spTgt spid="25"/>
                                        </p:tgtEl>
                                        <p:attrNameLst>
                                          <p:attrName>style.visibility</p:attrName>
                                        </p:attrNameLst>
                                      </p:cBhvr>
                                      <p:to>
                                        <p:strVal val="visible"/>
                                      </p:to>
                                    </p:set>
                                    <p:anim calcmode="lin" valueType="num">
                                      <p:cBhvr>
                                        <p:cTn id="44" dur="1000" fill="hold"/>
                                        <p:tgtEl>
                                          <p:spTgt spid="25"/>
                                        </p:tgtEl>
                                        <p:attrNameLst>
                                          <p:attrName>ppt_w</p:attrName>
                                        </p:attrNameLst>
                                      </p:cBhvr>
                                      <p:tavLst>
                                        <p:tav tm="0">
                                          <p:val>
                                            <p:strVal val="#ppt_w*0.70"/>
                                          </p:val>
                                        </p:tav>
                                        <p:tav tm="100000">
                                          <p:val>
                                            <p:strVal val="#ppt_w"/>
                                          </p:val>
                                        </p:tav>
                                      </p:tavLst>
                                    </p:anim>
                                    <p:anim calcmode="lin" valueType="num">
                                      <p:cBhvr>
                                        <p:cTn id="45" dur="1000" fill="hold"/>
                                        <p:tgtEl>
                                          <p:spTgt spid="25"/>
                                        </p:tgtEl>
                                        <p:attrNameLst>
                                          <p:attrName>ppt_h</p:attrName>
                                        </p:attrNameLst>
                                      </p:cBhvr>
                                      <p:tavLst>
                                        <p:tav tm="0">
                                          <p:val>
                                            <p:strVal val="#ppt_h"/>
                                          </p:val>
                                        </p:tav>
                                        <p:tav tm="100000">
                                          <p:val>
                                            <p:strVal val="#ppt_h"/>
                                          </p:val>
                                        </p:tav>
                                      </p:tavLst>
                                    </p:anim>
                                    <p:animEffect transition="in" filter="fade">
                                      <p:cBhvr>
                                        <p:cTn id="46" dur="1000"/>
                                        <p:tgtEl>
                                          <p:spTgt spid="25"/>
                                        </p:tgtEl>
                                      </p:cBhvr>
                                    </p:animEffect>
                                  </p:childTnLst>
                                </p:cTn>
                              </p:par>
                            </p:childTnLst>
                          </p:cTn>
                        </p:par>
                        <p:par>
                          <p:cTn id="47" fill="hold">
                            <p:stCondLst>
                              <p:cond delay="1000"/>
                            </p:stCondLst>
                            <p:childTnLst>
                              <p:par>
                                <p:cTn id="48" presetID="22" presetClass="entr" presetSubtype="1" fill="hold" nodeType="afterEffect">
                                  <p:stCondLst>
                                    <p:cond delay="0"/>
                                  </p:stCondLst>
                                  <p:childTnLst>
                                    <p:set>
                                      <p:cBhvr>
                                        <p:cTn id="49" dur="1" fill="hold">
                                          <p:stCondLst>
                                            <p:cond delay="0"/>
                                          </p:stCondLst>
                                        </p:cTn>
                                        <p:tgtEl>
                                          <p:spTgt spid="26"/>
                                        </p:tgtEl>
                                        <p:attrNameLst>
                                          <p:attrName>style.visibility</p:attrName>
                                        </p:attrNameLst>
                                      </p:cBhvr>
                                      <p:to>
                                        <p:strVal val="visible"/>
                                      </p:to>
                                    </p:set>
                                    <p:animEffect transition="in" filter="wipe(up)">
                                      <p:cBhvr>
                                        <p:cTn id="5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57" grpId="0"/>
      <p:bldP spid="26677" grpId="0" bldLvl="0" animBg="1"/>
      <p:bldP spid="26695" grpId="0" bldLvl="0" animBg="1"/>
      <p:bldP spid="25"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 * 4-5 特勒根定理</a:t>
            </a:r>
            <a:endParaRPr lang="zh-CN" altLang="en-US"/>
          </a:p>
        </p:txBody>
      </p:sp>
      <p:sp>
        <p:nvSpPr>
          <p:cNvPr id="107611" name="Text Box 91"/>
          <p:cNvSpPr txBox="1"/>
          <p:nvPr/>
        </p:nvSpPr>
        <p:spPr>
          <a:xfrm>
            <a:off x="534988" y="3481864"/>
            <a:ext cx="3598862" cy="583565"/>
          </a:xfrm>
          <a:prstGeom prst="rect">
            <a:avLst/>
          </a:prstGeom>
          <a:noFill/>
          <a:ln w="12700">
            <a:noFill/>
          </a:ln>
        </p:spPr>
        <p:txBody>
          <a:bodyPr lIns="92075" tIns="46038" rIns="92075" bIns="46038" anchor="ctr" anchorCtr="0">
            <a:spAutoFit/>
          </a:bodyPr>
          <a:p>
            <a:pPr>
              <a:spcBef>
                <a:spcPct val="50000"/>
              </a:spcBef>
              <a:buClr>
                <a:schemeClr val="accent2"/>
              </a:buClr>
              <a:buSzPct val="75000"/>
              <a:buFont typeface="Monotype Sorts" pitchFamily="2" charset="2"/>
            </a:pPr>
            <a:r>
              <a:rPr kumimoji="1" lang="zh-CN" altLang="en-US" sz="3200" b="1" dirty="0" smtClean="0">
                <a:solidFill>
                  <a:schemeClr val="accent2">
                    <a:lumMod val="75000"/>
                  </a:schemeClr>
                </a:solidFill>
                <a:latin typeface="Times New Roman" panose="02020603050405020304" pitchFamily="18" charset="0"/>
                <a:ea typeface="华文中宋" panose="02010600040101010101" pitchFamily="2" charset="-122"/>
              </a:rPr>
              <a:t>2. 特勒根定理2</a:t>
            </a:r>
            <a:endParaRPr kumimoji="1" lang="zh-CN" altLang="en-US" sz="3200" b="1" dirty="0" smtClean="0">
              <a:solidFill>
                <a:schemeClr val="accent2">
                  <a:lumMod val="75000"/>
                </a:schemeClr>
              </a:solidFill>
              <a:latin typeface="Times New Roman" panose="02020603050405020304" pitchFamily="18" charset="0"/>
              <a:ea typeface="华文中宋" panose="02010600040101010101" pitchFamily="2" charset="-122"/>
            </a:endParaRPr>
          </a:p>
        </p:txBody>
      </p:sp>
      <p:sp>
        <p:nvSpPr>
          <p:cNvPr id="107612" name="Text Box 92"/>
          <p:cNvSpPr txBox="1"/>
          <p:nvPr/>
        </p:nvSpPr>
        <p:spPr>
          <a:xfrm>
            <a:off x="684213" y="4326573"/>
            <a:ext cx="7777162" cy="2158365"/>
          </a:xfrm>
          <a:prstGeom prst="rect">
            <a:avLst/>
          </a:prstGeom>
          <a:noFill/>
          <a:ln w="9525">
            <a:noFill/>
          </a:ln>
        </p:spPr>
        <p:txBody>
          <a:bodyPr>
            <a:spAutoFit/>
          </a:bodyPr>
          <a:p>
            <a:pPr>
              <a:lnSpc>
                <a:spcPct val="120000"/>
              </a:lnSpc>
            </a:pPr>
            <a:r>
              <a:rPr lang="en-US" altLang="zh-CN" dirty="0">
                <a:latin typeface="楷体_GB2312" pitchFamily="49" charset="-122"/>
              </a:rPr>
              <a:t>    </a:t>
            </a:r>
            <a:r>
              <a:rPr kumimoji="1" lang="zh-CN" altLang="en-US" sz="2800" dirty="0" smtClean="0">
                <a:latin typeface="华文楷体" panose="02010600040101010101" pitchFamily="2" charset="-122"/>
                <a:ea typeface="华文楷体" panose="02010600040101010101" pitchFamily="2" charset="-122"/>
              </a:rPr>
              <a:t>任何时刻，对于两个具有</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n</a:t>
            </a:r>
            <a:r>
              <a:rPr kumimoji="1" lang="zh-CN" altLang="en-US" sz="2800" dirty="0" smtClean="0">
                <a:latin typeface="华文楷体" panose="02010600040101010101" pitchFamily="2" charset="-122"/>
                <a:ea typeface="华文楷体" panose="02010600040101010101" pitchFamily="2" charset="-122"/>
              </a:rPr>
              <a:t>个节点和</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b</a:t>
            </a:r>
            <a:r>
              <a:rPr kumimoji="1" lang="zh-CN" altLang="en-US" sz="2800" dirty="0" smtClean="0">
                <a:latin typeface="华文楷体" panose="02010600040101010101" pitchFamily="2" charset="-122"/>
                <a:ea typeface="华文楷体" panose="02010600040101010101" pitchFamily="2" charset="-122"/>
              </a:rPr>
              <a:t>条支路的集总电路，当它们具有相同的图，但由内容不同的支路构成时，在支路电流和电压取关联参考方向下，满足:</a:t>
            </a:r>
            <a:endParaRPr kumimoji="1" lang="zh-CN" altLang="en-US" sz="2800" dirty="0" smtClean="0">
              <a:latin typeface="华文楷体" panose="02010600040101010101" pitchFamily="2" charset="-122"/>
              <a:ea typeface="华文楷体" panose="02010600040101010101" pitchFamily="2" charset="-122"/>
            </a:endParaRPr>
          </a:p>
        </p:txBody>
      </p:sp>
      <p:sp>
        <p:nvSpPr>
          <p:cNvPr id="25" name="文本框 24"/>
          <p:cNvSpPr txBox="1"/>
          <p:nvPr/>
        </p:nvSpPr>
        <p:spPr>
          <a:xfrm>
            <a:off x="735330" y="864235"/>
            <a:ext cx="770890" cy="583565"/>
          </a:xfrm>
          <a:prstGeom prst="rect">
            <a:avLst/>
          </a:prstGeom>
          <a:noFill/>
          <a:ln w="12700">
            <a:noFill/>
            <a:miter lim="800000"/>
          </a:ln>
        </p:spPr>
        <p:txBody>
          <a:bodyPr wrap="square" rtlCol="0" anchor="ctr">
            <a:noAutofit/>
          </a:bodyPr>
          <a:p>
            <a:pPr algn="just" eaLnBrk="0" hangingPunct="0">
              <a:lnSpc>
                <a:spcPct val="110000"/>
              </a:lnSpc>
            </a:pPr>
            <a:r>
              <a:rPr kumimoji="1" lang="en-US" altLang="zh-CN" sz="8000" dirty="0" smtClean="0">
                <a:latin typeface="Times New Roman" panose="02020603050405020304" pitchFamily="18" charset="0"/>
                <a:ea typeface="华文中宋" panose="02010600040101010101" pitchFamily="2" charset="-122"/>
                <a:cs typeface="Times New Roman" panose="02020603050405020304" pitchFamily="18" charset="0"/>
              </a:rPr>
              <a:t>=</a:t>
            </a:r>
            <a:endParaRPr kumimoji="1" lang="en-US" altLang="zh-CN" sz="8000" dirty="0" smtClean="0">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4" name="对象 3"/>
          <p:cNvGraphicFramePr/>
          <p:nvPr/>
        </p:nvGraphicFramePr>
        <p:xfrm>
          <a:off x="1440815" y="788670"/>
          <a:ext cx="3015615" cy="2239645"/>
        </p:xfrm>
        <a:graphic>
          <a:graphicData uri="http://schemas.openxmlformats.org/presentationml/2006/ole">
            <mc:AlternateContent xmlns:mc="http://schemas.openxmlformats.org/markup-compatibility/2006">
              <mc:Choice xmlns:v="urn:schemas-microsoft-com:vml" Requires="v">
                <p:oleObj spid="_x0000_s5" name="" r:id="rId1" imgW="1219200" imgH="685800" progId="Equation.KSEE3">
                  <p:embed/>
                </p:oleObj>
              </mc:Choice>
              <mc:Fallback>
                <p:oleObj name="" r:id="rId1" imgW="1219200" imgH="685800" progId="Equation.KSEE3">
                  <p:embed/>
                  <p:pic>
                    <p:nvPicPr>
                      <p:cNvPr id="0" name="图片 4"/>
                      <p:cNvPicPr/>
                      <p:nvPr/>
                    </p:nvPicPr>
                    <p:blipFill>
                      <a:blip r:embed="rId2"/>
                      <a:stretch>
                        <a:fillRect/>
                      </a:stretch>
                    </p:blipFill>
                    <p:spPr>
                      <a:xfrm>
                        <a:off x="1440815" y="788670"/>
                        <a:ext cx="3015615" cy="2239645"/>
                      </a:xfrm>
                      <a:prstGeom prst="rect">
                        <a:avLst/>
                      </a:prstGeom>
                    </p:spPr>
                  </p:pic>
                </p:oleObj>
              </mc:Fallback>
            </mc:AlternateContent>
          </a:graphicData>
        </a:graphic>
      </p:graphicFrame>
      <p:grpSp>
        <p:nvGrpSpPr>
          <p:cNvPr id="17" name="组合 16"/>
          <p:cNvGrpSpPr/>
          <p:nvPr/>
        </p:nvGrpSpPr>
        <p:grpSpPr>
          <a:xfrm>
            <a:off x="5529580" y="607060"/>
            <a:ext cx="2879090" cy="3393440"/>
            <a:chOff x="14092" y="712"/>
            <a:chExt cx="4534" cy="5344"/>
          </a:xfrm>
        </p:grpSpPr>
        <p:grpSp>
          <p:nvGrpSpPr>
            <p:cNvPr id="9" name="组合 8"/>
            <p:cNvGrpSpPr/>
            <p:nvPr/>
          </p:nvGrpSpPr>
          <p:grpSpPr>
            <a:xfrm>
              <a:off x="14092" y="1406"/>
              <a:ext cx="4534" cy="4651"/>
              <a:chOff x="8675" y="1704"/>
              <a:chExt cx="4534" cy="4651"/>
            </a:xfrm>
          </p:grpSpPr>
          <p:sp>
            <p:nvSpPr>
              <p:cNvPr id="30755" name="Text Box 9"/>
              <p:cNvSpPr txBox="1"/>
              <p:nvPr/>
            </p:nvSpPr>
            <p:spPr>
              <a:xfrm>
                <a:off x="10490" y="5537"/>
                <a:ext cx="840"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a:t>
                </a:r>
                <a:endParaRPr lang="en-US" altLang="zh-CN" b="0" dirty="0">
                  <a:solidFill>
                    <a:schemeClr val="tx1"/>
                  </a:solidFill>
                  <a:latin typeface="Times New Roman" panose="02020603050405020304" pitchFamily="18" charset="0"/>
                  <a:ea typeface="宋体" panose="02010600030101010101" pitchFamily="2" charset="-122"/>
                </a:endParaRPr>
              </a:p>
            </p:txBody>
          </p:sp>
          <p:grpSp>
            <p:nvGrpSpPr>
              <p:cNvPr id="8" name="组合 7"/>
              <p:cNvGrpSpPr/>
              <p:nvPr/>
            </p:nvGrpSpPr>
            <p:grpSpPr>
              <a:xfrm>
                <a:off x="8675" y="1704"/>
                <a:ext cx="4535" cy="3878"/>
                <a:chOff x="8675" y="1704"/>
                <a:chExt cx="4535" cy="3878"/>
              </a:xfrm>
            </p:grpSpPr>
            <p:sp>
              <p:nvSpPr>
                <p:cNvPr id="30751" name="Freeform 3"/>
                <p:cNvSpPr/>
                <p:nvPr/>
              </p:nvSpPr>
              <p:spPr bwMode="auto">
                <a:xfrm>
                  <a:off x="10685" y="1719"/>
                  <a:ext cx="3" cy="2820"/>
                </a:xfrm>
                <a:custGeom>
                  <a:avLst/>
                  <a:gdLst>
                    <a:gd name="txL" fmla="*/ 0 w 1"/>
                    <a:gd name="txT" fmla="*/ 0 h 1128"/>
                    <a:gd name="txR" fmla="*/ 1 w 1"/>
                    <a:gd name="txB" fmla="*/ 1128 h 1128"/>
                  </a:gdLst>
                  <a:ahLst/>
                  <a:cxnLst>
                    <a:cxn ang="0">
                      <a:pos x="0" y="0"/>
                    </a:cxn>
                    <a:cxn ang="0">
                      <a:pos x="0" y="1128"/>
                    </a:cxn>
                  </a:cxnLst>
                  <a:rect l="txL" t="txT" r="txR" b="txB"/>
                  <a:pathLst>
                    <a:path w="1" h="1128">
                      <a:moveTo>
                        <a:pt x="0" y="0"/>
                      </a:moveTo>
                      <a:lnTo>
                        <a:pt x="0" y="1128"/>
                      </a:lnTo>
                    </a:path>
                  </a:pathLst>
                </a:cu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grpSp>
              <p:nvGrpSpPr>
                <p:cNvPr id="30752" name="Group 4"/>
                <p:cNvGrpSpPr/>
                <p:nvPr/>
              </p:nvGrpSpPr>
              <p:grpSpPr>
                <a:xfrm rot="0">
                  <a:off x="12275" y="2784"/>
                  <a:ext cx="600" cy="725"/>
                  <a:chOff x="1824" y="1152"/>
                  <a:chExt cx="240" cy="290"/>
                </a:xfrm>
              </p:grpSpPr>
              <p:sp>
                <p:nvSpPr>
                  <p:cNvPr id="30777" name="Oval 5"/>
                  <p:cNvSpPr/>
                  <p:nvPr/>
                </p:nvSpPr>
                <p:spPr>
                  <a:xfrm>
                    <a:off x="1824" y="1200"/>
                    <a:ext cx="204" cy="204"/>
                  </a:xfrm>
                  <a:prstGeom prst="ellipse">
                    <a:avLst/>
                  </a:prstGeom>
                  <a:noFill/>
                  <a:ln w="12700" cap="flat" cmpd="sng">
                    <a:solidFill>
                      <a:schemeClr val="accent1">
                        <a:shade val="50000"/>
                      </a:schemeClr>
                    </a:solidFill>
                    <a:prstDash val="solid"/>
                    <a:headEnd type="none" w="med" len="med"/>
                    <a:tailEnd type="none" w="med" len="med"/>
                  </a:ln>
                </p:spPr>
                <p:txBody>
                  <a:bodyPr wrap="none" anchor="ctr" anchorCtr="0"/>
                  <a:p>
                    <a:endParaRPr lang="zh-CN" altLang="en-US" dirty="0">
                      <a:solidFill>
                        <a:schemeClr val="tx1"/>
                      </a:solidFill>
                      <a:latin typeface="Arial" panose="020B0604020202020204" pitchFamily="34" charset="0"/>
                    </a:endParaRPr>
                  </a:p>
                </p:txBody>
              </p:sp>
              <p:sp>
                <p:nvSpPr>
                  <p:cNvPr id="30778" name="Text Box 6"/>
                  <p:cNvSpPr txBox="1"/>
                  <p:nvPr/>
                </p:nvSpPr>
                <p:spPr>
                  <a:xfrm>
                    <a:off x="1824" y="1152"/>
                    <a:ext cx="240" cy="290"/>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4</a:t>
                    </a:r>
                    <a:endParaRPr lang="en-US" altLang="zh-CN" b="0" dirty="0">
                      <a:solidFill>
                        <a:schemeClr val="tx1"/>
                      </a:solidFill>
                      <a:latin typeface="Times New Roman" panose="02020603050405020304" pitchFamily="18" charset="0"/>
                      <a:ea typeface="宋体" panose="02010600030101010101" pitchFamily="2" charset="-122"/>
                    </a:endParaRPr>
                  </a:p>
                </p:txBody>
              </p:sp>
            </p:grpSp>
            <p:sp>
              <p:nvSpPr>
                <p:cNvPr id="30753" name="Text Box 7"/>
                <p:cNvSpPr txBox="1"/>
                <p:nvPr/>
              </p:nvSpPr>
              <p:spPr>
                <a:xfrm>
                  <a:off x="10715" y="2784"/>
                  <a:ext cx="840"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6</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0754" name="Text Box 8"/>
                <p:cNvSpPr txBox="1"/>
                <p:nvPr/>
              </p:nvSpPr>
              <p:spPr>
                <a:xfrm>
                  <a:off x="11435" y="1944"/>
                  <a:ext cx="840"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5</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0756" name="Text Box 10"/>
                <p:cNvSpPr txBox="1"/>
                <p:nvPr/>
              </p:nvSpPr>
              <p:spPr>
                <a:xfrm>
                  <a:off x="9395" y="3624"/>
                  <a:ext cx="840"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2</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0757" name="Text Box 11"/>
                <p:cNvSpPr txBox="1"/>
                <p:nvPr/>
              </p:nvSpPr>
              <p:spPr>
                <a:xfrm>
                  <a:off x="11435" y="3624"/>
                  <a:ext cx="840"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3</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0758" name="Text Box 12"/>
                <p:cNvSpPr txBox="1"/>
                <p:nvPr/>
              </p:nvSpPr>
              <p:spPr>
                <a:xfrm>
                  <a:off x="9395" y="1944"/>
                  <a:ext cx="840"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4</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0759" name="Freeform 13"/>
                <p:cNvSpPr/>
                <p:nvPr/>
              </p:nvSpPr>
              <p:spPr>
                <a:xfrm>
                  <a:off x="10685" y="2559"/>
                  <a:ext cx="3" cy="600"/>
                </a:xfrm>
                <a:custGeom>
                  <a:avLst/>
                  <a:gdLst>
                    <a:gd name="txL" fmla="*/ 0 w 1"/>
                    <a:gd name="txT" fmla="*/ 0 h 240"/>
                    <a:gd name="txR" fmla="*/ 1 w 1"/>
                    <a:gd name="txB" fmla="*/ 240 h 240"/>
                  </a:gdLst>
                  <a:ahLst/>
                  <a:cxnLst>
                    <a:cxn ang="0">
                      <a:pos x="0" y="0"/>
                    </a:cxn>
                    <a:cxn ang="0">
                      <a:pos x="0" y="240"/>
                    </a:cxn>
                  </a:cxnLst>
                  <a:rect l="txL" t="txT" r="txR" b="txB"/>
                  <a:pathLst>
                    <a:path w="1" h="240">
                      <a:moveTo>
                        <a:pt x="0" y="0"/>
                      </a:moveTo>
                      <a:lnTo>
                        <a:pt x="0" y="240"/>
                      </a:lnTo>
                    </a:path>
                  </a:pathLst>
                </a:custGeom>
                <a:noFill/>
                <a:ln w="28575" cap="flat" cmpd="sng">
                  <a:solidFill>
                    <a:srgbClr val="FF3300"/>
                  </a:solidFill>
                  <a:prstDash val="solid"/>
                  <a:round/>
                  <a:headEnd type="none" w="med" len="med"/>
                  <a:tailEnd type="triangle" w="med" len="med"/>
                </a:ln>
              </p:spPr>
              <p:txBody>
                <a:bodyPr wrap="none" anchor="ctr" anchorCtr="0"/>
                <a:p>
                  <a:endParaRPr lang="zh-CN" altLang="en-US" dirty="0">
                    <a:solidFill>
                      <a:schemeClr val="tx1"/>
                    </a:solidFill>
                    <a:latin typeface="Arial" panose="020B0604020202020204" pitchFamily="34" charset="0"/>
                  </a:endParaRPr>
                </a:p>
              </p:txBody>
            </p:sp>
            <p:grpSp>
              <p:nvGrpSpPr>
                <p:cNvPr id="30760" name="Group 15"/>
                <p:cNvGrpSpPr/>
                <p:nvPr/>
              </p:nvGrpSpPr>
              <p:grpSpPr>
                <a:xfrm rot="0">
                  <a:off x="9275" y="1704"/>
                  <a:ext cx="2835" cy="2835"/>
                  <a:chOff x="1938" y="1488"/>
                  <a:chExt cx="1134" cy="1134"/>
                </a:xfrm>
              </p:grpSpPr>
              <p:sp>
                <p:nvSpPr>
                  <p:cNvPr id="30772" name="AutoShape 16"/>
                  <p:cNvSpPr/>
                  <p:nvPr/>
                </p:nvSpPr>
                <p:spPr bwMode="auto">
                  <a:xfrm>
                    <a:off x="1938" y="1488"/>
                    <a:ext cx="1134" cy="1134"/>
                  </a:xfrm>
                  <a:prstGeom prst="diamond">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30773" name="Freeform 17"/>
                  <p:cNvSpPr/>
                  <p:nvPr/>
                </p:nvSpPr>
                <p:spPr bwMode="auto">
                  <a:xfrm>
                    <a:off x="2133" y="1737"/>
                    <a:ext cx="129" cy="126"/>
                  </a:xfrm>
                  <a:custGeom>
                    <a:avLst/>
                    <a:gdLst>
                      <a:gd name="txL" fmla="*/ 0 w 129"/>
                      <a:gd name="txT" fmla="*/ 0 h 126"/>
                      <a:gd name="txR" fmla="*/ 129 w 129"/>
                      <a:gd name="txB" fmla="*/ 126 h 126"/>
                    </a:gdLst>
                    <a:ahLst/>
                    <a:cxnLst>
                      <a:cxn ang="0">
                        <a:pos x="0" y="126"/>
                      </a:cxn>
                      <a:cxn ang="0">
                        <a:pos x="129" y="0"/>
                      </a:cxn>
                    </a:cxnLst>
                    <a:rect l="txL" t="txT" r="txR" b="txB"/>
                    <a:pathLst>
                      <a:path w="129" h="126">
                        <a:moveTo>
                          <a:pt x="0" y="126"/>
                        </a:moveTo>
                        <a:lnTo>
                          <a:pt x="129" y="0"/>
                        </a:lnTo>
                      </a:path>
                    </a:pathLst>
                  </a:cu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30774" name="Freeform 18"/>
                  <p:cNvSpPr/>
                  <p:nvPr/>
                </p:nvSpPr>
                <p:spPr bwMode="auto">
                  <a:xfrm>
                    <a:off x="2768" y="2286"/>
                    <a:ext cx="79" cy="75"/>
                  </a:xfrm>
                  <a:custGeom>
                    <a:avLst/>
                    <a:gdLst>
                      <a:gd name="txL" fmla="*/ 0 w 79"/>
                      <a:gd name="txT" fmla="*/ 0 h 75"/>
                      <a:gd name="txR" fmla="*/ 79 w 79"/>
                      <a:gd name="txB" fmla="*/ 75 h 75"/>
                    </a:gdLst>
                    <a:ahLst/>
                    <a:cxnLst>
                      <a:cxn ang="0">
                        <a:pos x="0" y="75"/>
                      </a:cxn>
                      <a:cxn ang="0">
                        <a:pos x="79" y="0"/>
                      </a:cxn>
                    </a:cxnLst>
                    <a:rect l="txL" t="txT" r="txR" b="txB"/>
                    <a:pathLst>
                      <a:path w="79" h="75">
                        <a:moveTo>
                          <a:pt x="0" y="75"/>
                        </a:moveTo>
                        <a:lnTo>
                          <a:pt x="79" y="0"/>
                        </a:lnTo>
                      </a:path>
                    </a:pathLst>
                  </a:cu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30775" name="Freeform 19"/>
                  <p:cNvSpPr/>
                  <p:nvPr/>
                </p:nvSpPr>
                <p:spPr bwMode="auto">
                  <a:xfrm>
                    <a:off x="2774" y="1758"/>
                    <a:ext cx="138" cy="137"/>
                  </a:xfrm>
                  <a:custGeom>
                    <a:avLst/>
                    <a:gdLst>
                      <a:gd name="txL" fmla="*/ 0 w 138"/>
                      <a:gd name="txT" fmla="*/ 0 h 137"/>
                      <a:gd name="txR" fmla="*/ 138 w 138"/>
                      <a:gd name="txB" fmla="*/ 137 h 137"/>
                    </a:gdLst>
                    <a:ahLst/>
                    <a:cxnLst>
                      <a:cxn ang="0">
                        <a:pos x="0" y="0"/>
                      </a:cxn>
                      <a:cxn ang="0">
                        <a:pos x="138" y="137"/>
                      </a:cxn>
                    </a:cxnLst>
                    <a:rect l="txL" t="txT" r="txR" b="txB"/>
                    <a:pathLst>
                      <a:path w="138" h="137">
                        <a:moveTo>
                          <a:pt x="0" y="0"/>
                        </a:moveTo>
                        <a:lnTo>
                          <a:pt x="138" y="137"/>
                        </a:lnTo>
                      </a:path>
                    </a:pathLst>
                  </a:cu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30776" name="Freeform 20"/>
                  <p:cNvSpPr/>
                  <p:nvPr/>
                </p:nvSpPr>
                <p:spPr bwMode="auto">
                  <a:xfrm>
                    <a:off x="2148" y="2265"/>
                    <a:ext cx="116" cy="119"/>
                  </a:xfrm>
                  <a:custGeom>
                    <a:avLst/>
                    <a:gdLst>
                      <a:gd name="txL" fmla="*/ 0 w 116"/>
                      <a:gd name="txT" fmla="*/ 0 h 119"/>
                      <a:gd name="txR" fmla="*/ 116 w 116"/>
                      <a:gd name="txB" fmla="*/ 119 h 119"/>
                    </a:gdLst>
                    <a:ahLst/>
                    <a:cxnLst>
                      <a:cxn ang="0">
                        <a:pos x="0" y="0"/>
                      </a:cxn>
                      <a:cxn ang="0">
                        <a:pos x="116" y="119"/>
                      </a:cxn>
                    </a:cxnLst>
                    <a:rect l="txL" t="txT" r="txR" b="txB"/>
                    <a:pathLst>
                      <a:path w="116" h="119">
                        <a:moveTo>
                          <a:pt x="0" y="0"/>
                        </a:moveTo>
                        <a:lnTo>
                          <a:pt x="116" y="119"/>
                        </a:lnTo>
                      </a:path>
                    </a:pathLst>
                  </a:cu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grpSp>
            <p:grpSp>
              <p:nvGrpSpPr>
                <p:cNvPr id="30762" name="Group 24"/>
                <p:cNvGrpSpPr/>
                <p:nvPr/>
              </p:nvGrpSpPr>
              <p:grpSpPr>
                <a:xfrm rot="0">
                  <a:off x="10475" y="4464"/>
                  <a:ext cx="600" cy="818"/>
                  <a:chOff x="1824" y="1152"/>
                  <a:chExt cx="240" cy="327"/>
                </a:xfrm>
              </p:grpSpPr>
              <p:sp>
                <p:nvSpPr>
                  <p:cNvPr id="30768" name="Oval 25"/>
                  <p:cNvSpPr/>
                  <p:nvPr/>
                </p:nvSpPr>
                <p:spPr>
                  <a:xfrm>
                    <a:off x="1824" y="1200"/>
                    <a:ext cx="204" cy="204"/>
                  </a:xfrm>
                  <a:prstGeom prst="ellipse">
                    <a:avLst/>
                  </a:prstGeom>
                  <a:noFill/>
                  <a:ln w="12700" cap="flat" cmpd="sng">
                    <a:solidFill>
                      <a:schemeClr val="accent1">
                        <a:shade val="50000"/>
                      </a:schemeClr>
                    </a:solidFill>
                    <a:prstDash val="solid"/>
                    <a:headEnd type="none" w="med" len="med"/>
                    <a:tailEnd type="none" w="med" len="med"/>
                  </a:ln>
                </p:spPr>
                <p:txBody>
                  <a:bodyPr wrap="none" anchor="ctr" anchorCtr="0"/>
                  <a:p>
                    <a:endParaRPr lang="zh-CN" altLang="en-US" dirty="0">
                      <a:solidFill>
                        <a:schemeClr val="tx1"/>
                      </a:solidFill>
                      <a:latin typeface="Arial" panose="020B0604020202020204" pitchFamily="34" charset="0"/>
                    </a:endParaRPr>
                  </a:p>
                </p:txBody>
              </p:sp>
              <p:sp>
                <p:nvSpPr>
                  <p:cNvPr id="30769" name="Text Box 26"/>
                  <p:cNvSpPr txBox="1"/>
                  <p:nvPr/>
                </p:nvSpPr>
                <p:spPr>
                  <a:xfrm>
                    <a:off x="1824" y="1152"/>
                    <a:ext cx="240" cy="327"/>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3</a:t>
                    </a:r>
                    <a:endParaRPr lang="en-US" altLang="zh-CN" b="0" dirty="0">
                      <a:solidFill>
                        <a:schemeClr val="tx1"/>
                      </a:solidFill>
                      <a:latin typeface="Times New Roman" panose="02020603050405020304" pitchFamily="18" charset="0"/>
                      <a:ea typeface="宋体" panose="02010600030101010101" pitchFamily="2" charset="-122"/>
                    </a:endParaRPr>
                  </a:p>
                </p:txBody>
              </p:sp>
            </p:grpSp>
            <p:grpSp>
              <p:nvGrpSpPr>
                <p:cNvPr id="30763" name="Group 27"/>
                <p:cNvGrpSpPr/>
                <p:nvPr/>
              </p:nvGrpSpPr>
              <p:grpSpPr>
                <a:xfrm rot="0">
                  <a:off x="8675" y="2793"/>
                  <a:ext cx="610" cy="818"/>
                  <a:chOff x="1824" y="1152"/>
                  <a:chExt cx="244" cy="327"/>
                </a:xfrm>
              </p:grpSpPr>
              <p:sp>
                <p:nvSpPr>
                  <p:cNvPr id="30766" name="Oval 28"/>
                  <p:cNvSpPr/>
                  <p:nvPr/>
                </p:nvSpPr>
                <p:spPr>
                  <a:xfrm>
                    <a:off x="1824" y="1200"/>
                    <a:ext cx="204" cy="204"/>
                  </a:xfrm>
                  <a:prstGeom prst="ellipse">
                    <a:avLst/>
                  </a:prstGeom>
                  <a:noFill/>
                  <a:ln w="12700" cap="flat" cmpd="sng">
                    <a:solidFill>
                      <a:schemeClr val="accent1">
                        <a:shade val="50000"/>
                      </a:schemeClr>
                    </a:solidFill>
                    <a:prstDash val="solid"/>
                    <a:headEnd type="none" w="med" len="med"/>
                    <a:tailEnd type="none" w="med" len="med"/>
                  </a:ln>
                </p:spPr>
                <p:txBody>
                  <a:bodyPr wrap="none" anchor="ctr" anchorCtr="0"/>
                  <a:p>
                    <a:endParaRPr lang="zh-CN" altLang="en-US" dirty="0">
                      <a:solidFill>
                        <a:schemeClr val="tx1"/>
                      </a:solidFill>
                      <a:latin typeface="Arial" panose="020B0604020202020204" pitchFamily="34" charset="0"/>
                    </a:endParaRPr>
                  </a:p>
                </p:txBody>
              </p:sp>
              <p:sp>
                <p:nvSpPr>
                  <p:cNvPr id="30767" name="Text Box 29"/>
                  <p:cNvSpPr txBox="1"/>
                  <p:nvPr/>
                </p:nvSpPr>
                <p:spPr>
                  <a:xfrm>
                    <a:off x="1828" y="1152"/>
                    <a:ext cx="240" cy="327"/>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a:t>
                    </a:r>
                    <a:endParaRPr lang="en-US" altLang="zh-CN" b="0" dirty="0">
                      <a:solidFill>
                        <a:schemeClr val="tx1"/>
                      </a:solidFill>
                      <a:latin typeface="Times New Roman" panose="02020603050405020304" pitchFamily="18" charset="0"/>
                      <a:ea typeface="宋体" panose="02010600030101010101" pitchFamily="2" charset="-122"/>
                    </a:endParaRPr>
                  </a:p>
                </p:txBody>
              </p:sp>
            </p:grpSp>
            <p:sp>
              <p:nvSpPr>
                <p:cNvPr id="30764" name="Freeform 30"/>
                <p:cNvSpPr/>
                <p:nvPr/>
              </p:nvSpPr>
              <p:spPr bwMode="auto">
                <a:xfrm>
                  <a:off x="9240" y="3114"/>
                  <a:ext cx="2965" cy="2468"/>
                </a:xfrm>
                <a:custGeom>
                  <a:avLst/>
                  <a:gdLst>
                    <a:gd name="txL" fmla="*/ 0 w 1186"/>
                    <a:gd name="txT" fmla="*/ 0 h 987"/>
                    <a:gd name="txR" fmla="*/ 1186 w 1186"/>
                    <a:gd name="txB" fmla="*/ 987 h 987"/>
                  </a:gdLst>
                  <a:ahLst/>
                  <a:cxnLst>
                    <a:cxn ang="0">
                      <a:pos x="14" y="12"/>
                    </a:cxn>
                    <a:cxn ang="0">
                      <a:pos x="98" y="744"/>
                    </a:cxn>
                    <a:cxn ang="0">
                      <a:pos x="602" y="984"/>
                    </a:cxn>
                    <a:cxn ang="0">
                      <a:pos x="1094" y="726"/>
                    </a:cxn>
                    <a:cxn ang="0">
                      <a:pos x="1154" y="0"/>
                    </a:cxn>
                  </a:cxnLst>
                  <a:rect l="txL" t="txT" r="txR" b="txB"/>
                  <a:pathLst>
                    <a:path w="1186" h="987">
                      <a:moveTo>
                        <a:pt x="14" y="12"/>
                      </a:moveTo>
                      <a:cubicBezTo>
                        <a:pt x="28" y="134"/>
                        <a:pt x="0" y="582"/>
                        <a:pt x="98" y="744"/>
                      </a:cubicBezTo>
                      <a:cubicBezTo>
                        <a:pt x="196" y="906"/>
                        <a:pt x="436" y="987"/>
                        <a:pt x="602" y="984"/>
                      </a:cubicBezTo>
                      <a:cubicBezTo>
                        <a:pt x="768" y="981"/>
                        <a:pt x="1002" y="890"/>
                        <a:pt x="1094" y="726"/>
                      </a:cubicBezTo>
                      <a:cubicBezTo>
                        <a:pt x="1186" y="562"/>
                        <a:pt x="1142" y="151"/>
                        <a:pt x="1154" y="0"/>
                      </a:cubicBezTo>
                    </a:path>
                  </a:pathLst>
                </a:cu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30765" name="Freeform 14"/>
                <p:cNvSpPr/>
                <p:nvPr/>
              </p:nvSpPr>
              <p:spPr>
                <a:xfrm>
                  <a:off x="10520" y="5574"/>
                  <a:ext cx="210" cy="3"/>
                </a:xfrm>
                <a:custGeom>
                  <a:avLst/>
                  <a:gdLst>
                    <a:gd name="txL" fmla="*/ 0 w 84"/>
                    <a:gd name="txT" fmla="*/ 0 h 1"/>
                    <a:gd name="txR" fmla="*/ 84 w 84"/>
                    <a:gd name="txB" fmla="*/ 1 h 1"/>
                  </a:gdLst>
                  <a:ahLst/>
                  <a:cxnLst>
                    <a:cxn ang="0">
                      <a:pos x="84" y="0"/>
                    </a:cxn>
                    <a:cxn ang="0">
                      <a:pos x="0" y="0"/>
                    </a:cxn>
                  </a:cxnLst>
                  <a:rect l="txL" t="txT" r="txR" b="txB"/>
                  <a:pathLst>
                    <a:path w="84" h="1">
                      <a:moveTo>
                        <a:pt x="84" y="0"/>
                      </a:moveTo>
                      <a:lnTo>
                        <a:pt x="0" y="0"/>
                      </a:lnTo>
                    </a:path>
                  </a:pathLst>
                </a:custGeom>
                <a:noFill/>
                <a:ln w="28575" cap="flat" cmpd="sng">
                  <a:solidFill>
                    <a:srgbClr val="FF3300"/>
                  </a:solidFill>
                  <a:prstDash val="solid"/>
                  <a:round/>
                  <a:headEnd type="none" w="med" len="med"/>
                  <a:tailEnd type="triangle" w="med" len="med"/>
                </a:ln>
              </p:spPr>
              <p:txBody>
                <a:bodyPr wrap="none" anchor="ctr" anchorCtr="0"/>
                <a:p>
                  <a:endParaRPr lang="zh-CN" altLang="en-US" dirty="0">
                    <a:solidFill>
                      <a:schemeClr val="tx1"/>
                    </a:solidFill>
                    <a:latin typeface="Arial" panose="020B0604020202020204" pitchFamily="34" charset="0"/>
                  </a:endParaRPr>
                </a:p>
              </p:txBody>
            </p:sp>
            <p:grpSp>
              <p:nvGrpSpPr>
                <p:cNvPr id="10" name="Group 60"/>
                <p:cNvGrpSpPr/>
                <p:nvPr/>
              </p:nvGrpSpPr>
              <p:grpSpPr>
                <a:xfrm>
                  <a:off x="12078" y="3139"/>
                  <a:ext cx="1132" cy="1360"/>
                  <a:chOff x="5012" y="845"/>
                  <a:chExt cx="453" cy="544"/>
                </a:xfrm>
              </p:grpSpPr>
              <p:sp>
                <p:nvSpPr>
                  <p:cNvPr id="30743" name="Line 58"/>
                  <p:cNvSpPr/>
                  <p:nvPr/>
                </p:nvSpPr>
                <p:spPr bwMode="auto">
                  <a:xfrm>
                    <a:off x="5012" y="845"/>
                    <a:ext cx="317" cy="453"/>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30744" name="Line 59"/>
                  <p:cNvSpPr/>
                  <p:nvPr/>
                </p:nvSpPr>
                <p:spPr bwMode="auto">
                  <a:xfrm flipH="1">
                    <a:off x="5239" y="1207"/>
                    <a:ext cx="226" cy="182"/>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grpSp>
          </p:grpSp>
        </p:grpSp>
        <p:sp>
          <p:nvSpPr>
            <p:cNvPr id="2" name="Freeform 73"/>
            <p:cNvSpPr/>
            <p:nvPr/>
          </p:nvSpPr>
          <p:spPr>
            <a:xfrm>
              <a:off x="15070" y="2121"/>
              <a:ext cx="323" cy="315"/>
            </a:xfrm>
            <a:custGeom>
              <a:avLst/>
              <a:gdLst>
                <a:gd name="txL" fmla="*/ 0 w 129"/>
                <a:gd name="txT" fmla="*/ 0 h 126"/>
                <a:gd name="txR" fmla="*/ 129 w 129"/>
                <a:gd name="txB" fmla="*/ 126 h 126"/>
              </a:gdLst>
              <a:ahLst/>
              <a:cxnLst>
                <a:cxn ang="0">
                  <a:pos x="0" y="126"/>
                </a:cxn>
                <a:cxn ang="0">
                  <a:pos x="129" y="0"/>
                </a:cxn>
              </a:cxnLst>
              <a:rect l="txL" t="txT" r="txR" b="txB"/>
              <a:pathLst>
                <a:path w="129" h="126">
                  <a:moveTo>
                    <a:pt x="0" y="126"/>
                  </a:moveTo>
                  <a:lnTo>
                    <a:pt x="129" y="0"/>
                  </a:lnTo>
                </a:path>
              </a:pathLst>
            </a:custGeom>
            <a:noFill/>
            <a:ln w="28575" cap="flat" cmpd="sng">
              <a:solidFill>
                <a:srgbClr val="FF3300"/>
              </a:solidFill>
              <a:prstDash val="solid"/>
              <a:round/>
              <a:headEnd type="none" w="med" len="med"/>
              <a:tailEnd type="triangle" w="med" len="med"/>
            </a:ln>
          </p:spPr>
          <p:txBody>
            <a:bodyPr wrap="none" anchor="ctr" anchorCtr="0"/>
            <a:p>
              <a:endParaRPr lang="zh-CN" altLang="en-US" dirty="0">
                <a:solidFill>
                  <a:schemeClr val="tx1"/>
                </a:solidFill>
                <a:latin typeface="Arial" panose="020B0604020202020204" pitchFamily="34" charset="0"/>
              </a:endParaRPr>
            </a:p>
          </p:txBody>
        </p:sp>
        <p:sp>
          <p:nvSpPr>
            <p:cNvPr id="6" name="Freeform 76"/>
            <p:cNvSpPr/>
            <p:nvPr/>
          </p:nvSpPr>
          <p:spPr>
            <a:xfrm>
              <a:off x="15367" y="3502"/>
              <a:ext cx="290" cy="298"/>
            </a:xfrm>
            <a:custGeom>
              <a:avLst/>
              <a:gdLst>
                <a:gd name="txL" fmla="*/ 0 w 116"/>
                <a:gd name="txT" fmla="*/ 0 h 119"/>
                <a:gd name="txR" fmla="*/ 116 w 116"/>
                <a:gd name="txB" fmla="*/ 119 h 119"/>
              </a:gdLst>
              <a:ahLst/>
              <a:cxnLst>
                <a:cxn ang="0">
                  <a:pos x="0" y="0"/>
                </a:cxn>
                <a:cxn ang="0">
                  <a:pos x="116" y="119"/>
                </a:cxn>
              </a:cxnLst>
              <a:rect l="txL" t="txT" r="txR" b="txB"/>
              <a:pathLst>
                <a:path w="116" h="119">
                  <a:moveTo>
                    <a:pt x="0" y="0"/>
                  </a:moveTo>
                  <a:lnTo>
                    <a:pt x="116" y="119"/>
                  </a:lnTo>
                </a:path>
              </a:pathLst>
            </a:custGeom>
            <a:noFill/>
            <a:ln w="28575" cap="flat" cmpd="sng">
              <a:solidFill>
                <a:srgbClr val="FF3300"/>
              </a:solidFill>
              <a:prstDash val="solid"/>
              <a:round/>
              <a:headEnd type="none" w="med" len="med"/>
              <a:tailEnd type="triangle" w="med" len="med"/>
            </a:ln>
          </p:spPr>
          <p:txBody>
            <a:bodyPr wrap="none" anchor="ctr" anchorCtr="0"/>
            <a:p>
              <a:endParaRPr lang="zh-CN" altLang="en-US" dirty="0">
                <a:solidFill>
                  <a:schemeClr val="tx1"/>
                </a:solidFill>
                <a:latin typeface="Arial" panose="020B0604020202020204" pitchFamily="34" charset="0"/>
              </a:endParaRPr>
            </a:p>
          </p:txBody>
        </p:sp>
        <p:sp>
          <p:nvSpPr>
            <p:cNvPr id="11" name="Freeform 74"/>
            <p:cNvSpPr/>
            <p:nvPr/>
          </p:nvSpPr>
          <p:spPr>
            <a:xfrm>
              <a:off x="16774" y="3387"/>
              <a:ext cx="198" cy="188"/>
            </a:xfrm>
            <a:custGeom>
              <a:avLst/>
              <a:gdLst>
                <a:gd name="txL" fmla="*/ 0 w 79"/>
                <a:gd name="txT" fmla="*/ 0 h 75"/>
                <a:gd name="txR" fmla="*/ 79 w 79"/>
                <a:gd name="txB" fmla="*/ 75 h 75"/>
              </a:gdLst>
              <a:ahLst/>
              <a:cxnLst>
                <a:cxn ang="0">
                  <a:pos x="0" y="75"/>
                </a:cxn>
                <a:cxn ang="0">
                  <a:pos x="79" y="0"/>
                </a:cxn>
              </a:cxnLst>
              <a:rect l="txL" t="txT" r="txR" b="txB"/>
              <a:pathLst>
                <a:path w="79" h="75">
                  <a:moveTo>
                    <a:pt x="0" y="75"/>
                  </a:moveTo>
                  <a:lnTo>
                    <a:pt x="79" y="0"/>
                  </a:lnTo>
                </a:path>
              </a:pathLst>
            </a:custGeom>
            <a:noFill/>
            <a:ln w="28575" cap="flat" cmpd="sng">
              <a:solidFill>
                <a:srgbClr val="FF3300"/>
              </a:solidFill>
              <a:prstDash val="solid"/>
              <a:round/>
              <a:headEnd type="none" w="med" len="med"/>
              <a:tailEnd type="triangle" w="med" len="med"/>
            </a:ln>
          </p:spPr>
          <p:txBody>
            <a:bodyPr wrap="none" anchor="ctr" anchorCtr="0"/>
            <a:p>
              <a:endParaRPr lang="zh-CN" altLang="en-US" dirty="0">
                <a:solidFill>
                  <a:schemeClr val="tx1"/>
                </a:solidFill>
                <a:latin typeface="Arial" panose="020B0604020202020204" pitchFamily="34" charset="0"/>
              </a:endParaRPr>
            </a:p>
          </p:txBody>
        </p:sp>
        <p:sp>
          <p:nvSpPr>
            <p:cNvPr id="12" name="Freeform 75"/>
            <p:cNvSpPr/>
            <p:nvPr/>
          </p:nvSpPr>
          <p:spPr>
            <a:xfrm>
              <a:off x="16717" y="2020"/>
              <a:ext cx="345" cy="343"/>
            </a:xfrm>
            <a:custGeom>
              <a:avLst/>
              <a:gdLst>
                <a:gd name="txL" fmla="*/ 0 w 138"/>
                <a:gd name="txT" fmla="*/ 0 h 137"/>
                <a:gd name="txR" fmla="*/ 138 w 138"/>
                <a:gd name="txB" fmla="*/ 137 h 137"/>
              </a:gdLst>
              <a:ahLst/>
              <a:cxnLst>
                <a:cxn ang="0">
                  <a:pos x="0" y="0"/>
                </a:cxn>
                <a:cxn ang="0">
                  <a:pos x="138" y="137"/>
                </a:cxn>
              </a:cxnLst>
              <a:rect l="txL" t="txT" r="txR" b="txB"/>
              <a:pathLst>
                <a:path w="138" h="137">
                  <a:moveTo>
                    <a:pt x="0" y="0"/>
                  </a:moveTo>
                  <a:lnTo>
                    <a:pt x="138" y="137"/>
                  </a:lnTo>
                </a:path>
              </a:pathLst>
            </a:custGeom>
            <a:noFill/>
            <a:ln w="28575" cap="flat" cmpd="sng">
              <a:solidFill>
                <a:srgbClr val="FF3300"/>
              </a:solidFill>
              <a:prstDash val="solid"/>
              <a:round/>
              <a:headEnd type="none" w="med" len="med"/>
              <a:tailEnd type="triangle" w="med" len="med"/>
            </a:ln>
          </p:spPr>
          <p:txBody>
            <a:bodyPr wrap="none" anchor="ctr" anchorCtr="0"/>
            <a:p>
              <a:endParaRPr lang="zh-CN" altLang="en-US" dirty="0">
                <a:solidFill>
                  <a:schemeClr val="tx1"/>
                </a:solidFill>
                <a:latin typeface="Arial" panose="020B0604020202020204" pitchFamily="34" charset="0"/>
              </a:endParaRPr>
            </a:p>
          </p:txBody>
        </p:sp>
        <p:grpSp>
          <p:nvGrpSpPr>
            <p:cNvPr id="14" name="Group 21"/>
            <p:cNvGrpSpPr/>
            <p:nvPr/>
          </p:nvGrpSpPr>
          <p:grpSpPr>
            <a:xfrm rot="0">
              <a:off x="15882" y="712"/>
              <a:ext cx="610" cy="818"/>
              <a:chOff x="1824" y="1152"/>
              <a:chExt cx="244" cy="327"/>
            </a:xfrm>
          </p:grpSpPr>
          <p:sp>
            <p:nvSpPr>
              <p:cNvPr id="15" name="Oval 22"/>
              <p:cNvSpPr/>
              <p:nvPr/>
            </p:nvSpPr>
            <p:spPr>
              <a:xfrm>
                <a:off x="1824" y="1200"/>
                <a:ext cx="204" cy="204"/>
              </a:xfrm>
              <a:prstGeom prst="ellipse">
                <a:avLst/>
              </a:prstGeom>
              <a:noFill/>
              <a:ln w="12700" cap="flat" cmpd="sng">
                <a:solidFill>
                  <a:schemeClr val="accent1">
                    <a:shade val="50000"/>
                  </a:schemeClr>
                </a:solidFill>
                <a:prstDash val="solid"/>
                <a:headEnd type="none" w="med" len="med"/>
                <a:tailEnd type="none" w="med" len="med"/>
              </a:ln>
            </p:spPr>
            <p:txBody>
              <a:bodyPr wrap="none" anchor="ctr" anchorCtr="0"/>
              <a:p>
                <a:endParaRPr lang="zh-CN" altLang="en-US" dirty="0">
                  <a:solidFill>
                    <a:schemeClr val="tx1"/>
                  </a:solidFill>
                  <a:latin typeface="Arial" panose="020B0604020202020204" pitchFamily="34" charset="0"/>
                </a:endParaRPr>
              </a:p>
            </p:txBody>
          </p:sp>
          <p:sp>
            <p:nvSpPr>
              <p:cNvPr id="16" name="Text Box 23"/>
              <p:cNvSpPr txBox="1"/>
              <p:nvPr/>
            </p:nvSpPr>
            <p:spPr>
              <a:xfrm>
                <a:off x="1828" y="1152"/>
                <a:ext cx="240" cy="327"/>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2</a:t>
                </a:r>
                <a:endParaRPr lang="en-US" altLang="zh-CN" b="0" dirty="0">
                  <a:solidFill>
                    <a:schemeClr val="tx1"/>
                  </a:solidFill>
                  <a:latin typeface="Times New Roman" panose="02020603050405020304" pitchFamily="18" charset="0"/>
                  <a:ea typeface="宋体" panose="02010600030101010101" pitchFamily="2"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1000" fill="hold"/>
                                        <p:tgtEl>
                                          <p:spTgt spid="25"/>
                                        </p:tgtEl>
                                        <p:attrNameLst>
                                          <p:attrName>ppt_w</p:attrName>
                                        </p:attrNameLst>
                                      </p:cBhvr>
                                      <p:tavLst>
                                        <p:tav tm="0">
                                          <p:val>
                                            <p:strVal val="#ppt_w*0.70"/>
                                          </p:val>
                                        </p:tav>
                                        <p:tav tm="100000">
                                          <p:val>
                                            <p:strVal val="#ppt_w"/>
                                          </p:val>
                                        </p:tav>
                                      </p:tavLst>
                                    </p:anim>
                                    <p:anim calcmode="lin" valueType="num">
                                      <p:cBhvr>
                                        <p:cTn id="8" dur="1000" fill="hold"/>
                                        <p:tgtEl>
                                          <p:spTgt spid="25"/>
                                        </p:tgtEl>
                                        <p:attrNameLst>
                                          <p:attrName>ppt_h</p:attrName>
                                        </p:attrNameLst>
                                      </p:cBhvr>
                                      <p:tavLst>
                                        <p:tav tm="0">
                                          <p:val>
                                            <p:strVal val="#ppt_h"/>
                                          </p:val>
                                        </p:tav>
                                        <p:tav tm="100000">
                                          <p:val>
                                            <p:strVal val="#ppt_h"/>
                                          </p:val>
                                        </p:tav>
                                      </p:tavLst>
                                    </p:anim>
                                    <p:animEffect transition="in" filter="fade">
                                      <p:cBhvr>
                                        <p:cTn id="9" dur="1000"/>
                                        <p:tgtEl>
                                          <p:spTgt spid="25"/>
                                        </p:tgtEl>
                                      </p:cBhvr>
                                    </p:animEffect>
                                  </p:childTnLst>
                                </p:cTn>
                              </p:par>
                              <p:par>
                                <p:cTn id="10" presetID="22" presetClass="entr" presetSubtype="4" fill="hold"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07611"/>
                                        </p:tgtEl>
                                        <p:attrNameLst>
                                          <p:attrName>style.visibility</p:attrName>
                                        </p:attrNameLst>
                                      </p:cBhvr>
                                      <p:to>
                                        <p:strVal val="visible"/>
                                      </p:to>
                                    </p:set>
                                    <p:anim calcmode="lin" valueType="num">
                                      <p:cBhvr additive="base">
                                        <p:cTn id="17" dur="500" fill="hold"/>
                                        <p:tgtEl>
                                          <p:spTgt spid="107611"/>
                                        </p:tgtEl>
                                        <p:attrNameLst>
                                          <p:attrName>ppt_x</p:attrName>
                                        </p:attrNameLst>
                                      </p:cBhvr>
                                      <p:tavLst>
                                        <p:tav tm="0">
                                          <p:val>
                                            <p:strVal val="0-#ppt_w/2"/>
                                          </p:val>
                                        </p:tav>
                                        <p:tav tm="100000">
                                          <p:val>
                                            <p:strVal val="#ppt_x"/>
                                          </p:val>
                                        </p:tav>
                                      </p:tavLst>
                                    </p:anim>
                                    <p:anim calcmode="lin" valueType="num">
                                      <p:cBhvr additive="base">
                                        <p:cTn id="18" dur="500" fill="hold"/>
                                        <p:tgtEl>
                                          <p:spTgt spid="107611"/>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iterate type="lt">
                                    <p:tmPct val="100000"/>
                                  </p:iterate>
                                  <p:childTnLst>
                                    <p:set>
                                      <p:cBhvr>
                                        <p:cTn id="22" dur="1" fill="hold">
                                          <p:stCondLst>
                                            <p:cond delay="0"/>
                                          </p:stCondLst>
                                        </p:cTn>
                                        <p:tgtEl>
                                          <p:spTgt spid="107612"/>
                                        </p:tgtEl>
                                        <p:attrNameLst>
                                          <p:attrName>style.visibility</p:attrName>
                                        </p:attrNameLst>
                                      </p:cBhvr>
                                      <p:to>
                                        <p:strVal val="visible"/>
                                      </p:to>
                                    </p:set>
                                    <p:animEffect transition="in" filter="wipe(left)">
                                      <p:cBhvr>
                                        <p:cTn id="23" dur="100"/>
                                        <p:tgtEl>
                                          <p:spTgt spid="1076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611" grpId="0"/>
      <p:bldP spid="107612" grpId="0"/>
      <p:bldP spid="2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 * 4-5 特勒根定理</a:t>
            </a:r>
            <a:endParaRPr lang="zh-CN" altLang="en-US"/>
          </a:p>
        </p:txBody>
      </p:sp>
      <p:sp>
        <p:nvSpPr>
          <p:cNvPr id="25737" name="AutoShape 137" descr="羊皮纸"/>
          <p:cNvSpPr/>
          <p:nvPr/>
        </p:nvSpPr>
        <p:spPr>
          <a:xfrm>
            <a:off x="3419475" y="4702175"/>
            <a:ext cx="2160588" cy="1296988"/>
          </a:xfrm>
          <a:prstGeom prst="leftRightArrow">
            <a:avLst>
              <a:gd name="adj1" fmla="val 50000"/>
              <a:gd name="adj2" fmla="val 33317"/>
            </a:avLst>
          </a:prstGeom>
          <a:blipFill rotWithShape="1">
            <a:blip r:embed="rId1"/>
          </a:blipFill>
          <a:ln w="9525">
            <a:noFill/>
          </a:ln>
        </p:spPr>
        <p:txBody>
          <a:bodyPr wrap="none" anchor="ctr" anchorCtr="0"/>
          <a:p>
            <a:pPr algn="ctr"/>
            <a:r>
              <a:rPr kumimoji="1" lang="zh-CN" altLang="en-US" sz="2800" dirty="0" smtClean="0">
                <a:solidFill>
                  <a:schemeClr val="tx1"/>
                </a:solidFill>
                <a:latin typeface="华文楷体" panose="02010600040101010101" pitchFamily="2" charset="-122"/>
                <a:ea typeface="华文楷体" panose="02010600040101010101" pitchFamily="2" charset="-122"/>
              </a:rPr>
              <a:t>拟功率定理</a:t>
            </a:r>
            <a:endParaRPr kumimoji="1" lang="zh-CN" altLang="en-US" sz="2800" dirty="0" smtClean="0">
              <a:solidFill>
                <a:schemeClr val="tx1"/>
              </a:solidFill>
              <a:latin typeface="华文楷体" panose="02010600040101010101" pitchFamily="2" charset="-122"/>
              <a:ea typeface="华文楷体" panose="02010600040101010101" pitchFamily="2" charset="-122"/>
            </a:endParaRPr>
          </a:p>
        </p:txBody>
      </p:sp>
      <p:graphicFrame>
        <p:nvGraphicFramePr>
          <p:cNvPr id="3" name="对象 2"/>
          <p:cNvGraphicFramePr/>
          <p:nvPr/>
        </p:nvGraphicFramePr>
        <p:xfrm>
          <a:off x="3015615" y="3687445"/>
          <a:ext cx="1564640" cy="691515"/>
        </p:xfrm>
        <a:graphic>
          <a:graphicData uri="http://schemas.openxmlformats.org/presentationml/2006/ole">
            <mc:AlternateContent xmlns:mc="http://schemas.openxmlformats.org/markup-compatibility/2006">
              <mc:Choice xmlns:v="urn:schemas-microsoft-com:vml" Requires="v">
                <p:oleObj spid="_x0000_s5" name="" r:id="rId2" imgW="1344930" imgH="615315" progId="Equation.KSEE3">
                  <p:embed/>
                </p:oleObj>
              </mc:Choice>
              <mc:Fallback>
                <p:oleObj name="" r:id="rId2" imgW="1344930" imgH="615315" progId="Equation.KSEE3">
                  <p:embed/>
                  <p:pic>
                    <p:nvPicPr>
                      <p:cNvPr id="0" name="图片 4"/>
                      <p:cNvPicPr/>
                      <p:nvPr/>
                    </p:nvPicPr>
                    <p:blipFill>
                      <a:blip r:embed="rId3"/>
                      <a:stretch>
                        <a:fillRect/>
                      </a:stretch>
                    </p:blipFill>
                    <p:spPr>
                      <a:xfrm>
                        <a:off x="3015615" y="3687445"/>
                        <a:ext cx="1564640" cy="691515"/>
                      </a:xfrm>
                      <a:prstGeom prst="rect">
                        <a:avLst/>
                      </a:prstGeom>
                    </p:spPr>
                  </p:pic>
                </p:oleObj>
              </mc:Fallback>
            </mc:AlternateContent>
          </a:graphicData>
        </a:graphic>
      </p:graphicFrame>
      <p:graphicFrame>
        <p:nvGraphicFramePr>
          <p:cNvPr id="6" name="对象 5"/>
          <p:cNvGraphicFramePr/>
          <p:nvPr/>
        </p:nvGraphicFramePr>
        <p:xfrm>
          <a:off x="6545580" y="3686810"/>
          <a:ext cx="1769745" cy="691515"/>
        </p:xfrm>
        <a:graphic>
          <a:graphicData uri="http://schemas.openxmlformats.org/presentationml/2006/ole">
            <mc:AlternateContent xmlns:mc="http://schemas.openxmlformats.org/markup-compatibility/2006">
              <mc:Choice xmlns:v="urn:schemas-microsoft-com:vml" Requires="v">
                <p:oleObj spid="_x0000_s7" name="" r:id="rId4" imgW="444500" imgH="254000" progId="Equation.KSEE3">
                  <p:embed/>
                </p:oleObj>
              </mc:Choice>
              <mc:Fallback>
                <p:oleObj name="" r:id="rId4" imgW="444500" imgH="254000" progId="Equation.KSEE3">
                  <p:embed/>
                  <p:pic>
                    <p:nvPicPr>
                      <p:cNvPr id="0" name="图片 6"/>
                      <p:cNvPicPr/>
                      <p:nvPr/>
                    </p:nvPicPr>
                    <p:blipFill>
                      <a:blip r:embed="rId5"/>
                      <a:stretch>
                        <a:fillRect/>
                      </a:stretch>
                    </p:blipFill>
                    <p:spPr>
                      <a:xfrm>
                        <a:off x="6545580" y="3686810"/>
                        <a:ext cx="1769745" cy="691515"/>
                      </a:xfrm>
                      <a:prstGeom prst="rect">
                        <a:avLst/>
                      </a:prstGeom>
                    </p:spPr>
                  </p:pic>
                </p:oleObj>
              </mc:Fallback>
            </mc:AlternateContent>
          </a:graphicData>
        </a:graphic>
      </p:graphicFrame>
      <p:graphicFrame>
        <p:nvGraphicFramePr>
          <p:cNvPr id="8" name="对象 7"/>
          <p:cNvGraphicFramePr/>
          <p:nvPr/>
        </p:nvGraphicFramePr>
        <p:xfrm>
          <a:off x="1112520" y="4701540"/>
          <a:ext cx="2306955" cy="1298575"/>
        </p:xfrm>
        <a:graphic>
          <a:graphicData uri="http://schemas.openxmlformats.org/presentationml/2006/ole">
            <mc:AlternateContent xmlns:mc="http://schemas.openxmlformats.org/markup-compatibility/2006">
              <mc:Choice xmlns:v="urn:schemas-microsoft-com:vml" Requires="v">
                <p:oleObj spid="_x0000_s9" name="" r:id="rId6" imgW="685800" imgH="431800" progId="Equation.KSEE3">
                  <p:embed/>
                </p:oleObj>
              </mc:Choice>
              <mc:Fallback>
                <p:oleObj name="" r:id="rId6" imgW="685800" imgH="431800" progId="Equation.KSEE3">
                  <p:embed/>
                  <p:pic>
                    <p:nvPicPr>
                      <p:cNvPr id="0" name="图片 8"/>
                      <p:cNvPicPr/>
                      <p:nvPr/>
                    </p:nvPicPr>
                    <p:blipFill>
                      <a:blip r:embed="rId7"/>
                      <a:stretch>
                        <a:fillRect/>
                      </a:stretch>
                    </p:blipFill>
                    <p:spPr>
                      <a:xfrm>
                        <a:off x="1112520" y="4701540"/>
                        <a:ext cx="2306955" cy="1298575"/>
                      </a:xfrm>
                      <a:prstGeom prst="rect">
                        <a:avLst/>
                      </a:prstGeom>
                      <a:gradFill>
                        <a:gsLst>
                          <a:gs pos="0">
                            <a:srgbClr val="00B0F0"/>
                          </a:gs>
                          <a:gs pos="49000">
                            <a:schemeClr val="bg1"/>
                          </a:gs>
                          <a:gs pos="100000">
                            <a:srgbClr val="2497EA"/>
                          </a:gs>
                        </a:gsLst>
                        <a:lin ang="5400000" scaled="1"/>
                      </a:gradFill>
                    </p:spPr>
                  </p:pic>
                </p:oleObj>
              </mc:Fallback>
            </mc:AlternateContent>
          </a:graphicData>
        </a:graphic>
      </p:graphicFrame>
      <p:graphicFrame>
        <p:nvGraphicFramePr>
          <p:cNvPr id="11" name="对象 10"/>
          <p:cNvGraphicFramePr/>
          <p:nvPr/>
        </p:nvGraphicFramePr>
        <p:xfrm>
          <a:off x="5580380" y="4702175"/>
          <a:ext cx="2495550" cy="1297940"/>
        </p:xfrm>
        <a:graphic>
          <a:graphicData uri="http://schemas.openxmlformats.org/presentationml/2006/ole">
            <mc:AlternateContent xmlns:mc="http://schemas.openxmlformats.org/markup-compatibility/2006">
              <mc:Choice xmlns:v="urn:schemas-microsoft-com:vml" Requires="v">
                <p:oleObj spid="_x0000_s12" name="" r:id="rId8" imgW="685800" imgH="431800" progId="Equation.KSEE3">
                  <p:embed/>
                </p:oleObj>
              </mc:Choice>
              <mc:Fallback>
                <p:oleObj name="" r:id="rId8" imgW="685800" imgH="431800" progId="Equation.KSEE3">
                  <p:embed/>
                  <p:pic>
                    <p:nvPicPr>
                      <p:cNvPr id="0" name="图片 11"/>
                      <p:cNvPicPr/>
                      <p:nvPr/>
                    </p:nvPicPr>
                    <p:blipFill>
                      <a:blip r:embed="rId9"/>
                      <a:stretch>
                        <a:fillRect/>
                      </a:stretch>
                    </p:blipFill>
                    <p:spPr>
                      <a:xfrm>
                        <a:off x="5580380" y="4702175"/>
                        <a:ext cx="2495550" cy="1297940"/>
                      </a:xfrm>
                      <a:prstGeom prst="rect">
                        <a:avLst/>
                      </a:prstGeom>
                      <a:gradFill>
                        <a:gsLst>
                          <a:gs pos="0">
                            <a:srgbClr val="0099FF"/>
                          </a:gs>
                          <a:gs pos="50000">
                            <a:schemeClr val="bg1"/>
                          </a:gs>
                          <a:gs pos="100000">
                            <a:srgbClr val="0099FF"/>
                          </a:gs>
                        </a:gsLst>
                        <a:lin ang="5400000" scaled="0"/>
                      </a:gradFill>
                    </p:spPr>
                  </p:pic>
                </p:oleObj>
              </mc:Fallback>
            </mc:AlternateContent>
          </a:graphicData>
        </a:graphic>
      </p:graphicFrame>
      <p:grpSp>
        <p:nvGrpSpPr>
          <p:cNvPr id="90" name="组合 89"/>
          <p:cNvGrpSpPr/>
          <p:nvPr/>
        </p:nvGrpSpPr>
        <p:grpSpPr>
          <a:xfrm>
            <a:off x="805815" y="1098550"/>
            <a:ext cx="2667000" cy="3394075"/>
            <a:chOff x="1458" y="797"/>
            <a:chExt cx="4200" cy="5345"/>
          </a:xfrm>
        </p:grpSpPr>
        <p:sp>
          <p:nvSpPr>
            <p:cNvPr id="30755" name="Text Box 9"/>
            <p:cNvSpPr txBox="1"/>
            <p:nvPr/>
          </p:nvSpPr>
          <p:spPr>
            <a:xfrm>
              <a:off x="3273" y="5324"/>
              <a:ext cx="840"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0751" name="Freeform 3"/>
            <p:cNvSpPr/>
            <p:nvPr/>
          </p:nvSpPr>
          <p:spPr bwMode="auto">
            <a:xfrm>
              <a:off x="3468" y="1506"/>
              <a:ext cx="3" cy="2820"/>
            </a:xfrm>
            <a:custGeom>
              <a:avLst/>
              <a:gdLst>
                <a:gd name="txL" fmla="*/ 0 w 1"/>
                <a:gd name="txT" fmla="*/ 0 h 1128"/>
                <a:gd name="txR" fmla="*/ 1 w 1"/>
                <a:gd name="txB" fmla="*/ 1128 h 1128"/>
              </a:gdLst>
              <a:ahLst/>
              <a:cxnLst>
                <a:cxn ang="0">
                  <a:pos x="0" y="0"/>
                </a:cxn>
                <a:cxn ang="0">
                  <a:pos x="0" y="1128"/>
                </a:cxn>
              </a:cxnLst>
              <a:rect l="txL" t="txT" r="txR" b="txB"/>
              <a:pathLst>
                <a:path w="1" h="1128">
                  <a:moveTo>
                    <a:pt x="0" y="0"/>
                  </a:moveTo>
                  <a:lnTo>
                    <a:pt x="0" y="1128"/>
                  </a:lnTo>
                </a:path>
              </a:pathLst>
            </a:cu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grpSp>
          <p:nvGrpSpPr>
            <p:cNvPr id="30752" name="Group 4"/>
            <p:cNvGrpSpPr/>
            <p:nvPr/>
          </p:nvGrpSpPr>
          <p:grpSpPr>
            <a:xfrm rot="0">
              <a:off x="5058" y="2571"/>
              <a:ext cx="600" cy="725"/>
              <a:chOff x="1824" y="1152"/>
              <a:chExt cx="240" cy="290"/>
            </a:xfrm>
          </p:grpSpPr>
          <p:sp>
            <p:nvSpPr>
              <p:cNvPr id="30777" name="Oval 5"/>
              <p:cNvSpPr/>
              <p:nvPr/>
            </p:nvSpPr>
            <p:spPr>
              <a:xfrm>
                <a:off x="1824" y="1200"/>
                <a:ext cx="204" cy="204"/>
              </a:xfrm>
              <a:prstGeom prst="ellipse">
                <a:avLst/>
              </a:prstGeom>
              <a:noFill/>
              <a:ln w="12700" cap="flat" cmpd="sng">
                <a:solidFill>
                  <a:schemeClr val="accent1">
                    <a:shade val="50000"/>
                  </a:schemeClr>
                </a:solidFill>
                <a:prstDash val="solid"/>
                <a:headEnd type="none" w="med" len="med"/>
                <a:tailEnd type="none" w="med" len="med"/>
              </a:ln>
            </p:spPr>
            <p:txBody>
              <a:bodyPr wrap="none" anchor="ctr" anchorCtr="0"/>
              <a:p>
                <a:endParaRPr lang="zh-CN" altLang="en-US" dirty="0">
                  <a:solidFill>
                    <a:schemeClr val="tx1"/>
                  </a:solidFill>
                  <a:latin typeface="Arial" panose="020B0604020202020204" pitchFamily="34" charset="0"/>
                </a:endParaRPr>
              </a:p>
            </p:txBody>
          </p:sp>
          <p:sp>
            <p:nvSpPr>
              <p:cNvPr id="30778" name="Text Box 6"/>
              <p:cNvSpPr txBox="1"/>
              <p:nvPr/>
            </p:nvSpPr>
            <p:spPr>
              <a:xfrm>
                <a:off x="1824" y="1152"/>
                <a:ext cx="240" cy="290"/>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4</a:t>
                </a:r>
                <a:endParaRPr lang="en-US" altLang="zh-CN" b="0" dirty="0">
                  <a:solidFill>
                    <a:schemeClr val="tx1"/>
                  </a:solidFill>
                  <a:latin typeface="Times New Roman" panose="02020603050405020304" pitchFamily="18" charset="0"/>
                  <a:ea typeface="宋体" panose="02010600030101010101" pitchFamily="2" charset="-122"/>
                </a:endParaRPr>
              </a:p>
            </p:txBody>
          </p:sp>
        </p:grpSp>
        <p:sp>
          <p:nvSpPr>
            <p:cNvPr id="30753" name="Text Box 7"/>
            <p:cNvSpPr txBox="1"/>
            <p:nvPr/>
          </p:nvSpPr>
          <p:spPr>
            <a:xfrm>
              <a:off x="3498" y="2571"/>
              <a:ext cx="840"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6</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0754" name="Text Box 8"/>
            <p:cNvSpPr txBox="1"/>
            <p:nvPr/>
          </p:nvSpPr>
          <p:spPr>
            <a:xfrm>
              <a:off x="4218" y="1731"/>
              <a:ext cx="840"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5</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0756" name="Text Box 10"/>
            <p:cNvSpPr txBox="1"/>
            <p:nvPr/>
          </p:nvSpPr>
          <p:spPr>
            <a:xfrm>
              <a:off x="2178" y="3411"/>
              <a:ext cx="840"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2</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0757" name="Text Box 11"/>
            <p:cNvSpPr txBox="1"/>
            <p:nvPr/>
          </p:nvSpPr>
          <p:spPr>
            <a:xfrm>
              <a:off x="4218" y="3411"/>
              <a:ext cx="840"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3</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0758" name="Text Box 12"/>
            <p:cNvSpPr txBox="1"/>
            <p:nvPr/>
          </p:nvSpPr>
          <p:spPr>
            <a:xfrm>
              <a:off x="2178" y="1731"/>
              <a:ext cx="840"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4</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0759" name="Freeform 13"/>
            <p:cNvSpPr/>
            <p:nvPr/>
          </p:nvSpPr>
          <p:spPr>
            <a:xfrm>
              <a:off x="3468" y="2346"/>
              <a:ext cx="3" cy="600"/>
            </a:xfrm>
            <a:custGeom>
              <a:avLst/>
              <a:gdLst>
                <a:gd name="txL" fmla="*/ 0 w 1"/>
                <a:gd name="txT" fmla="*/ 0 h 240"/>
                <a:gd name="txR" fmla="*/ 1 w 1"/>
                <a:gd name="txB" fmla="*/ 240 h 240"/>
              </a:gdLst>
              <a:ahLst/>
              <a:cxnLst>
                <a:cxn ang="0">
                  <a:pos x="0" y="0"/>
                </a:cxn>
                <a:cxn ang="0">
                  <a:pos x="0" y="240"/>
                </a:cxn>
              </a:cxnLst>
              <a:rect l="txL" t="txT" r="txR" b="txB"/>
              <a:pathLst>
                <a:path w="1" h="240">
                  <a:moveTo>
                    <a:pt x="0" y="0"/>
                  </a:moveTo>
                  <a:lnTo>
                    <a:pt x="0" y="240"/>
                  </a:lnTo>
                </a:path>
              </a:pathLst>
            </a:custGeom>
            <a:noFill/>
            <a:ln w="28575" cap="flat" cmpd="sng">
              <a:solidFill>
                <a:srgbClr val="FF3300"/>
              </a:solidFill>
              <a:prstDash val="solid"/>
              <a:round/>
              <a:headEnd type="none" w="med" len="med"/>
              <a:tailEnd type="triangle" w="med" len="med"/>
            </a:ln>
          </p:spPr>
          <p:txBody>
            <a:bodyPr wrap="none" anchor="ctr" anchorCtr="0"/>
            <a:p>
              <a:endParaRPr lang="zh-CN" altLang="en-US" dirty="0">
                <a:solidFill>
                  <a:schemeClr val="tx1"/>
                </a:solidFill>
                <a:latin typeface="Arial" panose="020B0604020202020204" pitchFamily="34" charset="0"/>
              </a:endParaRPr>
            </a:p>
          </p:txBody>
        </p:sp>
        <p:grpSp>
          <p:nvGrpSpPr>
            <p:cNvPr id="30760" name="Group 15"/>
            <p:cNvGrpSpPr/>
            <p:nvPr/>
          </p:nvGrpSpPr>
          <p:grpSpPr>
            <a:xfrm rot="0">
              <a:off x="2058" y="1491"/>
              <a:ext cx="2835" cy="2835"/>
              <a:chOff x="1938" y="1488"/>
              <a:chExt cx="1134" cy="1134"/>
            </a:xfrm>
          </p:grpSpPr>
          <p:sp>
            <p:nvSpPr>
              <p:cNvPr id="30772" name="AutoShape 16"/>
              <p:cNvSpPr/>
              <p:nvPr/>
            </p:nvSpPr>
            <p:spPr bwMode="auto">
              <a:xfrm>
                <a:off x="1938" y="1488"/>
                <a:ext cx="1134" cy="1134"/>
              </a:xfrm>
              <a:prstGeom prst="diamond">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30773" name="Freeform 17"/>
              <p:cNvSpPr/>
              <p:nvPr/>
            </p:nvSpPr>
            <p:spPr bwMode="auto">
              <a:xfrm>
                <a:off x="2133" y="1737"/>
                <a:ext cx="129" cy="126"/>
              </a:xfrm>
              <a:custGeom>
                <a:avLst/>
                <a:gdLst>
                  <a:gd name="txL" fmla="*/ 0 w 129"/>
                  <a:gd name="txT" fmla="*/ 0 h 126"/>
                  <a:gd name="txR" fmla="*/ 129 w 129"/>
                  <a:gd name="txB" fmla="*/ 126 h 126"/>
                </a:gdLst>
                <a:ahLst/>
                <a:cxnLst>
                  <a:cxn ang="0">
                    <a:pos x="0" y="126"/>
                  </a:cxn>
                  <a:cxn ang="0">
                    <a:pos x="129" y="0"/>
                  </a:cxn>
                </a:cxnLst>
                <a:rect l="txL" t="txT" r="txR" b="txB"/>
                <a:pathLst>
                  <a:path w="129" h="126">
                    <a:moveTo>
                      <a:pt x="0" y="126"/>
                    </a:moveTo>
                    <a:lnTo>
                      <a:pt x="129" y="0"/>
                    </a:lnTo>
                  </a:path>
                </a:pathLst>
              </a:cu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30774" name="Freeform 18"/>
              <p:cNvSpPr/>
              <p:nvPr/>
            </p:nvSpPr>
            <p:spPr bwMode="auto">
              <a:xfrm>
                <a:off x="2768" y="2286"/>
                <a:ext cx="79" cy="75"/>
              </a:xfrm>
              <a:custGeom>
                <a:avLst/>
                <a:gdLst>
                  <a:gd name="txL" fmla="*/ 0 w 79"/>
                  <a:gd name="txT" fmla="*/ 0 h 75"/>
                  <a:gd name="txR" fmla="*/ 79 w 79"/>
                  <a:gd name="txB" fmla="*/ 75 h 75"/>
                </a:gdLst>
                <a:ahLst/>
                <a:cxnLst>
                  <a:cxn ang="0">
                    <a:pos x="0" y="75"/>
                  </a:cxn>
                  <a:cxn ang="0">
                    <a:pos x="79" y="0"/>
                  </a:cxn>
                </a:cxnLst>
                <a:rect l="txL" t="txT" r="txR" b="txB"/>
                <a:pathLst>
                  <a:path w="79" h="75">
                    <a:moveTo>
                      <a:pt x="0" y="75"/>
                    </a:moveTo>
                    <a:lnTo>
                      <a:pt x="79" y="0"/>
                    </a:lnTo>
                  </a:path>
                </a:pathLst>
              </a:cu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30775" name="Freeform 19"/>
              <p:cNvSpPr/>
              <p:nvPr/>
            </p:nvSpPr>
            <p:spPr bwMode="auto">
              <a:xfrm>
                <a:off x="2774" y="1758"/>
                <a:ext cx="138" cy="137"/>
              </a:xfrm>
              <a:custGeom>
                <a:avLst/>
                <a:gdLst>
                  <a:gd name="txL" fmla="*/ 0 w 138"/>
                  <a:gd name="txT" fmla="*/ 0 h 137"/>
                  <a:gd name="txR" fmla="*/ 138 w 138"/>
                  <a:gd name="txB" fmla="*/ 137 h 137"/>
                </a:gdLst>
                <a:ahLst/>
                <a:cxnLst>
                  <a:cxn ang="0">
                    <a:pos x="0" y="0"/>
                  </a:cxn>
                  <a:cxn ang="0">
                    <a:pos x="138" y="137"/>
                  </a:cxn>
                </a:cxnLst>
                <a:rect l="txL" t="txT" r="txR" b="txB"/>
                <a:pathLst>
                  <a:path w="138" h="137">
                    <a:moveTo>
                      <a:pt x="0" y="0"/>
                    </a:moveTo>
                    <a:lnTo>
                      <a:pt x="138" y="137"/>
                    </a:lnTo>
                  </a:path>
                </a:pathLst>
              </a:cu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30776" name="Freeform 20"/>
              <p:cNvSpPr/>
              <p:nvPr/>
            </p:nvSpPr>
            <p:spPr bwMode="auto">
              <a:xfrm>
                <a:off x="2148" y="2265"/>
                <a:ext cx="116" cy="119"/>
              </a:xfrm>
              <a:custGeom>
                <a:avLst/>
                <a:gdLst>
                  <a:gd name="txL" fmla="*/ 0 w 116"/>
                  <a:gd name="txT" fmla="*/ 0 h 119"/>
                  <a:gd name="txR" fmla="*/ 116 w 116"/>
                  <a:gd name="txB" fmla="*/ 119 h 119"/>
                </a:gdLst>
                <a:ahLst/>
                <a:cxnLst>
                  <a:cxn ang="0">
                    <a:pos x="0" y="0"/>
                  </a:cxn>
                  <a:cxn ang="0">
                    <a:pos x="116" y="119"/>
                  </a:cxn>
                </a:cxnLst>
                <a:rect l="txL" t="txT" r="txR" b="txB"/>
                <a:pathLst>
                  <a:path w="116" h="119">
                    <a:moveTo>
                      <a:pt x="0" y="0"/>
                    </a:moveTo>
                    <a:lnTo>
                      <a:pt x="116" y="119"/>
                    </a:lnTo>
                  </a:path>
                </a:pathLst>
              </a:cu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grpSp>
        <p:grpSp>
          <p:nvGrpSpPr>
            <p:cNvPr id="30762" name="Group 24"/>
            <p:cNvGrpSpPr/>
            <p:nvPr/>
          </p:nvGrpSpPr>
          <p:grpSpPr>
            <a:xfrm rot="0">
              <a:off x="3258" y="4251"/>
              <a:ext cx="600" cy="818"/>
              <a:chOff x="1824" y="1152"/>
              <a:chExt cx="240" cy="327"/>
            </a:xfrm>
          </p:grpSpPr>
          <p:sp>
            <p:nvSpPr>
              <p:cNvPr id="30768" name="Oval 25"/>
              <p:cNvSpPr/>
              <p:nvPr/>
            </p:nvSpPr>
            <p:spPr>
              <a:xfrm>
                <a:off x="1824" y="1200"/>
                <a:ext cx="204" cy="204"/>
              </a:xfrm>
              <a:prstGeom prst="ellipse">
                <a:avLst/>
              </a:prstGeom>
              <a:noFill/>
              <a:ln w="12700" cap="flat" cmpd="sng">
                <a:solidFill>
                  <a:schemeClr val="accent1">
                    <a:shade val="50000"/>
                  </a:schemeClr>
                </a:solidFill>
                <a:prstDash val="solid"/>
                <a:headEnd type="none" w="med" len="med"/>
                <a:tailEnd type="none" w="med" len="med"/>
              </a:ln>
            </p:spPr>
            <p:txBody>
              <a:bodyPr wrap="none" anchor="ctr" anchorCtr="0"/>
              <a:p>
                <a:endParaRPr lang="zh-CN" altLang="en-US" dirty="0">
                  <a:solidFill>
                    <a:schemeClr val="tx1"/>
                  </a:solidFill>
                  <a:latin typeface="Arial" panose="020B0604020202020204" pitchFamily="34" charset="0"/>
                </a:endParaRPr>
              </a:p>
            </p:txBody>
          </p:sp>
          <p:sp>
            <p:nvSpPr>
              <p:cNvPr id="30769" name="Text Box 26"/>
              <p:cNvSpPr txBox="1"/>
              <p:nvPr/>
            </p:nvSpPr>
            <p:spPr>
              <a:xfrm>
                <a:off x="1824" y="1152"/>
                <a:ext cx="240" cy="327"/>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3</a:t>
                </a:r>
                <a:endParaRPr lang="en-US" altLang="zh-CN" b="0" dirty="0">
                  <a:solidFill>
                    <a:schemeClr val="tx1"/>
                  </a:solidFill>
                  <a:latin typeface="Times New Roman" panose="02020603050405020304" pitchFamily="18" charset="0"/>
                  <a:ea typeface="宋体" panose="02010600030101010101" pitchFamily="2" charset="-122"/>
                </a:endParaRPr>
              </a:p>
            </p:txBody>
          </p:sp>
        </p:grpSp>
        <p:grpSp>
          <p:nvGrpSpPr>
            <p:cNvPr id="30763" name="Group 27"/>
            <p:cNvGrpSpPr/>
            <p:nvPr/>
          </p:nvGrpSpPr>
          <p:grpSpPr>
            <a:xfrm rot="0">
              <a:off x="1458" y="2580"/>
              <a:ext cx="610" cy="818"/>
              <a:chOff x="1824" y="1152"/>
              <a:chExt cx="244" cy="327"/>
            </a:xfrm>
          </p:grpSpPr>
          <p:sp>
            <p:nvSpPr>
              <p:cNvPr id="30766" name="Oval 28"/>
              <p:cNvSpPr/>
              <p:nvPr/>
            </p:nvSpPr>
            <p:spPr>
              <a:xfrm>
                <a:off x="1824" y="1200"/>
                <a:ext cx="204" cy="204"/>
              </a:xfrm>
              <a:prstGeom prst="ellipse">
                <a:avLst/>
              </a:prstGeom>
              <a:noFill/>
              <a:ln w="12700" cap="flat" cmpd="sng">
                <a:solidFill>
                  <a:schemeClr val="accent1">
                    <a:shade val="50000"/>
                  </a:schemeClr>
                </a:solidFill>
                <a:prstDash val="solid"/>
                <a:headEnd type="none" w="med" len="med"/>
                <a:tailEnd type="none" w="med" len="med"/>
              </a:ln>
            </p:spPr>
            <p:txBody>
              <a:bodyPr wrap="none" anchor="ctr" anchorCtr="0"/>
              <a:p>
                <a:endParaRPr lang="zh-CN" altLang="en-US" dirty="0">
                  <a:solidFill>
                    <a:schemeClr val="tx1"/>
                  </a:solidFill>
                  <a:latin typeface="Arial" panose="020B0604020202020204" pitchFamily="34" charset="0"/>
                </a:endParaRPr>
              </a:p>
            </p:txBody>
          </p:sp>
          <p:sp>
            <p:nvSpPr>
              <p:cNvPr id="30767" name="Text Box 29"/>
              <p:cNvSpPr txBox="1"/>
              <p:nvPr/>
            </p:nvSpPr>
            <p:spPr>
              <a:xfrm>
                <a:off x="1828" y="1152"/>
                <a:ext cx="240" cy="327"/>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a:t>
                </a:r>
                <a:endParaRPr lang="en-US" altLang="zh-CN" b="0" dirty="0">
                  <a:solidFill>
                    <a:schemeClr val="tx1"/>
                  </a:solidFill>
                  <a:latin typeface="Times New Roman" panose="02020603050405020304" pitchFamily="18" charset="0"/>
                  <a:ea typeface="宋体" panose="02010600030101010101" pitchFamily="2" charset="-122"/>
                </a:endParaRPr>
              </a:p>
            </p:txBody>
          </p:sp>
        </p:grpSp>
        <p:sp>
          <p:nvSpPr>
            <p:cNvPr id="30764" name="Freeform 30"/>
            <p:cNvSpPr/>
            <p:nvPr/>
          </p:nvSpPr>
          <p:spPr bwMode="auto">
            <a:xfrm>
              <a:off x="2023" y="2901"/>
              <a:ext cx="2965" cy="2468"/>
            </a:xfrm>
            <a:custGeom>
              <a:avLst/>
              <a:gdLst>
                <a:gd name="txL" fmla="*/ 0 w 1186"/>
                <a:gd name="txT" fmla="*/ 0 h 987"/>
                <a:gd name="txR" fmla="*/ 1186 w 1186"/>
                <a:gd name="txB" fmla="*/ 987 h 987"/>
              </a:gdLst>
              <a:ahLst/>
              <a:cxnLst>
                <a:cxn ang="0">
                  <a:pos x="14" y="12"/>
                </a:cxn>
                <a:cxn ang="0">
                  <a:pos x="98" y="744"/>
                </a:cxn>
                <a:cxn ang="0">
                  <a:pos x="602" y="984"/>
                </a:cxn>
                <a:cxn ang="0">
                  <a:pos x="1094" y="726"/>
                </a:cxn>
                <a:cxn ang="0">
                  <a:pos x="1154" y="0"/>
                </a:cxn>
              </a:cxnLst>
              <a:rect l="txL" t="txT" r="txR" b="txB"/>
              <a:pathLst>
                <a:path w="1186" h="987">
                  <a:moveTo>
                    <a:pt x="14" y="12"/>
                  </a:moveTo>
                  <a:cubicBezTo>
                    <a:pt x="28" y="134"/>
                    <a:pt x="0" y="582"/>
                    <a:pt x="98" y="744"/>
                  </a:cubicBezTo>
                  <a:cubicBezTo>
                    <a:pt x="196" y="906"/>
                    <a:pt x="436" y="987"/>
                    <a:pt x="602" y="984"/>
                  </a:cubicBezTo>
                  <a:cubicBezTo>
                    <a:pt x="768" y="981"/>
                    <a:pt x="1002" y="890"/>
                    <a:pt x="1094" y="726"/>
                  </a:cubicBezTo>
                  <a:cubicBezTo>
                    <a:pt x="1186" y="562"/>
                    <a:pt x="1142" y="151"/>
                    <a:pt x="1154" y="0"/>
                  </a:cubicBezTo>
                </a:path>
              </a:pathLst>
            </a:cu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30765" name="Freeform 14"/>
            <p:cNvSpPr/>
            <p:nvPr/>
          </p:nvSpPr>
          <p:spPr>
            <a:xfrm>
              <a:off x="3303" y="5361"/>
              <a:ext cx="210" cy="3"/>
            </a:xfrm>
            <a:custGeom>
              <a:avLst/>
              <a:gdLst>
                <a:gd name="txL" fmla="*/ 0 w 84"/>
                <a:gd name="txT" fmla="*/ 0 h 1"/>
                <a:gd name="txR" fmla="*/ 84 w 84"/>
                <a:gd name="txB" fmla="*/ 1 h 1"/>
              </a:gdLst>
              <a:ahLst/>
              <a:cxnLst>
                <a:cxn ang="0">
                  <a:pos x="84" y="0"/>
                </a:cxn>
                <a:cxn ang="0">
                  <a:pos x="0" y="0"/>
                </a:cxn>
              </a:cxnLst>
              <a:rect l="txL" t="txT" r="txR" b="txB"/>
              <a:pathLst>
                <a:path w="84" h="1">
                  <a:moveTo>
                    <a:pt x="84" y="0"/>
                  </a:moveTo>
                  <a:lnTo>
                    <a:pt x="0" y="0"/>
                  </a:lnTo>
                </a:path>
              </a:pathLst>
            </a:custGeom>
            <a:noFill/>
            <a:ln w="28575" cap="flat" cmpd="sng">
              <a:solidFill>
                <a:srgbClr val="FF3300"/>
              </a:solidFill>
              <a:prstDash val="solid"/>
              <a:round/>
              <a:headEnd type="none" w="med" len="med"/>
              <a:tailEnd type="triangle" w="med" len="med"/>
            </a:ln>
          </p:spPr>
          <p:txBody>
            <a:bodyPr wrap="none" anchor="ctr" anchorCtr="0"/>
            <a:p>
              <a:endParaRPr lang="zh-CN" altLang="en-US" dirty="0">
                <a:solidFill>
                  <a:schemeClr val="tx1"/>
                </a:solidFill>
                <a:latin typeface="Arial" panose="020B0604020202020204" pitchFamily="34" charset="0"/>
              </a:endParaRPr>
            </a:p>
          </p:txBody>
        </p:sp>
        <p:sp>
          <p:nvSpPr>
            <p:cNvPr id="15" name="Freeform 73"/>
            <p:cNvSpPr/>
            <p:nvPr/>
          </p:nvSpPr>
          <p:spPr>
            <a:xfrm>
              <a:off x="2436" y="2206"/>
              <a:ext cx="323" cy="315"/>
            </a:xfrm>
            <a:custGeom>
              <a:avLst/>
              <a:gdLst>
                <a:gd name="txL" fmla="*/ 0 w 129"/>
                <a:gd name="txT" fmla="*/ 0 h 126"/>
                <a:gd name="txR" fmla="*/ 129 w 129"/>
                <a:gd name="txB" fmla="*/ 126 h 126"/>
              </a:gdLst>
              <a:ahLst/>
              <a:cxnLst>
                <a:cxn ang="0">
                  <a:pos x="0" y="126"/>
                </a:cxn>
                <a:cxn ang="0">
                  <a:pos x="129" y="0"/>
                </a:cxn>
              </a:cxnLst>
              <a:rect l="txL" t="txT" r="txR" b="txB"/>
              <a:pathLst>
                <a:path w="129" h="126">
                  <a:moveTo>
                    <a:pt x="0" y="126"/>
                  </a:moveTo>
                  <a:lnTo>
                    <a:pt x="129" y="0"/>
                  </a:lnTo>
                </a:path>
              </a:pathLst>
            </a:custGeom>
            <a:noFill/>
            <a:ln w="28575" cap="flat" cmpd="sng">
              <a:solidFill>
                <a:srgbClr val="FF3300"/>
              </a:solidFill>
              <a:prstDash val="solid"/>
              <a:round/>
              <a:headEnd type="none" w="med" len="med"/>
              <a:tailEnd type="triangle" w="med" len="med"/>
            </a:ln>
          </p:spPr>
          <p:txBody>
            <a:bodyPr wrap="none" anchor="ctr" anchorCtr="0"/>
            <a:p>
              <a:endParaRPr lang="zh-CN" altLang="en-US" dirty="0">
                <a:solidFill>
                  <a:schemeClr val="tx1"/>
                </a:solidFill>
                <a:latin typeface="Arial" panose="020B0604020202020204" pitchFamily="34" charset="0"/>
              </a:endParaRPr>
            </a:p>
          </p:txBody>
        </p:sp>
        <p:sp>
          <p:nvSpPr>
            <p:cNvPr id="18" name="Freeform 76"/>
            <p:cNvSpPr/>
            <p:nvPr/>
          </p:nvSpPr>
          <p:spPr>
            <a:xfrm>
              <a:off x="2733" y="3587"/>
              <a:ext cx="290" cy="298"/>
            </a:xfrm>
            <a:custGeom>
              <a:avLst/>
              <a:gdLst>
                <a:gd name="txL" fmla="*/ 0 w 116"/>
                <a:gd name="txT" fmla="*/ 0 h 119"/>
                <a:gd name="txR" fmla="*/ 116 w 116"/>
                <a:gd name="txB" fmla="*/ 119 h 119"/>
              </a:gdLst>
              <a:ahLst/>
              <a:cxnLst>
                <a:cxn ang="0">
                  <a:pos x="0" y="0"/>
                </a:cxn>
                <a:cxn ang="0">
                  <a:pos x="116" y="119"/>
                </a:cxn>
              </a:cxnLst>
              <a:rect l="txL" t="txT" r="txR" b="txB"/>
              <a:pathLst>
                <a:path w="116" h="119">
                  <a:moveTo>
                    <a:pt x="0" y="0"/>
                  </a:moveTo>
                  <a:lnTo>
                    <a:pt x="116" y="119"/>
                  </a:lnTo>
                </a:path>
              </a:pathLst>
            </a:custGeom>
            <a:noFill/>
            <a:ln w="28575" cap="flat" cmpd="sng">
              <a:solidFill>
                <a:srgbClr val="FF3300"/>
              </a:solidFill>
              <a:prstDash val="solid"/>
              <a:round/>
              <a:headEnd type="none" w="med" len="med"/>
              <a:tailEnd type="triangle" w="med" len="med"/>
            </a:ln>
          </p:spPr>
          <p:txBody>
            <a:bodyPr wrap="none" anchor="ctr" anchorCtr="0"/>
            <a:p>
              <a:endParaRPr lang="zh-CN" altLang="en-US" dirty="0">
                <a:solidFill>
                  <a:schemeClr val="tx1"/>
                </a:solidFill>
                <a:latin typeface="Arial" panose="020B0604020202020204" pitchFamily="34" charset="0"/>
              </a:endParaRPr>
            </a:p>
          </p:txBody>
        </p:sp>
        <p:sp>
          <p:nvSpPr>
            <p:cNvPr id="85" name="Freeform 74"/>
            <p:cNvSpPr/>
            <p:nvPr/>
          </p:nvSpPr>
          <p:spPr>
            <a:xfrm>
              <a:off x="4140" y="3472"/>
              <a:ext cx="198" cy="188"/>
            </a:xfrm>
            <a:custGeom>
              <a:avLst/>
              <a:gdLst>
                <a:gd name="txL" fmla="*/ 0 w 79"/>
                <a:gd name="txT" fmla="*/ 0 h 75"/>
                <a:gd name="txR" fmla="*/ 79 w 79"/>
                <a:gd name="txB" fmla="*/ 75 h 75"/>
              </a:gdLst>
              <a:ahLst/>
              <a:cxnLst>
                <a:cxn ang="0">
                  <a:pos x="0" y="75"/>
                </a:cxn>
                <a:cxn ang="0">
                  <a:pos x="79" y="0"/>
                </a:cxn>
              </a:cxnLst>
              <a:rect l="txL" t="txT" r="txR" b="txB"/>
              <a:pathLst>
                <a:path w="79" h="75">
                  <a:moveTo>
                    <a:pt x="0" y="75"/>
                  </a:moveTo>
                  <a:lnTo>
                    <a:pt x="79" y="0"/>
                  </a:lnTo>
                </a:path>
              </a:pathLst>
            </a:custGeom>
            <a:noFill/>
            <a:ln w="28575" cap="flat" cmpd="sng">
              <a:solidFill>
                <a:srgbClr val="FF3300"/>
              </a:solidFill>
              <a:prstDash val="solid"/>
              <a:round/>
              <a:headEnd type="none" w="med" len="med"/>
              <a:tailEnd type="triangle" w="med" len="med"/>
            </a:ln>
          </p:spPr>
          <p:txBody>
            <a:bodyPr wrap="none" anchor="ctr" anchorCtr="0"/>
            <a:p>
              <a:endParaRPr lang="zh-CN" altLang="en-US" dirty="0">
                <a:solidFill>
                  <a:schemeClr val="tx1"/>
                </a:solidFill>
                <a:latin typeface="Arial" panose="020B0604020202020204" pitchFamily="34" charset="0"/>
              </a:endParaRPr>
            </a:p>
          </p:txBody>
        </p:sp>
        <p:sp>
          <p:nvSpPr>
            <p:cNvPr id="86" name="Freeform 75"/>
            <p:cNvSpPr/>
            <p:nvPr/>
          </p:nvSpPr>
          <p:spPr>
            <a:xfrm>
              <a:off x="4083" y="2105"/>
              <a:ext cx="345" cy="343"/>
            </a:xfrm>
            <a:custGeom>
              <a:avLst/>
              <a:gdLst>
                <a:gd name="txL" fmla="*/ 0 w 138"/>
                <a:gd name="txT" fmla="*/ 0 h 137"/>
                <a:gd name="txR" fmla="*/ 138 w 138"/>
                <a:gd name="txB" fmla="*/ 137 h 137"/>
              </a:gdLst>
              <a:ahLst/>
              <a:cxnLst>
                <a:cxn ang="0">
                  <a:pos x="0" y="0"/>
                </a:cxn>
                <a:cxn ang="0">
                  <a:pos x="138" y="137"/>
                </a:cxn>
              </a:cxnLst>
              <a:rect l="txL" t="txT" r="txR" b="txB"/>
              <a:pathLst>
                <a:path w="138" h="137">
                  <a:moveTo>
                    <a:pt x="0" y="0"/>
                  </a:moveTo>
                  <a:lnTo>
                    <a:pt x="138" y="137"/>
                  </a:lnTo>
                </a:path>
              </a:pathLst>
            </a:custGeom>
            <a:noFill/>
            <a:ln w="28575" cap="flat" cmpd="sng">
              <a:solidFill>
                <a:srgbClr val="FF3300"/>
              </a:solidFill>
              <a:prstDash val="solid"/>
              <a:round/>
              <a:headEnd type="none" w="med" len="med"/>
              <a:tailEnd type="triangle" w="med" len="med"/>
            </a:ln>
          </p:spPr>
          <p:txBody>
            <a:bodyPr wrap="none" anchor="ctr" anchorCtr="0"/>
            <a:p>
              <a:endParaRPr lang="zh-CN" altLang="en-US" dirty="0">
                <a:solidFill>
                  <a:schemeClr val="tx1"/>
                </a:solidFill>
                <a:latin typeface="Arial" panose="020B0604020202020204" pitchFamily="34" charset="0"/>
              </a:endParaRPr>
            </a:p>
          </p:txBody>
        </p:sp>
        <p:grpSp>
          <p:nvGrpSpPr>
            <p:cNvPr id="87" name="Group 21"/>
            <p:cNvGrpSpPr/>
            <p:nvPr/>
          </p:nvGrpSpPr>
          <p:grpSpPr>
            <a:xfrm rot="0">
              <a:off x="3248" y="797"/>
              <a:ext cx="610" cy="818"/>
              <a:chOff x="1824" y="1152"/>
              <a:chExt cx="244" cy="327"/>
            </a:xfrm>
          </p:grpSpPr>
          <p:sp>
            <p:nvSpPr>
              <p:cNvPr id="88" name="Oval 22"/>
              <p:cNvSpPr/>
              <p:nvPr/>
            </p:nvSpPr>
            <p:spPr>
              <a:xfrm>
                <a:off x="1824" y="1200"/>
                <a:ext cx="204" cy="204"/>
              </a:xfrm>
              <a:prstGeom prst="ellipse">
                <a:avLst/>
              </a:prstGeom>
              <a:noFill/>
              <a:ln w="12700" cap="flat" cmpd="sng">
                <a:solidFill>
                  <a:schemeClr val="accent1">
                    <a:shade val="50000"/>
                  </a:schemeClr>
                </a:solidFill>
                <a:prstDash val="solid"/>
                <a:headEnd type="none" w="med" len="med"/>
                <a:tailEnd type="none" w="med" len="med"/>
              </a:ln>
            </p:spPr>
            <p:txBody>
              <a:bodyPr wrap="none" anchor="ctr" anchorCtr="0"/>
              <a:p>
                <a:endParaRPr lang="zh-CN" altLang="en-US" dirty="0">
                  <a:solidFill>
                    <a:schemeClr val="tx1"/>
                  </a:solidFill>
                  <a:latin typeface="Arial" panose="020B0604020202020204" pitchFamily="34" charset="0"/>
                </a:endParaRPr>
              </a:p>
            </p:txBody>
          </p:sp>
          <p:sp>
            <p:nvSpPr>
              <p:cNvPr id="89" name="Text Box 23"/>
              <p:cNvSpPr txBox="1"/>
              <p:nvPr/>
            </p:nvSpPr>
            <p:spPr>
              <a:xfrm>
                <a:off x="1828" y="1152"/>
                <a:ext cx="240" cy="327"/>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2</a:t>
                </a:r>
                <a:endParaRPr lang="en-US" altLang="zh-CN" b="0" dirty="0">
                  <a:solidFill>
                    <a:schemeClr val="tx1"/>
                  </a:solidFill>
                  <a:latin typeface="Times New Roman" panose="02020603050405020304" pitchFamily="18" charset="0"/>
                  <a:ea typeface="宋体" panose="02010600030101010101" pitchFamily="2" charset="-122"/>
                </a:endParaRPr>
              </a:p>
            </p:txBody>
          </p:sp>
        </p:grpSp>
      </p:grpSp>
      <p:grpSp>
        <p:nvGrpSpPr>
          <p:cNvPr id="91" name="组合 90"/>
          <p:cNvGrpSpPr/>
          <p:nvPr/>
        </p:nvGrpSpPr>
        <p:grpSpPr>
          <a:xfrm>
            <a:off x="4573905" y="984250"/>
            <a:ext cx="2667000" cy="3394075"/>
            <a:chOff x="1458" y="797"/>
            <a:chExt cx="4200" cy="5345"/>
          </a:xfrm>
        </p:grpSpPr>
        <p:sp>
          <p:nvSpPr>
            <p:cNvPr id="92" name="Text Box 9"/>
            <p:cNvSpPr txBox="1"/>
            <p:nvPr/>
          </p:nvSpPr>
          <p:spPr>
            <a:xfrm>
              <a:off x="3273" y="5324"/>
              <a:ext cx="840"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93" name="Freeform 3"/>
            <p:cNvSpPr/>
            <p:nvPr/>
          </p:nvSpPr>
          <p:spPr bwMode="auto">
            <a:xfrm>
              <a:off x="3468" y="1506"/>
              <a:ext cx="3" cy="2820"/>
            </a:xfrm>
            <a:custGeom>
              <a:avLst/>
              <a:gdLst>
                <a:gd name="txL" fmla="*/ 0 w 1"/>
                <a:gd name="txT" fmla="*/ 0 h 1128"/>
                <a:gd name="txR" fmla="*/ 1 w 1"/>
                <a:gd name="txB" fmla="*/ 1128 h 1128"/>
              </a:gdLst>
              <a:ahLst/>
              <a:cxnLst>
                <a:cxn ang="0">
                  <a:pos x="0" y="0"/>
                </a:cxn>
                <a:cxn ang="0">
                  <a:pos x="0" y="1128"/>
                </a:cxn>
              </a:cxnLst>
              <a:rect l="txL" t="txT" r="txR" b="txB"/>
              <a:pathLst>
                <a:path w="1" h="1128">
                  <a:moveTo>
                    <a:pt x="0" y="0"/>
                  </a:moveTo>
                  <a:lnTo>
                    <a:pt x="0" y="1128"/>
                  </a:lnTo>
                </a:path>
              </a:pathLst>
            </a:cu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grpSp>
          <p:nvGrpSpPr>
            <p:cNvPr id="94" name="Group 4"/>
            <p:cNvGrpSpPr/>
            <p:nvPr/>
          </p:nvGrpSpPr>
          <p:grpSpPr>
            <a:xfrm rot="0">
              <a:off x="5058" y="2571"/>
              <a:ext cx="600" cy="725"/>
              <a:chOff x="1824" y="1152"/>
              <a:chExt cx="240" cy="290"/>
            </a:xfrm>
          </p:grpSpPr>
          <p:sp>
            <p:nvSpPr>
              <p:cNvPr id="95" name="Oval 5"/>
              <p:cNvSpPr/>
              <p:nvPr/>
            </p:nvSpPr>
            <p:spPr>
              <a:xfrm>
                <a:off x="1824" y="1200"/>
                <a:ext cx="204" cy="204"/>
              </a:xfrm>
              <a:prstGeom prst="ellipse">
                <a:avLst/>
              </a:prstGeom>
              <a:noFill/>
              <a:ln w="12700" cap="flat" cmpd="sng">
                <a:solidFill>
                  <a:schemeClr val="accent1">
                    <a:shade val="50000"/>
                  </a:schemeClr>
                </a:solidFill>
                <a:prstDash val="solid"/>
                <a:headEnd type="none" w="med" len="med"/>
                <a:tailEnd type="none" w="med" len="med"/>
              </a:ln>
            </p:spPr>
            <p:txBody>
              <a:bodyPr wrap="none" anchor="ctr" anchorCtr="0"/>
              <a:p>
                <a:endParaRPr lang="zh-CN" altLang="en-US" dirty="0">
                  <a:solidFill>
                    <a:schemeClr val="tx1"/>
                  </a:solidFill>
                  <a:latin typeface="Arial" panose="020B0604020202020204" pitchFamily="34" charset="0"/>
                </a:endParaRPr>
              </a:p>
            </p:txBody>
          </p:sp>
          <p:sp>
            <p:nvSpPr>
              <p:cNvPr id="96" name="Text Box 6"/>
              <p:cNvSpPr txBox="1"/>
              <p:nvPr/>
            </p:nvSpPr>
            <p:spPr>
              <a:xfrm>
                <a:off x="1824" y="1152"/>
                <a:ext cx="240" cy="290"/>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4</a:t>
                </a:r>
                <a:endParaRPr lang="en-US" altLang="zh-CN" b="0" dirty="0">
                  <a:solidFill>
                    <a:schemeClr val="tx1"/>
                  </a:solidFill>
                  <a:latin typeface="Times New Roman" panose="02020603050405020304" pitchFamily="18" charset="0"/>
                  <a:ea typeface="宋体" panose="02010600030101010101" pitchFamily="2" charset="-122"/>
                </a:endParaRPr>
              </a:p>
            </p:txBody>
          </p:sp>
        </p:grpSp>
        <p:sp>
          <p:nvSpPr>
            <p:cNvPr id="97" name="Text Box 7"/>
            <p:cNvSpPr txBox="1"/>
            <p:nvPr/>
          </p:nvSpPr>
          <p:spPr>
            <a:xfrm>
              <a:off x="3498" y="2571"/>
              <a:ext cx="840"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6</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98" name="Text Box 8"/>
            <p:cNvSpPr txBox="1"/>
            <p:nvPr/>
          </p:nvSpPr>
          <p:spPr>
            <a:xfrm>
              <a:off x="4218" y="1731"/>
              <a:ext cx="840"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5</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99" name="Text Box 10"/>
            <p:cNvSpPr txBox="1"/>
            <p:nvPr/>
          </p:nvSpPr>
          <p:spPr>
            <a:xfrm>
              <a:off x="2178" y="3411"/>
              <a:ext cx="840"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2</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00" name="Text Box 11"/>
            <p:cNvSpPr txBox="1"/>
            <p:nvPr/>
          </p:nvSpPr>
          <p:spPr>
            <a:xfrm>
              <a:off x="4218" y="3411"/>
              <a:ext cx="840"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3</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01" name="Text Box 12"/>
            <p:cNvSpPr txBox="1"/>
            <p:nvPr/>
          </p:nvSpPr>
          <p:spPr>
            <a:xfrm>
              <a:off x="2178" y="1731"/>
              <a:ext cx="840"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4</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02" name="Freeform 13"/>
            <p:cNvSpPr/>
            <p:nvPr/>
          </p:nvSpPr>
          <p:spPr>
            <a:xfrm>
              <a:off x="3468" y="2346"/>
              <a:ext cx="3" cy="600"/>
            </a:xfrm>
            <a:custGeom>
              <a:avLst/>
              <a:gdLst>
                <a:gd name="txL" fmla="*/ 0 w 1"/>
                <a:gd name="txT" fmla="*/ 0 h 240"/>
                <a:gd name="txR" fmla="*/ 1 w 1"/>
                <a:gd name="txB" fmla="*/ 240 h 240"/>
              </a:gdLst>
              <a:ahLst/>
              <a:cxnLst>
                <a:cxn ang="0">
                  <a:pos x="0" y="0"/>
                </a:cxn>
                <a:cxn ang="0">
                  <a:pos x="0" y="240"/>
                </a:cxn>
              </a:cxnLst>
              <a:rect l="txL" t="txT" r="txR" b="txB"/>
              <a:pathLst>
                <a:path w="1" h="240">
                  <a:moveTo>
                    <a:pt x="0" y="0"/>
                  </a:moveTo>
                  <a:lnTo>
                    <a:pt x="0" y="240"/>
                  </a:lnTo>
                </a:path>
              </a:pathLst>
            </a:custGeom>
            <a:noFill/>
            <a:ln w="28575" cap="flat" cmpd="sng">
              <a:solidFill>
                <a:srgbClr val="FF3300"/>
              </a:solidFill>
              <a:prstDash val="solid"/>
              <a:round/>
              <a:headEnd type="none" w="med" len="med"/>
              <a:tailEnd type="triangle" w="med" len="med"/>
            </a:ln>
          </p:spPr>
          <p:txBody>
            <a:bodyPr wrap="none" anchor="ctr" anchorCtr="0"/>
            <a:p>
              <a:endParaRPr lang="zh-CN" altLang="en-US" dirty="0">
                <a:solidFill>
                  <a:schemeClr val="tx1"/>
                </a:solidFill>
                <a:latin typeface="Arial" panose="020B0604020202020204" pitchFamily="34" charset="0"/>
              </a:endParaRPr>
            </a:p>
          </p:txBody>
        </p:sp>
        <p:grpSp>
          <p:nvGrpSpPr>
            <p:cNvPr id="103" name="Group 15"/>
            <p:cNvGrpSpPr/>
            <p:nvPr/>
          </p:nvGrpSpPr>
          <p:grpSpPr>
            <a:xfrm rot="0">
              <a:off x="2058" y="1491"/>
              <a:ext cx="2835" cy="2835"/>
              <a:chOff x="1938" y="1488"/>
              <a:chExt cx="1134" cy="1134"/>
            </a:xfrm>
          </p:grpSpPr>
          <p:sp>
            <p:nvSpPr>
              <p:cNvPr id="104" name="AutoShape 16"/>
              <p:cNvSpPr/>
              <p:nvPr/>
            </p:nvSpPr>
            <p:spPr bwMode="auto">
              <a:xfrm>
                <a:off x="1938" y="1488"/>
                <a:ext cx="1134" cy="1134"/>
              </a:xfrm>
              <a:prstGeom prst="diamond">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105" name="Freeform 17"/>
              <p:cNvSpPr/>
              <p:nvPr/>
            </p:nvSpPr>
            <p:spPr bwMode="auto">
              <a:xfrm>
                <a:off x="2133" y="1737"/>
                <a:ext cx="129" cy="126"/>
              </a:xfrm>
              <a:custGeom>
                <a:avLst/>
                <a:gdLst>
                  <a:gd name="txL" fmla="*/ 0 w 129"/>
                  <a:gd name="txT" fmla="*/ 0 h 126"/>
                  <a:gd name="txR" fmla="*/ 129 w 129"/>
                  <a:gd name="txB" fmla="*/ 126 h 126"/>
                </a:gdLst>
                <a:ahLst/>
                <a:cxnLst>
                  <a:cxn ang="0">
                    <a:pos x="0" y="126"/>
                  </a:cxn>
                  <a:cxn ang="0">
                    <a:pos x="129" y="0"/>
                  </a:cxn>
                </a:cxnLst>
                <a:rect l="txL" t="txT" r="txR" b="txB"/>
                <a:pathLst>
                  <a:path w="129" h="126">
                    <a:moveTo>
                      <a:pt x="0" y="126"/>
                    </a:moveTo>
                    <a:lnTo>
                      <a:pt x="129" y="0"/>
                    </a:lnTo>
                  </a:path>
                </a:pathLst>
              </a:cu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106" name="Freeform 18"/>
              <p:cNvSpPr/>
              <p:nvPr/>
            </p:nvSpPr>
            <p:spPr bwMode="auto">
              <a:xfrm>
                <a:off x="2768" y="2286"/>
                <a:ext cx="79" cy="75"/>
              </a:xfrm>
              <a:custGeom>
                <a:avLst/>
                <a:gdLst>
                  <a:gd name="txL" fmla="*/ 0 w 79"/>
                  <a:gd name="txT" fmla="*/ 0 h 75"/>
                  <a:gd name="txR" fmla="*/ 79 w 79"/>
                  <a:gd name="txB" fmla="*/ 75 h 75"/>
                </a:gdLst>
                <a:ahLst/>
                <a:cxnLst>
                  <a:cxn ang="0">
                    <a:pos x="0" y="75"/>
                  </a:cxn>
                  <a:cxn ang="0">
                    <a:pos x="79" y="0"/>
                  </a:cxn>
                </a:cxnLst>
                <a:rect l="txL" t="txT" r="txR" b="txB"/>
                <a:pathLst>
                  <a:path w="79" h="75">
                    <a:moveTo>
                      <a:pt x="0" y="75"/>
                    </a:moveTo>
                    <a:lnTo>
                      <a:pt x="79" y="0"/>
                    </a:lnTo>
                  </a:path>
                </a:pathLst>
              </a:cu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107" name="Freeform 19"/>
              <p:cNvSpPr/>
              <p:nvPr/>
            </p:nvSpPr>
            <p:spPr bwMode="auto">
              <a:xfrm>
                <a:off x="2774" y="1758"/>
                <a:ext cx="138" cy="137"/>
              </a:xfrm>
              <a:custGeom>
                <a:avLst/>
                <a:gdLst>
                  <a:gd name="txL" fmla="*/ 0 w 138"/>
                  <a:gd name="txT" fmla="*/ 0 h 137"/>
                  <a:gd name="txR" fmla="*/ 138 w 138"/>
                  <a:gd name="txB" fmla="*/ 137 h 137"/>
                </a:gdLst>
                <a:ahLst/>
                <a:cxnLst>
                  <a:cxn ang="0">
                    <a:pos x="0" y="0"/>
                  </a:cxn>
                  <a:cxn ang="0">
                    <a:pos x="138" y="137"/>
                  </a:cxn>
                </a:cxnLst>
                <a:rect l="txL" t="txT" r="txR" b="txB"/>
                <a:pathLst>
                  <a:path w="138" h="137">
                    <a:moveTo>
                      <a:pt x="0" y="0"/>
                    </a:moveTo>
                    <a:lnTo>
                      <a:pt x="138" y="137"/>
                    </a:lnTo>
                  </a:path>
                </a:pathLst>
              </a:cu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108" name="Freeform 20"/>
              <p:cNvSpPr/>
              <p:nvPr/>
            </p:nvSpPr>
            <p:spPr bwMode="auto">
              <a:xfrm>
                <a:off x="2148" y="2265"/>
                <a:ext cx="116" cy="119"/>
              </a:xfrm>
              <a:custGeom>
                <a:avLst/>
                <a:gdLst>
                  <a:gd name="txL" fmla="*/ 0 w 116"/>
                  <a:gd name="txT" fmla="*/ 0 h 119"/>
                  <a:gd name="txR" fmla="*/ 116 w 116"/>
                  <a:gd name="txB" fmla="*/ 119 h 119"/>
                </a:gdLst>
                <a:ahLst/>
                <a:cxnLst>
                  <a:cxn ang="0">
                    <a:pos x="0" y="0"/>
                  </a:cxn>
                  <a:cxn ang="0">
                    <a:pos x="116" y="119"/>
                  </a:cxn>
                </a:cxnLst>
                <a:rect l="txL" t="txT" r="txR" b="txB"/>
                <a:pathLst>
                  <a:path w="116" h="119">
                    <a:moveTo>
                      <a:pt x="0" y="0"/>
                    </a:moveTo>
                    <a:lnTo>
                      <a:pt x="116" y="119"/>
                    </a:lnTo>
                  </a:path>
                </a:pathLst>
              </a:cu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grpSp>
        <p:grpSp>
          <p:nvGrpSpPr>
            <p:cNvPr id="109" name="Group 24"/>
            <p:cNvGrpSpPr/>
            <p:nvPr/>
          </p:nvGrpSpPr>
          <p:grpSpPr>
            <a:xfrm rot="0">
              <a:off x="3258" y="4251"/>
              <a:ext cx="600" cy="818"/>
              <a:chOff x="1824" y="1152"/>
              <a:chExt cx="240" cy="327"/>
            </a:xfrm>
          </p:grpSpPr>
          <p:sp>
            <p:nvSpPr>
              <p:cNvPr id="110" name="Oval 25"/>
              <p:cNvSpPr/>
              <p:nvPr/>
            </p:nvSpPr>
            <p:spPr>
              <a:xfrm>
                <a:off x="1824" y="1200"/>
                <a:ext cx="204" cy="204"/>
              </a:xfrm>
              <a:prstGeom prst="ellipse">
                <a:avLst/>
              </a:prstGeom>
              <a:noFill/>
              <a:ln w="12700" cap="flat" cmpd="sng">
                <a:solidFill>
                  <a:schemeClr val="accent1">
                    <a:shade val="50000"/>
                  </a:schemeClr>
                </a:solidFill>
                <a:prstDash val="solid"/>
                <a:headEnd type="none" w="med" len="med"/>
                <a:tailEnd type="none" w="med" len="med"/>
              </a:ln>
            </p:spPr>
            <p:txBody>
              <a:bodyPr wrap="none" anchor="ctr" anchorCtr="0"/>
              <a:p>
                <a:endParaRPr lang="zh-CN" altLang="en-US" dirty="0">
                  <a:solidFill>
                    <a:schemeClr val="tx1"/>
                  </a:solidFill>
                  <a:latin typeface="Arial" panose="020B0604020202020204" pitchFamily="34" charset="0"/>
                </a:endParaRPr>
              </a:p>
            </p:txBody>
          </p:sp>
          <p:sp>
            <p:nvSpPr>
              <p:cNvPr id="111" name="Text Box 26"/>
              <p:cNvSpPr txBox="1"/>
              <p:nvPr/>
            </p:nvSpPr>
            <p:spPr>
              <a:xfrm>
                <a:off x="1824" y="1152"/>
                <a:ext cx="240" cy="327"/>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3</a:t>
                </a:r>
                <a:endParaRPr lang="en-US" altLang="zh-CN" b="0" dirty="0">
                  <a:solidFill>
                    <a:schemeClr val="tx1"/>
                  </a:solidFill>
                  <a:latin typeface="Times New Roman" panose="02020603050405020304" pitchFamily="18" charset="0"/>
                  <a:ea typeface="宋体" panose="02010600030101010101" pitchFamily="2" charset="-122"/>
                </a:endParaRPr>
              </a:p>
            </p:txBody>
          </p:sp>
        </p:grpSp>
        <p:grpSp>
          <p:nvGrpSpPr>
            <p:cNvPr id="112" name="Group 27"/>
            <p:cNvGrpSpPr/>
            <p:nvPr/>
          </p:nvGrpSpPr>
          <p:grpSpPr>
            <a:xfrm rot="0">
              <a:off x="1458" y="2580"/>
              <a:ext cx="610" cy="818"/>
              <a:chOff x="1824" y="1152"/>
              <a:chExt cx="244" cy="327"/>
            </a:xfrm>
          </p:grpSpPr>
          <p:sp>
            <p:nvSpPr>
              <p:cNvPr id="113" name="Oval 28"/>
              <p:cNvSpPr/>
              <p:nvPr/>
            </p:nvSpPr>
            <p:spPr>
              <a:xfrm>
                <a:off x="1824" y="1200"/>
                <a:ext cx="204" cy="204"/>
              </a:xfrm>
              <a:prstGeom prst="ellipse">
                <a:avLst/>
              </a:prstGeom>
              <a:noFill/>
              <a:ln w="12700" cap="flat" cmpd="sng">
                <a:solidFill>
                  <a:schemeClr val="accent1">
                    <a:shade val="50000"/>
                  </a:schemeClr>
                </a:solidFill>
                <a:prstDash val="solid"/>
                <a:headEnd type="none" w="med" len="med"/>
                <a:tailEnd type="none" w="med" len="med"/>
              </a:ln>
            </p:spPr>
            <p:txBody>
              <a:bodyPr wrap="none" anchor="ctr" anchorCtr="0"/>
              <a:p>
                <a:endParaRPr lang="zh-CN" altLang="en-US" dirty="0">
                  <a:solidFill>
                    <a:schemeClr val="tx1"/>
                  </a:solidFill>
                  <a:latin typeface="Arial" panose="020B0604020202020204" pitchFamily="34" charset="0"/>
                </a:endParaRPr>
              </a:p>
            </p:txBody>
          </p:sp>
          <p:sp>
            <p:nvSpPr>
              <p:cNvPr id="114" name="Text Box 29"/>
              <p:cNvSpPr txBox="1"/>
              <p:nvPr/>
            </p:nvSpPr>
            <p:spPr>
              <a:xfrm>
                <a:off x="1828" y="1152"/>
                <a:ext cx="240" cy="327"/>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a:t>
                </a:r>
                <a:endParaRPr lang="en-US" altLang="zh-CN" b="0" dirty="0">
                  <a:solidFill>
                    <a:schemeClr val="tx1"/>
                  </a:solidFill>
                  <a:latin typeface="Times New Roman" panose="02020603050405020304" pitchFamily="18" charset="0"/>
                  <a:ea typeface="宋体" panose="02010600030101010101" pitchFamily="2" charset="-122"/>
                </a:endParaRPr>
              </a:p>
            </p:txBody>
          </p:sp>
        </p:grpSp>
        <p:sp>
          <p:nvSpPr>
            <p:cNvPr id="115" name="Freeform 30"/>
            <p:cNvSpPr/>
            <p:nvPr/>
          </p:nvSpPr>
          <p:spPr bwMode="auto">
            <a:xfrm>
              <a:off x="2023" y="2901"/>
              <a:ext cx="2965" cy="2468"/>
            </a:xfrm>
            <a:custGeom>
              <a:avLst/>
              <a:gdLst>
                <a:gd name="txL" fmla="*/ 0 w 1186"/>
                <a:gd name="txT" fmla="*/ 0 h 987"/>
                <a:gd name="txR" fmla="*/ 1186 w 1186"/>
                <a:gd name="txB" fmla="*/ 987 h 987"/>
              </a:gdLst>
              <a:ahLst/>
              <a:cxnLst>
                <a:cxn ang="0">
                  <a:pos x="14" y="12"/>
                </a:cxn>
                <a:cxn ang="0">
                  <a:pos x="98" y="744"/>
                </a:cxn>
                <a:cxn ang="0">
                  <a:pos x="602" y="984"/>
                </a:cxn>
                <a:cxn ang="0">
                  <a:pos x="1094" y="726"/>
                </a:cxn>
                <a:cxn ang="0">
                  <a:pos x="1154" y="0"/>
                </a:cxn>
              </a:cxnLst>
              <a:rect l="txL" t="txT" r="txR" b="txB"/>
              <a:pathLst>
                <a:path w="1186" h="987">
                  <a:moveTo>
                    <a:pt x="14" y="12"/>
                  </a:moveTo>
                  <a:cubicBezTo>
                    <a:pt x="28" y="134"/>
                    <a:pt x="0" y="582"/>
                    <a:pt x="98" y="744"/>
                  </a:cubicBezTo>
                  <a:cubicBezTo>
                    <a:pt x="196" y="906"/>
                    <a:pt x="436" y="987"/>
                    <a:pt x="602" y="984"/>
                  </a:cubicBezTo>
                  <a:cubicBezTo>
                    <a:pt x="768" y="981"/>
                    <a:pt x="1002" y="890"/>
                    <a:pt x="1094" y="726"/>
                  </a:cubicBezTo>
                  <a:cubicBezTo>
                    <a:pt x="1186" y="562"/>
                    <a:pt x="1142" y="151"/>
                    <a:pt x="1154" y="0"/>
                  </a:cubicBezTo>
                </a:path>
              </a:pathLst>
            </a:cu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116" name="Freeform 14"/>
            <p:cNvSpPr/>
            <p:nvPr/>
          </p:nvSpPr>
          <p:spPr>
            <a:xfrm>
              <a:off x="3303" y="5361"/>
              <a:ext cx="210" cy="3"/>
            </a:xfrm>
            <a:custGeom>
              <a:avLst/>
              <a:gdLst>
                <a:gd name="txL" fmla="*/ 0 w 84"/>
                <a:gd name="txT" fmla="*/ 0 h 1"/>
                <a:gd name="txR" fmla="*/ 84 w 84"/>
                <a:gd name="txB" fmla="*/ 1 h 1"/>
              </a:gdLst>
              <a:ahLst/>
              <a:cxnLst>
                <a:cxn ang="0">
                  <a:pos x="84" y="0"/>
                </a:cxn>
                <a:cxn ang="0">
                  <a:pos x="0" y="0"/>
                </a:cxn>
              </a:cxnLst>
              <a:rect l="txL" t="txT" r="txR" b="txB"/>
              <a:pathLst>
                <a:path w="84" h="1">
                  <a:moveTo>
                    <a:pt x="84" y="0"/>
                  </a:moveTo>
                  <a:lnTo>
                    <a:pt x="0" y="0"/>
                  </a:lnTo>
                </a:path>
              </a:pathLst>
            </a:custGeom>
            <a:noFill/>
            <a:ln w="28575" cap="flat" cmpd="sng">
              <a:solidFill>
                <a:srgbClr val="FF3300"/>
              </a:solidFill>
              <a:prstDash val="solid"/>
              <a:round/>
              <a:headEnd type="none" w="med" len="med"/>
              <a:tailEnd type="triangle" w="med" len="med"/>
            </a:ln>
          </p:spPr>
          <p:txBody>
            <a:bodyPr wrap="none" anchor="ctr" anchorCtr="0"/>
            <a:p>
              <a:endParaRPr lang="zh-CN" altLang="en-US" dirty="0">
                <a:solidFill>
                  <a:schemeClr val="tx1"/>
                </a:solidFill>
                <a:latin typeface="Arial" panose="020B0604020202020204" pitchFamily="34" charset="0"/>
              </a:endParaRPr>
            </a:p>
          </p:txBody>
        </p:sp>
        <p:sp>
          <p:nvSpPr>
            <p:cNvPr id="117" name="Freeform 73"/>
            <p:cNvSpPr/>
            <p:nvPr/>
          </p:nvSpPr>
          <p:spPr>
            <a:xfrm>
              <a:off x="2436" y="2206"/>
              <a:ext cx="323" cy="315"/>
            </a:xfrm>
            <a:custGeom>
              <a:avLst/>
              <a:gdLst>
                <a:gd name="txL" fmla="*/ 0 w 129"/>
                <a:gd name="txT" fmla="*/ 0 h 126"/>
                <a:gd name="txR" fmla="*/ 129 w 129"/>
                <a:gd name="txB" fmla="*/ 126 h 126"/>
              </a:gdLst>
              <a:ahLst/>
              <a:cxnLst>
                <a:cxn ang="0">
                  <a:pos x="0" y="126"/>
                </a:cxn>
                <a:cxn ang="0">
                  <a:pos x="129" y="0"/>
                </a:cxn>
              </a:cxnLst>
              <a:rect l="txL" t="txT" r="txR" b="txB"/>
              <a:pathLst>
                <a:path w="129" h="126">
                  <a:moveTo>
                    <a:pt x="0" y="126"/>
                  </a:moveTo>
                  <a:lnTo>
                    <a:pt x="129" y="0"/>
                  </a:lnTo>
                </a:path>
              </a:pathLst>
            </a:custGeom>
            <a:noFill/>
            <a:ln w="28575" cap="flat" cmpd="sng">
              <a:solidFill>
                <a:srgbClr val="FF3300"/>
              </a:solidFill>
              <a:prstDash val="solid"/>
              <a:round/>
              <a:headEnd type="none" w="med" len="med"/>
              <a:tailEnd type="triangle" w="med" len="med"/>
            </a:ln>
          </p:spPr>
          <p:txBody>
            <a:bodyPr wrap="none" anchor="ctr" anchorCtr="0"/>
            <a:p>
              <a:endParaRPr lang="zh-CN" altLang="en-US" dirty="0">
                <a:solidFill>
                  <a:schemeClr val="tx1"/>
                </a:solidFill>
                <a:latin typeface="Arial" panose="020B0604020202020204" pitchFamily="34" charset="0"/>
              </a:endParaRPr>
            </a:p>
          </p:txBody>
        </p:sp>
        <p:sp>
          <p:nvSpPr>
            <p:cNvPr id="118" name="Freeform 76"/>
            <p:cNvSpPr/>
            <p:nvPr/>
          </p:nvSpPr>
          <p:spPr>
            <a:xfrm>
              <a:off x="2733" y="3587"/>
              <a:ext cx="290" cy="298"/>
            </a:xfrm>
            <a:custGeom>
              <a:avLst/>
              <a:gdLst>
                <a:gd name="txL" fmla="*/ 0 w 116"/>
                <a:gd name="txT" fmla="*/ 0 h 119"/>
                <a:gd name="txR" fmla="*/ 116 w 116"/>
                <a:gd name="txB" fmla="*/ 119 h 119"/>
              </a:gdLst>
              <a:ahLst/>
              <a:cxnLst>
                <a:cxn ang="0">
                  <a:pos x="0" y="0"/>
                </a:cxn>
                <a:cxn ang="0">
                  <a:pos x="116" y="119"/>
                </a:cxn>
              </a:cxnLst>
              <a:rect l="txL" t="txT" r="txR" b="txB"/>
              <a:pathLst>
                <a:path w="116" h="119">
                  <a:moveTo>
                    <a:pt x="0" y="0"/>
                  </a:moveTo>
                  <a:lnTo>
                    <a:pt x="116" y="119"/>
                  </a:lnTo>
                </a:path>
              </a:pathLst>
            </a:custGeom>
            <a:noFill/>
            <a:ln w="28575" cap="flat" cmpd="sng">
              <a:solidFill>
                <a:srgbClr val="FF3300"/>
              </a:solidFill>
              <a:prstDash val="solid"/>
              <a:round/>
              <a:headEnd type="none" w="med" len="med"/>
              <a:tailEnd type="triangle" w="med" len="med"/>
            </a:ln>
          </p:spPr>
          <p:txBody>
            <a:bodyPr wrap="none" anchor="ctr" anchorCtr="0"/>
            <a:p>
              <a:endParaRPr lang="zh-CN" altLang="en-US" dirty="0">
                <a:solidFill>
                  <a:schemeClr val="tx1"/>
                </a:solidFill>
                <a:latin typeface="Arial" panose="020B0604020202020204" pitchFamily="34" charset="0"/>
              </a:endParaRPr>
            </a:p>
          </p:txBody>
        </p:sp>
        <p:sp>
          <p:nvSpPr>
            <p:cNvPr id="119" name="Freeform 74"/>
            <p:cNvSpPr/>
            <p:nvPr/>
          </p:nvSpPr>
          <p:spPr>
            <a:xfrm>
              <a:off x="4140" y="3472"/>
              <a:ext cx="198" cy="188"/>
            </a:xfrm>
            <a:custGeom>
              <a:avLst/>
              <a:gdLst>
                <a:gd name="txL" fmla="*/ 0 w 79"/>
                <a:gd name="txT" fmla="*/ 0 h 75"/>
                <a:gd name="txR" fmla="*/ 79 w 79"/>
                <a:gd name="txB" fmla="*/ 75 h 75"/>
              </a:gdLst>
              <a:ahLst/>
              <a:cxnLst>
                <a:cxn ang="0">
                  <a:pos x="0" y="75"/>
                </a:cxn>
                <a:cxn ang="0">
                  <a:pos x="79" y="0"/>
                </a:cxn>
              </a:cxnLst>
              <a:rect l="txL" t="txT" r="txR" b="txB"/>
              <a:pathLst>
                <a:path w="79" h="75">
                  <a:moveTo>
                    <a:pt x="0" y="75"/>
                  </a:moveTo>
                  <a:lnTo>
                    <a:pt x="79" y="0"/>
                  </a:lnTo>
                </a:path>
              </a:pathLst>
            </a:custGeom>
            <a:noFill/>
            <a:ln w="28575" cap="flat" cmpd="sng">
              <a:solidFill>
                <a:srgbClr val="FF3300"/>
              </a:solidFill>
              <a:prstDash val="solid"/>
              <a:round/>
              <a:headEnd type="none" w="med" len="med"/>
              <a:tailEnd type="triangle" w="med" len="med"/>
            </a:ln>
          </p:spPr>
          <p:txBody>
            <a:bodyPr wrap="none" anchor="ctr" anchorCtr="0"/>
            <a:p>
              <a:endParaRPr lang="zh-CN" altLang="en-US" dirty="0">
                <a:solidFill>
                  <a:schemeClr val="tx1"/>
                </a:solidFill>
                <a:latin typeface="Arial" panose="020B0604020202020204" pitchFamily="34" charset="0"/>
              </a:endParaRPr>
            </a:p>
          </p:txBody>
        </p:sp>
        <p:sp>
          <p:nvSpPr>
            <p:cNvPr id="120" name="Freeform 75"/>
            <p:cNvSpPr/>
            <p:nvPr/>
          </p:nvSpPr>
          <p:spPr>
            <a:xfrm>
              <a:off x="4083" y="2105"/>
              <a:ext cx="345" cy="343"/>
            </a:xfrm>
            <a:custGeom>
              <a:avLst/>
              <a:gdLst>
                <a:gd name="txL" fmla="*/ 0 w 138"/>
                <a:gd name="txT" fmla="*/ 0 h 137"/>
                <a:gd name="txR" fmla="*/ 138 w 138"/>
                <a:gd name="txB" fmla="*/ 137 h 137"/>
              </a:gdLst>
              <a:ahLst/>
              <a:cxnLst>
                <a:cxn ang="0">
                  <a:pos x="0" y="0"/>
                </a:cxn>
                <a:cxn ang="0">
                  <a:pos x="138" y="137"/>
                </a:cxn>
              </a:cxnLst>
              <a:rect l="txL" t="txT" r="txR" b="txB"/>
              <a:pathLst>
                <a:path w="138" h="137">
                  <a:moveTo>
                    <a:pt x="0" y="0"/>
                  </a:moveTo>
                  <a:lnTo>
                    <a:pt x="138" y="137"/>
                  </a:lnTo>
                </a:path>
              </a:pathLst>
            </a:custGeom>
            <a:noFill/>
            <a:ln w="28575" cap="flat" cmpd="sng">
              <a:solidFill>
                <a:srgbClr val="FF3300"/>
              </a:solidFill>
              <a:prstDash val="solid"/>
              <a:round/>
              <a:headEnd type="none" w="med" len="med"/>
              <a:tailEnd type="triangle" w="med" len="med"/>
            </a:ln>
          </p:spPr>
          <p:txBody>
            <a:bodyPr wrap="none" anchor="ctr" anchorCtr="0"/>
            <a:p>
              <a:endParaRPr lang="zh-CN" altLang="en-US" dirty="0">
                <a:solidFill>
                  <a:schemeClr val="tx1"/>
                </a:solidFill>
                <a:latin typeface="Arial" panose="020B0604020202020204" pitchFamily="34" charset="0"/>
              </a:endParaRPr>
            </a:p>
          </p:txBody>
        </p:sp>
        <p:grpSp>
          <p:nvGrpSpPr>
            <p:cNvPr id="121" name="Group 21"/>
            <p:cNvGrpSpPr/>
            <p:nvPr/>
          </p:nvGrpSpPr>
          <p:grpSpPr>
            <a:xfrm rot="0">
              <a:off x="3248" y="797"/>
              <a:ext cx="610" cy="818"/>
              <a:chOff x="1824" y="1152"/>
              <a:chExt cx="244" cy="327"/>
            </a:xfrm>
          </p:grpSpPr>
          <p:sp>
            <p:nvSpPr>
              <p:cNvPr id="122" name="Oval 22"/>
              <p:cNvSpPr/>
              <p:nvPr/>
            </p:nvSpPr>
            <p:spPr>
              <a:xfrm>
                <a:off x="1824" y="1200"/>
                <a:ext cx="204" cy="204"/>
              </a:xfrm>
              <a:prstGeom prst="ellipse">
                <a:avLst/>
              </a:prstGeom>
              <a:noFill/>
              <a:ln w="12700" cap="flat" cmpd="sng">
                <a:solidFill>
                  <a:schemeClr val="accent1">
                    <a:shade val="50000"/>
                  </a:schemeClr>
                </a:solidFill>
                <a:prstDash val="solid"/>
                <a:headEnd type="none" w="med" len="med"/>
                <a:tailEnd type="none" w="med" len="med"/>
              </a:ln>
            </p:spPr>
            <p:txBody>
              <a:bodyPr wrap="none" anchor="ctr" anchorCtr="0"/>
              <a:p>
                <a:endParaRPr lang="zh-CN" altLang="en-US" dirty="0">
                  <a:solidFill>
                    <a:schemeClr val="tx1"/>
                  </a:solidFill>
                  <a:latin typeface="Arial" panose="020B0604020202020204" pitchFamily="34" charset="0"/>
                </a:endParaRPr>
              </a:p>
            </p:txBody>
          </p:sp>
          <p:sp>
            <p:nvSpPr>
              <p:cNvPr id="123" name="Text Box 23"/>
              <p:cNvSpPr txBox="1"/>
              <p:nvPr/>
            </p:nvSpPr>
            <p:spPr>
              <a:xfrm>
                <a:off x="1828" y="1152"/>
                <a:ext cx="240" cy="327"/>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2</a:t>
                </a:r>
                <a:endParaRPr lang="en-US" altLang="zh-CN" b="0" dirty="0">
                  <a:solidFill>
                    <a:schemeClr val="tx1"/>
                  </a:solidFill>
                  <a:latin typeface="Times New Roman" panose="02020603050405020304" pitchFamily="18" charset="0"/>
                  <a:ea typeface="宋体" panose="02010600030101010101" pitchFamily="2"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nodeType="with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wedge">
                                      <p:cBhvr>
                                        <p:cTn id="7" dur="2000"/>
                                        <p:tgtEl>
                                          <p:spTgt spid="90"/>
                                        </p:tgtEl>
                                      </p:cBhvr>
                                    </p:animEffect>
                                  </p:childTnLst>
                                </p:cTn>
                              </p:par>
                              <p:par>
                                <p:cTn id="8" presetID="2" presetClass="entr" presetSubtype="4"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500" fill="hold"/>
                                        <p:tgtEl>
                                          <p:spTgt spid="3"/>
                                        </p:tgtEl>
                                        <p:attrNameLst>
                                          <p:attrName>ppt_x</p:attrName>
                                        </p:attrNameLst>
                                      </p:cBhvr>
                                      <p:tavLst>
                                        <p:tav tm="0">
                                          <p:val>
                                            <p:strVal val="#ppt_x"/>
                                          </p:val>
                                        </p:tav>
                                        <p:tav tm="100000">
                                          <p:val>
                                            <p:strVal val="#ppt_x"/>
                                          </p:val>
                                        </p:tav>
                                      </p:tavLst>
                                    </p:anim>
                                    <p:anim calcmode="lin" valueType="num">
                                      <p:cBhvr additive="base">
                                        <p:cTn id="11"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20" presetClass="entr" presetSubtype="0" fill="hold" nodeType="clickEffect">
                                  <p:stCondLst>
                                    <p:cond delay="0"/>
                                  </p:stCondLst>
                                  <p:childTnLst>
                                    <p:set>
                                      <p:cBhvr>
                                        <p:cTn id="15" dur="1" fill="hold">
                                          <p:stCondLst>
                                            <p:cond delay="0"/>
                                          </p:stCondLst>
                                        </p:cTn>
                                        <p:tgtEl>
                                          <p:spTgt spid="91"/>
                                        </p:tgtEl>
                                        <p:attrNameLst>
                                          <p:attrName>style.visibility</p:attrName>
                                        </p:attrNameLst>
                                      </p:cBhvr>
                                      <p:to>
                                        <p:strVal val="visible"/>
                                      </p:to>
                                    </p:set>
                                    <p:animEffect transition="in" filter="wedge">
                                      <p:cBhvr>
                                        <p:cTn id="16" dur="2000"/>
                                        <p:tgtEl>
                                          <p:spTgt spid="91"/>
                                        </p:tgtEl>
                                      </p:cBhvr>
                                    </p:animEffect>
                                  </p:childTnLst>
                                </p:cTn>
                              </p:par>
                              <p:par>
                                <p:cTn id="17" presetID="2" presetClass="entr" presetSubtype="4"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8" presetClass="entr" presetSubtype="6" fill="hold" nodeType="clickEffect">
                                  <p:stCondLst>
                                    <p:cond delay="0"/>
                                  </p:stCondLst>
                                  <p:childTnLst>
                                    <p:set>
                                      <p:cBhvr>
                                        <p:cTn id="24" dur="3000" fill="hold">
                                          <p:stCondLst>
                                            <p:cond delay="0"/>
                                          </p:stCondLst>
                                        </p:cTn>
                                        <p:tgtEl>
                                          <p:spTgt spid="8"/>
                                        </p:tgtEl>
                                        <p:attrNameLst>
                                          <p:attrName>style.visibility</p:attrName>
                                        </p:attrNameLst>
                                      </p:cBhvr>
                                      <p:to>
                                        <p:strVal val="visible"/>
                                      </p:to>
                                    </p:set>
                                    <p:animEffect transition="in" filter="strips(downRight)">
                                      <p:cBhvr>
                                        <p:cTn id="25" dur="3000"/>
                                        <p:tgtEl>
                                          <p:spTgt spid="8"/>
                                        </p:tgtEl>
                                      </p:cBhvr>
                                    </p:animEffect>
                                  </p:childTnLst>
                                </p:cTn>
                              </p:par>
                            </p:childTnLst>
                          </p:cTn>
                        </p:par>
                        <p:par>
                          <p:cTn id="26" fill="hold">
                            <p:stCondLst>
                              <p:cond delay="3000"/>
                            </p:stCondLst>
                            <p:childTnLst>
                              <p:par>
                                <p:cTn id="27" presetID="18" presetClass="entr" presetSubtype="6" fill="hold" nodeType="afterEffect">
                                  <p:stCondLst>
                                    <p:cond delay="0"/>
                                  </p:stCondLst>
                                  <p:childTnLst>
                                    <p:set>
                                      <p:cBhvr>
                                        <p:cTn id="28" dur="3000" fill="hold">
                                          <p:stCondLst>
                                            <p:cond delay="0"/>
                                          </p:stCondLst>
                                        </p:cTn>
                                        <p:tgtEl>
                                          <p:spTgt spid="11"/>
                                        </p:tgtEl>
                                        <p:attrNameLst>
                                          <p:attrName>style.visibility</p:attrName>
                                        </p:attrNameLst>
                                      </p:cBhvr>
                                      <p:to>
                                        <p:strVal val="visible"/>
                                      </p:to>
                                    </p:set>
                                    <p:animEffect transition="in" filter="strips(downRight)">
                                      <p:cBhvr>
                                        <p:cTn id="29" dur="3000"/>
                                        <p:tgtEl>
                                          <p:spTgt spid="11"/>
                                        </p:tgtEl>
                                      </p:cBhvr>
                                    </p:animEffect>
                                  </p:childTnLst>
                                </p:cTn>
                              </p:par>
                            </p:childTnLst>
                          </p:cTn>
                        </p:par>
                        <p:par>
                          <p:cTn id="30" fill="hold">
                            <p:stCondLst>
                              <p:cond delay="6000"/>
                            </p:stCondLst>
                            <p:childTnLst>
                              <p:par>
                                <p:cTn id="31" presetID="2" presetClass="entr" presetSubtype="4" fill="hold" grpId="0" nodeType="afterEffect">
                                  <p:stCondLst>
                                    <p:cond delay="0"/>
                                  </p:stCondLst>
                                  <p:childTnLst>
                                    <p:set>
                                      <p:cBhvr>
                                        <p:cTn id="32" dur="1" fill="hold">
                                          <p:stCondLst>
                                            <p:cond delay="0"/>
                                          </p:stCondLst>
                                        </p:cTn>
                                        <p:tgtEl>
                                          <p:spTgt spid="25737"/>
                                        </p:tgtEl>
                                        <p:attrNameLst>
                                          <p:attrName>style.visibility</p:attrName>
                                        </p:attrNameLst>
                                      </p:cBhvr>
                                      <p:to>
                                        <p:strVal val="visible"/>
                                      </p:to>
                                    </p:set>
                                    <p:anim calcmode="lin" valueType="num">
                                      <p:cBhvr additive="base">
                                        <p:cTn id="33" dur="500" fill="hold"/>
                                        <p:tgtEl>
                                          <p:spTgt spid="25737"/>
                                        </p:tgtEl>
                                        <p:attrNameLst>
                                          <p:attrName>ppt_x</p:attrName>
                                        </p:attrNameLst>
                                      </p:cBhvr>
                                      <p:tavLst>
                                        <p:tav tm="0">
                                          <p:val>
                                            <p:strVal val="#ppt_x"/>
                                          </p:val>
                                        </p:tav>
                                        <p:tav tm="100000">
                                          <p:val>
                                            <p:strVal val="#ppt_x"/>
                                          </p:val>
                                        </p:tav>
                                      </p:tavLst>
                                    </p:anim>
                                    <p:anim calcmode="lin" valueType="num">
                                      <p:cBhvr additive="base">
                                        <p:cTn id="34" dur="500" fill="hold"/>
                                        <p:tgtEl>
                                          <p:spTgt spid="257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37" grpId="0" bldLvl="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 * 4-5 特勒根定理</a:t>
            </a:r>
            <a:endParaRPr lang="zh-CN" altLang="en-US"/>
          </a:p>
        </p:txBody>
      </p:sp>
      <p:sp>
        <p:nvSpPr>
          <p:cNvPr id="24578" name="Text Box 2" descr="绿色大理石"/>
          <p:cNvSpPr txBox="1"/>
          <p:nvPr/>
        </p:nvSpPr>
        <p:spPr>
          <a:xfrm>
            <a:off x="539750" y="1077913"/>
            <a:ext cx="2016125" cy="521970"/>
          </a:xfrm>
          <a:prstGeom prst="rect">
            <a:avLst/>
          </a:prstGeom>
          <a:blipFill rotWithShape="1">
            <a:blip r:embed="rId1"/>
          </a:blipFill>
          <a:ln w="9525">
            <a:noFill/>
          </a:ln>
        </p:spPr>
        <p:txBody>
          <a:bodyPr>
            <a:spAutoFit/>
          </a:bodyPr>
          <a:p>
            <a:pPr>
              <a:spcBef>
                <a:spcPct val="50000"/>
              </a:spcBef>
            </a:pPr>
            <a:r>
              <a:rPr kumimoji="1" lang="zh-CN" altLang="en-US" sz="2800" dirty="0" smtClean="0">
                <a:solidFill>
                  <a:schemeClr val="bg1"/>
                </a:solidFill>
                <a:latin typeface="华文楷体" panose="02010600040101010101" pitchFamily="2" charset="-122"/>
                <a:ea typeface="华文楷体" panose="02010600040101010101" pitchFamily="2" charset="-122"/>
              </a:rPr>
              <a:t>定理证明：</a:t>
            </a:r>
            <a:endParaRPr kumimoji="1" lang="zh-CN" altLang="en-US" sz="2800" dirty="0" smtClean="0">
              <a:solidFill>
                <a:schemeClr val="bg1"/>
              </a:solidFill>
              <a:latin typeface="华文楷体" panose="02010600040101010101" pitchFamily="2" charset="-122"/>
              <a:ea typeface="华文楷体" panose="02010600040101010101" pitchFamily="2" charset="-122"/>
            </a:endParaRPr>
          </a:p>
        </p:txBody>
      </p:sp>
      <p:sp>
        <p:nvSpPr>
          <p:cNvPr id="24579" name="Text Box 3"/>
          <p:cNvSpPr txBox="1"/>
          <p:nvPr/>
        </p:nvSpPr>
        <p:spPr>
          <a:xfrm>
            <a:off x="468313" y="1798638"/>
            <a:ext cx="3384550" cy="521970"/>
          </a:xfrm>
          <a:prstGeom prst="rect">
            <a:avLst/>
          </a:prstGeom>
          <a:noFill/>
          <a:ln w="9525">
            <a:noFill/>
          </a:ln>
        </p:spPr>
        <p:txBody>
          <a:bodyPr>
            <a:spAutoFit/>
          </a:bodyPr>
          <a:p>
            <a:r>
              <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rPr>
              <a:t>对电路</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2</a:t>
            </a:r>
            <a:r>
              <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rPr>
              <a:t>应用</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KCL</a:t>
            </a:r>
            <a:r>
              <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rPr>
              <a:t>:</a:t>
            </a:r>
            <a:endPar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3" name="Group 13"/>
          <p:cNvGrpSpPr/>
          <p:nvPr/>
        </p:nvGrpSpPr>
        <p:grpSpPr>
          <a:xfrm>
            <a:off x="827088" y="4192588"/>
            <a:ext cx="576262" cy="144462"/>
            <a:chOff x="249" y="2523"/>
            <a:chExt cx="907" cy="90"/>
          </a:xfrm>
        </p:grpSpPr>
        <p:sp>
          <p:nvSpPr>
            <p:cNvPr id="33816" name="Line 14"/>
            <p:cNvSpPr/>
            <p:nvPr/>
          </p:nvSpPr>
          <p:spPr>
            <a:xfrm>
              <a:off x="249" y="2523"/>
              <a:ext cx="907" cy="0"/>
            </a:xfrm>
            <a:prstGeom prst="line">
              <a:avLst/>
            </a:prstGeom>
            <a:ln w="28575" cap="flat" cmpd="sng">
              <a:solidFill>
                <a:schemeClr val="bg1"/>
              </a:solidFill>
              <a:prstDash val="solid"/>
              <a:headEnd type="none" w="med" len="med"/>
              <a:tailEnd type="none" w="med" len="med"/>
            </a:ln>
          </p:spPr>
        </p:sp>
        <p:sp>
          <p:nvSpPr>
            <p:cNvPr id="33817" name="Line 15"/>
            <p:cNvSpPr/>
            <p:nvPr/>
          </p:nvSpPr>
          <p:spPr>
            <a:xfrm>
              <a:off x="249" y="2613"/>
              <a:ext cx="907" cy="0"/>
            </a:xfrm>
            <a:prstGeom prst="line">
              <a:avLst/>
            </a:prstGeom>
            <a:ln w="28575" cap="flat" cmpd="sng">
              <a:solidFill>
                <a:schemeClr val="bg1"/>
              </a:solidFill>
              <a:prstDash val="solid"/>
              <a:headEnd type="none" w="med" len="med"/>
              <a:tailEnd type="none" w="med" len="med"/>
            </a:ln>
          </p:spPr>
        </p:sp>
      </p:grpSp>
      <p:grpSp>
        <p:nvGrpSpPr>
          <p:cNvPr id="4" name="Group 17"/>
          <p:cNvGrpSpPr/>
          <p:nvPr/>
        </p:nvGrpSpPr>
        <p:grpSpPr>
          <a:xfrm>
            <a:off x="900113" y="5632450"/>
            <a:ext cx="576262" cy="144463"/>
            <a:chOff x="249" y="2523"/>
            <a:chExt cx="907" cy="90"/>
          </a:xfrm>
        </p:grpSpPr>
        <p:sp>
          <p:nvSpPr>
            <p:cNvPr id="33814" name="Line 18"/>
            <p:cNvSpPr/>
            <p:nvPr/>
          </p:nvSpPr>
          <p:spPr>
            <a:xfrm>
              <a:off x="249" y="2523"/>
              <a:ext cx="907" cy="0"/>
            </a:xfrm>
            <a:prstGeom prst="line">
              <a:avLst/>
            </a:prstGeom>
            <a:ln w="28575" cap="flat" cmpd="sng">
              <a:solidFill>
                <a:schemeClr val="bg1"/>
              </a:solidFill>
              <a:prstDash val="solid"/>
              <a:headEnd type="none" w="med" len="med"/>
              <a:tailEnd type="none" w="med" len="med"/>
            </a:ln>
          </p:spPr>
        </p:sp>
        <p:sp>
          <p:nvSpPr>
            <p:cNvPr id="33815" name="Line 19"/>
            <p:cNvSpPr/>
            <p:nvPr/>
          </p:nvSpPr>
          <p:spPr>
            <a:xfrm>
              <a:off x="249" y="2613"/>
              <a:ext cx="907" cy="0"/>
            </a:xfrm>
            <a:prstGeom prst="line">
              <a:avLst/>
            </a:prstGeom>
            <a:ln w="28575" cap="flat" cmpd="sng">
              <a:solidFill>
                <a:schemeClr val="bg1"/>
              </a:solidFill>
              <a:prstDash val="solid"/>
              <a:headEnd type="none" w="med" len="med"/>
              <a:tailEnd type="none" w="med" len="med"/>
            </a:ln>
          </p:spPr>
        </p:sp>
      </p:grpSp>
      <p:grpSp>
        <p:nvGrpSpPr>
          <p:cNvPr id="2" name="组合 1"/>
          <p:cNvGrpSpPr/>
          <p:nvPr/>
        </p:nvGrpSpPr>
        <p:grpSpPr>
          <a:xfrm>
            <a:off x="4033520" y="1186180"/>
            <a:ext cx="3566795" cy="1579880"/>
            <a:chOff x="6352" y="1868"/>
            <a:chExt cx="5617" cy="2488"/>
          </a:xfrm>
        </p:grpSpPr>
        <p:sp>
          <p:nvSpPr>
            <p:cNvPr id="33818" name="AutoShape 5"/>
            <p:cNvSpPr/>
            <p:nvPr/>
          </p:nvSpPr>
          <p:spPr>
            <a:xfrm>
              <a:off x="7200" y="1868"/>
              <a:ext cx="240" cy="2488"/>
            </a:xfrm>
            <a:prstGeom prst="leftBrace">
              <a:avLst>
                <a:gd name="adj1" fmla="val 105000"/>
                <a:gd name="adj2" fmla="val 50000"/>
              </a:avLst>
            </a:prstGeom>
            <a:solidFill>
              <a:schemeClr val="bg1"/>
            </a:solidFill>
            <a:ln w="2857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aphicFrame>
          <p:nvGraphicFramePr>
            <p:cNvPr id="7" name="对象 6"/>
            <p:cNvGraphicFramePr/>
            <p:nvPr/>
          </p:nvGraphicFramePr>
          <p:xfrm>
            <a:off x="7640" y="1868"/>
            <a:ext cx="4311" cy="788"/>
          </p:xfrm>
          <a:graphic>
            <a:graphicData uri="http://schemas.openxmlformats.org/presentationml/2006/ole">
              <mc:AlternateContent xmlns:mc="http://schemas.openxmlformats.org/markup-compatibility/2006">
                <mc:Choice xmlns:v="urn:schemas-microsoft-com:vml" Requires="v">
                  <p:oleObj spid="_x0000_s8" name="" r:id="rId2" imgW="927100" imgH="241300" progId="Equation.KSEE3">
                    <p:embed/>
                  </p:oleObj>
                </mc:Choice>
                <mc:Fallback>
                  <p:oleObj name="" r:id="rId2" imgW="927100" imgH="241300" progId="Equation.KSEE3">
                    <p:embed/>
                    <p:pic>
                      <p:nvPicPr>
                        <p:cNvPr id="0" name="图片 7"/>
                        <p:cNvPicPr/>
                        <p:nvPr/>
                      </p:nvPicPr>
                      <p:blipFill>
                        <a:blip r:embed="rId3"/>
                        <a:stretch>
                          <a:fillRect/>
                        </a:stretch>
                      </p:blipFill>
                      <p:spPr>
                        <a:xfrm>
                          <a:off x="7640" y="1868"/>
                          <a:ext cx="4311" cy="788"/>
                        </a:xfrm>
                        <a:prstGeom prst="rect">
                          <a:avLst/>
                        </a:prstGeom>
                      </p:spPr>
                    </p:pic>
                  </p:oleObj>
                </mc:Fallback>
              </mc:AlternateContent>
            </a:graphicData>
          </a:graphic>
        </p:graphicFrame>
        <p:graphicFrame>
          <p:nvGraphicFramePr>
            <p:cNvPr id="6" name="对象 5"/>
            <p:cNvGraphicFramePr/>
            <p:nvPr/>
          </p:nvGraphicFramePr>
          <p:xfrm>
            <a:off x="7658" y="2604"/>
            <a:ext cx="4309" cy="880"/>
          </p:xfrm>
          <a:graphic>
            <a:graphicData uri="http://schemas.openxmlformats.org/presentationml/2006/ole">
              <mc:AlternateContent xmlns:mc="http://schemas.openxmlformats.org/markup-compatibility/2006">
                <mc:Choice xmlns:v="urn:schemas-microsoft-com:vml" Requires="v">
                  <p:oleObj spid="_x0000_s9" name="" r:id="rId4" imgW="939800" imgH="254000" progId="Equation.KSEE3">
                    <p:embed/>
                  </p:oleObj>
                </mc:Choice>
                <mc:Fallback>
                  <p:oleObj name="" r:id="rId4" imgW="939800" imgH="254000" progId="Equation.KSEE3">
                    <p:embed/>
                    <p:pic>
                      <p:nvPicPr>
                        <p:cNvPr id="0" name="图片 8"/>
                        <p:cNvPicPr/>
                        <p:nvPr/>
                      </p:nvPicPr>
                      <p:blipFill>
                        <a:blip r:embed="rId5"/>
                        <a:stretch>
                          <a:fillRect/>
                        </a:stretch>
                      </p:blipFill>
                      <p:spPr>
                        <a:xfrm>
                          <a:off x="7658" y="2604"/>
                          <a:ext cx="4309" cy="880"/>
                        </a:xfrm>
                        <a:prstGeom prst="rect">
                          <a:avLst/>
                        </a:prstGeom>
                      </p:spPr>
                    </p:pic>
                  </p:oleObj>
                </mc:Fallback>
              </mc:AlternateContent>
            </a:graphicData>
          </a:graphic>
        </p:graphicFrame>
        <p:graphicFrame>
          <p:nvGraphicFramePr>
            <p:cNvPr id="10" name="对象 9"/>
            <p:cNvGraphicFramePr/>
            <p:nvPr/>
          </p:nvGraphicFramePr>
          <p:xfrm>
            <a:off x="7661" y="3532"/>
            <a:ext cx="4309" cy="825"/>
          </p:xfrm>
          <a:graphic>
            <a:graphicData uri="http://schemas.openxmlformats.org/presentationml/2006/ole">
              <mc:AlternateContent xmlns:mc="http://schemas.openxmlformats.org/markup-compatibility/2006">
                <mc:Choice xmlns:v="urn:schemas-microsoft-com:vml" Requires="v">
                  <p:oleObj spid="_x0000_s11" name="" r:id="rId6" imgW="939800" imgH="254000" progId="Equation.KSEE3">
                    <p:embed/>
                  </p:oleObj>
                </mc:Choice>
                <mc:Fallback>
                  <p:oleObj name="" r:id="rId6" imgW="939800" imgH="254000" progId="Equation.KSEE3">
                    <p:embed/>
                    <p:pic>
                      <p:nvPicPr>
                        <p:cNvPr id="0" name="图片 10"/>
                        <p:cNvPicPr/>
                        <p:nvPr/>
                      </p:nvPicPr>
                      <p:blipFill>
                        <a:blip r:embed="rId7"/>
                        <a:stretch>
                          <a:fillRect/>
                        </a:stretch>
                      </p:blipFill>
                      <p:spPr>
                        <a:xfrm>
                          <a:off x="7661" y="3532"/>
                          <a:ext cx="4309" cy="825"/>
                        </a:xfrm>
                        <a:prstGeom prst="rect">
                          <a:avLst/>
                        </a:prstGeom>
                      </p:spPr>
                    </p:pic>
                  </p:oleObj>
                </mc:Fallback>
              </mc:AlternateContent>
            </a:graphicData>
          </a:graphic>
        </p:graphicFrame>
        <p:sp>
          <p:nvSpPr>
            <p:cNvPr id="12" name="文本框 11"/>
            <p:cNvSpPr txBox="1"/>
            <p:nvPr/>
          </p:nvSpPr>
          <p:spPr>
            <a:xfrm>
              <a:off x="6352" y="1923"/>
              <a:ext cx="848" cy="2382"/>
            </a:xfrm>
            <a:prstGeom prst="rect">
              <a:avLst/>
            </a:prstGeom>
            <a:noFill/>
            <a:ln w="12700">
              <a:noFill/>
              <a:miter lim="800000"/>
            </a:ln>
          </p:spPr>
          <p:txBody>
            <a:bodyPr wrap="none" rtlCol="0" anchor="ctr">
              <a:spAutoFit/>
            </a:bodyPr>
            <a:p>
              <a:pPr algn="just" eaLnBrk="0" hangingPunct="0">
                <a:lnSpc>
                  <a:spcPct val="110000"/>
                </a:lnSpc>
              </a:pPr>
              <a:r>
                <a:rPr kumimoji="1" lang="zh-CN" altLang="en-US" sz="2800" dirty="0" smtClean="0">
                  <a:latin typeface="Calibri" panose="020F0502020204030204" charset="0"/>
                  <a:ea typeface="华文中宋" panose="02010600040101010101" pitchFamily="2" charset="-122"/>
                  <a:cs typeface="Times New Roman" panose="02020603050405020304" pitchFamily="18" charset="0"/>
                </a:rPr>
                <a:t>①</a:t>
              </a:r>
              <a:endParaRPr kumimoji="1" lang="zh-CN" altLang="en-US" sz="2800" dirty="0" smtClean="0">
                <a:latin typeface="Calibri" panose="020F0502020204030204" charset="0"/>
                <a:ea typeface="华文中宋" panose="02010600040101010101" pitchFamily="2" charset="-122"/>
                <a:cs typeface="Times New Roman" panose="02020603050405020304" pitchFamily="18" charset="0"/>
              </a:endParaRPr>
            </a:p>
            <a:p>
              <a:pPr algn="just" eaLnBrk="0" hangingPunct="0">
                <a:lnSpc>
                  <a:spcPct val="110000"/>
                </a:lnSpc>
              </a:pPr>
              <a:r>
                <a:rPr kumimoji="1" lang="zh-CN" altLang="en-US" sz="2800" dirty="0" smtClean="0">
                  <a:latin typeface="Calibri" panose="020F0502020204030204" charset="0"/>
                  <a:ea typeface="华文中宋" panose="02010600040101010101" pitchFamily="2" charset="-122"/>
                  <a:cs typeface="Times New Roman" panose="02020603050405020304" pitchFamily="18" charset="0"/>
                </a:rPr>
                <a:t>②</a:t>
              </a:r>
              <a:endParaRPr kumimoji="1" lang="zh-CN" altLang="en-US" sz="2800" dirty="0" smtClean="0">
                <a:latin typeface="Calibri" panose="020F0502020204030204" charset="0"/>
                <a:ea typeface="华文中宋" panose="02010600040101010101" pitchFamily="2" charset="-122"/>
                <a:cs typeface="Times New Roman" panose="02020603050405020304" pitchFamily="18" charset="0"/>
              </a:endParaRPr>
            </a:p>
            <a:p>
              <a:pPr algn="just" eaLnBrk="0" hangingPunct="0">
                <a:lnSpc>
                  <a:spcPct val="110000"/>
                </a:lnSpc>
              </a:pPr>
              <a:r>
                <a:rPr kumimoji="1" lang="zh-CN" altLang="en-US" sz="2800" dirty="0" smtClean="0">
                  <a:latin typeface="Calibri" panose="020F0502020204030204" charset="0"/>
                  <a:ea typeface="华文中宋" panose="02010600040101010101" pitchFamily="2" charset="-122"/>
                  <a:cs typeface="Times New Roman" panose="02020603050405020304" pitchFamily="18" charset="0"/>
                </a:rPr>
                <a:t>③</a:t>
              </a:r>
              <a:endParaRPr kumimoji="1" lang="zh-CN" altLang="en-US" sz="2800" dirty="0" smtClean="0">
                <a:latin typeface="Calibri" panose="020F0502020204030204" charset="0"/>
                <a:ea typeface="华文中宋" panose="02010600040101010101" pitchFamily="2" charset="-122"/>
                <a:cs typeface="Times New Roman" panose="02020603050405020304" pitchFamily="18" charset="0"/>
              </a:endParaRPr>
            </a:p>
          </p:txBody>
        </p:sp>
      </p:grpSp>
      <p:graphicFrame>
        <p:nvGraphicFramePr>
          <p:cNvPr id="13" name="对象 12"/>
          <p:cNvGraphicFramePr/>
          <p:nvPr/>
        </p:nvGraphicFramePr>
        <p:xfrm>
          <a:off x="1243330" y="2842895"/>
          <a:ext cx="5892165" cy="1057275"/>
        </p:xfrm>
        <a:graphic>
          <a:graphicData uri="http://schemas.openxmlformats.org/presentationml/2006/ole">
            <mc:AlternateContent xmlns:mc="http://schemas.openxmlformats.org/markup-compatibility/2006">
              <mc:Choice xmlns:v="urn:schemas-microsoft-com:vml" Requires="v">
                <p:oleObj spid="_x0000_s14" name="" r:id="rId8" imgW="1790700" imgH="431800" progId="Equation.KSEE3">
                  <p:embed/>
                </p:oleObj>
              </mc:Choice>
              <mc:Fallback>
                <p:oleObj name="" r:id="rId8" imgW="1790700" imgH="431800" progId="Equation.KSEE3">
                  <p:embed/>
                  <p:pic>
                    <p:nvPicPr>
                      <p:cNvPr id="0" name="图片 13"/>
                      <p:cNvPicPr/>
                      <p:nvPr/>
                    </p:nvPicPr>
                    <p:blipFill>
                      <a:blip r:embed="rId9"/>
                      <a:stretch>
                        <a:fillRect/>
                      </a:stretch>
                    </p:blipFill>
                    <p:spPr>
                      <a:xfrm>
                        <a:off x="1243330" y="2842895"/>
                        <a:ext cx="5892165" cy="1057275"/>
                      </a:xfrm>
                      <a:prstGeom prst="rect">
                        <a:avLst/>
                      </a:prstGeom>
                    </p:spPr>
                  </p:pic>
                </p:oleObj>
              </mc:Fallback>
            </mc:AlternateContent>
          </a:graphicData>
        </a:graphic>
      </p:graphicFrame>
      <p:sp>
        <p:nvSpPr>
          <p:cNvPr id="25" name="文本框 24"/>
          <p:cNvSpPr txBox="1"/>
          <p:nvPr/>
        </p:nvSpPr>
        <p:spPr>
          <a:xfrm>
            <a:off x="856615" y="3924300"/>
            <a:ext cx="843915" cy="678180"/>
          </a:xfrm>
          <a:prstGeom prst="rect">
            <a:avLst/>
          </a:prstGeom>
          <a:noFill/>
          <a:ln w="12700">
            <a:noFill/>
            <a:miter lim="800000"/>
          </a:ln>
        </p:spPr>
        <p:txBody>
          <a:bodyPr wrap="square" rtlCol="0" anchor="ctr">
            <a:noAutofit/>
          </a:bodyPr>
          <a:p>
            <a:pPr algn="just" eaLnBrk="0" hangingPunct="0">
              <a:lnSpc>
                <a:spcPct val="110000"/>
              </a:lnSpc>
            </a:pPr>
            <a:r>
              <a:rPr kumimoji="1" lang="en-US" altLang="zh-CN" sz="8000" dirty="0" smtClean="0">
                <a:latin typeface="Times New Roman" panose="02020603050405020304" pitchFamily="18" charset="0"/>
                <a:ea typeface="华文中宋" panose="02010600040101010101" pitchFamily="2" charset="-122"/>
                <a:cs typeface="Times New Roman" panose="02020603050405020304" pitchFamily="18" charset="0"/>
              </a:rPr>
              <a:t>=</a:t>
            </a:r>
            <a:endParaRPr kumimoji="1" lang="en-US" altLang="zh-CN" sz="8000" dirty="0" smtClean="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7" name="文本框 16"/>
          <p:cNvSpPr txBox="1"/>
          <p:nvPr/>
        </p:nvSpPr>
        <p:spPr>
          <a:xfrm>
            <a:off x="856615" y="5386705"/>
            <a:ext cx="843915" cy="678180"/>
          </a:xfrm>
          <a:prstGeom prst="rect">
            <a:avLst/>
          </a:prstGeom>
          <a:noFill/>
          <a:ln w="12700">
            <a:noFill/>
            <a:miter lim="800000"/>
          </a:ln>
        </p:spPr>
        <p:txBody>
          <a:bodyPr wrap="square" rtlCol="0" anchor="ctr">
            <a:noAutofit/>
          </a:bodyPr>
          <a:p>
            <a:pPr lvl="0" algn="just" eaLnBrk="0" hangingPunct="0">
              <a:lnSpc>
                <a:spcPct val="110000"/>
              </a:lnSpc>
              <a:buClrTx/>
              <a:buSzTx/>
              <a:buFontTx/>
            </a:pPr>
            <a:r>
              <a:rPr kumimoji="1" lang="en-US" altLang="zh-CN" sz="8000" dirty="0" smtClean="0">
                <a:latin typeface="Times New Roman" panose="02020603050405020304" pitchFamily="18" charset="0"/>
                <a:ea typeface="华文中宋" panose="02010600040101010101" pitchFamily="2" charset="-122"/>
                <a:cs typeface="Times New Roman" panose="02020603050405020304" pitchFamily="18" charset="0"/>
                <a:sym typeface="+mn-ea"/>
              </a:rPr>
              <a:t>=</a:t>
            </a:r>
            <a:endParaRPr kumimoji="1" lang="en-US" altLang="zh-CN" sz="8000" dirty="0" smtClean="0">
              <a:latin typeface="Times New Roman" panose="02020603050405020304" pitchFamily="18" charset="0"/>
              <a:ea typeface="华文中宋" panose="02010600040101010101" pitchFamily="2" charset="-122"/>
              <a:cs typeface="Times New Roman" panose="02020603050405020304" pitchFamily="18" charset="0"/>
              <a:sym typeface="+mn-ea"/>
            </a:endParaRPr>
          </a:p>
        </p:txBody>
      </p:sp>
      <p:graphicFrame>
        <p:nvGraphicFramePr>
          <p:cNvPr id="18" name="对象 17"/>
          <p:cNvGraphicFramePr/>
          <p:nvPr/>
        </p:nvGraphicFramePr>
        <p:xfrm>
          <a:off x="1560830" y="3921125"/>
          <a:ext cx="5909945" cy="1222375"/>
        </p:xfrm>
        <a:graphic>
          <a:graphicData uri="http://schemas.openxmlformats.org/presentationml/2006/ole">
            <mc:AlternateContent xmlns:mc="http://schemas.openxmlformats.org/markup-compatibility/2006">
              <mc:Choice xmlns:v="urn:schemas-microsoft-com:vml" Requires="v">
                <p:oleObj spid="_x0000_s19" name="" r:id="rId10" imgW="2005965" imgH="508000" progId="Equation.KSEE3">
                  <p:embed/>
                </p:oleObj>
              </mc:Choice>
              <mc:Fallback>
                <p:oleObj name="" r:id="rId10" imgW="2005965" imgH="508000" progId="Equation.KSEE3">
                  <p:embed/>
                  <p:pic>
                    <p:nvPicPr>
                      <p:cNvPr id="0" name="图片 18"/>
                      <p:cNvPicPr/>
                      <p:nvPr/>
                    </p:nvPicPr>
                    <p:blipFill>
                      <a:blip r:embed="rId11"/>
                      <a:stretch>
                        <a:fillRect/>
                      </a:stretch>
                    </p:blipFill>
                    <p:spPr>
                      <a:xfrm>
                        <a:off x="1560830" y="3921125"/>
                        <a:ext cx="5909945" cy="1222375"/>
                      </a:xfrm>
                      <a:prstGeom prst="rect">
                        <a:avLst/>
                      </a:prstGeom>
                    </p:spPr>
                  </p:pic>
                </p:oleObj>
              </mc:Fallback>
            </mc:AlternateContent>
          </a:graphicData>
        </a:graphic>
      </p:graphicFrame>
      <p:graphicFrame>
        <p:nvGraphicFramePr>
          <p:cNvPr id="20" name="对象 19"/>
          <p:cNvGraphicFramePr/>
          <p:nvPr/>
        </p:nvGraphicFramePr>
        <p:xfrm>
          <a:off x="1661160" y="5372100"/>
          <a:ext cx="5871210" cy="1221105"/>
        </p:xfrm>
        <a:graphic>
          <a:graphicData uri="http://schemas.openxmlformats.org/presentationml/2006/ole">
            <mc:AlternateContent xmlns:mc="http://schemas.openxmlformats.org/markup-compatibility/2006">
              <mc:Choice xmlns:v="urn:schemas-microsoft-com:vml" Requires="v">
                <p:oleObj spid="_x0000_s21" name="" r:id="rId12" imgW="2159000" imgH="508000" progId="Equation.KSEE3">
                  <p:embed/>
                </p:oleObj>
              </mc:Choice>
              <mc:Fallback>
                <p:oleObj name="" r:id="rId12" imgW="2159000" imgH="508000" progId="Equation.KSEE3">
                  <p:embed/>
                  <p:pic>
                    <p:nvPicPr>
                      <p:cNvPr id="0" name="图片 20"/>
                      <p:cNvPicPr/>
                      <p:nvPr/>
                    </p:nvPicPr>
                    <p:blipFill>
                      <a:blip r:embed="rId13"/>
                      <a:stretch>
                        <a:fillRect/>
                      </a:stretch>
                    </p:blipFill>
                    <p:spPr>
                      <a:xfrm>
                        <a:off x="1661160" y="5372100"/>
                        <a:ext cx="5871210" cy="1221105"/>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4578"/>
                                        </p:tgtEl>
                                        <p:attrNameLst>
                                          <p:attrName>style.visibility</p:attrName>
                                        </p:attrNameLst>
                                      </p:cBhvr>
                                      <p:to>
                                        <p:strVal val="visible"/>
                                      </p:to>
                                    </p:set>
                                    <p:anim calcmode="lin" valueType="num">
                                      <p:cBhvr additive="base">
                                        <p:cTn id="7" dur="500" fill="hold"/>
                                        <p:tgtEl>
                                          <p:spTgt spid="24578"/>
                                        </p:tgtEl>
                                        <p:attrNameLst>
                                          <p:attrName>ppt_x</p:attrName>
                                        </p:attrNameLst>
                                      </p:cBhvr>
                                      <p:tavLst>
                                        <p:tav tm="0">
                                          <p:val>
                                            <p:strVal val="0-#ppt_w/2"/>
                                          </p:val>
                                        </p:tav>
                                        <p:tav tm="100000">
                                          <p:val>
                                            <p:strVal val="#ppt_x"/>
                                          </p:val>
                                        </p:tav>
                                      </p:tavLst>
                                    </p:anim>
                                    <p:anim calcmode="lin" valueType="num">
                                      <p:cBhvr additive="base">
                                        <p:cTn id="8" dur="500" fill="hold"/>
                                        <p:tgtEl>
                                          <p:spTgt spid="2457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24579"/>
                                        </p:tgtEl>
                                        <p:attrNameLst>
                                          <p:attrName>style.visibility</p:attrName>
                                        </p:attrNameLst>
                                      </p:cBhvr>
                                      <p:to>
                                        <p:strVal val="visible"/>
                                      </p:to>
                                    </p:set>
                                    <p:anim calcmode="lin" valueType="num">
                                      <p:cBhvr additive="base">
                                        <p:cTn id="12" dur="500" fill="hold"/>
                                        <p:tgtEl>
                                          <p:spTgt spid="24579"/>
                                        </p:tgtEl>
                                        <p:attrNameLst>
                                          <p:attrName>ppt_x</p:attrName>
                                        </p:attrNameLst>
                                      </p:cBhvr>
                                      <p:tavLst>
                                        <p:tav tm="0">
                                          <p:val>
                                            <p:strVal val="1+#ppt_w/2"/>
                                          </p:val>
                                        </p:tav>
                                        <p:tav tm="100000">
                                          <p:val>
                                            <p:strVal val="#ppt_x"/>
                                          </p:val>
                                        </p:tav>
                                      </p:tavLst>
                                    </p:anim>
                                    <p:anim calcmode="lin" valueType="num">
                                      <p:cBhvr additive="base">
                                        <p:cTn id="13" dur="500" fill="hold"/>
                                        <p:tgtEl>
                                          <p:spTgt spid="24579"/>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3000" fill="hold">
                                          <p:stCondLst>
                                            <p:cond delay="0"/>
                                          </p:stCondLst>
                                        </p:cTn>
                                        <p:tgtEl>
                                          <p:spTgt spid="2"/>
                                        </p:tgtEl>
                                        <p:attrNameLst>
                                          <p:attrName>style.visibility</p:attrName>
                                        </p:attrNameLst>
                                      </p:cBhvr>
                                      <p:to>
                                        <p:strVal val="visible"/>
                                      </p:to>
                                    </p:set>
                                    <p:animEffect transition="in" filter="wipe(up)">
                                      <p:cBhvr>
                                        <p:cTn id="18" dur="30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3000" fill="hold">
                                          <p:stCondLst>
                                            <p:cond delay="0"/>
                                          </p:stCondLst>
                                        </p:cTn>
                                        <p:tgtEl>
                                          <p:spTgt spid="13"/>
                                        </p:tgtEl>
                                        <p:attrNameLst>
                                          <p:attrName>style.visibility</p:attrName>
                                        </p:attrNameLst>
                                      </p:cBhvr>
                                      <p:to>
                                        <p:strVal val="visible"/>
                                      </p:to>
                                    </p:set>
                                    <p:animEffect transition="in" filter="wipe(left)">
                                      <p:cBhvr>
                                        <p:cTn id="23" dur="30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5"/>
                                        </p:tgtEl>
                                        <p:attrNameLst>
                                          <p:attrName>style.visibility</p:attrName>
                                        </p:attrNameLst>
                                      </p:cBhvr>
                                      <p:to>
                                        <p:strVal val="visible"/>
                                      </p:to>
                                    </p:set>
                                  </p:childTnLst>
                                </p:cTn>
                              </p:par>
                            </p:childTnLst>
                          </p:cTn>
                        </p:par>
                        <p:par>
                          <p:cTn id="28" fill="hold">
                            <p:stCondLst>
                              <p:cond delay="0"/>
                            </p:stCondLst>
                            <p:childTnLst>
                              <p:par>
                                <p:cTn id="29" presetID="22" presetClass="entr" presetSubtype="1" fill="hold" nodeType="afterEffect">
                                  <p:stCondLst>
                                    <p:cond delay="0"/>
                                  </p:stCondLst>
                                  <p:childTnLst>
                                    <p:set>
                                      <p:cBhvr>
                                        <p:cTn id="30" dur="3000" fill="hold">
                                          <p:stCondLst>
                                            <p:cond delay="0"/>
                                          </p:stCondLst>
                                        </p:cTn>
                                        <p:tgtEl>
                                          <p:spTgt spid="18"/>
                                        </p:tgtEl>
                                        <p:attrNameLst>
                                          <p:attrName>style.visibility</p:attrName>
                                        </p:attrNameLst>
                                      </p:cBhvr>
                                      <p:to>
                                        <p:strVal val="visible"/>
                                      </p:to>
                                    </p:set>
                                    <p:animEffect transition="in" filter="wipe(up)">
                                      <p:cBhvr>
                                        <p:cTn id="31" dur="3000"/>
                                        <p:tgtEl>
                                          <p:spTgt spid="18"/>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childTnLst>
                                </p:cTn>
                              </p:par>
                            </p:childTnLst>
                          </p:cTn>
                        </p:par>
                        <p:par>
                          <p:cTn id="36" fill="hold">
                            <p:stCondLst>
                              <p:cond delay="0"/>
                            </p:stCondLst>
                            <p:childTnLst>
                              <p:par>
                                <p:cTn id="37" presetID="22" presetClass="entr" presetSubtype="1" fill="hold" nodeType="afterEffect">
                                  <p:stCondLst>
                                    <p:cond delay="0"/>
                                  </p:stCondLst>
                                  <p:childTnLst>
                                    <p:set>
                                      <p:cBhvr>
                                        <p:cTn id="38" dur="3000" fill="hold">
                                          <p:stCondLst>
                                            <p:cond delay="0"/>
                                          </p:stCondLst>
                                        </p:cTn>
                                        <p:tgtEl>
                                          <p:spTgt spid="20"/>
                                        </p:tgtEl>
                                        <p:attrNameLst>
                                          <p:attrName>style.visibility</p:attrName>
                                        </p:attrNameLst>
                                      </p:cBhvr>
                                      <p:to>
                                        <p:strVal val="visible"/>
                                      </p:to>
                                    </p:set>
                                    <p:animEffect transition="in" filter="wipe(up)">
                                      <p:cBhvr>
                                        <p:cTn id="39" dur="3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bldLvl="0" animBg="1"/>
      <p:bldP spid="24579" grpId="0"/>
      <p:bldP spid="25" grpId="0"/>
      <p:bldP spid="17"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 * 4-5 特勒根定理</a:t>
            </a:r>
            <a:endParaRPr lang="zh-CN" altLang="en-US"/>
          </a:p>
        </p:txBody>
      </p:sp>
      <p:sp>
        <p:nvSpPr>
          <p:cNvPr id="91139" name="Text Box 3"/>
          <p:cNvSpPr txBox="1"/>
          <p:nvPr/>
        </p:nvSpPr>
        <p:spPr>
          <a:xfrm>
            <a:off x="1628775" y="718820"/>
            <a:ext cx="7345363" cy="607695"/>
          </a:xfrm>
          <a:prstGeom prst="rect">
            <a:avLst/>
          </a:prstGeom>
          <a:noFill/>
          <a:ln w="9525">
            <a:noFill/>
          </a:ln>
        </p:spPr>
        <p:txBody>
          <a:bodyPr>
            <a:spAutoFit/>
          </a:bodyPr>
          <a:p>
            <a:pPr marL="571500" indent="-571500" algn="just">
              <a:lnSpc>
                <a:spcPct val="120000"/>
              </a:lnSpc>
              <a:spcBef>
                <a:spcPct val="50000"/>
              </a:spcBef>
              <a:buAutoNum type="circleNumDbPlain"/>
            </a:pP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b="0" i="1" dirty="0">
                <a:latin typeface="Times New Roman" panose="02020603050405020304" pitchFamily="18" charset="0"/>
                <a:ea typeface="宋体" panose="02010600030101010101" pitchFamily="2" charset="-122"/>
                <a:cs typeface="Times New Roman" panose="02020603050405020304" pitchFamily="18" charset="0"/>
              </a:rPr>
              <a:t>R</a:t>
            </a:r>
            <a:r>
              <a:rPr lang="en-US" altLang="zh-CN" b="0" baseline="-25000" dirty="0">
                <a:latin typeface="Times New Roman" panose="02020603050405020304" pitchFamily="18" charset="0"/>
                <a:ea typeface="宋体" panose="02010600030101010101" pitchFamily="2" charset="-122"/>
                <a:cs typeface="Times New Roman" panose="02020603050405020304" pitchFamily="18" charset="0"/>
              </a:rPr>
              <a:t>1</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a:t>
            </a:r>
            <a:r>
              <a:rPr lang="en-US" altLang="zh-CN" b="0" i="1" dirty="0">
                <a:latin typeface="Times New Roman" panose="02020603050405020304" pitchFamily="18" charset="0"/>
                <a:ea typeface="宋体" panose="02010600030101010101" pitchFamily="2" charset="-122"/>
                <a:cs typeface="Times New Roman" panose="02020603050405020304" pitchFamily="18" charset="0"/>
              </a:rPr>
              <a:t>R</a:t>
            </a:r>
            <a:r>
              <a:rPr lang="en-US" altLang="zh-CN" b="0" baseline="-25000" dirty="0">
                <a:latin typeface="Times New Roman" panose="02020603050405020304" pitchFamily="18" charset="0"/>
                <a:ea typeface="宋体" panose="02010600030101010101" pitchFamily="2" charset="-122"/>
                <a:cs typeface="Times New Roman" panose="02020603050405020304" pitchFamily="18" charset="0"/>
              </a:rPr>
              <a:t>2</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=2</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lang="en-US" altLang="zh-CN" b="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b="0" i="1" dirty="0">
                <a:latin typeface="Times New Roman" panose="02020603050405020304" pitchFamily="18" charset="0"/>
                <a:ea typeface="宋体" panose="02010600030101010101" pitchFamily="2" charset="-122"/>
                <a:cs typeface="Times New Roman" panose="02020603050405020304" pitchFamily="18" charset="0"/>
              </a:rPr>
              <a:t>U</a:t>
            </a:r>
            <a:r>
              <a:rPr lang="en-US" altLang="zh-CN" b="0" baseline="-25000" dirty="0">
                <a:latin typeface="Times New Roman" panose="02020603050405020304" pitchFamily="18" charset="0"/>
                <a:ea typeface="宋体" panose="02010600030101010101" pitchFamily="2" charset="-122"/>
                <a:cs typeface="Times New Roman" panose="02020603050405020304" pitchFamily="18" charset="0"/>
              </a:rPr>
              <a:t>S</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=8V时,</a:t>
            </a:r>
            <a:r>
              <a:rPr lang="en-US" altLang="zh-CN" b="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b="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I</a:t>
            </a:r>
            <a:r>
              <a:rPr lang="en-US" altLang="zh-CN" b="0" baseline="-250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1</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=2A,</a:t>
            </a:r>
            <a:r>
              <a:rPr lang="en-US" altLang="zh-CN" b="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b="0" i="1" dirty="0">
                <a:latin typeface="Times New Roman" panose="02020603050405020304" pitchFamily="18" charset="0"/>
                <a:ea typeface="宋体" panose="02010600030101010101" pitchFamily="2" charset="-122"/>
                <a:cs typeface="Times New Roman" panose="02020603050405020304" pitchFamily="18" charset="0"/>
              </a:rPr>
              <a:t>U</a:t>
            </a:r>
            <a:r>
              <a:rPr lang="en-US" altLang="zh-CN" b="0" baseline="-25000" dirty="0">
                <a:latin typeface="Times New Roman" panose="02020603050405020304" pitchFamily="18" charset="0"/>
                <a:ea typeface="宋体" panose="02010600030101010101" pitchFamily="2" charset="-122"/>
                <a:cs typeface="Times New Roman" panose="02020603050405020304" pitchFamily="18" charset="0"/>
              </a:rPr>
              <a:t>2</a:t>
            </a:r>
            <a:r>
              <a:rPr lang="en-US" altLang="zh-CN" b="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=2V；</a:t>
            </a:r>
            <a:endParaRPr lang="zh-CN" altLang="en-US" b="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p:txBody>
      </p:sp>
      <p:sp>
        <p:nvSpPr>
          <p:cNvPr id="91140" name="Text Box 4"/>
          <p:cNvSpPr txBox="1"/>
          <p:nvPr/>
        </p:nvSpPr>
        <p:spPr>
          <a:xfrm>
            <a:off x="529590" y="1336358"/>
            <a:ext cx="6769100" cy="607695"/>
          </a:xfrm>
          <a:prstGeom prst="rect">
            <a:avLst/>
          </a:prstGeom>
          <a:noFill/>
          <a:ln w="9525">
            <a:noFill/>
          </a:ln>
        </p:spPr>
        <p:txBody>
          <a:bodyPr>
            <a:spAutoFit/>
          </a:bodyPr>
          <a:p>
            <a:pPr marL="476250" indent="-476250" algn="just">
              <a:lnSpc>
                <a:spcPct val="120000"/>
              </a:lnSpc>
              <a:spcBef>
                <a:spcPct val="50000"/>
              </a:spcBef>
              <a:buAutoNum type="circleNumDbPlain" startAt="2"/>
            </a:pP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b="0" i="1" dirty="0">
                <a:latin typeface="Times New Roman" panose="02020603050405020304" pitchFamily="18" charset="0"/>
                <a:ea typeface="宋体" panose="02010600030101010101" pitchFamily="2" charset="-122"/>
                <a:cs typeface="Times New Roman" panose="02020603050405020304" pitchFamily="18" charset="0"/>
              </a:rPr>
              <a:t>R</a:t>
            </a:r>
            <a:r>
              <a:rPr lang="en-US" altLang="zh-CN" b="0" baseline="-25000" dirty="0">
                <a:latin typeface="Times New Roman" panose="02020603050405020304" pitchFamily="18" charset="0"/>
                <a:ea typeface="宋体" panose="02010600030101010101" pitchFamily="2" charset="-122"/>
                <a:cs typeface="Times New Roman" panose="02020603050405020304" pitchFamily="18" charset="0"/>
              </a:rPr>
              <a:t>1</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=1.4 </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a:t>
            </a:r>
            <a:r>
              <a:rPr lang="en-US" altLang="zh-CN" b="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b="0" i="1" dirty="0">
                <a:latin typeface="Times New Roman" panose="02020603050405020304" pitchFamily="18" charset="0"/>
                <a:ea typeface="宋体" panose="02010600030101010101" pitchFamily="2" charset="-122"/>
                <a:cs typeface="Times New Roman" panose="02020603050405020304" pitchFamily="18" charset="0"/>
              </a:rPr>
              <a:t>R</a:t>
            </a:r>
            <a:r>
              <a:rPr lang="en-US" altLang="zh-CN" b="0" baseline="-25000" dirty="0">
                <a:latin typeface="Times New Roman" panose="02020603050405020304" pitchFamily="18" charset="0"/>
                <a:ea typeface="宋体" panose="02010600030101010101" pitchFamily="2" charset="-122"/>
                <a:cs typeface="Times New Roman" panose="02020603050405020304" pitchFamily="18" charset="0"/>
              </a:rPr>
              <a:t>2</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=0.8</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lang="en-US" altLang="zh-CN" b="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b="0" i="1" dirty="0">
                <a:latin typeface="Times New Roman" panose="02020603050405020304" pitchFamily="18" charset="0"/>
                <a:ea typeface="宋体" panose="02010600030101010101" pitchFamily="2" charset="-122"/>
                <a:cs typeface="Times New Roman" panose="02020603050405020304" pitchFamily="18" charset="0"/>
              </a:rPr>
              <a:t>U</a:t>
            </a:r>
            <a:r>
              <a:rPr lang="en-US" altLang="zh-CN" b="0" baseline="-25000" dirty="0">
                <a:latin typeface="Times New Roman" panose="02020603050405020304" pitchFamily="18" charset="0"/>
                <a:ea typeface="宋体" panose="02010600030101010101" pitchFamily="2" charset="-122"/>
                <a:cs typeface="Times New Roman" panose="02020603050405020304" pitchFamily="18" charset="0"/>
              </a:rPr>
              <a:t>S</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=9V时,</a:t>
            </a:r>
            <a:r>
              <a:rPr lang="en-US" altLang="zh-CN" b="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b="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I</a:t>
            </a:r>
            <a:r>
              <a:rPr lang="en-US" altLang="zh-CN" b="0" baseline="-250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1</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=3A</a:t>
            </a:r>
            <a:r>
              <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endPar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endParaRPr>
          </a:p>
        </p:txBody>
      </p:sp>
      <p:sp>
        <p:nvSpPr>
          <p:cNvPr id="91141" name="Text Box 5"/>
          <p:cNvSpPr txBox="1"/>
          <p:nvPr/>
        </p:nvSpPr>
        <p:spPr>
          <a:xfrm>
            <a:off x="6785928" y="1403668"/>
            <a:ext cx="2447925" cy="521970"/>
          </a:xfrm>
          <a:prstGeom prst="rect">
            <a:avLst/>
          </a:prstGeom>
          <a:no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求此时的</a:t>
            </a:r>
            <a:r>
              <a:rPr lang="en-US" altLang="zh-CN" b="0" i="1" dirty="0">
                <a:latin typeface="Times New Roman" panose="02020603050405020304" pitchFamily="18" charset="0"/>
                <a:ea typeface="宋体" panose="02010600030101010101" pitchFamily="2" charset="-122"/>
              </a:rPr>
              <a:t>U</a:t>
            </a:r>
            <a:r>
              <a:rPr lang="en-US" altLang="zh-CN" b="0" baseline="-25000"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
        <p:nvSpPr>
          <p:cNvPr id="91143" name="Text Box 7"/>
          <p:cNvSpPr txBox="1"/>
          <p:nvPr/>
        </p:nvSpPr>
        <p:spPr>
          <a:xfrm>
            <a:off x="1116013" y="2052638"/>
            <a:ext cx="6985000" cy="1124585"/>
          </a:xfrm>
          <a:prstGeom prst="rect">
            <a:avLst/>
          </a:prstGeom>
          <a:noFill/>
          <a:ln w="9525">
            <a:noFill/>
          </a:ln>
        </p:spPr>
        <p:txBody>
          <a:bodyPr>
            <a:spAutoFit/>
          </a:bodyPr>
          <a:p>
            <a:pPr>
              <a:lnSpc>
                <a:spcPct val="120000"/>
              </a:lnSpc>
            </a:pPr>
            <a:r>
              <a:rPr kumimoji="1" lang="zh-CN" altLang="en-US" sz="2800" dirty="0" smtClean="0">
                <a:latin typeface="华文楷体" panose="02010600040101010101" pitchFamily="2" charset="-122"/>
                <a:ea typeface="华文楷体" panose="02010600040101010101" pitchFamily="2" charset="-122"/>
              </a:rPr>
              <a:t>把两种情况看成是结构相同，参数不同的两个电路，利用特勒根定理</a:t>
            </a:r>
            <a:r>
              <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rPr>
              <a:t>2</a:t>
            </a:r>
            <a:endPar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1186" name="Text Box 50"/>
          <p:cNvSpPr txBox="1"/>
          <p:nvPr/>
        </p:nvSpPr>
        <p:spPr>
          <a:xfrm>
            <a:off x="468313" y="3213735"/>
            <a:ext cx="8280400" cy="521970"/>
          </a:xfrm>
          <a:prstGeom prst="rect">
            <a:avLst/>
          </a:prstGeom>
          <a:noFill/>
          <a:ln w="9525">
            <a:noFill/>
          </a:ln>
        </p:spPr>
        <p:txBody>
          <a:bodyPr>
            <a:spAutoFit/>
          </a:bodyPr>
          <a:p>
            <a:pPr>
              <a:spcBef>
                <a:spcPct val="50000"/>
              </a:spcBef>
            </a:pPr>
            <a:r>
              <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rPr>
              <a:t>由</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①</a:t>
            </a:r>
            <a:r>
              <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rPr>
              <a:t>得：</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U</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rPr>
              <a:t>1</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=4V,    </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I</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1</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=2A,     </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U</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rPr>
              <a:t>2</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=2V,      </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I</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2</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U</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rPr>
              <a:t>2</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R</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2</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=1A</a:t>
            </a:r>
            <a:endPar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1215" name="Text Box 79"/>
          <p:cNvSpPr txBox="1"/>
          <p:nvPr/>
        </p:nvSpPr>
        <p:spPr>
          <a:xfrm>
            <a:off x="529273" y="3837305"/>
            <a:ext cx="2087562" cy="521970"/>
          </a:xfrm>
          <a:prstGeom prst="rect">
            <a:avLst/>
          </a:prstGeom>
          <a:noFill/>
          <a:ln w="9525">
            <a:noFill/>
          </a:ln>
        </p:spPr>
        <p:txBody>
          <a:bodyPr>
            <a:spAutoFit/>
          </a:bodyPr>
          <a:p>
            <a:pPr>
              <a:spcBef>
                <a:spcPct val="50000"/>
              </a:spcBef>
            </a:pPr>
            <a:r>
              <a:rPr kumimoji="1" lang="en-US" altLang="zh-CN" sz="2800" dirty="0" smtClean="0">
                <a:latin typeface="Times New Roman" panose="02020603050405020304" pitchFamily="18" charset="0"/>
                <a:ea typeface="华文楷体" panose="02010600040101010101" pitchFamily="2" charset="-122"/>
              </a:rPr>
              <a:t>由</a:t>
            </a:r>
            <a:r>
              <a:rPr kumimoji="1" lang="en-US" altLang="zh-CN" sz="2800" b="0" dirty="0" smtClean="0">
                <a:latin typeface="Times New Roman" panose="02020603050405020304" pitchFamily="18" charset="0"/>
                <a:ea typeface="华文楷体" panose="02010600040101010101" pitchFamily="2" charset="-122"/>
              </a:rPr>
              <a:t>②</a:t>
            </a:r>
            <a:r>
              <a:rPr kumimoji="1" lang="en-US" altLang="zh-CN" sz="2800" dirty="0" smtClean="0">
                <a:latin typeface="Times New Roman" panose="02020603050405020304" pitchFamily="18" charset="0"/>
                <a:ea typeface="华文楷体" panose="02010600040101010101" pitchFamily="2" charset="-122"/>
              </a:rPr>
              <a:t>得：</a:t>
            </a:r>
            <a:endParaRPr kumimoji="1" lang="en-US" altLang="zh-CN" sz="2800" b="0" dirty="0" smtClean="0">
              <a:latin typeface="Times New Roman" panose="02020603050405020304" pitchFamily="18" charset="0"/>
              <a:ea typeface="华文楷体" panose="02010600040101010101" pitchFamily="2" charset="-122"/>
            </a:endParaRPr>
          </a:p>
        </p:txBody>
      </p:sp>
      <p:sp>
        <p:nvSpPr>
          <p:cNvPr id="9" name="Text Box 22"/>
          <p:cNvSpPr txBox="1">
            <a:spLocks noChangeArrowheads="1"/>
          </p:cNvSpPr>
          <p:nvPr/>
        </p:nvSpPr>
        <p:spPr bwMode="auto">
          <a:xfrm>
            <a:off x="243840" y="728345"/>
            <a:ext cx="1218565" cy="575945"/>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例</a:t>
            </a:r>
            <a:r>
              <a:rPr kumimoji="1" lang="en-US" altLang="zh-CN" sz="3200" dirty="0">
                <a:solidFill>
                  <a:schemeClr val="bg1"/>
                </a:solidFill>
                <a:latin typeface="华文新魏" panose="02010800040101010101" pitchFamily="2" charset="-122"/>
                <a:ea typeface="华文新魏" panose="02010800040101010101" pitchFamily="2" charset="-122"/>
              </a:rPr>
              <a:t>5-1</a:t>
            </a:r>
            <a:endParaRPr kumimoji="1" lang="en-US" altLang="zh-CN" sz="3200" dirty="0">
              <a:solidFill>
                <a:schemeClr val="bg1"/>
              </a:solidFill>
              <a:latin typeface="华文新魏" panose="02010800040101010101" pitchFamily="2" charset="-122"/>
              <a:ea typeface="华文新魏" panose="02010800040101010101" pitchFamily="2" charset="-122"/>
            </a:endParaRPr>
          </a:p>
        </p:txBody>
      </p:sp>
      <p:sp>
        <p:nvSpPr>
          <p:cNvPr id="10" name="Text Box 22"/>
          <p:cNvSpPr txBox="1">
            <a:spLocks noChangeArrowheads="1"/>
          </p:cNvSpPr>
          <p:nvPr/>
        </p:nvSpPr>
        <p:spPr bwMode="auto">
          <a:xfrm>
            <a:off x="243754" y="2126768"/>
            <a:ext cx="648000" cy="576000"/>
          </a:xfrm>
          <a:prstGeom prst="rect">
            <a:avLst/>
          </a:pr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解</a:t>
            </a:r>
            <a:endParaRPr kumimoji="1" lang="zh-CN" altLang="en-US" sz="3200" dirty="0">
              <a:solidFill>
                <a:schemeClr val="bg1"/>
              </a:solidFill>
              <a:latin typeface="华文新魏" panose="02010800040101010101" pitchFamily="2" charset="-122"/>
              <a:ea typeface="华文新魏" panose="02010800040101010101" pitchFamily="2" charset="-122"/>
            </a:endParaRPr>
          </a:p>
        </p:txBody>
      </p:sp>
      <p:graphicFrame>
        <p:nvGraphicFramePr>
          <p:cNvPr id="3" name="对象 2"/>
          <p:cNvGraphicFramePr/>
          <p:nvPr/>
        </p:nvGraphicFramePr>
        <p:xfrm>
          <a:off x="473710" y="4359275"/>
          <a:ext cx="3919855" cy="2125980"/>
        </p:xfrm>
        <a:graphic>
          <a:graphicData uri="http://schemas.openxmlformats.org/presentationml/2006/ole">
            <mc:AlternateContent xmlns:mc="http://schemas.openxmlformats.org/markup-compatibility/2006">
              <mc:Choice xmlns:v="urn:schemas-microsoft-com:vml" Requires="v">
                <p:oleObj spid="_x0000_s4" name="" r:id="rId1" imgW="1612900" imgH="952500" progId="Equation.KSEE3">
                  <p:embed/>
                </p:oleObj>
              </mc:Choice>
              <mc:Fallback>
                <p:oleObj name="" r:id="rId1" imgW="1612900" imgH="952500" progId="Equation.KSEE3">
                  <p:embed/>
                  <p:pic>
                    <p:nvPicPr>
                      <p:cNvPr id="0" name="图片 3"/>
                      <p:cNvPicPr/>
                      <p:nvPr/>
                    </p:nvPicPr>
                    <p:blipFill>
                      <a:blip r:embed="rId2"/>
                      <a:stretch>
                        <a:fillRect/>
                      </a:stretch>
                    </p:blipFill>
                    <p:spPr>
                      <a:xfrm>
                        <a:off x="473710" y="4359275"/>
                        <a:ext cx="3919855" cy="2125980"/>
                      </a:xfrm>
                      <a:prstGeom prst="rect">
                        <a:avLst/>
                      </a:prstGeom>
                    </p:spPr>
                  </p:pic>
                </p:oleObj>
              </mc:Fallback>
            </mc:AlternateContent>
          </a:graphicData>
        </a:graphic>
      </p:graphicFrame>
      <p:grpSp>
        <p:nvGrpSpPr>
          <p:cNvPr id="6" name="组合 5"/>
          <p:cNvGrpSpPr/>
          <p:nvPr/>
        </p:nvGrpSpPr>
        <p:grpSpPr>
          <a:xfrm>
            <a:off x="4384675" y="4112260"/>
            <a:ext cx="4590401" cy="2150165"/>
            <a:chOff x="6520" y="5740"/>
            <a:chExt cx="7389" cy="3447"/>
          </a:xfrm>
        </p:grpSpPr>
        <p:sp>
          <p:nvSpPr>
            <p:cNvPr id="34838" name="Text Box 59"/>
            <p:cNvSpPr txBox="1"/>
            <p:nvPr/>
          </p:nvSpPr>
          <p:spPr>
            <a:xfrm>
              <a:off x="6520" y="7328"/>
              <a:ext cx="1248" cy="73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baseline="-25000" dirty="0">
                  <a:solidFill>
                    <a:schemeClr val="tx1"/>
                  </a:solidFill>
                  <a:latin typeface="Times New Roman" panose="02020603050405020304" pitchFamily="18" charset="0"/>
                  <a:ea typeface="宋体" panose="02010600030101010101" pitchFamily="2" charset="-122"/>
                </a:rPr>
                <a:t>S</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grpSp>
          <p:nvGrpSpPr>
            <p:cNvPr id="5" name="组合 4"/>
            <p:cNvGrpSpPr/>
            <p:nvPr/>
          </p:nvGrpSpPr>
          <p:grpSpPr>
            <a:xfrm>
              <a:off x="7218" y="5740"/>
              <a:ext cx="6691" cy="3447"/>
              <a:chOff x="7200" y="5740"/>
              <a:chExt cx="6691" cy="3447"/>
            </a:xfrm>
          </p:grpSpPr>
          <p:sp>
            <p:nvSpPr>
              <p:cNvPr id="34831" name="Rectangle 69"/>
              <p:cNvSpPr/>
              <p:nvPr/>
            </p:nvSpPr>
            <p:spPr bwMode="auto">
              <a:xfrm>
                <a:off x="7768" y="6645"/>
                <a:ext cx="4990" cy="2383"/>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34833" name="Text Box 54"/>
              <p:cNvSpPr txBox="1"/>
              <p:nvPr/>
            </p:nvSpPr>
            <p:spPr>
              <a:xfrm>
                <a:off x="9015" y="8233"/>
                <a:ext cx="480" cy="73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4834" name="Text Box 55"/>
              <p:cNvSpPr txBox="1"/>
              <p:nvPr/>
            </p:nvSpPr>
            <p:spPr>
              <a:xfrm>
                <a:off x="9015" y="6533"/>
                <a:ext cx="600" cy="73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4835" name="Text Box 56"/>
              <p:cNvSpPr txBox="1"/>
              <p:nvPr/>
            </p:nvSpPr>
            <p:spPr>
              <a:xfrm>
                <a:off x="8903" y="7328"/>
                <a:ext cx="1133" cy="73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baseline="-25000" dirty="0">
                    <a:solidFill>
                      <a:schemeClr val="tx1"/>
                    </a:solidFill>
                    <a:latin typeface="Times New Roman" panose="02020603050405020304" pitchFamily="18" charset="0"/>
                    <a:ea typeface="宋体" panose="02010600030101010101" pitchFamily="2" charset="-122"/>
                  </a:rPr>
                  <a:t>1</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34836" name="Text Box 57"/>
              <p:cNvSpPr txBox="1"/>
              <p:nvPr/>
            </p:nvSpPr>
            <p:spPr>
              <a:xfrm>
                <a:off x="7200" y="6533"/>
                <a:ext cx="600" cy="73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4837" name="Text Box 58"/>
              <p:cNvSpPr txBox="1"/>
              <p:nvPr/>
            </p:nvSpPr>
            <p:spPr>
              <a:xfrm>
                <a:off x="7200" y="8120"/>
                <a:ext cx="480" cy="73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4839" name="Text Box 60"/>
              <p:cNvSpPr txBox="1"/>
              <p:nvPr/>
            </p:nvSpPr>
            <p:spPr>
              <a:xfrm>
                <a:off x="8335" y="5740"/>
                <a:ext cx="960" cy="73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R</a:t>
                </a:r>
                <a:r>
                  <a:rPr lang="en-US" altLang="zh-CN" b="0" baseline="-25000" dirty="0">
                    <a:solidFill>
                      <a:schemeClr val="tx1"/>
                    </a:solidFill>
                    <a:latin typeface="Times New Roman" panose="02020603050405020304" pitchFamily="18" charset="0"/>
                    <a:ea typeface="宋体" panose="02010600030101010101" pitchFamily="2" charset="-122"/>
                  </a:rPr>
                  <a:t>1</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34840" name="Text Box 61"/>
              <p:cNvSpPr txBox="1"/>
              <p:nvPr/>
            </p:nvSpPr>
            <p:spPr>
              <a:xfrm>
                <a:off x="7540" y="5853"/>
                <a:ext cx="840" cy="73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r>
                  <a:rPr lang="en-US" altLang="zh-CN" b="0" baseline="-25000" dirty="0">
                    <a:solidFill>
                      <a:schemeClr val="tx1"/>
                    </a:solidFill>
                    <a:latin typeface="Times New Roman" panose="02020603050405020304" pitchFamily="18" charset="0"/>
                    <a:ea typeface="宋体" panose="02010600030101010101" pitchFamily="2" charset="-122"/>
                  </a:rPr>
                  <a:t>1</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34841" name="Text Box 63"/>
              <p:cNvSpPr txBox="1"/>
              <p:nvPr/>
            </p:nvSpPr>
            <p:spPr>
              <a:xfrm>
                <a:off x="11510" y="5853"/>
                <a:ext cx="840" cy="73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r>
                  <a:rPr lang="en-US" altLang="zh-CN" b="0" baseline="-25000" dirty="0">
                    <a:solidFill>
                      <a:schemeClr val="tx1"/>
                    </a:solidFill>
                    <a:latin typeface="Times New Roman" panose="02020603050405020304" pitchFamily="18" charset="0"/>
                    <a:ea typeface="宋体" panose="02010600030101010101" pitchFamily="2" charset="-122"/>
                  </a:rPr>
                  <a:t>2</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34842" name="Line 64"/>
              <p:cNvSpPr/>
              <p:nvPr/>
            </p:nvSpPr>
            <p:spPr>
              <a:xfrm>
                <a:off x="11395" y="6648"/>
                <a:ext cx="840"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34843" name="Text Box 65"/>
              <p:cNvSpPr txBox="1"/>
              <p:nvPr/>
            </p:nvSpPr>
            <p:spPr>
              <a:xfrm>
                <a:off x="12870" y="7893"/>
                <a:ext cx="480" cy="73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4844" name="Text Box 66"/>
              <p:cNvSpPr txBox="1"/>
              <p:nvPr/>
            </p:nvSpPr>
            <p:spPr>
              <a:xfrm>
                <a:off x="12758" y="6533"/>
                <a:ext cx="600" cy="73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4845" name="Text Box 67"/>
              <p:cNvSpPr txBox="1"/>
              <p:nvPr/>
            </p:nvSpPr>
            <p:spPr>
              <a:xfrm>
                <a:off x="12758" y="7100"/>
                <a:ext cx="1133" cy="73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baseline="-25000" dirty="0">
                    <a:solidFill>
                      <a:schemeClr val="tx1"/>
                    </a:solidFill>
                    <a:latin typeface="Times New Roman" panose="02020603050405020304" pitchFamily="18" charset="0"/>
                    <a:ea typeface="宋体" panose="02010600030101010101" pitchFamily="2" charset="-122"/>
                  </a:rPr>
                  <a:t>2</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34846" name="Text Box 68"/>
              <p:cNvSpPr txBox="1"/>
              <p:nvPr/>
            </p:nvSpPr>
            <p:spPr>
              <a:xfrm>
                <a:off x="11850" y="7213"/>
                <a:ext cx="960" cy="73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R</a:t>
                </a:r>
                <a:r>
                  <a:rPr lang="en-US" altLang="zh-CN" b="0" baseline="-25000" dirty="0">
                    <a:solidFill>
                      <a:schemeClr val="tx1"/>
                    </a:solidFill>
                    <a:latin typeface="Times New Roman" panose="02020603050405020304" pitchFamily="18" charset="0"/>
                    <a:ea typeface="宋体" panose="02010600030101010101" pitchFamily="2" charset="-122"/>
                  </a:rPr>
                  <a:t>2</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91206" name="Text Box 70"/>
              <p:cNvSpPr txBox="1">
                <a:spLocks noChangeArrowheads="1"/>
              </p:cNvSpPr>
              <p:nvPr/>
            </p:nvSpPr>
            <p:spPr bwMode="auto">
              <a:xfrm>
                <a:off x="9695" y="6080"/>
                <a:ext cx="1588" cy="3107"/>
              </a:xfrm>
              <a:prstGeom prst="rect">
                <a:avLst/>
              </a:prstGeom>
              <a:solidFill>
                <a:schemeClr val="tx2">
                  <a:lumMod val="20000"/>
                  <a:lumOff val="80000"/>
                </a:schemeClr>
              </a:solidFill>
              <a:ln w="9525">
                <a:noFill/>
                <a:miter lim="800000"/>
              </a:ln>
              <a:effectLst/>
            </p:spPr>
            <p:txBody>
              <a:bodyPr>
                <a:spAutoFit/>
              </a:bodyPr>
              <a:lstStyle/>
              <a:p>
                <a:pPr marR="0" algn="just" defTabSz="914400">
                  <a:buClrTx/>
                  <a:buSzTx/>
                  <a:buFontTx/>
                  <a:buNone/>
                  <a:defRPr/>
                </a:pPr>
                <a:endParaRPr kumimoji="1" lang="en-US" altLang="zh-CN" kern="1200" cap="none" spc="0" normalizeH="0" baseline="0" noProof="0">
                  <a:solidFill>
                    <a:schemeClr val="tx1"/>
                  </a:solidFill>
                  <a:latin typeface="楷体_GB2312" pitchFamily="49" charset="-122"/>
                  <a:ea typeface="楷体_GB2312" pitchFamily="49" charset="-122"/>
                  <a:cs typeface="+mn-cs"/>
                </a:endParaRPr>
              </a:p>
              <a:p>
                <a:pPr marR="0" algn="just" defTabSz="914400">
                  <a:buClrTx/>
                  <a:buSzTx/>
                  <a:buFontTx/>
                  <a:buNone/>
                  <a:defRPr/>
                </a:pPr>
                <a:r>
                  <a:rPr kumimoji="1" lang="zh-CN" altLang="en-US" kern="1200" cap="none" spc="0" normalizeH="0" baseline="0" noProof="0">
                    <a:solidFill>
                      <a:schemeClr val="tx1"/>
                    </a:solidFill>
                    <a:latin typeface="楷体_GB2312" pitchFamily="49" charset="-122"/>
                    <a:ea typeface="楷体_GB2312" pitchFamily="49" charset="-122"/>
                    <a:cs typeface="+mn-cs"/>
                  </a:rPr>
                  <a:t>无源</a:t>
                </a:r>
                <a:endParaRPr kumimoji="1" lang="zh-CN" altLang="en-US" kern="1200" cap="none" spc="0" normalizeH="0" baseline="0" noProof="0">
                  <a:solidFill>
                    <a:schemeClr val="tx1"/>
                  </a:solidFill>
                  <a:latin typeface="楷体_GB2312" pitchFamily="49" charset="-122"/>
                  <a:ea typeface="楷体_GB2312" pitchFamily="49" charset="-122"/>
                  <a:cs typeface="+mn-cs"/>
                </a:endParaRPr>
              </a:p>
              <a:p>
                <a:pPr marR="0" algn="just" defTabSz="914400">
                  <a:buClrTx/>
                  <a:buSzTx/>
                  <a:buFontTx/>
                  <a:buNone/>
                  <a:defRPr/>
                </a:pPr>
                <a:r>
                  <a:rPr kumimoji="1" lang="zh-CN" altLang="en-US" kern="1200" cap="none" spc="0" normalizeH="0" baseline="0" noProof="0">
                    <a:solidFill>
                      <a:schemeClr val="tx1"/>
                    </a:solidFill>
                    <a:latin typeface="楷体_GB2312" pitchFamily="49" charset="-122"/>
                    <a:ea typeface="楷体_GB2312" pitchFamily="49" charset="-122"/>
                    <a:cs typeface="+mn-cs"/>
                  </a:rPr>
                  <a:t>电阻</a:t>
                </a:r>
                <a:endParaRPr kumimoji="1" lang="zh-CN" altLang="en-US" kern="1200" cap="none" spc="0" normalizeH="0" baseline="0" noProof="0">
                  <a:solidFill>
                    <a:schemeClr val="tx1"/>
                  </a:solidFill>
                  <a:latin typeface="楷体_GB2312" pitchFamily="49" charset="-122"/>
                  <a:ea typeface="楷体_GB2312" pitchFamily="49" charset="-122"/>
                  <a:cs typeface="+mn-cs"/>
                </a:endParaRPr>
              </a:p>
              <a:p>
                <a:pPr marR="0" algn="just" defTabSz="914400">
                  <a:buClrTx/>
                  <a:buSzTx/>
                  <a:buFontTx/>
                  <a:buNone/>
                  <a:defRPr/>
                </a:pPr>
                <a:r>
                  <a:rPr kumimoji="1" lang="zh-CN" altLang="en-US" kern="1200" cap="none" spc="0" normalizeH="0" baseline="0" noProof="0">
                    <a:solidFill>
                      <a:schemeClr val="tx1"/>
                    </a:solidFill>
                    <a:latin typeface="楷体_GB2312" pitchFamily="49" charset="-122"/>
                    <a:ea typeface="楷体_GB2312" pitchFamily="49" charset="-122"/>
                    <a:cs typeface="+mn-cs"/>
                  </a:rPr>
                  <a:t>网络</a:t>
                </a:r>
                <a:endParaRPr kumimoji="1" lang="zh-CN" altLang="en-US" kern="1200" cap="none" spc="0" normalizeH="0" baseline="0" noProof="0">
                  <a:solidFill>
                    <a:schemeClr val="tx1"/>
                  </a:solidFill>
                  <a:latin typeface="楷体_GB2312" pitchFamily="49" charset="-122"/>
                  <a:ea typeface="楷体_GB2312" pitchFamily="49" charset="-122"/>
                  <a:cs typeface="+mn-cs"/>
                </a:endParaRPr>
              </a:p>
              <a:p>
                <a:pPr marR="0" algn="just" defTabSz="914400">
                  <a:buClrTx/>
                  <a:buSzTx/>
                  <a:buFontTx/>
                  <a:buNone/>
                  <a:defRPr/>
                </a:pPr>
                <a:r>
                  <a:rPr kumimoji="1" lang="zh-CN" altLang="en-US" kern="1200" cap="none" spc="0" normalizeH="0" baseline="0" noProof="0">
                    <a:solidFill>
                      <a:schemeClr val="tx1"/>
                    </a:solidFill>
                    <a:latin typeface="楷体_GB2312" pitchFamily="49" charset="-122"/>
                    <a:ea typeface="楷体_GB2312" pitchFamily="49" charset="-122"/>
                    <a:cs typeface="+mn-cs"/>
                  </a:rPr>
                  <a:t> </a:t>
                </a:r>
                <a:r>
                  <a:rPr kumimoji="1" lang="zh-CN" altLang="en-US" kern="1200" cap="none" spc="0" normalizeH="0" baseline="0" noProof="0">
                    <a:solidFill>
                      <a:schemeClr val="tx1"/>
                    </a:solidFill>
                    <a:latin typeface="Times New Roman" panose="02020603050405020304" pitchFamily="18" charset="0"/>
                    <a:ea typeface="宋体" panose="02010600030101010101" pitchFamily="2" charset="-122"/>
                    <a:cs typeface="+mn-cs"/>
                  </a:rPr>
                  <a:t>     </a:t>
                </a:r>
                <a:endParaRPr kumimoji="1" lang="zh-CN" altLang="en-US" kern="1200" cap="none" spc="0" normalizeH="0" baseline="0" noProof="0">
                  <a:solidFill>
                    <a:schemeClr val="tx1"/>
                  </a:solidFill>
                  <a:latin typeface="Times New Roman" panose="02020603050405020304" pitchFamily="18" charset="0"/>
                  <a:ea typeface="宋体" panose="02010600030101010101" pitchFamily="2" charset="-122"/>
                  <a:cs typeface="+mn-cs"/>
                </a:endParaRPr>
              </a:p>
            </p:txBody>
          </p:sp>
          <p:sp>
            <p:nvSpPr>
              <p:cNvPr id="34848" name="Rectangle 71"/>
              <p:cNvSpPr/>
              <p:nvPr/>
            </p:nvSpPr>
            <p:spPr bwMode="auto">
              <a:xfrm>
                <a:off x="8358" y="6488"/>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34849" name="Rectangle 72"/>
              <p:cNvSpPr/>
              <p:nvPr/>
            </p:nvSpPr>
            <p:spPr bwMode="auto">
              <a:xfrm>
                <a:off x="12589" y="7213"/>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34850" name="Line 62"/>
              <p:cNvSpPr/>
              <p:nvPr/>
            </p:nvSpPr>
            <p:spPr>
              <a:xfrm>
                <a:off x="7880" y="6648"/>
                <a:ext cx="480"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80" name="Oval 953"/>
              <p:cNvSpPr>
                <a:spLocks noChangeArrowheads="1"/>
              </p:cNvSpPr>
              <p:nvPr/>
            </p:nvSpPr>
            <p:spPr bwMode="auto">
              <a:xfrm>
                <a:off x="7312" y="7351"/>
                <a:ext cx="908" cy="908"/>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fltVal val="0"/>
                                          </p:val>
                                        </p:tav>
                                        <p:tav tm="100000">
                                          <p:val>
                                            <p:strVal val="#ppt_w"/>
                                          </p:val>
                                        </p:tav>
                                      </p:tavLst>
                                    </p:anim>
                                    <p:anim calcmode="lin" valueType="num">
                                      <p:cBhvr>
                                        <p:cTn id="8" dur="1000" fill="hold"/>
                                        <p:tgtEl>
                                          <p:spTgt spid="9"/>
                                        </p:tgtEl>
                                        <p:attrNameLst>
                                          <p:attrName>ppt_h</p:attrName>
                                        </p:attrNameLst>
                                      </p:cBhvr>
                                      <p:tavLst>
                                        <p:tav tm="0">
                                          <p:val>
                                            <p:fltVal val="0"/>
                                          </p:val>
                                        </p:tav>
                                        <p:tav tm="100000">
                                          <p:val>
                                            <p:strVal val="#ppt_h"/>
                                          </p:val>
                                        </p:tav>
                                      </p:tavLst>
                                    </p:anim>
                                    <p:anim calcmode="lin" valueType="num">
                                      <p:cBhvr>
                                        <p:cTn id="9" dur="1000" fill="hold"/>
                                        <p:tgtEl>
                                          <p:spTgt spid="9"/>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9"/>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blinds(horizontal)">
                                      <p:cBhvr>
                                        <p:cTn id="14" dur="500"/>
                                        <p:tgtEl>
                                          <p:spTgt spid="6"/>
                                        </p:tgtEl>
                                      </p:cBhvr>
                                    </p:animEffect>
                                  </p:childTnLst>
                                </p:cTn>
                              </p:par>
                            </p:childTnLst>
                          </p:cTn>
                        </p:par>
                        <p:par>
                          <p:cTn id="15" fill="hold">
                            <p:stCondLst>
                              <p:cond delay="1500"/>
                            </p:stCondLst>
                            <p:childTnLst>
                              <p:par>
                                <p:cTn id="16" presetID="22" presetClass="entr" presetSubtype="1" fill="hold" grpId="0" nodeType="afterEffect">
                                  <p:stCondLst>
                                    <p:cond delay="0"/>
                                  </p:stCondLst>
                                  <p:childTnLst>
                                    <p:set>
                                      <p:cBhvr>
                                        <p:cTn id="17" dur="1" fill="hold">
                                          <p:stCondLst>
                                            <p:cond delay="0"/>
                                          </p:stCondLst>
                                        </p:cTn>
                                        <p:tgtEl>
                                          <p:spTgt spid="91139"/>
                                        </p:tgtEl>
                                        <p:attrNameLst>
                                          <p:attrName>style.visibility</p:attrName>
                                        </p:attrNameLst>
                                      </p:cBhvr>
                                      <p:to>
                                        <p:strVal val="visible"/>
                                      </p:to>
                                    </p:set>
                                    <p:animEffect transition="in" filter="wipe(up)">
                                      <p:cBhvr>
                                        <p:cTn id="18" dur="500"/>
                                        <p:tgtEl>
                                          <p:spTgt spid="91139"/>
                                        </p:tgtEl>
                                      </p:cBhvr>
                                    </p:animEffect>
                                  </p:childTnLst>
                                </p:cTn>
                              </p:par>
                            </p:childTnLst>
                          </p:cTn>
                        </p:par>
                        <p:par>
                          <p:cTn id="19" fill="hold">
                            <p:stCondLst>
                              <p:cond delay="2000"/>
                            </p:stCondLst>
                            <p:childTnLst>
                              <p:par>
                                <p:cTn id="20" presetID="22" presetClass="entr" presetSubtype="1" fill="hold" grpId="0" nodeType="afterEffect">
                                  <p:stCondLst>
                                    <p:cond delay="1000"/>
                                  </p:stCondLst>
                                  <p:childTnLst>
                                    <p:set>
                                      <p:cBhvr>
                                        <p:cTn id="21" dur="1" fill="hold">
                                          <p:stCondLst>
                                            <p:cond delay="0"/>
                                          </p:stCondLst>
                                        </p:cTn>
                                        <p:tgtEl>
                                          <p:spTgt spid="91140"/>
                                        </p:tgtEl>
                                        <p:attrNameLst>
                                          <p:attrName>style.visibility</p:attrName>
                                        </p:attrNameLst>
                                      </p:cBhvr>
                                      <p:to>
                                        <p:strVal val="visible"/>
                                      </p:to>
                                    </p:set>
                                    <p:animEffect transition="in" filter="wipe(up)">
                                      <p:cBhvr>
                                        <p:cTn id="22" dur="500"/>
                                        <p:tgtEl>
                                          <p:spTgt spid="91140"/>
                                        </p:tgtEl>
                                      </p:cBhvr>
                                    </p:animEffect>
                                  </p:childTnLst>
                                </p:cTn>
                              </p:par>
                            </p:childTnLst>
                          </p:cTn>
                        </p:par>
                        <p:par>
                          <p:cTn id="23" fill="hold">
                            <p:stCondLst>
                              <p:cond delay="3500"/>
                            </p:stCondLst>
                            <p:childTnLst>
                              <p:par>
                                <p:cTn id="24" presetID="3" presetClass="entr" presetSubtype="10" fill="hold" grpId="0" nodeType="afterEffect">
                                  <p:stCondLst>
                                    <p:cond delay="0"/>
                                  </p:stCondLst>
                                  <p:childTnLst>
                                    <p:set>
                                      <p:cBhvr>
                                        <p:cTn id="25" dur="1" fill="hold">
                                          <p:stCondLst>
                                            <p:cond delay="0"/>
                                          </p:stCondLst>
                                        </p:cTn>
                                        <p:tgtEl>
                                          <p:spTgt spid="91141"/>
                                        </p:tgtEl>
                                        <p:attrNameLst>
                                          <p:attrName>style.visibility</p:attrName>
                                        </p:attrNameLst>
                                      </p:cBhvr>
                                      <p:to>
                                        <p:strVal val="visible"/>
                                      </p:to>
                                    </p:set>
                                    <p:animEffect transition="in" filter="blinds(horizontal)">
                                      <p:cBhvr>
                                        <p:cTn id="26" dur="500"/>
                                        <p:tgtEl>
                                          <p:spTgt spid="91141"/>
                                        </p:tgtEl>
                                      </p:cBhvr>
                                    </p:animEffect>
                                  </p:childTnLst>
                                </p:cTn>
                              </p:par>
                            </p:childTnLst>
                          </p:cTn>
                        </p:par>
                      </p:childTnLst>
                    </p:cTn>
                  </p:par>
                  <p:par>
                    <p:cTn id="27" fill="hold">
                      <p:stCondLst>
                        <p:cond delay="indefinite"/>
                      </p:stCondLst>
                      <p:childTnLst>
                        <p:par>
                          <p:cTn id="28" fill="hold">
                            <p:stCondLst>
                              <p:cond delay="0"/>
                            </p:stCondLst>
                            <p:childTnLst>
                              <p:par>
                                <p:cTn id="29" presetID="15"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p:cTn id="31" dur="1000" fill="hold"/>
                                        <p:tgtEl>
                                          <p:spTgt spid="10"/>
                                        </p:tgtEl>
                                        <p:attrNameLst>
                                          <p:attrName>ppt_w</p:attrName>
                                        </p:attrNameLst>
                                      </p:cBhvr>
                                      <p:tavLst>
                                        <p:tav tm="0">
                                          <p:val>
                                            <p:fltVal val="0"/>
                                          </p:val>
                                        </p:tav>
                                        <p:tav tm="100000">
                                          <p:val>
                                            <p:strVal val="#ppt_w"/>
                                          </p:val>
                                        </p:tav>
                                      </p:tavLst>
                                    </p:anim>
                                    <p:anim calcmode="lin" valueType="num">
                                      <p:cBhvr>
                                        <p:cTn id="32" dur="1000" fill="hold"/>
                                        <p:tgtEl>
                                          <p:spTgt spid="10"/>
                                        </p:tgtEl>
                                        <p:attrNameLst>
                                          <p:attrName>ppt_h</p:attrName>
                                        </p:attrNameLst>
                                      </p:cBhvr>
                                      <p:tavLst>
                                        <p:tav tm="0">
                                          <p:val>
                                            <p:fltVal val="0"/>
                                          </p:val>
                                        </p:tav>
                                        <p:tav tm="100000">
                                          <p:val>
                                            <p:strVal val="#ppt_h"/>
                                          </p:val>
                                        </p:tav>
                                      </p:tavLst>
                                    </p:anim>
                                    <p:anim calcmode="lin" valueType="num">
                                      <p:cBhvr>
                                        <p:cTn id="33" dur="1000" fill="hold"/>
                                        <p:tgtEl>
                                          <p:spTgt spid="10"/>
                                        </p:tgtEl>
                                        <p:attrNameLst>
                                          <p:attrName>ppt_x</p:attrName>
                                        </p:attrNameLst>
                                      </p:cBhvr>
                                      <p:tavLst>
                                        <p:tav tm="0" fmla="#ppt_x+(cos(-2*pi*(1-$))*-#ppt_x-sin(-2*pi*(1-$))*(1-#ppt_y))*(1-$)">
                                          <p:val>
                                            <p:fltVal val="0"/>
                                          </p:val>
                                        </p:tav>
                                        <p:tav tm="100000">
                                          <p:val>
                                            <p:fltVal val="1"/>
                                          </p:val>
                                        </p:tav>
                                      </p:tavLst>
                                    </p:anim>
                                    <p:anim calcmode="lin" valueType="num">
                                      <p:cBhvr>
                                        <p:cTn id="34" dur="1000" fill="hold"/>
                                        <p:tgtEl>
                                          <p:spTgt spid="1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iterate type="lt">
                                    <p:tmPct val="100000"/>
                                  </p:iterate>
                                  <p:childTnLst>
                                    <p:set>
                                      <p:cBhvr>
                                        <p:cTn id="38" dur="1" fill="hold">
                                          <p:stCondLst>
                                            <p:cond delay="0"/>
                                          </p:stCondLst>
                                        </p:cTn>
                                        <p:tgtEl>
                                          <p:spTgt spid="91143"/>
                                        </p:tgtEl>
                                        <p:attrNameLst>
                                          <p:attrName>style.visibility</p:attrName>
                                        </p:attrNameLst>
                                      </p:cBhvr>
                                      <p:to>
                                        <p:strVal val="visible"/>
                                      </p:to>
                                    </p:set>
                                    <p:animEffect transition="in" filter="wipe(left)">
                                      <p:cBhvr>
                                        <p:cTn id="39" dur="100"/>
                                        <p:tgtEl>
                                          <p:spTgt spid="91143"/>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91186"/>
                                        </p:tgtEl>
                                        <p:attrNameLst>
                                          <p:attrName>style.visibility</p:attrName>
                                        </p:attrNameLst>
                                      </p:cBhvr>
                                      <p:to>
                                        <p:strVal val="visible"/>
                                      </p:to>
                                    </p:set>
                                    <p:animEffect transition="in" filter="wipe(left)">
                                      <p:cBhvr>
                                        <p:cTn id="44" dur="3000"/>
                                        <p:tgtEl>
                                          <p:spTgt spid="91186"/>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91215"/>
                                        </p:tgtEl>
                                        <p:attrNameLst>
                                          <p:attrName>style.visibility</p:attrName>
                                        </p:attrNameLst>
                                      </p:cBhvr>
                                      <p:to>
                                        <p:strVal val="visible"/>
                                      </p:to>
                                    </p:set>
                                    <p:animEffect transition="in" filter="wipe(left)">
                                      <p:cBhvr>
                                        <p:cTn id="49" dur="3000"/>
                                        <p:tgtEl>
                                          <p:spTgt spid="91215"/>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nodeType="clickEffect">
                                  <p:stCondLst>
                                    <p:cond delay="0"/>
                                  </p:stCondLst>
                                  <p:childTnLst>
                                    <p:set>
                                      <p:cBhvr>
                                        <p:cTn id="53" dur="1" fill="hold">
                                          <p:stCondLst>
                                            <p:cond delay="0"/>
                                          </p:stCondLst>
                                        </p:cTn>
                                        <p:tgtEl>
                                          <p:spTgt spid="3"/>
                                        </p:tgtEl>
                                        <p:attrNameLst>
                                          <p:attrName>style.visibility</p:attrName>
                                        </p:attrNameLst>
                                      </p:cBhvr>
                                      <p:to>
                                        <p:strVal val="visible"/>
                                      </p:to>
                                    </p:set>
                                    <p:animEffect transition="in" filter="wipe(up)">
                                      <p:cBhvr>
                                        <p:cTn id="5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9" grpId="0"/>
      <p:bldP spid="91140" grpId="0"/>
      <p:bldP spid="91141" grpId="0"/>
      <p:bldP spid="91143" grpId="0"/>
      <p:bldP spid="91186" grpId="0"/>
      <p:bldP spid="91215" grpId="0"/>
      <p:bldP spid="10" grpId="0" animBg="1"/>
      <p:bldP spid="9" grpId="0" bldLvl="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 * 4-5 特勒根定理</a:t>
            </a:r>
            <a:endParaRPr lang="zh-CN" altLang="en-US"/>
          </a:p>
        </p:txBody>
      </p:sp>
      <p:grpSp>
        <p:nvGrpSpPr>
          <p:cNvPr id="6" name="Group 137"/>
          <p:cNvGrpSpPr/>
          <p:nvPr/>
        </p:nvGrpSpPr>
        <p:grpSpPr>
          <a:xfrm>
            <a:off x="3276600" y="2909888"/>
            <a:ext cx="1293813" cy="1382712"/>
            <a:chOff x="2064" y="1833"/>
            <a:chExt cx="815" cy="871"/>
          </a:xfrm>
        </p:grpSpPr>
        <p:sp>
          <p:nvSpPr>
            <p:cNvPr id="35855" name="Line 46"/>
            <p:cNvSpPr/>
            <p:nvPr/>
          </p:nvSpPr>
          <p:spPr>
            <a:xfrm flipV="1">
              <a:off x="2064" y="2024"/>
              <a:ext cx="498" cy="680"/>
            </a:xfrm>
            <a:prstGeom prst="line">
              <a:avLst/>
            </a:prstGeom>
            <a:ln w="57150" cap="flat" cmpd="sng">
              <a:solidFill>
                <a:srgbClr val="FF3300"/>
              </a:solidFill>
              <a:prstDash val="solid"/>
              <a:headEnd type="none" w="med" len="med"/>
              <a:tailEnd type="triangle" w="med" len="med"/>
            </a:ln>
          </p:spPr>
        </p:sp>
        <p:sp>
          <p:nvSpPr>
            <p:cNvPr id="35856" name="Text Box 135"/>
            <p:cNvSpPr txBox="1"/>
            <p:nvPr/>
          </p:nvSpPr>
          <p:spPr>
            <a:xfrm>
              <a:off x="2562" y="1833"/>
              <a:ext cx="317" cy="327"/>
            </a:xfrm>
            <a:prstGeom prst="rect">
              <a:avLst/>
            </a:prstGeom>
            <a:noFill/>
            <a:ln w="9525">
              <a:noFill/>
            </a:ln>
          </p:spPr>
          <p:txBody>
            <a:bodyPr>
              <a:spAutoFit/>
            </a:bodyPr>
            <a:p>
              <a:pPr>
                <a:spcBef>
                  <a:spcPct val="50000"/>
                </a:spcBef>
              </a:pPr>
              <a:r>
                <a:rPr lang="en-US" altLang="zh-CN" dirty="0">
                  <a:solidFill>
                    <a:srgbClr val="FF0000"/>
                  </a:solidFill>
                  <a:latin typeface="Arial" panose="020B0604020202020204" pitchFamily="34" charset="0"/>
                </a:rPr>
                <a:t>0</a:t>
              </a:r>
              <a:endParaRPr lang="en-US" altLang="zh-CN" dirty="0">
                <a:solidFill>
                  <a:srgbClr val="FF0000"/>
                </a:solidFill>
                <a:latin typeface="Arial" panose="020B0604020202020204" pitchFamily="34" charset="0"/>
              </a:endParaRPr>
            </a:p>
          </p:txBody>
        </p:sp>
      </p:grpSp>
      <p:grpSp>
        <p:nvGrpSpPr>
          <p:cNvPr id="7" name="Group 138"/>
          <p:cNvGrpSpPr/>
          <p:nvPr/>
        </p:nvGrpSpPr>
        <p:grpSpPr>
          <a:xfrm>
            <a:off x="7380288" y="2852738"/>
            <a:ext cx="1295400" cy="1482725"/>
            <a:chOff x="4649" y="1797"/>
            <a:chExt cx="816" cy="934"/>
          </a:xfrm>
        </p:grpSpPr>
        <p:sp>
          <p:nvSpPr>
            <p:cNvPr id="35853" name="Line 47"/>
            <p:cNvSpPr/>
            <p:nvPr/>
          </p:nvSpPr>
          <p:spPr>
            <a:xfrm flipV="1">
              <a:off x="4649" y="2024"/>
              <a:ext cx="499" cy="707"/>
            </a:xfrm>
            <a:prstGeom prst="line">
              <a:avLst/>
            </a:prstGeom>
            <a:ln w="57150" cap="flat" cmpd="sng">
              <a:solidFill>
                <a:srgbClr val="FF0000"/>
              </a:solidFill>
              <a:prstDash val="solid"/>
              <a:headEnd type="none" w="med" len="med"/>
              <a:tailEnd type="triangle" w="med" len="med"/>
            </a:ln>
          </p:spPr>
        </p:sp>
        <p:sp>
          <p:nvSpPr>
            <p:cNvPr id="35854" name="Text Box 136"/>
            <p:cNvSpPr txBox="1"/>
            <p:nvPr/>
          </p:nvSpPr>
          <p:spPr>
            <a:xfrm>
              <a:off x="5148" y="1797"/>
              <a:ext cx="317" cy="327"/>
            </a:xfrm>
            <a:prstGeom prst="rect">
              <a:avLst/>
            </a:prstGeom>
            <a:noFill/>
            <a:ln w="9525">
              <a:noFill/>
            </a:ln>
          </p:spPr>
          <p:txBody>
            <a:bodyPr>
              <a:spAutoFit/>
            </a:bodyPr>
            <a:p>
              <a:pPr>
                <a:spcBef>
                  <a:spcPct val="50000"/>
                </a:spcBef>
              </a:pPr>
              <a:r>
                <a:rPr lang="en-US" altLang="zh-CN" dirty="0">
                  <a:solidFill>
                    <a:srgbClr val="FF0000"/>
                  </a:solidFill>
                  <a:latin typeface="Arial" panose="020B0604020202020204" pitchFamily="34" charset="0"/>
                </a:rPr>
                <a:t>0</a:t>
              </a:r>
              <a:endParaRPr lang="en-US" altLang="zh-CN" dirty="0">
                <a:solidFill>
                  <a:srgbClr val="FF0000"/>
                </a:solidFill>
                <a:latin typeface="Arial" panose="020B0604020202020204" pitchFamily="34" charset="0"/>
              </a:endParaRPr>
            </a:p>
          </p:txBody>
        </p:sp>
      </p:grpSp>
      <p:graphicFrame>
        <p:nvGraphicFramePr>
          <p:cNvPr id="9" name="对象 8"/>
          <p:cNvGraphicFramePr/>
          <p:nvPr/>
        </p:nvGraphicFramePr>
        <p:xfrm>
          <a:off x="571500" y="3628390"/>
          <a:ext cx="7781925" cy="1447800"/>
        </p:xfrm>
        <a:graphic>
          <a:graphicData uri="http://schemas.openxmlformats.org/presentationml/2006/ole">
            <mc:AlternateContent xmlns:mc="http://schemas.openxmlformats.org/markup-compatibility/2006">
              <mc:Choice xmlns:v="urn:schemas-microsoft-com:vml" Requires="v">
                <p:oleObj spid="_x0000_s10" name="" r:id="rId1" imgW="3517265" imgH="673100" progId="Equation.KSEE3">
                  <p:embed/>
                </p:oleObj>
              </mc:Choice>
              <mc:Fallback>
                <p:oleObj name="" r:id="rId1" imgW="3517265" imgH="673100" progId="Equation.KSEE3">
                  <p:embed/>
                  <p:pic>
                    <p:nvPicPr>
                      <p:cNvPr id="0" name="图片 9"/>
                      <p:cNvPicPr/>
                      <p:nvPr/>
                    </p:nvPicPr>
                    <p:blipFill>
                      <a:blip r:embed="rId2"/>
                      <a:stretch>
                        <a:fillRect/>
                      </a:stretch>
                    </p:blipFill>
                    <p:spPr>
                      <a:xfrm>
                        <a:off x="571500" y="3628390"/>
                        <a:ext cx="7781925" cy="1447800"/>
                      </a:xfrm>
                      <a:prstGeom prst="rect">
                        <a:avLst/>
                      </a:prstGeom>
                    </p:spPr>
                  </p:pic>
                </p:oleObj>
              </mc:Fallback>
            </mc:AlternateContent>
          </a:graphicData>
        </a:graphic>
      </p:graphicFrame>
      <p:graphicFrame>
        <p:nvGraphicFramePr>
          <p:cNvPr id="11" name="对象 10"/>
          <p:cNvGraphicFramePr/>
          <p:nvPr/>
        </p:nvGraphicFramePr>
        <p:xfrm>
          <a:off x="497840" y="5106670"/>
          <a:ext cx="6787515" cy="687705"/>
        </p:xfrm>
        <a:graphic>
          <a:graphicData uri="http://schemas.openxmlformats.org/presentationml/2006/ole">
            <mc:AlternateContent xmlns:mc="http://schemas.openxmlformats.org/markup-compatibility/2006">
              <mc:Choice xmlns:v="urn:schemas-microsoft-com:vml" Requires="v">
                <p:oleObj spid="_x0000_s12" name="" r:id="rId3" imgW="2362200" imgH="279400" progId="Equation.KSEE3">
                  <p:embed/>
                </p:oleObj>
              </mc:Choice>
              <mc:Fallback>
                <p:oleObj name="" r:id="rId3" imgW="2362200" imgH="279400" progId="Equation.KSEE3">
                  <p:embed/>
                  <p:pic>
                    <p:nvPicPr>
                      <p:cNvPr id="0" name="图片 11"/>
                      <p:cNvPicPr/>
                      <p:nvPr/>
                    </p:nvPicPr>
                    <p:blipFill>
                      <a:blip r:embed="rId4"/>
                      <a:stretch>
                        <a:fillRect/>
                      </a:stretch>
                    </p:blipFill>
                    <p:spPr>
                      <a:xfrm>
                        <a:off x="497840" y="5106670"/>
                        <a:ext cx="6787515" cy="687705"/>
                      </a:xfrm>
                      <a:prstGeom prst="rect">
                        <a:avLst/>
                      </a:prstGeom>
                    </p:spPr>
                  </p:pic>
                </p:oleObj>
              </mc:Fallback>
            </mc:AlternateContent>
          </a:graphicData>
        </a:graphic>
      </p:graphicFrame>
      <p:grpSp>
        <p:nvGrpSpPr>
          <p:cNvPr id="20" name="组合 19"/>
          <p:cNvGrpSpPr/>
          <p:nvPr/>
        </p:nvGrpSpPr>
        <p:grpSpPr>
          <a:xfrm>
            <a:off x="4610735" y="548005"/>
            <a:ext cx="3863975" cy="2517775"/>
            <a:chOff x="7234" y="863"/>
            <a:chExt cx="6085" cy="3965"/>
          </a:xfrm>
        </p:grpSpPr>
        <p:graphicFrame>
          <p:nvGraphicFramePr>
            <p:cNvPr id="3" name="对象 2"/>
            <p:cNvGraphicFramePr/>
            <p:nvPr/>
          </p:nvGraphicFramePr>
          <p:xfrm>
            <a:off x="11283" y="863"/>
            <a:ext cx="2036" cy="1047"/>
          </p:xfrm>
          <a:graphic>
            <a:graphicData uri="http://schemas.openxmlformats.org/presentationml/2006/ole">
              <mc:AlternateContent xmlns:mc="http://schemas.openxmlformats.org/markup-compatibility/2006">
                <mc:Choice xmlns:v="urn:schemas-microsoft-com:vml" Requires="v">
                  <p:oleObj spid="_x0000_s4" name="" r:id="rId5" imgW="558800" imgH="304800" progId="Equation.KSEE3">
                    <p:embed/>
                  </p:oleObj>
                </mc:Choice>
                <mc:Fallback>
                  <p:oleObj name="" r:id="rId5" imgW="558800" imgH="304800" progId="Equation.KSEE3">
                    <p:embed/>
                    <p:pic>
                      <p:nvPicPr>
                        <p:cNvPr id="0" name="图片 3"/>
                        <p:cNvPicPr/>
                        <p:nvPr/>
                      </p:nvPicPr>
                      <p:blipFill>
                        <a:blip r:embed="rId6"/>
                        <a:stretch>
                          <a:fillRect/>
                        </a:stretch>
                      </p:blipFill>
                      <p:spPr>
                        <a:xfrm>
                          <a:off x="11283" y="863"/>
                          <a:ext cx="2036" cy="1047"/>
                        </a:xfrm>
                        <a:prstGeom prst="rect">
                          <a:avLst/>
                        </a:prstGeom>
                      </p:spPr>
                    </p:pic>
                  </p:oleObj>
                </mc:Fallback>
              </mc:AlternateContent>
            </a:graphicData>
          </a:graphic>
        </p:graphicFrame>
        <p:grpSp>
          <p:nvGrpSpPr>
            <p:cNvPr id="19" name="组合 18"/>
            <p:cNvGrpSpPr/>
            <p:nvPr/>
          </p:nvGrpSpPr>
          <p:grpSpPr>
            <a:xfrm>
              <a:off x="7234" y="1093"/>
              <a:ext cx="5628" cy="3735"/>
              <a:chOff x="7198" y="1093"/>
              <a:chExt cx="5628" cy="3735"/>
            </a:xfrm>
          </p:grpSpPr>
          <p:sp>
            <p:nvSpPr>
              <p:cNvPr id="35859" name="Rectangle 119"/>
              <p:cNvSpPr/>
              <p:nvPr/>
            </p:nvSpPr>
            <p:spPr bwMode="auto">
              <a:xfrm>
                <a:off x="7653" y="1885"/>
                <a:ext cx="4990" cy="2383"/>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35860" name="Text Box 108"/>
              <p:cNvSpPr txBox="1"/>
              <p:nvPr/>
            </p:nvSpPr>
            <p:spPr>
              <a:xfrm>
                <a:off x="8900" y="3473"/>
                <a:ext cx="48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5861" name="Text Box 109"/>
              <p:cNvSpPr txBox="1"/>
              <p:nvPr/>
            </p:nvSpPr>
            <p:spPr>
              <a:xfrm>
                <a:off x="8900" y="1773"/>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5862" name="Text Box 110"/>
              <p:cNvSpPr txBox="1"/>
              <p:nvPr/>
            </p:nvSpPr>
            <p:spPr>
              <a:xfrm>
                <a:off x="8335" y="2568"/>
                <a:ext cx="147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4.8V</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35863" name="Text Box 111"/>
              <p:cNvSpPr txBox="1"/>
              <p:nvPr/>
            </p:nvSpPr>
            <p:spPr>
              <a:xfrm>
                <a:off x="7653" y="1773"/>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5864" name="Text Box 112"/>
              <p:cNvSpPr txBox="1"/>
              <p:nvPr/>
            </p:nvSpPr>
            <p:spPr>
              <a:xfrm>
                <a:off x="7653" y="3360"/>
                <a:ext cx="48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5865" name="Line 115"/>
              <p:cNvSpPr/>
              <p:nvPr/>
            </p:nvSpPr>
            <p:spPr>
              <a:xfrm>
                <a:off x="11283" y="1885"/>
                <a:ext cx="840"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35866" name="Text Box 116"/>
              <p:cNvSpPr txBox="1"/>
              <p:nvPr/>
            </p:nvSpPr>
            <p:spPr>
              <a:xfrm>
                <a:off x="11848" y="3360"/>
                <a:ext cx="48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5867" name="Text Box 117"/>
              <p:cNvSpPr txBox="1"/>
              <p:nvPr/>
            </p:nvSpPr>
            <p:spPr>
              <a:xfrm>
                <a:off x="11960" y="1888"/>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3672" name="Text Box 120"/>
              <p:cNvSpPr txBox="1">
                <a:spLocks noChangeArrowheads="1"/>
              </p:cNvSpPr>
              <p:nvPr/>
            </p:nvSpPr>
            <p:spPr bwMode="auto">
              <a:xfrm>
                <a:off x="9580" y="1320"/>
                <a:ext cx="1588" cy="3508"/>
              </a:xfrm>
              <a:prstGeom prst="rect">
                <a:avLst/>
              </a:prstGeom>
              <a:solidFill>
                <a:schemeClr val="tx2">
                  <a:lumMod val="20000"/>
                  <a:lumOff val="80000"/>
                </a:schemeClr>
              </a:solidFill>
              <a:ln w="9525">
                <a:noFill/>
                <a:miter lim="800000"/>
              </a:ln>
              <a:effectLst/>
            </p:spPr>
            <p:txBody>
              <a:bodyPr>
                <a:spAutoFit/>
              </a:bodyPr>
              <a:lstStyle/>
              <a:p>
                <a:pPr marR="0" algn="just" defTabSz="914400">
                  <a:buClrTx/>
                  <a:buSzTx/>
                  <a:buFontTx/>
                  <a:buNone/>
                  <a:defRPr/>
                </a:pPr>
                <a:endParaRPr kumimoji="1" lang="en-US" altLang="zh-CN" kern="1200" cap="none" spc="0" normalizeH="0" baseline="0" noProof="0">
                  <a:solidFill>
                    <a:schemeClr val="bg1"/>
                  </a:solidFill>
                  <a:latin typeface="楷体_GB2312" pitchFamily="49" charset="-122"/>
                  <a:ea typeface="楷体_GB2312" pitchFamily="49" charset="-122"/>
                  <a:cs typeface="+mn-cs"/>
                </a:endParaRPr>
              </a:p>
              <a:p>
                <a:pPr marR="0" algn="just" defTabSz="914400">
                  <a:buClrTx/>
                  <a:buSzTx/>
                  <a:buFontTx/>
                  <a:buNone/>
                  <a:defRPr/>
                </a:pPr>
                <a:r>
                  <a:rPr kumimoji="1" lang="zh-CN" altLang="en-US" kern="1200" cap="none" spc="0" normalizeH="0" baseline="0" noProof="0">
                    <a:solidFill>
                      <a:schemeClr val="tx1"/>
                    </a:solidFill>
                    <a:latin typeface="楷体_GB2312" pitchFamily="49" charset="-122"/>
                    <a:ea typeface="楷体_GB2312" pitchFamily="49" charset="-122"/>
                    <a:cs typeface="+mn-cs"/>
                  </a:rPr>
                  <a:t>无源</a:t>
                </a:r>
                <a:endParaRPr kumimoji="1" lang="zh-CN" altLang="en-US" kern="1200" cap="none" spc="0" normalizeH="0" baseline="0" noProof="0">
                  <a:solidFill>
                    <a:schemeClr val="tx1"/>
                  </a:solidFill>
                  <a:latin typeface="楷体_GB2312" pitchFamily="49" charset="-122"/>
                  <a:ea typeface="楷体_GB2312" pitchFamily="49" charset="-122"/>
                  <a:cs typeface="+mn-cs"/>
                </a:endParaRPr>
              </a:p>
              <a:p>
                <a:pPr marR="0" algn="just" defTabSz="914400">
                  <a:buClrTx/>
                  <a:buSzTx/>
                  <a:buFontTx/>
                  <a:buNone/>
                  <a:defRPr/>
                </a:pPr>
                <a:r>
                  <a:rPr kumimoji="1" lang="zh-CN" altLang="en-US" kern="1200" cap="none" spc="0" normalizeH="0" baseline="0" noProof="0">
                    <a:solidFill>
                      <a:schemeClr val="tx1"/>
                    </a:solidFill>
                    <a:latin typeface="楷体_GB2312" pitchFamily="49" charset="-122"/>
                    <a:ea typeface="楷体_GB2312" pitchFamily="49" charset="-122"/>
                    <a:cs typeface="+mn-cs"/>
                  </a:rPr>
                  <a:t>电阻</a:t>
                </a:r>
                <a:endParaRPr kumimoji="1" lang="zh-CN" altLang="en-US" kern="1200" cap="none" spc="0" normalizeH="0" baseline="0" noProof="0">
                  <a:solidFill>
                    <a:schemeClr val="tx1"/>
                  </a:solidFill>
                  <a:latin typeface="楷体_GB2312" pitchFamily="49" charset="-122"/>
                  <a:ea typeface="楷体_GB2312" pitchFamily="49" charset="-122"/>
                  <a:cs typeface="+mn-cs"/>
                </a:endParaRPr>
              </a:p>
              <a:p>
                <a:pPr marR="0" algn="just" defTabSz="914400">
                  <a:buClrTx/>
                  <a:buSzTx/>
                  <a:buFontTx/>
                  <a:buNone/>
                  <a:defRPr/>
                </a:pPr>
                <a:r>
                  <a:rPr kumimoji="1" lang="zh-CN" altLang="en-US" kern="1200" cap="none" spc="0" normalizeH="0" baseline="0" noProof="0">
                    <a:solidFill>
                      <a:schemeClr val="tx1"/>
                    </a:solidFill>
                    <a:latin typeface="楷体_GB2312" pitchFamily="49" charset="-122"/>
                    <a:ea typeface="楷体_GB2312" pitchFamily="49" charset="-122"/>
                    <a:cs typeface="+mn-cs"/>
                  </a:rPr>
                  <a:t>网络</a:t>
                </a:r>
                <a:endParaRPr kumimoji="1" lang="zh-CN" altLang="en-US" kern="1200" cap="none" spc="0" normalizeH="0" baseline="0" noProof="0">
                  <a:solidFill>
                    <a:schemeClr val="tx1"/>
                  </a:solidFill>
                  <a:latin typeface="楷体_GB2312" pitchFamily="49" charset="-122"/>
                  <a:ea typeface="楷体_GB2312" pitchFamily="49" charset="-122"/>
                  <a:cs typeface="+mn-cs"/>
                </a:endParaRPr>
              </a:p>
              <a:p>
                <a:pPr marR="0" algn="just" defTabSz="914400">
                  <a:buClrTx/>
                  <a:buSzTx/>
                  <a:buFontTx/>
                  <a:buNone/>
                  <a:defRPr/>
                </a:pPr>
                <a:r>
                  <a:rPr kumimoji="1" lang="zh-CN" altLang="en-US" kern="1200" cap="none" spc="0" normalizeH="0" baseline="0" noProof="0">
                    <a:solidFill>
                      <a:schemeClr val="tx1"/>
                    </a:solidFill>
                    <a:latin typeface="楷体_GB2312" pitchFamily="49" charset="-122"/>
                    <a:ea typeface="楷体_GB2312" pitchFamily="49" charset="-122"/>
                    <a:cs typeface="+mn-cs"/>
                  </a:rPr>
                  <a:t> </a:t>
                </a:r>
                <a:r>
                  <a:rPr kumimoji="1" lang="zh-CN" altLang="en-US" kern="1200" cap="none" spc="0" normalizeH="0" baseline="0" noProof="0">
                    <a:solidFill>
                      <a:schemeClr val="tx1"/>
                    </a:solidFill>
                    <a:latin typeface="Times New Roman" panose="02020603050405020304" pitchFamily="18" charset="0"/>
                    <a:ea typeface="宋体" panose="02010600030101010101" pitchFamily="2" charset="-122"/>
                    <a:cs typeface="+mn-cs"/>
                  </a:rPr>
                  <a:t>     </a:t>
                </a:r>
                <a:endParaRPr kumimoji="1" lang="zh-CN" altLang="en-US" kern="1200" cap="none" spc="0" normalizeH="0" baseline="0" noProof="0">
                  <a:solidFill>
                    <a:schemeClr val="tx1"/>
                  </a:solidFill>
                  <a:latin typeface="Times New Roman" panose="02020603050405020304" pitchFamily="18" charset="0"/>
                  <a:ea typeface="宋体" panose="02010600030101010101" pitchFamily="2" charset="-122"/>
                  <a:cs typeface="+mn-cs"/>
                </a:endParaRPr>
              </a:p>
            </p:txBody>
          </p:sp>
          <p:sp>
            <p:nvSpPr>
              <p:cNvPr id="35869" name="Rectangle 121"/>
              <p:cNvSpPr/>
              <p:nvPr/>
            </p:nvSpPr>
            <p:spPr bwMode="auto">
              <a:xfrm>
                <a:off x="8265" y="1694"/>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35870" name="Rectangle 122"/>
              <p:cNvSpPr/>
              <p:nvPr/>
            </p:nvSpPr>
            <p:spPr bwMode="auto">
              <a:xfrm>
                <a:off x="12508" y="2453"/>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35871" name="Text Box 123"/>
              <p:cNvSpPr txBox="1"/>
              <p:nvPr/>
            </p:nvSpPr>
            <p:spPr>
              <a:xfrm>
                <a:off x="7425" y="1093"/>
                <a:ext cx="1248"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3A</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35888" name="Line 113"/>
              <p:cNvSpPr/>
              <p:nvPr/>
            </p:nvSpPr>
            <p:spPr>
              <a:xfrm>
                <a:off x="7683" y="1885"/>
                <a:ext cx="538"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aphicFrame>
            <p:nvGraphicFramePr>
              <p:cNvPr id="5" name="对象 4"/>
              <p:cNvGraphicFramePr/>
              <p:nvPr/>
            </p:nvGraphicFramePr>
            <p:xfrm>
              <a:off x="11660" y="2453"/>
              <a:ext cx="778" cy="1023"/>
            </p:xfrm>
            <a:graphic>
              <a:graphicData uri="http://schemas.openxmlformats.org/presentationml/2006/ole">
                <mc:AlternateContent xmlns:mc="http://schemas.openxmlformats.org/markup-compatibility/2006">
                  <mc:Choice xmlns:v="urn:schemas-microsoft-com:vml" Requires="v">
                    <p:oleObj spid="_x0000_s8" name="" r:id="rId7" imgW="215900" imgH="279400" progId="Equation.KSEE3">
                      <p:embed/>
                    </p:oleObj>
                  </mc:Choice>
                  <mc:Fallback>
                    <p:oleObj name="" r:id="rId7" imgW="215900" imgH="279400" progId="Equation.KSEE3">
                      <p:embed/>
                      <p:pic>
                        <p:nvPicPr>
                          <p:cNvPr id="0" name="图片 7"/>
                          <p:cNvPicPr/>
                          <p:nvPr/>
                        </p:nvPicPr>
                        <p:blipFill>
                          <a:blip r:embed="rId8"/>
                          <a:stretch>
                            <a:fillRect/>
                          </a:stretch>
                        </p:blipFill>
                        <p:spPr>
                          <a:xfrm>
                            <a:off x="11660" y="2453"/>
                            <a:ext cx="778" cy="1023"/>
                          </a:xfrm>
                          <a:prstGeom prst="rect">
                            <a:avLst/>
                          </a:prstGeom>
                        </p:spPr>
                      </p:pic>
                    </p:oleObj>
                  </mc:Fallback>
                </mc:AlternateContent>
              </a:graphicData>
            </a:graphic>
          </p:graphicFrame>
          <p:grpSp>
            <p:nvGrpSpPr>
              <p:cNvPr id="79" name="组合 78"/>
              <p:cNvGrpSpPr/>
              <p:nvPr/>
            </p:nvGrpSpPr>
            <p:grpSpPr>
              <a:xfrm>
                <a:off x="7198" y="2591"/>
                <a:ext cx="908" cy="908"/>
                <a:chOff x="505193" y="3720552"/>
                <a:chExt cx="432197" cy="432197"/>
              </a:xfrm>
              <a:solidFill>
                <a:schemeClr val="accent6">
                  <a:lumMod val="40000"/>
                  <a:lumOff val="60000"/>
                </a:schemeClr>
              </a:solidFill>
            </p:grpSpPr>
            <p:sp>
              <p:nvSpPr>
                <p:cNvPr id="80"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81" name="直接连接符 80"/>
                <p:cNvCxnSpPr>
                  <a:stCxn id="80" idx="0"/>
                  <a:endCxn id="80"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8" name="组合 17"/>
          <p:cNvGrpSpPr/>
          <p:nvPr/>
        </p:nvGrpSpPr>
        <p:grpSpPr>
          <a:xfrm>
            <a:off x="714375" y="692150"/>
            <a:ext cx="3556000" cy="2372360"/>
            <a:chOff x="1188" y="1090"/>
            <a:chExt cx="5600" cy="3736"/>
          </a:xfrm>
        </p:grpSpPr>
        <p:sp>
          <p:nvSpPr>
            <p:cNvPr id="35872" name="Rectangle 78"/>
            <p:cNvSpPr/>
            <p:nvPr/>
          </p:nvSpPr>
          <p:spPr bwMode="auto">
            <a:xfrm>
              <a:off x="1643" y="1883"/>
              <a:ext cx="4990" cy="2383"/>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35873" name="Text Box 63"/>
            <p:cNvSpPr txBox="1"/>
            <p:nvPr/>
          </p:nvSpPr>
          <p:spPr>
            <a:xfrm>
              <a:off x="2890" y="3470"/>
              <a:ext cx="48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5874" name="Text Box 64"/>
            <p:cNvSpPr txBox="1"/>
            <p:nvPr/>
          </p:nvSpPr>
          <p:spPr>
            <a:xfrm>
              <a:off x="2890" y="1770"/>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5875" name="Text Box 65"/>
            <p:cNvSpPr txBox="1"/>
            <p:nvPr/>
          </p:nvSpPr>
          <p:spPr>
            <a:xfrm>
              <a:off x="2550" y="2565"/>
              <a:ext cx="1133"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4V</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35876" name="Text Box 66"/>
            <p:cNvSpPr txBox="1"/>
            <p:nvPr/>
          </p:nvSpPr>
          <p:spPr>
            <a:xfrm>
              <a:off x="1643" y="1770"/>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5877" name="Text Box 67"/>
            <p:cNvSpPr txBox="1"/>
            <p:nvPr/>
          </p:nvSpPr>
          <p:spPr>
            <a:xfrm>
              <a:off x="1643" y="3358"/>
              <a:ext cx="48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5878" name="Text Box 72"/>
            <p:cNvSpPr txBox="1"/>
            <p:nvPr/>
          </p:nvSpPr>
          <p:spPr>
            <a:xfrm>
              <a:off x="5270" y="1090"/>
              <a:ext cx="1248"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1A</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35879" name="Line 73"/>
            <p:cNvSpPr/>
            <p:nvPr/>
          </p:nvSpPr>
          <p:spPr>
            <a:xfrm>
              <a:off x="5385" y="1885"/>
              <a:ext cx="840"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35880" name="Text Box 74"/>
            <p:cNvSpPr txBox="1"/>
            <p:nvPr/>
          </p:nvSpPr>
          <p:spPr>
            <a:xfrm>
              <a:off x="5838" y="3358"/>
              <a:ext cx="48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5881" name="Text Box 75"/>
            <p:cNvSpPr txBox="1"/>
            <p:nvPr/>
          </p:nvSpPr>
          <p:spPr>
            <a:xfrm>
              <a:off x="5950" y="1885"/>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5882" name="Text Box 76"/>
            <p:cNvSpPr txBox="1"/>
            <p:nvPr/>
          </p:nvSpPr>
          <p:spPr>
            <a:xfrm>
              <a:off x="5498" y="2565"/>
              <a:ext cx="1133"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2V</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23631" name="Text Box 79"/>
            <p:cNvSpPr txBox="1">
              <a:spLocks noChangeArrowheads="1"/>
            </p:cNvSpPr>
            <p:nvPr/>
          </p:nvSpPr>
          <p:spPr bwMode="auto">
            <a:xfrm>
              <a:off x="3570" y="1318"/>
              <a:ext cx="1588" cy="3508"/>
            </a:xfrm>
            <a:prstGeom prst="rect">
              <a:avLst/>
            </a:prstGeom>
            <a:solidFill>
              <a:schemeClr val="tx2">
                <a:lumMod val="20000"/>
                <a:lumOff val="80000"/>
              </a:schemeClr>
            </a:solidFill>
            <a:ln w="9525">
              <a:noFill/>
              <a:miter lim="800000"/>
            </a:ln>
            <a:effectLst/>
          </p:spPr>
          <p:txBody>
            <a:bodyPr>
              <a:spAutoFit/>
            </a:bodyPr>
            <a:lstStyle/>
            <a:p>
              <a:pPr marR="0" algn="just" defTabSz="914400">
                <a:buClrTx/>
                <a:buSzTx/>
                <a:buFontTx/>
                <a:buNone/>
                <a:defRPr/>
              </a:pPr>
              <a:endParaRPr kumimoji="1" lang="en-US" altLang="zh-CN" kern="1200" cap="none" spc="0" normalizeH="0" baseline="0" noProof="0">
                <a:solidFill>
                  <a:schemeClr val="bg1"/>
                </a:solidFill>
                <a:latin typeface="楷体_GB2312" pitchFamily="49" charset="-122"/>
                <a:ea typeface="楷体_GB2312" pitchFamily="49" charset="-122"/>
                <a:cs typeface="+mn-cs"/>
              </a:endParaRPr>
            </a:p>
            <a:p>
              <a:pPr marR="0" algn="just" defTabSz="914400">
                <a:buClrTx/>
                <a:buSzTx/>
                <a:buFontTx/>
                <a:buNone/>
                <a:defRPr/>
              </a:pPr>
              <a:r>
                <a:rPr kumimoji="1" lang="zh-CN" altLang="en-US" kern="1200" cap="none" spc="0" normalizeH="0" baseline="0" noProof="0">
                  <a:solidFill>
                    <a:schemeClr val="tx1"/>
                  </a:solidFill>
                  <a:latin typeface="楷体_GB2312" pitchFamily="49" charset="-122"/>
                  <a:ea typeface="楷体_GB2312" pitchFamily="49" charset="-122"/>
                  <a:cs typeface="+mn-cs"/>
                </a:rPr>
                <a:t>无源</a:t>
              </a:r>
              <a:endParaRPr kumimoji="1" lang="zh-CN" altLang="en-US" kern="1200" cap="none" spc="0" normalizeH="0" baseline="0" noProof="0">
                <a:solidFill>
                  <a:schemeClr val="tx1"/>
                </a:solidFill>
                <a:latin typeface="楷体_GB2312" pitchFamily="49" charset="-122"/>
                <a:ea typeface="楷体_GB2312" pitchFamily="49" charset="-122"/>
                <a:cs typeface="+mn-cs"/>
              </a:endParaRPr>
            </a:p>
            <a:p>
              <a:pPr marR="0" algn="just" defTabSz="914400">
                <a:buClrTx/>
                <a:buSzTx/>
                <a:buFontTx/>
                <a:buNone/>
                <a:defRPr/>
              </a:pPr>
              <a:r>
                <a:rPr kumimoji="1" lang="zh-CN" altLang="en-US" kern="1200" cap="none" spc="0" normalizeH="0" baseline="0" noProof="0">
                  <a:solidFill>
                    <a:schemeClr val="tx1"/>
                  </a:solidFill>
                  <a:latin typeface="楷体_GB2312" pitchFamily="49" charset="-122"/>
                  <a:ea typeface="楷体_GB2312" pitchFamily="49" charset="-122"/>
                  <a:cs typeface="+mn-cs"/>
                </a:rPr>
                <a:t>电阻</a:t>
              </a:r>
              <a:endParaRPr kumimoji="1" lang="zh-CN" altLang="en-US" kern="1200" cap="none" spc="0" normalizeH="0" baseline="0" noProof="0">
                <a:solidFill>
                  <a:schemeClr val="tx1"/>
                </a:solidFill>
                <a:latin typeface="楷体_GB2312" pitchFamily="49" charset="-122"/>
                <a:ea typeface="楷体_GB2312" pitchFamily="49" charset="-122"/>
                <a:cs typeface="+mn-cs"/>
              </a:endParaRPr>
            </a:p>
            <a:p>
              <a:pPr marR="0" algn="just" defTabSz="914400">
                <a:buClrTx/>
                <a:buSzTx/>
                <a:buFontTx/>
                <a:buNone/>
                <a:defRPr/>
              </a:pPr>
              <a:r>
                <a:rPr kumimoji="1" lang="zh-CN" altLang="en-US" kern="1200" cap="none" spc="0" normalizeH="0" baseline="0" noProof="0">
                  <a:solidFill>
                    <a:schemeClr val="tx1"/>
                  </a:solidFill>
                  <a:latin typeface="楷体_GB2312" pitchFamily="49" charset="-122"/>
                  <a:ea typeface="楷体_GB2312" pitchFamily="49" charset="-122"/>
                  <a:cs typeface="+mn-cs"/>
                </a:rPr>
                <a:t>网络</a:t>
              </a:r>
              <a:endParaRPr kumimoji="1" lang="zh-CN" altLang="en-US" kern="1200" cap="none" spc="0" normalizeH="0" baseline="0" noProof="0">
                <a:solidFill>
                  <a:schemeClr val="tx1"/>
                </a:solidFill>
                <a:latin typeface="楷体_GB2312" pitchFamily="49" charset="-122"/>
                <a:ea typeface="楷体_GB2312" pitchFamily="49" charset="-122"/>
                <a:cs typeface="+mn-cs"/>
              </a:endParaRPr>
            </a:p>
            <a:p>
              <a:pPr marR="0" algn="just" defTabSz="914400">
                <a:buClrTx/>
                <a:buSzTx/>
                <a:buFontTx/>
                <a:buNone/>
                <a:defRPr/>
              </a:pPr>
              <a:r>
                <a:rPr kumimoji="1" lang="zh-CN" altLang="en-US" kern="1200" cap="none" spc="0" normalizeH="0" baseline="0" noProof="0">
                  <a:solidFill>
                    <a:schemeClr val="tx1"/>
                  </a:solidFill>
                  <a:latin typeface="楷体_GB2312" pitchFamily="49" charset="-122"/>
                  <a:ea typeface="楷体_GB2312" pitchFamily="49" charset="-122"/>
                  <a:cs typeface="+mn-cs"/>
                </a:rPr>
                <a:t> </a:t>
              </a:r>
              <a:r>
                <a:rPr kumimoji="1" lang="zh-CN" altLang="en-US" kern="1200" cap="none" spc="0" normalizeH="0" baseline="0" noProof="0">
                  <a:solidFill>
                    <a:schemeClr val="tx1"/>
                  </a:solidFill>
                  <a:latin typeface="Times New Roman" panose="02020603050405020304" pitchFamily="18" charset="0"/>
                  <a:ea typeface="宋体" panose="02010600030101010101" pitchFamily="2" charset="-122"/>
                  <a:cs typeface="+mn-cs"/>
                </a:rPr>
                <a:t>     </a:t>
              </a:r>
              <a:endParaRPr kumimoji="1" lang="zh-CN" altLang="en-US" kern="1200" cap="none" spc="0" normalizeH="0" baseline="0" noProof="0">
                <a:solidFill>
                  <a:schemeClr val="tx1"/>
                </a:solidFill>
                <a:latin typeface="Times New Roman" panose="02020603050405020304" pitchFamily="18" charset="0"/>
                <a:ea typeface="宋体" panose="02010600030101010101" pitchFamily="2" charset="-122"/>
                <a:cs typeface="+mn-cs"/>
              </a:endParaRPr>
            </a:p>
          </p:txBody>
        </p:sp>
        <p:sp>
          <p:nvSpPr>
            <p:cNvPr id="35884" name="Rectangle 81"/>
            <p:cNvSpPr/>
            <p:nvPr/>
          </p:nvSpPr>
          <p:spPr bwMode="auto">
            <a:xfrm>
              <a:off x="6470" y="2450"/>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35885" name="Text Box 104"/>
            <p:cNvSpPr txBox="1"/>
            <p:nvPr/>
          </p:nvSpPr>
          <p:spPr>
            <a:xfrm>
              <a:off x="1415" y="1090"/>
              <a:ext cx="1248"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2A</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35886" name="Line 71"/>
            <p:cNvSpPr/>
            <p:nvPr/>
          </p:nvSpPr>
          <p:spPr>
            <a:xfrm>
              <a:off x="1643" y="1885"/>
              <a:ext cx="568"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35887" name="Rectangle 80"/>
            <p:cNvSpPr/>
            <p:nvPr/>
          </p:nvSpPr>
          <p:spPr bwMode="auto">
            <a:xfrm>
              <a:off x="2210" y="1734"/>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grpSp>
          <p:nvGrpSpPr>
            <p:cNvPr id="13" name="组合 12"/>
            <p:cNvGrpSpPr/>
            <p:nvPr/>
          </p:nvGrpSpPr>
          <p:grpSpPr>
            <a:xfrm>
              <a:off x="1188" y="2478"/>
              <a:ext cx="908" cy="908"/>
              <a:chOff x="505193" y="3720552"/>
              <a:chExt cx="432197" cy="432197"/>
            </a:xfrm>
            <a:solidFill>
              <a:schemeClr val="accent6">
                <a:lumMod val="40000"/>
                <a:lumOff val="60000"/>
              </a:schemeClr>
            </a:solidFill>
          </p:grpSpPr>
          <p:sp>
            <p:nvSpPr>
              <p:cNvPr id="14"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17" name="直接连接符 16"/>
              <p:cNvCxnSpPr>
                <a:stCxn id="14" idx="0"/>
                <a:endCxn id="14"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aphicFrame>
        <p:nvGraphicFramePr>
          <p:cNvPr id="21" name="对象 20"/>
          <p:cNvGraphicFramePr/>
          <p:nvPr>
            <p:custDataLst>
              <p:tags r:id="rId9"/>
            </p:custDataLst>
          </p:nvPr>
        </p:nvGraphicFramePr>
        <p:xfrm>
          <a:off x="457835" y="5891530"/>
          <a:ext cx="3641090" cy="680720"/>
        </p:xfrm>
        <a:graphic>
          <a:graphicData uri="http://schemas.openxmlformats.org/presentationml/2006/ole">
            <mc:AlternateContent xmlns:mc="http://schemas.openxmlformats.org/markup-compatibility/2006">
              <mc:Choice xmlns:v="urn:schemas-microsoft-com:vml" Requires="v">
                <p:oleObj spid="_x0000_s22" name="" r:id="rId10" imgW="1473200" imgH="279400" progId="Equation.KSEE3">
                  <p:embed/>
                </p:oleObj>
              </mc:Choice>
              <mc:Fallback>
                <p:oleObj name="" r:id="rId10" imgW="1473200" imgH="279400" progId="Equation.KSEE3">
                  <p:embed/>
                  <p:pic>
                    <p:nvPicPr>
                      <p:cNvPr id="0" name="图片 3"/>
                      <p:cNvPicPr/>
                      <p:nvPr/>
                    </p:nvPicPr>
                    <p:blipFill>
                      <a:blip r:embed="rId11"/>
                      <a:stretch>
                        <a:fillRect/>
                      </a:stretch>
                    </p:blipFill>
                    <p:spPr>
                      <a:xfrm>
                        <a:off x="457835" y="5891530"/>
                        <a:ext cx="3641090" cy="68072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par>
                                <p:cTn id="13" presetID="22" presetClass="entr" presetSubtype="4"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down)">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3000" fill="hold">
                                          <p:stCondLst>
                                            <p:cond delay="0"/>
                                          </p:stCondLst>
                                        </p:cTn>
                                        <p:tgtEl>
                                          <p:spTgt spid="11"/>
                                        </p:tgtEl>
                                        <p:attrNameLst>
                                          <p:attrName>style.visibility</p:attrName>
                                        </p:attrNameLst>
                                      </p:cBhvr>
                                      <p:to>
                                        <p:strVal val="visible"/>
                                      </p:to>
                                    </p:set>
                                    <p:animEffect transition="in" filter="wipe(left)">
                                      <p:cBhvr>
                                        <p:cTn id="20" dur="30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anim calcmode="lin" valueType="num">
                                      <p:cBhvr additive="base">
                                        <p:cTn id="25" dur="500" fill="hold"/>
                                        <p:tgtEl>
                                          <p:spTgt spid="21"/>
                                        </p:tgtEl>
                                        <p:attrNameLst>
                                          <p:attrName>ppt_x</p:attrName>
                                        </p:attrNameLst>
                                      </p:cBhvr>
                                      <p:tavLst>
                                        <p:tav tm="0">
                                          <p:val>
                                            <p:strVal val="1+#ppt_w/2"/>
                                          </p:val>
                                        </p:tav>
                                        <p:tav tm="100000">
                                          <p:val>
                                            <p:strVal val="#ppt_x"/>
                                          </p:val>
                                        </p:tav>
                                      </p:tavLst>
                                    </p:anim>
                                    <p:anim calcmode="lin" valueType="num">
                                      <p:cBhvr additive="base">
                                        <p:cTn id="26" dur="5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 * 4-5 特勒根定理</a:t>
            </a:r>
            <a:endParaRPr lang="zh-CN" altLang="en-US"/>
          </a:p>
        </p:txBody>
      </p:sp>
      <p:sp>
        <p:nvSpPr>
          <p:cNvPr id="22533" name="AutoShape 5"/>
          <p:cNvSpPr/>
          <p:nvPr/>
        </p:nvSpPr>
        <p:spPr>
          <a:xfrm>
            <a:off x="1403350" y="3600450"/>
            <a:ext cx="215900" cy="1152525"/>
          </a:xfrm>
          <a:prstGeom prst="leftBrace">
            <a:avLst>
              <a:gd name="adj1" fmla="val 44485"/>
              <a:gd name="adj2" fmla="val 50000"/>
            </a:avLst>
          </a:prstGeom>
          <a:solidFill>
            <a:schemeClr val="bg1"/>
          </a:solidFill>
          <a:ln w="2857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2534" name="AutoShape 6"/>
          <p:cNvSpPr/>
          <p:nvPr/>
        </p:nvSpPr>
        <p:spPr>
          <a:xfrm>
            <a:off x="6151880" y="5672455"/>
            <a:ext cx="796925" cy="245745"/>
          </a:xfrm>
          <a:prstGeom prst="rightArrow">
            <a:avLst>
              <a:gd name="adj1" fmla="val 50000"/>
              <a:gd name="adj2" fmla="val 124725"/>
            </a:avLst>
          </a:prstGeom>
          <a:solidFill>
            <a:srgbClr val="00CCFF"/>
          </a:solidFill>
          <a:ln w="9525" cap="flat" cmpd="sng">
            <a:solidFill>
              <a:srgbClr val="00CC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6924" name="Text Box 3"/>
          <p:cNvSpPr txBox="1"/>
          <p:nvPr/>
        </p:nvSpPr>
        <p:spPr>
          <a:xfrm>
            <a:off x="342900" y="2800985"/>
            <a:ext cx="5975350" cy="521970"/>
          </a:xfrm>
          <a:prstGeom prst="rect">
            <a:avLst/>
          </a:prstGeom>
          <a:noFill/>
          <a:ln w="9525">
            <a:noFill/>
          </a:ln>
        </p:spPr>
        <p:txBody>
          <a:bodyPr>
            <a:spAutoFit/>
          </a:bodyPr>
          <a:p>
            <a:pPr>
              <a:spcBef>
                <a:spcPct val="50000"/>
              </a:spcBef>
            </a:pPr>
            <a:r>
              <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rPr>
              <a:t>已知：</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U</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rPr>
              <a:t>1</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=10V, </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I</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1</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=5A, </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U</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rPr>
              <a:t>2</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=0, </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I</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2</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=1A，</a:t>
            </a:r>
            <a:endPar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2584" name="AutoShape 56"/>
          <p:cNvSpPr/>
          <p:nvPr/>
        </p:nvSpPr>
        <p:spPr>
          <a:xfrm>
            <a:off x="323850" y="5653405"/>
            <a:ext cx="975995" cy="245745"/>
          </a:xfrm>
          <a:prstGeom prst="rightArrow">
            <a:avLst>
              <a:gd name="adj1" fmla="val 50000"/>
              <a:gd name="adj2" fmla="val 112088"/>
            </a:avLst>
          </a:prstGeom>
          <a:solidFill>
            <a:srgbClr val="00CCFF"/>
          </a:solidFill>
          <a:ln w="9525" cap="flat" cmpd="sng">
            <a:solidFill>
              <a:srgbClr val="00CCFF"/>
            </a:solidFill>
            <a:prstDash val="solid"/>
            <a:miter/>
            <a:headEnd type="none" w="med" len="med"/>
            <a:tailEnd type="none" w="med" len="med"/>
          </a:ln>
        </p:spPr>
        <p:txBody>
          <a:bodyPr wrap="none" lIns="91440" tIns="45720" rIns="91440" bIns="45720" anchor="ctr" anchorCtr="0">
            <a:noAutofit/>
          </a:bodyPr>
          <a:p>
            <a:pPr lvl="0" algn="l">
              <a:buClrTx/>
              <a:buSzTx/>
              <a:buFontTx/>
            </a:pPr>
            <a:endParaRPr lang="zh-CN" altLang="en-US" dirty="0">
              <a:latin typeface="Arial" panose="020B0604020202020204" pitchFamily="34" charset="0"/>
              <a:sym typeface="+mn-ea"/>
            </a:endParaRPr>
          </a:p>
        </p:txBody>
      </p:sp>
      <p:sp>
        <p:nvSpPr>
          <p:cNvPr id="22638" name="AutoShape 110"/>
          <p:cNvSpPr/>
          <p:nvPr/>
        </p:nvSpPr>
        <p:spPr>
          <a:xfrm>
            <a:off x="1389063" y="5184775"/>
            <a:ext cx="215900" cy="1152525"/>
          </a:xfrm>
          <a:prstGeom prst="leftBrace">
            <a:avLst>
              <a:gd name="adj1" fmla="val 44485"/>
              <a:gd name="adj2" fmla="val 50000"/>
            </a:avLst>
          </a:prstGeom>
          <a:solidFill>
            <a:schemeClr val="bg1"/>
          </a:solidFill>
          <a:ln w="2857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aphicFrame>
        <p:nvGraphicFramePr>
          <p:cNvPr id="4" name="对象 3"/>
          <p:cNvGraphicFramePr/>
          <p:nvPr/>
        </p:nvGraphicFramePr>
        <p:xfrm>
          <a:off x="1704975" y="3439795"/>
          <a:ext cx="4800600" cy="654685"/>
        </p:xfrm>
        <a:graphic>
          <a:graphicData uri="http://schemas.openxmlformats.org/presentationml/2006/ole">
            <mc:AlternateContent xmlns:mc="http://schemas.openxmlformats.org/markup-compatibility/2006">
              <mc:Choice xmlns:v="urn:schemas-microsoft-com:vml" Requires="v">
                <p:oleObj spid="_x0000_s5" name="" r:id="rId1" imgW="2159000" imgH="304800" progId="Equation.KSEE3">
                  <p:embed/>
                </p:oleObj>
              </mc:Choice>
              <mc:Fallback>
                <p:oleObj name="" r:id="rId1" imgW="2159000" imgH="304800" progId="Equation.KSEE3">
                  <p:embed/>
                  <p:pic>
                    <p:nvPicPr>
                      <p:cNvPr id="0" name="图片 4"/>
                      <p:cNvPicPr/>
                      <p:nvPr/>
                    </p:nvPicPr>
                    <p:blipFill>
                      <a:blip r:embed="rId2"/>
                      <a:stretch>
                        <a:fillRect/>
                      </a:stretch>
                    </p:blipFill>
                    <p:spPr>
                      <a:xfrm>
                        <a:off x="1704975" y="3439795"/>
                        <a:ext cx="4800600" cy="654685"/>
                      </a:xfrm>
                      <a:prstGeom prst="rect">
                        <a:avLst/>
                      </a:prstGeom>
                    </p:spPr>
                  </p:pic>
                </p:oleObj>
              </mc:Fallback>
            </mc:AlternateContent>
          </a:graphicData>
        </a:graphic>
      </p:graphicFrame>
      <p:graphicFrame>
        <p:nvGraphicFramePr>
          <p:cNvPr id="7" name="对象 6"/>
          <p:cNvGraphicFramePr/>
          <p:nvPr/>
        </p:nvGraphicFramePr>
        <p:xfrm>
          <a:off x="1678305" y="4078605"/>
          <a:ext cx="1885950" cy="629920"/>
        </p:xfrm>
        <a:graphic>
          <a:graphicData uri="http://schemas.openxmlformats.org/presentationml/2006/ole">
            <mc:AlternateContent xmlns:mc="http://schemas.openxmlformats.org/markup-compatibility/2006">
              <mc:Choice xmlns:v="urn:schemas-microsoft-com:vml" Requires="v">
                <p:oleObj spid="_x0000_s8" name="" r:id="rId3" imgW="571500" imgH="279400" progId="Equation.KSEE3">
                  <p:embed/>
                </p:oleObj>
              </mc:Choice>
              <mc:Fallback>
                <p:oleObj name="" r:id="rId3" imgW="571500" imgH="279400" progId="Equation.KSEE3">
                  <p:embed/>
                  <p:pic>
                    <p:nvPicPr>
                      <p:cNvPr id="0" name="图片 7"/>
                      <p:cNvPicPr/>
                      <p:nvPr/>
                    </p:nvPicPr>
                    <p:blipFill>
                      <a:blip r:embed="rId4"/>
                      <a:stretch>
                        <a:fillRect/>
                      </a:stretch>
                    </p:blipFill>
                    <p:spPr>
                      <a:xfrm>
                        <a:off x="1678305" y="4078605"/>
                        <a:ext cx="1885950" cy="629920"/>
                      </a:xfrm>
                      <a:prstGeom prst="rect">
                        <a:avLst/>
                      </a:prstGeom>
                    </p:spPr>
                  </p:pic>
                </p:oleObj>
              </mc:Fallback>
            </mc:AlternateContent>
          </a:graphicData>
        </a:graphic>
      </p:graphicFrame>
      <p:graphicFrame>
        <p:nvGraphicFramePr>
          <p:cNvPr id="9" name="对象 8"/>
          <p:cNvGraphicFramePr/>
          <p:nvPr/>
        </p:nvGraphicFramePr>
        <p:xfrm>
          <a:off x="1677670" y="4752975"/>
          <a:ext cx="4478655" cy="1013460"/>
        </p:xfrm>
        <a:graphic>
          <a:graphicData uri="http://schemas.openxmlformats.org/presentationml/2006/ole">
            <mc:AlternateContent xmlns:mc="http://schemas.openxmlformats.org/markup-compatibility/2006">
              <mc:Choice xmlns:v="urn:schemas-microsoft-com:vml" Requires="v">
                <p:oleObj spid="_x0000_s10" name="" r:id="rId5" imgW="1688465" imgH="482600" progId="Equation.KSEE3">
                  <p:embed/>
                </p:oleObj>
              </mc:Choice>
              <mc:Fallback>
                <p:oleObj name="" r:id="rId5" imgW="1688465" imgH="482600" progId="Equation.KSEE3">
                  <p:embed/>
                  <p:pic>
                    <p:nvPicPr>
                      <p:cNvPr id="0" name="图片 9"/>
                      <p:cNvPicPr/>
                      <p:nvPr/>
                    </p:nvPicPr>
                    <p:blipFill>
                      <a:blip r:embed="rId6"/>
                      <a:stretch>
                        <a:fillRect/>
                      </a:stretch>
                    </p:blipFill>
                    <p:spPr>
                      <a:xfrm>
                        <a:off x="1677670" y="4752975"/>
                        <a:ext cx="4478655" cy="1013460"/>
                      </a:xfrm>
                      <a:prstGeom prst="rect">
                        <a:avLst/>
                      </a:prstGeom>
                    </p:spPr>
                  </p:pic>
                </p:oleObj>
              </mc:Fallback>
            </mc:AlternateContent>
          </a:graphicData>
        </a:graphic>
      </p:graphicFrame>
      <p:graphicFrame>
        <p:nvGraphicFramePr>
          <p:cNvPr id="11" name="对象 10"/>
          <p:cNvGraphicFramePr/>
          <p:nvPr/>
        </p:nvGraphicFramePr>
        <p:xfrm>
          <a:off x="1762760" y="5767070"/>
          <a:ext cx="4104005" cy="999490"/>
        </p:xfrm>
        <a:graphic>
          <a:graphicData uri="http://schemas.openxmlformats.org/presentationml/2006/ole">
            <mc:AlternateContent xmlns:mc="http://schemas.openxmlformats.org/markup-compatibility/2006">
              <mc:Choice xmlns:v="urn:schemas-microsoft-com:vml" Requires="v">
                <p:oleObj spid="_x0000_s12" name="" r:id="rId7" imgW="1688465" imgH="482600" progId="Equation.KSEE3">
                  <p:embed/>
                </p:oleObj>
              </mc:Choice>
              <mc:Fallback>
                <p:oleObj name="" r:id="rId7" imgW="1688465" imgH="482600" progId="Equation.KSEE3">
                  <p:embed/>
                  <p:pic>
                    <p:nvPicPr>
                      <p:cNvPr id="0" name="图片 11"/>
                      <p:cNvPicPr/>
                      <p:nvPr/>
                    </p:nvPicPr>
                    <p:blipFill>
                      <a:blip r:embed="rId8"/>
                      <a:stretch>
                        <a:fillRect/>
                      </a:stretch>
                    </p:blipFill>
                    <p:spPr>
                      <a:xfrm>
                        <a:off x="1762760" y="5767070"/>
                        <a:ext cx="4104005" cy="999490"/>
                      </a:xfrm>
                      <a:prstGeom prst="rect">
                        <a:avLst/>
                      </a:prstGeom>
                    </p:spPr>
                  </p:pic>
                </p:oleObj>
              </mc:Fallback>
            </mc:AlternateContent>
          </a:graphicData>
        </a:graphic>
      </p:graphicFrame>
      <p:graphicFrame>
        <p:nvGraphicFramePr>
          <p:cNvPr id="13" name="对象 12"/>
          <p:cNvGraphicFramePr/>
          <p:nvPr/>
        </p:nvGraphicFramePr>
        <p:xfrm>
          <a:off x="6948805" y="5346700"/>
          <a:ext cx="1597660" cy="718820"/>
        </p:xfrm>
        <a:graphic>
          <a:graphicData uri="http://schemas.openxmlformats.org/presentationml/2006/ole">
            <mc:AlternateContent xmlns:mc="http://schemas.openxmlformats.org/markup-compatibility/2006">
              <mc:Choice xmlns:v="urn:schemas-microsoft-com:vml" Requires="v">
                <p:oleObj spid="_x0000_s14" name="" r:id="rId9" imgW="533400" imgH="279400" progId="Equation.KSEE3">
                  <p:embed/>
                </p:oleObj>
              </mc:Choice>
              <mc:Fallback>
                <p:oleObj name="" r:id="rId9" imgW="533400" imgH="279400" progId="Equation.KSEE3">
                  <p:embed/>
                  <p:pic>
                    <p:nvPicPr>
                      <p:cNvPr id="0" name="图片 13"/>
                      <p:cNvPicPr/>
                      <p:nvPr/>
                    </p:nvPicPr>
                    <p:blipFill>
                      <a:blip r:embed="rId10"/>
                      <a:stretch>
                        <a:fillRect/>
                      </a:stretch>
                    </p:blipFill>
                    <p:spPr>
                      <a:xfrm>
                        <a:off x="6948805" y="5346700"/>
                        <a:ext cx="1597660" cy="718820"/>
                      </a:xfrm>
                      <a:prstGeom prst="rect">
                        <a:avLst/>
                      </a:prstGeom>
                    </p:spPr>
                  </p:pic>
                </p:oleObj>
              </mc:Fallback>
            </mc:AlternateContent>
          </a:graphicData>
        </a:graphic>
      </p:graphicFrame>
      <p:graphicFrame>
        <p:nvGraphicFramePr>
          <p:cNvPr id="15" name="对象 14"/>
          <p:cNvGraphicFramePr/>
          <p:nvPr/>
        </p:nvGraphicFramePr>
        <p:xfrm>
          <a:off x="5988685" y="2639060"/>
          <a:ext cx="1557020" cy="664845"/>
        </p:xfrm>
        <a:graphic>
          <a:graphicData uri="http://schemas.openxmlformats.org/presentationml/2006/ole">
            <mc:AlternateContent xmlns:mc="http://schemas.openxmlformats.org/markup-compatibility/2006">
              <mc:Choice xmlns:v="urn:schemas-microsoft-com:vml" Requires="v">
                <p:oleObj spid="_x0000_s16" name="" r:id="rId11" imgW="634365" imgH="279400" progId="Equation.KSEE3">
                  <p:embed/>
                </p:oleObj>
              </mc:Choice>
              <mc:Fallback>
                <p:oleObj name="" r:id="rId11" imgW="634365" imgH="279400" progId="Equation.KSEE3">
                  <p:embed/>
                  <p:pic>
                    <p:nvPicPr>
                      <p:cNvPr id="0" name="图片 15"/>
                      <p:cNvPicPr/>
                      <p:nvPr/>
                    </p:nvPicPr>
                    <p:blipFill>
                      <a:blip r:embed="rId12"/>
                      <a:stretch>
                        <a:fillRect/>
                      </a:stretch>
                    </p:blipFill>
                    <p:spPr>
                      <a:xfrm>
                        <a:off x="5988685" y="2639060"/>
                        <a:ext cx="1557020" cy="664845"/>
                      </a:xfrm>
                      <a:prstGeom prst="rect">
                        <a:avLst/>
                      </a:prstGeom>
                    </p:spPr>
                  </p:pic>
                </p:oleObj>
              </mc:Fallback>
            </mc:AlternateContent>
          </a:graphicData>
        </a:graphic>
      </p:graphicFrame>
      <p:graphicFrame>
        <p:nvGraphicFramePr>
          <p:cNvPr id="17" name="对象 16"/>
          <p:cNvGraphicFramePr/>
          <p:nvPr/>
        </p:nvGraphicFramePr>
        <p:xfrm>
          <a:off x="7555230" y="2640330"/>
          <a:ext cx="1344295" cy="659130"/>
        </p:xfrm>
        <a:graphic>
          <a:graphicData uri="http://schemas.openxmlformats.org/presentationml/2006/ole">
            <mc:AlternateContent xmlns:mc="http://schemas.openxmlformats.org/markup-compatibility/2006">
              <mc:Choice xmlns:v="urn:schemas-microsoft-com:vml" Requires="v">
                <p:oleObj spid="_x0000_s18" name="" r:id="rId13" imgW="419100" imgH="261620" progId="Equation.KSEE3">
                  <p:embed/>
                </p:oleObj>
              </mc:Choice>
              <mc:Fallback>
                <p:oleObj name="" r:id="rId13" imgW="419100" imgH="261620" progId="Equation.KSEE3">
                  <p:embed/>
                  <p:pic>
                    <p:nvPicPr>
                      <p:cNvPr id="0" name="图片 17"/>
                      <p:cNvPicPr/>
                      <p:nvPr/>
                    </p:nvPicPr>
                    <p:blipFill>
                      <a:blip r:embed="rId14"/>
                      <a:stretch>
                        <a:fillRect/>
                      </a:stretch>
                    </p:blipFill>
                    <p:spPr>
                      <a:xfrm>
                        <a:off x="7555230" y="2640330"/>
                        <a:ext cx="1344295" cy="659130"/>
                      </a:xfrm>
                      <a:prstGeom prst="rect">
                        <a:avLst/>
                      </a:prstGeom>
                    </p:spPr>
                  </p:pic>
                </p:oleObj>
              </mc:Fallback>
            </mc:AlternateContent>
          </a:graphicData>
        </a:graphic>
      </p:graphicFrame>
      <p:grpSp>
        <p:nvGrpSpPr>
          <p:cNvPr id="26" name="组合 25"/>
          <p:cNvGrpSpPr/>
          <p:nvPr/>
        </p:nvGrpSpPr>
        <p:grpSpPr>
          <a:xfrm>
            <a:off x="1470660" y="528955"/>
            <a:ext cx="6876415" cy="2051050"/>
            <a:chOff x="2316" y="833"/>
            <a:chExt cx="10829" cy="3230"/>
          </a:xfrm>
        </p:grpSpPr>
        <p:sp>
          <p:nvSpPr>
            <p:cNvPr id="36897" name="Text Box 81"/>
            <p:cNvSpPr txBox="1"/>
            <p:nvPr/>
          </p:nvSpPr>
          <p:spPr>
            <a:xfrm>
              <a:off x="3118" y="885"/>
              <a:ext cx="840" cy="818"/>
            </a:xfrm>
            <a:prstGeom prst="rect">
              <a:avLst/>
            </a:prstGeom>
            <a:noFill/>
            <a:ln w="2857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r>
                <a:rPr lang="en-US" altLang="zh-CN" b="0" baseline="-25000" dirty="0">
                  <a:solidFill>
                    <a:schemeClr val="tx1"/>
                  </a:solidFill>
                  <a:latin typeface="Times New Roman" panose="02020603050405020304" pitchFamily="18" charset="0"/>
                  <a:ea typeface="宋体" panose="02010600030101010101" pitchFamily="2" charset="-122"/>
                </a:rPr>
                <a:t>1</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grpSp>
          <p:nvGrpSpPr>
            <p:cNvPr id="6" name="组合 5"/>
            <p:cNvGrpSpPr/>
            <p:nvPr/>
          </p:nvGrpSpPr>
          <p:grpSpPr>
            <a:xfrm>
              <a:off x="2316" y="1338"/>
              <a:ext cx="5303" cy="2610"/>
              <a:chOff x="2325" y="1338"/>
              <a:chExt cx="5303" cy="2610"/>
            </a:xfrm>
          </p:grpSpPr>
          <p:sp>
            <p:nvSpPr>
              <p:cNvPr id="36888" name="Line 84"/>
              <p:cNvSpPr/>
              <p:nvPr/>
            </p:nvSpPr>
            <p:spPr bwMode="auto">
              <a:xfrm>
                <a:off x="6860" y="1680"/>
                <a:ext cx="0" cy="1928"/>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36889" name="Text Box 72"/>
              <p:cNvSpPr txBox="1"/>
              <p:nvPr/>
            </p:nvSpPr>
            <p:spPr>
              <a:xfrm>
                <a:off x="2665" y="2813"/>
                <a:ext cx="480"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6890" name="Text Box 73"/>
              <p:cNvSpPr txBox="1"/>
              <p:nvPr/>
            </p:nvSpPr>
            <p:spPr>
              <a:xfrm>
                <a:off x="2550" y="1680"/>
                <a:ext cx="680"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6891" name="Text Box 74"/>
              <p:cNvSpPr txBox="1"/>
              <p:nvPr/>
            </p:nvSpPr>
            <p:spPr>
              <a:xfrm>
                <a:off x="2325" y="2133"/>
                <a:ext cx="1363" cy="818"/>
              </a:xfrm>
              <a:prstGeom prst="rect">
                <a:avLst/>
              </a:prstGeom>
              <a:noFill/>
              <a:ln w="2857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baseline="-25000" dirty="0">
                    <a:solidFill>
                      <a:schemeClr val="tx1"/>
                    </a:solidFill>
                    <a:latin typeface="Times New Roman" panose="02020603050405020304" pitchFamily="18" charset="0"/>
                    <a:ea typeface="宋体" panose="02010600030101010101" pitchFamily="2" charset="-122"/>
                  </a:rPr>
                  <a:t>1</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36892" name="Text Box 75"/>
              <p:cNvSpPr txBox="1"/>
              <p:nvPr/>
            </p:nvSpPr>
            <p:spPr>
              <a:xfrm>
                <a:off x="6293" y="2813"/>
                <a:ext cx="480"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6893" name="Text Box 76"/>
              <p:cNvSpPr txBox="1"/>
              <p:nvPr/>
            </p:nvSpPr>
            <p:spPr>
              <a:xfrm>
                <a:off x="6180" y="1565"/>
                <a:ext cx="600"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6894" name="Text Box 77"/>
              <p:cNvSpPr txBox="1"/>
              <p:nvPr/>
            </p:nvSpPr>
            <p:spPr>
              <a:xfrm>
                <a:off x="5840" y="2245"/>
                <a:ext cx="1283" cy="818"/>
              </a:xfrm>
              <a:prstGeom prst="rect">
                <a:avLst/>
              </a:prstGeom>
              <a:noFill/>
              <a:ln w="2857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baseline="-25000" dirty="0">
                    <a:solidFill>
                      <a:schemeClr val="tx1"/>
                    </a:solidFill>
                    <a:latin typeface="Times New Roman" panose="02020603050405020304" pitchFamily="18" charset="0"/>
                    <a:ea typeface="宋体" panose="02010600030101010101" pitchFamily="2" charset="-122"/>
                  </a:rPr>
                  <a:t>2</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36895" name="Line 78"/>
              <p:cNvSpPr/>
              <p:nvPr/>
            </p:nvSpPr>
            <p:spPr>
              <a:xfrm>
                <a:off x="6860" y="2133"/>
                <a:ext cx="0" cy="84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36896" name="Text Box 79"/>
              <p:cNvSpPr txBox="1"/>
              <p:nvPr/>
            </p:nvSpPr>
            <p:spPr>
              <a:xfrm>
                <a:off x="6788" y="2020"/>
                <a:ext cx="840" cy="818"/>
              </a:xfrm>
              <a:prstGeom prst="rect">
                <a:avLst/>
              </a:prstGeom>
              <a:noFill/>
              <a:ln w="2857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r>
                  <a:rPr lang="en-US" altLang="zh-CN" b="0" baseline="-25000" dirty="0">
                    <a:solidFill>
                      <a:schemeClr val="tx1"/>
                    </a:solidFill>
                    <a:latin typeface="Times New Roman" panose="02020603050405020304" pitchFamily="18" charset="0"/>
                    <a:ea typeface="宋体" panose="02010600030101010101" pitchFamily="2" charset="-122"/>
                  </a:rPr>
                  <a:t>2</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36898" name="Line 82"/>
              <p:cNvSpPr/>
              <p:nvPr/>
            </p:nvSpPr>
            <p:spPr bwMode="auto">
              <a:xfrm>
                <a:off x="2890" y="1680"/>
                <a:ext cx="3970"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36899" name="Line 83"/>
              <p:cNvSpPr/>
              <p:nvPr/>
            </p:nvSpPr>
            <p:spPr bwMode="auto">
              <a:xfrm>
                <a:off x="2890" y="3608"/>
                <a:ext cx="3970"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36900" name="Rectangle 85"/>
              <p:cNvSpPr/>
              <p:nvPr/>
            </p:nvSpPr>
            <p:spPr>
              <a:xfrm>
                <a:off x="4138" y="1338"/>
                <a:ext cx="1475" cy="2610"/>
              </a:xfrm>
              <a:prstGeom prst="rect">
                <a:avLst/>
              </a:prstGeom>
              <a:solidFill>
                <a:schemeClr val="tx2">
                  <a:lumMod val="20000"/>
                  <a:lumOff val="80000"/>
                </a:schemeClr>
              </a:solidFill>
              <a:ln w="28575">
                <a:noFill/>
              </a:ln>
            </p:spPr>
            <p:txBody>
              <a:bodyPr wrap="none" anchor="ctr" anchorCtr="0"/>
              <a:p>
                <a:pPr algn="ctr"/>
                <a:r>
                  <a:rPr lang="en-US" altLang="zh-CN" sz="4400" b="0" dirty="0">
                    <a:solidFill>
                      <a:schemeClr val="tx1"/>
                    </a:solidFill>
                    <a:latin typeface="Times New Roman" panose="02020603050405020304" pitchFamily="18" charset="0"/>
                    <a:ea typeface="仿宋_GB2312" pitchFamily="49" charset="-122"/>
                  </a:rPr>
                  <a:t>P</a:t>
                </a:r>
                <a:endParaRPr lang="en-US" altLang="zh-CN" sz="4400" b="0" dirty="0">
                  <a:solidFill>
                    <a:schemeClr val="tx1"/>
                  </a:solidFill>
                  <a:latin typeface="Times New Roman" panose="02020603050405020304" pitchFamily="18" charset="0"/>
                  <a:ea typeface="仿宋_GB2312" pitchFamily="49" charset="-122"/>
                </a:endParaRPr>
              </a:p>
            </p:txBody>
          </p:sp>
          <p:sp>
            <p:nvSpPr>
              <p:cNvPr id="36901" name="Oval 86"/>
              <p:cNvSpPr/>
              <p:nvPr/>
            </p:nvSpPr>
            <p:spPr bwMode="auto">
              <a:xfrm>
                <a:off x="2665" y="3493"/>
                <a:ext cx="228" cy="228"/>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p>
                <a:endParaRPr lang="zh-CN" altLang="en-US" dirty="0">
                  <a:solidFill>
                    <a:schemeClr val="tx1"/>
                  </a:solidFill>
                  <a:latin typeface="Arial" panose="020B0604020202020204" pitchFamily="34" charset="0"/>
                </a:endParaRPr>
              </a:p>
            </p:txBody>
          </p:sp>
          <p:sp>
            <p:nvSpPr>
              <p:cNvPr id="36902" name="Oval 87"/>
              <p:cNvSpPr/>
              <p:nvPr/>
            </p:nvSpPr>
            <p:spPr bwMode="auto">
              <a:xfrm>
                <a:off x="2665" y="1565"/>
                <a:ext cx="228" cy="228"/>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36915" name="Line 80"/>
              <p:cNvSpPr/>
              <p:nvPr/>
            </p:nvSpPr>
            <p:spPr>
              <a:xfrm>
                <a:off x="3230" y="1680"/>
                <a:ext cx="720"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pSp>
        <p:grpSp>
          <p:nvGrpSpPr>
            <p:cNvPr id="30" name="组合 29"/>
            <p:cNvGrpSpPr/>
            <p:nvPr/>
          </p:nvGrpSpPr>
          <p:grpSpPr>
            <a:xfrm>
              <a:off x="7815" y="833"/>
              <a:ext cx="5330" cy="3230"/>
              <a:chOff x="7806" y="833"/>
              <a:chExt cx="5330" cy="3230"/>
            </a:xfrm>
          </p:grpSpPr>
          <p:graphicFrame>
            <p:nvGraphicFramePr>
              <p:cNvPr id="23" name="对象 22"/>
              <p:cNvGraphicFramePr/>
              <p:nvPr/>
            </p:nvGraphicFramePr>
            <p:xfrm>
              <a:off x="8878" y="833"/>
              <a:ext cx="855" cy="930"/>
            </p:xfrm>
            <a:graphic>
              <a:graphicData uri="http://schemas.openxmlformats.org/presentationml/2006/ole">
                <mc:AlternateContent xmlns:mc="http://schemas.openxmlformats.org/markup-compatibility/2006">
                  <mc:Choice xmlns:v="urn:schemas-microsoft-com:vml" Requires="v">
                    <p:oleObj spid="_x0000_s24" name="" r:id="rId15" imgW="567690" imgH="644525" progId="Equation.KSEE3">
                      <p:embed/>
                    </p:oleObj>
                  </mc:Choice>
                  <mc:Fallback>
                    <p:oleObj name="" r:id="rId15" imgW="567690" imgH="644525" progId="Equation.KSEE3">
                      <p:embed/>
                      <p:pic>
                        <p:nvPicPr>
                          <p:cNvPr id="0" name="图片 23"/>
                          <p:cNvPicPr/>
                          <p:nvPr/>
                        </p:nvPicPr>
                        <p:blipFill>
                          <a:blip r:embed="rId16"/>
                          <a:stretch>
                            <a:fillRect/>
                          </a:stretch>
                        </p:blipFill>
                        <p:spPr>
                          <a:xfrm>
                            <a:off x="8878" y="833"/>
                            <a:ext cx="855" cy="930"/>
                          </a:xfrm>
                          <a:prstGeom prst="rect">
                            <a:avLst/>
                          </a:prstGeom>
                        </p:spPr>
                      </p:pic>
                    </p:oleObj>
                  </mc:Fallback>
                </mc:AlternateContent>
              </a:graphicData>
            </a:graphic>
          </p:graphicFrame>
          <p:graphicFrame>
            <p:nvGraphicFramePr>
              <p:cNvPr id="27" name="对象 26"/>
              <p:cNvGraphicFramePr/>
              <p:nvPr/>
            </p:nvGraphicFramePr>
            <p:xfrm>
              <a:off x="11642" y="861"/>
              <a:ext cx="887" cy="932"/>
            </p:xfrm>
            <a:graphic>
              <a:graphicData uri="http://schemas.openxmlformats.org/presentationml/2006/ole">
                <mc:AlternateContent xmlns:mc="http://schemas.openxmlformats.org/markup-compatibility/2006">
                  <mc:Choice xmlns:v="urn:schemas-microsoft-com:vml" Requires="v">
                    <p:oleObj spid="_x0000_s28" name="" r:id="rId17" imgW="495300" imgH="645795" progId="Equation.KSEE3">
                      <p:embed/>
                    </p:oleObj>
                  </mc:Choice>
                  <mc:Fallback>
                    <p:oleObj name="" r:id="rId17" imgW="495300" imgH="645795" progId="Equation.KSEE3">
                      <p:embed/>
                      <p:pic>
                        <p:nvPicPr>
                          <p:cNvPr id="0" name="图片 25"/>
                          <p:cNvPicPr/>
                          <p:nvPr/>
                        </p:nvPicPr>
                        <p:blipFill>
                          <a:blip r:embed="rId18"/>
                          <a:stretch>
                            <a:fillRect/>
                          </a:stretch>
                        </p:blipFill>
                        <p:spPr>
                          <a:xfrm>
                            <a:off x="11642" y="861"/>
                            <a:ext cx="887" cy="932"/>
                          </a:xfrm>
                          <a:prstGeom prst="rect">
                            <a:avLst/>
                          </a:prstGeom>
                        </p:spPr>
                      </p:pic>
                    </p:oleObj>
                  </mc:Fallback>
                </mc:AlternateContent>
              </a:graphicData>
            </a:graphic>
          </p:graphicFrame>
          <p:grpSp>
            <p:nvGrpSpPr>
              <p:cNvPr id="29" name="组合 28"/>
              <p:cNvGrpSpPr/>
              <p:nvPr/>
            </p:nvGrpSpPr>
            <p:grpSpPr>
              <a:xfrm>
                <a:off x="7806" y="1453"/>
                <a:ext cx="5330" cy="2610"/>
                <a:chOff x="7860" y="1453"/>
                <a:chExt cx="5330" cy="2610"/>
              </a:xfrm>
            </p:grpSpPr>
            <p:sp>
              <p:nvSpPr>
                <p:cNvPr id="36903" name="Text Box 89"/>
                <p:cNvSpPr txBox="1"/>
                <p:nvPr/>
              </p:nvSpPr>
              <p:spPr>
                <a:xfrm>
                  <a:off x="8900" y="2248"/>
                  <a:ext cx="1760"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2</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36904" name="Text Box 94"/>
                <p:cNvSpPr txBox="1"/>
                <p:nvPr/>
              </p:nvSpPr>
              <p:spPr>
                <a:xfrm>
                  <a:off x="7993" y="2928"/>
                  <a:ext cx="480"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6905" name="Text Box 95"/>
                <p:cNvSpPr txBox="1"/>
                <p:nvPr/>
              </p:nvSpPr>
              <p:spPr>
                <a:xfrm>
                  <a:off x="7993" y="1680"/>
                  <a:ext cx="680"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6906" name="Text Box 96"/>
                <p:cNvSpPr txBox="1"/>
                <p:nvPr/>
              </p:nvSpPr>
              <p:spPr>
                <a:xfrm>
                  <a:off x="12530" y="2928"/>
                  <a:ext cx="480"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6907" name="Text Box 97"/>
                <p:cNvSpPr txBox="1"/>
                <p:nvPr/>
              </p:nvSpPr>
              <p:spPr>
                <a:xfrm>
                  <a:off x="12530" y="1680"/>
                  <a:ext cx="600" cy="818"/>
                </a:xfrm>
                <a:prstGeom prst="rect">
                  <a:avLst/>
                </a:prstGeom>
                <a:noFill/>
                <a:ln w="2857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6908" name="Line 100"/>
                <p:cNvSpPr/>
                <p:nvPr/>
              </p:nvSpPr>
              <p:spPr bwMode="auto">
                <a:xfrm>
                  <a:off x="8673" y="1795"/>
                  <a:ext cx="3970"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36909" name="Line 101"/>
                <p:cNvSpPr/>
                <p:nvPr/>
              </p:nvSpPr>
              <p:spPr bwMode="auto">
                <a:xfrm>
                  <a:off x="8673" y="3723"/>
                  <a:ext cx="3970"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36910" name="Line 102"/>
                <p:cNvSpPr/>
                <p:nvPr/>
              </p:nvSpPr>
              <p:spPr bwMode="auto">
                <a:xfrm>
                  <a:off x="8675" y="1793"/>
                  <a:ext cx="0" cy="1928"/>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36911" name="Rectangle 103"/>
                <p:cNvSpPr/>
                <p:nvPr/>
              </p:nvSpPr>
              <p:spPr>
                <a:xfrm>
                  <a:off x="9920" y="1453"/>
                  <a:ext cx="1475" cy="2610"/>
                </a:xfrm>
                <a:prstGeom prst="rect">
                  <a:avLst/>
                </a:prstGeom>
                <a:solidFill>
                  <a:schemeClr val="tx2">
                    <a:lumMod val="20000"/>
                    <a:lumOff val="80000"/>
                  </a:schemeClr>
                </a:solidFill>
                <a:ln w="28575">
                  <a:noFill/>
                </a:ln>
              </p:spPr>
              <p:txBody>
                <a:bodyPr wrap="none" anchor="ctr" anchorCtr="0"/>
                <a:p>
                  <a:pPr algn="ctr"/>
                  <a:r>
                    <a:rPr lang="en-US" altLang="zh-CN" sz="4400" b="0" dirty="0">
                      <a:solidFill>
                        <a:schemeClr val="tx1"/>
                      </a:solidFill>
                      <a:latin typeface="Times New Roman" panose="02020603050405020304" pitchFamily="18" charset="0"/>
                      <a:ea typeface="仿宋_GB2312" pitchFamily="49" charset="-122"/>
                    </a:rPr>
                    <a:t>P</a:t>
                  </a:r>
                  <a:endParaRPr lang="en-US" altLang="zh-CN" sz="4400" b="0" dirty="0">
                    <a:solidFill>
                      <a:schemeClr val="tx1"/>
                    </a:solidFill>
                    <a:latin typeface="Times New Roman" panose="02020603050405020304" pitchFamily="18" charset="0"/>
                    <a:ea typeface="仿宋_GB2312" pitchFamily="49" charset="-122"/>
                  </a:endParaRPr>
                </a:p>
              </p:txBody>
            </p:sp>
            <p:sp>
              <p:nvSpPr>
                <p:cNvPr id="36912" name="Oval 104"/>
                <p:cNvSpPr/>
                <p:nvPr/>
              </p:nvSpPr>
              <p:spPr bwMode="auto">
                <a:xfrm>
                  <a:off x="12643" y="3608"/>
                  <a:ext cx="228" cy="228"/>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p>
                  <a:endParaRPr lang="zh-CN" altLang="en-US" dirty="0">
                    <a:solidFill>
                      <a:schemeClr val="tx1"/>
                    </a:solidFill>
                    <a:latin typeface="Arial" panose="020B0604020202020204" pitchFamily="34" charset="0"/>
                  </a:endParaRPr>
                </a:p>
              </p:txBody>
            </p:sp>
            <p:sp>
              <p:nvSpPr>
                <p:cNvPr id="36913" name="Oval 105"/>
                <p:cNvSpPr/>
                <p:nvPr/>
              </p:nvSpPr>
              <p:spPr bwMode="auto">
                <a:xfrm>
                  <a:off x="12643" y="1680"/>
                  <a:ext cx="228" cy="228"/>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36914" name="Rectangle 106"/>
                <p:cNvSpPr/>
                <p:nvPr/>
              </p:nvSpPr>
              <p:spPr bwMode="auto">
                <a:xfrm>
                  <a:off x="8560" y="2248"/>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36916" name="Line 99"/>
                <p:cNvSpPr/>
                <p:nvPr/>
              </p:nvSpPr>
              <p:spPr>
                <a:xfrm rot="10800000">
                  <a:off x="9013" y="1793"/>
                  <a:ext cx="720"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36917" name="Line 98"/>
                <p:cNvSpPr/>
                <p:nvPr/>
              </p:nvSpPr>
              <p:spPr>
                <a:xfrm flipH="1">
                  <a:off x="11510" y="1793"/>
                  <a:ext cx="905"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aphicFrame>
              <p:nvGraphicFramePr>
                <p:cNvPr id="19" name="对象 18"/>
                <p:cNvGraphicFramePr/>
                <p:nvPr/>
              </p:nvGraphicFramePr>
              <p:xfrm>
                <a:off x="7860" y="2097"/>
                <a:ext cx="800" cy="944"/>
              </p:xfrm>
              <a:graphic>
                <a:graphicData uri="http://schemas.openxmlformats.org/presentationml/2006/ole">
                  <mc:AlternateContent xmlns:mc="http://schemas.openxmlformats.org/markup-compatibility/2006">
                    <mc:Choice xmlns:v="urn:schemas-microsoft-com:vml" Requires="v">
                      <p:oleObj spid="_x0000_s20" name="" r:id="rId19" imgW="671830" imgH="1131570" progId="Equation.KSEE3">
                        <p:embed/>
                      </p:oleObj>
                    </mc:Choice>
                    <mc:Fallback>
                      <p:oleObj name="" r:id="rId19" imgW="671830" imgH="1131570" progId="Equation.KSEE3">
                        <p:embed/>
                        <p:pic>
                          <p:nvPicPr>
                            <p:cNvPr id="0" name="图片 19"/>
                            <p:cNvPicPr/>
                            <p:nvPr/>
                          </p:nvPicPr>
                          <p:blipFill>
                            <a:blip r:embed="rId20"/>
                            <a:stretch>
                              <a:fillRect/>
                            </a:stretch>
                          </p:blipFill>
                          <p:spPr>
                            <a:xfrm>
                              <a:off x="7860" y="2097"/>
                              <a:ext cx="800" cy="944"/>
                            </a:xfrm>
                            <a:prstGeom prst="rect">
                              <a:avLst/>
                            </a:prstGeom>
                          </p:spPr>
                        </p:pic>
                      </p:oleObj>
                    </mc:Fallback>
                  </mc:AlternateContent>
                </a:graphicData>
              </a:graphic>
            </p:graphicFrame>
            <p:graphicFrame>
              <p:nvGraphicFramePr>
                <p:cNvPr id="2" name="对象 1"/>
                <p:cNvGraphicFramePr/>
                <p:nvPr/>
              </p:nvGraphicFramePr>
              <p:xfrm>
                <a:off x="12444" y="2203"/>
                <a:ext cx="746" cy="883"/>
              </p:xfrm>
              <a:graphic>
                <a:graphicData uri="http://schemas.openxmlformats.org/presentationml/2006/ole">
                  <mc:AlternateContent xmlns:mc="http://schemas.openxmlformats.org/markup-compatibility/2006">
                    <mc:Choice xmlns:v="urn:schemas-microsoft-com:vml" Requires="v">
                      <p:oleObj spid="_x0000_s21" name="" r:id="rId21" imgW="748030" imgH="645795" progId="Equation.KSEE3">
                        <p:embed/>
                      </p:oleObj>
                    </mc:Choice>
                    <mc:Fallback>
                      <p:oleObj name="" r:id="rId21" imgW="748030" imgH="645795" progId="Equation.KSEE3">
                        <p:embed/>
                        <p:pic>
                          <p:nvPicPr>
                            <p:cNvPr id="0" name="图片 20"/>
                            <p:cNvPicPr/>
                            <p:nvPr/>
                          </p:nvPicPr>
                          <p:blipFill>
                            <a:blip r:embed="rId22"/>
                            <a:stretch>
                              <a:fillRect/>
                            </a:stretch>
                          </p:blipFill>
                          <p:spPr>
                            <a:xfrm>
                              <a:off x="12444" y="2203"/>
                              <a:ext cx="746" cy="883"/>
                            </a:xfrm>
                            <a:prstGeom prst="rect">
                              <a:avLst/>
                            </a:prstGeom>
                          </p:spPr>
                        </p:pic>
                      </p:oleObj>
                    </mc:Fallback>
                  </mc:AlternateContent>
                </a:graphicData>
              </a:graphic>
            </p:graphicFrame>
          </p:grpSp>
        </p:grpSp>
      </p:grpSp>
      <p:sp>
        <p:nvSpPr>
          <p:cNvPr id="22" name="Text Box 22"/>
          <p:cNvSpPr txBox="1">
            <a:spLocks noChangeArrowheads="1"/>
          </p:cNvSpPr>
          <p:nvPr/>
        </p:nvSpPr>
        <p:spPr bwMode="auto">
          <a:xfrm>
            <a:off x="253365" y="729615"/>
            <a:ext cx="1218565" cy="575945"/>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例</a:t>
            </a:r>
            <a:r>
              <a:rPr kumimoji="1" lang="en-US" altLang="zh-CN" sz="3200" dirty="0">
                <a:solidFill>
                  <a:schemeClr val="bg1"/>
                </a:solidFill>
                <a:latin typeface="华文新魏" panose="02010800040101010101" pitchFamily="2" charset="-122"/>
                <a:ea typeface="华文新魏" panose="02010800040101010101" pitchFamily="2" charset="-122"/>
              </a:rPr>
              <a:t>5-2</a:t>
            </a:r>
            <a:endParaRPr kumimoji="1" lang="en-US" altLang="zh-CN" sz="3200" dirty="0">
              <a:solidFill>
                <a:schemeClr val="bg1"/>
              </a:solidFill>
              <a:latin typeface="华文新魏" panose="02010800040101010101" pitchFamily="2" charset="-122"/>
              <a:ea typeface="华文新魏" panose="02010800040101010101" pitchFamily="2" charset="-122"/>
            </a:endParaRPr>
          </a:p>
        </p:txBody>
      </p:sp>
      <p:sp>
        <p:nvSpPr>
          <p:cNvPr id="25" name="Text Box 22"/>
          <p:cNvSpPr txBox="1">
            <a:spLocks noChangeArrowheads="1"/>
          </p:cNvSpPr>
          <p:nvPr/>
        </p:nvSpPr>
        <p:spPr bwMode="auto">
          <a:xfrm>
            <a:off x="323764" y="3439948"/>
            <a:ext cx="648000" cy="576000"/>
          </a:xfrm>
          <a:prstGeom prst="rect">
            <a:avLst/>
          </a:pr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解</a:t>
            </a:r>
            <a:endParaRPr kumimoji="1" lang="zh-CN" altLang="en-US" sz="3200" dirty="0">
              <a:solidFill>
                <a:schemeClr val="bg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p:cTn id="7" dur="1000" fill="hold"/>
                                        <p:tgtEl>
                                          <p:spTgt spid="22"/>
                                        </p:tgtEl>
                                        <p:attrNameLst>
                                          <p:attrName>ppt_w</p:attrName>
                                        </p:attrNameLst>
                                      </p:cBhvr>
                                      <p:tavLst>
                                        <p:tav tm="0">
                                          <p:val>
                                            <p:fltVal val="0"/>
                                          </p:val>
                                        </p:tav>
                                        <p:tav tm="100000">
                                          <p:val>
                                            <p:strVal val="#ppt_w"/>
                                          </p:val>
                                        </p:tav>
                                      </p:tavLst>
                                    </p:anim>
                                    <p:anim calcmode="lin" valueType="num">
                                      <p:cBhvr>
                                        <p:cTn id="8" dur="1000" fill="hold"/>
                                        <p:tgtEl>
                                          <p:spTgt spid="22"/>
                                        </p:tgtEl>
                                        <p:attrNameLst>
                                          <p:attrName>ppt_h</p:attrName>
                                        </p:attrNameLst>
                                      </p:cBhvr>
                                      <p:tavLst>
                                        <p:tav tm="0">
                                          <p:val>
                                            <p:fltVal val="0"/>
                                          </p:val>
                                        </p:tav>
                                        <p:tav tm="100000">
                                          <p:val>
                                            <p:strVal val="#ppt_h"/>
                                          </p:val>
                                        </p:tav>
                                      </p:tavLst>
                                    </p:anim>
                                    <p:anim calcmode="lin" valueType="num">
                                      <p:cBhvr>
                                        <p:cTn id="9" dur="1000" fill="hold"/>
                                        <p:tgtEl>
                                          <p:spTgt spid="22"/>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2"/>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blinds(horizontal)">
                                      <p:cBhvr>
                                        <p:cTn id="14" dur="500"/>
                                        <p:tgtEl>
                                          <p:spTgt spid="26"/>
                                        </p:tgtEl>
                                      </p:cBhvr>
                                    </p:animEffect>
                                  </p:childTnLst>
                                </p:cTn>
                              </p:par>
                            </p:childTnLst>
                          </p:cTn>
                        </p:par>
                        <p:par>
                          <p:cTn id="15" fill="hold">
                            <p:stCondLst>
                              <p:cond delay="1500"/>
                            </p:stCondLst>
                            <p:childTnLst>
                              <p:par>
                                <p:cTn id="16" presetID="22" presetClass="entr" presetSubtype="8" fill="hold" grpId="0" nodeType="afterEffect">
                                  <p:stCondLst>
                                    <p:cond delay="0"/>
                                  </p:stCondLst>
                                  <p:childTnLst>
                                    <p:set>
                                      <p:cBhvr>
                                        <p:cTn id="17" dur="1" fill="hold">
                                          <p:stCondLst>
                                            <p:cond delay="0"/>
                                          </p:stCondLst>
                                        </p:cTn>
                                        <p:tgtEl>
                                          <p:spTgt spid="36924"/>
                                        </p:tgtEl>
                                        <p:attrNameLst>
                                          <p:attrName>style.visibility</p:attrName>
                                        </p:attrNameLst>
                                      </p:cBhvr>
                                      <p:to>
                                        <p:strVal val="visible"/>
                                      </p:to>
                                    </p:set>
                                    <p:animEffect transition="in" filter="wipe(left)">
                                      <p:cBhvr>
                                        <p:cTn id="18" dur="500"/>
                                        <p:tgtEl>
                                          <p:spTgt spid="36924"/>
                                        </p:tgtEl>
                                      </p:cBhvr>
                                    </p:animEffect>
                                  </p:childTnLst>
                                </p:cTn>
                              </p:par>
                              <p:par>
                                <p:cTn id="19" presetID="22" presetClass="entr" presetSubtype="4"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down)">
                                      <p:cBhvr>
                                        <p:cTn id="21" dur="500"/>
                                        <p:tgtEl>
                                          <p:spTgt spid="15"/>
                                        </p:tgtEl>
                                      </p:cBhvr>
                                    </p:animEffect>
                                  </p:childTnLst>
                                </p:cTn>
                              </p:par>
                              <p:par>
                                <p:cTn id="22" presetID="22" presetClass="entr" presetSubtype="4"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wipe(down)">
                                      <p:cBhvr>
                                        <p:cTn id="24" dur="50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15" presetClass="entr" presetSubtype="0" fill="hold" grpId="0" nodeType="clickEffect">
                                  <p:stCondLst>
                                    <p:cond delay="0"/>
                                  </p:stCondLst>
                                  <p:childTnLst>
                                    <p:set>
                                      <p:cBhvr>
                                        <p:cTn id="28" dur="1" fill="hold">
                                          <p:stCondLst>
                                            <p:cond delay="0"/>
                                          </p:stCondLst>
                                        </p:cTn>
                                        <p:tgtEl>
                                          <p:spTgt spid="25"/>
                                        </p:tgtEl>
                                        <p:attrNameLst>
                                          <p:attrName>style.visibility</p:attrName>
                                        </p:attrNameLst>
                                      </p:cBhvr>
                                      <p:to>
                                        <p:strVal val="visible"/>
                                      </p:to>
                                    </p:set>
                                    <p:anim calcmode="lin" valueType="num">
                                      <p:cBhvr>
                                        <p:cTn id="29" dur="1000" fill="hold"/>
                                        <p:tgtEl>
                                          <p:spTgt spid="25"/>
                                        </p:tgtEl>
                                        <p:attrNameLst>
                                          <p:attrName>ppt_w</p:attrName>
                                        </p:attrNameLst>
                                      </p:cBhvr>
                                      <p:tavLst>
                                        <p:tav tm="0">
                                          <p:val>
                                            <p:fltVal val="0"/>
                                          </p:val>
                                        </p:tav>
                                        <p:tav tm="100000">
                                          <p:val>
                                            <p:strVal val="#ppt_w"/>
                                          </p:val>
                                        </p:tav>
                                      </p:tavLst>
                                    </p:anim>
                                    <p:anim calcmode="lin" valueType="num">
                                      <p:cBhvr>
                                        <p:cTn id="30" dur="1000" fill="hold"/>
                                        <p:tgtEl>
                                          <p:spTgt spid="25"/>
                                        </p:tgtEl>
                                        <p:attrNameLst>
                                          <p:attrName>ppt_h</p:attrName>
                                        </p:attrNameLst>
                                      </p:cBhvr>
                                      <p:tavLst>
                                        <p:tav tm="0">
                                          <p:val>
                                            <p:fltVal val="0"/>
                                          </p:val>
                                        </p:tav>
                                        <p:tav tm="100000">
                                          <p:val>
                                            <p:strVal val="#ppt_h"/>
                                          </p:val>
                                        </p:tav>
                                      </p:tavLst>
                                    </p:anim>
                                    <p:anim calcmode="lin" valueType="num">
                                      <p:cBhvr>
                                        <p:cTn id="31" dur="1000" fill="hold"/>
                                        <p:tgtEl>
                                          <p:spTgt spid="25"/>
                                        </p:tgtEl>
                                        <p:attrNameLst>
                                          <p:attrName>ppt_x</p:attrName>
                                        </p:attrNameLst>
                                      </p:cBhvr>
                                      <p:tavLst>
                                        <p:tav tm="0" fmla="#ppt_x+(cos(-2*pi*(1-$))*-#ppt_x-sin(-2*pi*(1-$))*(1-#ppt_y))*(1-$)">
                                          <p:val>
                                            <p:fltVal val="0"/>
                                          </p:val>
                                        </p:tav>
                                        <p:tav tm="100000">
                                          <p:val>
                                            <p:fltVal val="1"/>
                                          </p:val>
                                        </p:tav>
                                      </p:tavLst>
                                    </p:anim>
                                    <p:anim calcmode="lin" valueType="num">
                                      <p:cBhvr>
                                        <p:cTn id="32" dur="1000" fill="hold"/>
                                        <p:tgtEl>
                                          <p:spTgt spid="25"/>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22533"/>
                                        </p:tgtEl>
                                        <p:attrNameLst>
                                          <p:attrName>style.visibility</p:attrName>
                                        </p:attrNameLst>
                                      </p:cBhvr>
                                      <p:to>
                                        <p:strVal val="visible"/>
                                      </p:to>
                                    </p:set>
                                    <p:animEffect transition="in" filter="box(in)">
                                      <p:cBhvr>
                                        <p:cTn id="37" dur="500"/>
                                        <p:tgtEl>
                                          <p:spTgt spid="22533"/>
                                        </p:tgtEl>
                                      </p:cBhvr>
                                    </p:animEffect>
                                  </p:childTnLst>
                                </p:cTn>
                              </p:par>
                            </p:childTnLst>
                          </p:cTn>
                        </p:par>
                        <p:par>
                          <p:cTn id="38" fill="hold">
                            <p:stCondLst>
                              <p:cond delay="500"/>
                            </p:stCondLst>
                            <p:childTnLst>
                              <p:par>
                                <p:cTn id="39" presetID="22" presetClass="entr" presetSubtype="1" fill="hold" nodeType="after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wipe(up)">
                                      <p:cBhvr>
                                        <p:cTn id="41" dur="500"/>
                                        <p:tgtEl>
                                          <p:spTgt spid="4"/>
                                        </p:tgtEl>
                                      </p:cBhvr>
                                    </p:animEffect>
                                  </p:childTnLst>
                                </p:cTn>
                              </p:par>
                            </p:childTnLst>
                          </p:cTn>
                        </p:par>
                      </p:childTnLst>
                    </p:cTn>
                  </p:par>
                  <p:par>
                    <p:cTn id="42" fill="hold">
                      <p:stCondLst>
                        <p:cond delay="indefinite"/>
                      </p:stCondLst>
                      <p:childTnLst>
                        <p:par>
                          <p:cTn id="43" fill="hold">
                            <p:stCondLst>
                              <p:cond delay="0"/>
                            </p:stCondLst>
                            <p:childTnLst>
                              <p:par>
                                <p:cTn id="44" presetID="12" presetClass="entr" presetSubtype="8" fill="hold" nodeType="clickEffect">
                                  <p:stCondLst>
                                    <p:cond delay="0"/>
                                  </p:stCondLst>
                                  <p:childTnLst>
                                    <p:set>
                                      <p:cBhvr>
                                        <p:cTn id="45" dur="1" fill="hold">
                                          <p:stCondLst>
                                            <p:cond delay="0"/>
                                          </p:stCondLst>
                                        </p:cTn>
                                        <p:tgtEl>
                                          <p:spTgt spid="7"/>
                                        </p:tgtEl>
                                        <p:attrNameLst>
                                          <p:attrName>style.visibility</p:attrName>
                                        </p:attrNameLst>
                                      </p:cBhvr>
                                      <p:to>
                                        <p:strVal val="visible"/>
                                      </p:to>
                                    </p:set>
                                    <p:anim calcmode="lin" valueType="num">
                                      <p:cBhvr additive="base">
                                        <p:cTn id="46" dur="500"/>
                                        <p:tgtEl>
                                          <p:spTgt spid="7"/>
                                        </p:tgtEl>
                                        <p:attrNameLst>
                                          <p:attrName>ppt_x</p:attrName>
                                        </p:attrNameLst>
                                      </p:cBhvr>
                                      <p:tavLst>
                                        <p:tav tm="0">
                                          <p:val>
                                            <p:strVal val="#ppt_x-#ppt_w*1.125000"/>
                                          </p:val>
                                        </p:tav>
                                        <p:tav tm="100000">
                                          <p:val>
                                            <p:strVal val="#ppt_x"/>
                                          </p:val>
                                        </p:tav>
                                      </p:tavLst>
                                    </p:anim>
                                    <p:animEffect transition="in" filter="wipe(right)">
                                      <p:cBhvr>
                                        <p:cTn id="47" dur="500"/>
                                        <p:tgtEl>
                                          <p:spTgt spid="7"/>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8" fill="hold" grpId="0" nodeType="clickEffect">
                                  <p:stCondLst>
                                    <p:cond delay="0"/>
                                  </p:stCondLst>
                                  <p:childTnLst>
                                    <p:set>
                                      <p:cBhvr>
                                        <p:cTn id="51" dur="1" fill="hold">
                                          <p:stCondLst>
                                            <p:cond delay="0"/>
                                          </p:stCondLst>
                                        </p:cTn>
                                        <p:tgtEl>
                                          <p:spTgt spid="22584"/>
                                        </p:tgtEl>
                                        <p:attrNameLst>
                                          <p:attrName>style.visibility</p:attrName>
                                        </p:attrNameLst>
                                      </p:cBhvr>
                                      <p:to>
                                        <p:strVal val="visible"/>
                                      </p:to>
                                    </p:set>
                                    <p:anim calcmode="lin" valueType="num">
                                      <p:cBhvr additive="base">
                                        <p:cTn id="52" dur="500" fill="hold"/>
                                        <p:tgtEl>
                                          <p:spTgt spid="22584"/>
                                        </p:tgtEl>
                                        <p:attrNameLst>
                                          <p:attrName>ppt_x</p:attrName>
                                        </p:attrNameLst>
                                      </p:cBhvr>
                                      <p:tavLst>
                                        <p:tav tm="0">
                                          <p:val>
                                            <p:strVal val="0-#ppt_w/2"/>
                                          </p:val>
                                        </p:tav>
                                        <p:tav tm="100000">
                                          <p:val>
                                            <p:strVal val="#ppt_x"/>
                                          </p:val>
                                        </p:tav>
                                      </p:tavLst>
                                    </p:anim>
                                    <p:anim calcmode="lin" valueType="num">
                                      <p:cBhvr additive="base">
                                        <p:cTn id="53" dur="500" fill="hold"/>
                                        <p:tgtEl>
                                          <p:spTgt spid="22584"/>
                                        </p:tgtEl>
                                        <p:attrNameLst>
                                          <p:attrName>ppt_y</p:attrName>
                                        </p:attrNameLst>
                                      </p:cBhvr>
                                      <p:tavLst>
                                        <p:tav tm="0">
                                          <p:val>
                                            <p:strVal val="#ppt_y"/>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 presetClass="entr" presetSubtype="16" fill="hold" grpId="0" nodeType="clickEffect">
                                  <p:stCondLst>
                                    <p:cond delay="0"/>
                                  </p:stCondLst>
                                  <p:childTnLst>
                                    <p:set>
                                      <p:cBhvr>
                                        <p:cTn id="57" dur="1" fill="hold">
                                          <p:stCondLst>
                                            <p:cond delay="0"/>
                                          </p:stCondLst>
                                        </p:cTn>
                                        <p:tgtEl>
                                          <p:spTgt spid="22638"/>
                                        </p:tgtEl>
                                        <p:attrNameLst>
                                          <p:attrName>style.visibility</p:attrName>
                                        </p:attrNameLst>
                                      </p:cBhvr>
                                      <p:to>
                                        <p:strVal val="visible"/>
                                      </p:to>
                                    </p:set>
                                    <p:animEffect transition="in" filter="box(in)">
                                      <p:cBhvr>
                                        <p:cTn id="58" dur="500"/>
                                        <p:tgtEl>
                                          <p:spTgt spid="22638"/>
                                        </p:tgtEl>
                                      </p:cBhvr>
                                    </p:animEffect>
                                  </p:childTnLst>
                                </p:cTn>
                              </p:par>
                            </p:childTnLst>
                          </p:cTn>
                        </p:par>
                        <p:par>
                          <p:cTn id="59" fill="hold">
                            <p:stCondLst>
                              <p:cond delay="500"/>
                            </p:stCondLst>
                            <p:childTnLst>
                              <p:par>
                                <p:cTn id="60" presetID="18" presetClass="entr" presetSubtype="6" fill="hold" nodeType="afterEffect">
                                  <p:stCondLst>
                                    <p:cond delay="0"/>
                                  </p:stCondLst>
                                  <p:childTnLst>
                                    <p:set>
                                      <p:cBhvr>
                                        <p:cTn id="61" dur="1" fill="hold">
                                          <p:stCondLst>
                                            <p:cond delay="0"/>
                                          </p:stCondLst>
                                        </p:cTn>
                                        <p:tgtEl>
                                          <p:spTgt spid="9"/>
                                        </p:tgtEl>
                                        <p:attrNameLst>
                                          <p:attrName>style.visibility</p:attrName>
                                        </p:attrNameLst>
                                      </p:cBhvr>
                                      <p:to>
                                        <p:strVal val="visible"/>
                                      </p:to>
                                    </p:set>
                                    <p:animEffect transition="in" filter="strips(downRight)">
                                      <p:cBhvr>
                                        <p:cTn id="62" dur="500"/>
                                        <p:tgtEl>
                                          <p:spTgt spid="9"/>
                                        </p:tgtEl>
                                      </p:cBhvr>
                                    </p:animEffect>
                                  </p:childTnLst>
                                </p:cTn>
                              </p:par>
                            </p:childTnLst>
                          </p:cTn>
                        </p:par>
                        <p:par>
                          <p:cTn id="63" fill="hold">
                            <p:stCondLst>
                              <p:cond delay="1000"/>
                            </p:stCondLst>
                            <p:childTnLst>
                              <p:par>
                                <p:cTn id="64" presetID="18" presetClass="entr" presetSubtype="6" fill="hold" nodeType="afterEffect">
                                  <p:stCondLst>
                                    <p:cond delay="0"/>
                                  </p:stCondLst>
                                  <p:childTnLst>
                                    <p:set>
                                      <p:cBhvr>
                                        <p:cTn id="65" dur="1" fill="hold">
                                          <p:stCondLst>
                                            <p:cond delay="0"/>
                                          </p:stCondLst>
                                        </p:cTn>
                                        <p:tgtEl>
                                          <p:spTgt spid="11"/>
                                        </p:tgtEl>
                                        <p:attrNameLst>
                                          <p:attrName>style.visibility</p:attrName>
                                        </p:attrNameLst>
                                      </p:cBhvr>
                                      <p:to>
                                        <p:strVal val="visible"/>
                                      </p:to>
                                    </p:set>
                                    <p:animEffect transition="in" filter="strips(downRight)">
                                      <p:cBhvr>
                                        <p:cTn id="66" dur="500"/>
                                        <p:tgtEl>
                                          <p:spTgt spid="11"/>
                                        </p:tgtEl>
                                      </p:cBhvr>
                                    </p:animEffect>
                                  </p:childTnLst>
                                </p:cTn>
                              </p:par>
                            </p:childTnLst>
                          </p:cTn>
                        </p:par>
                      </p:childTnLst>
                    </p:cTn>
                  </p:par>
                  <p:par>
                    <p:cTn id="67" fill="hold">
                      <p:stCondLst>
                        <p:cond delay="indefinite"/>
                      </p:stCondLst>
                      <p:childTnLst>
                        <p:par>
                          <p:cTn id="68" fill="hold">
                            <p:stCondLst>
                              <p:cond delay="0"/>
                            </p:stCondLst>
                            <p:childTnLst>
                              <p:par>
                                <p:cTn id="69" presetID="12" presetClass="entr" presetSubtype="8" fill="hold" grpId="0" nodeType="clickEffect">
                                  <p:stCondLst>
                                    <p:cond delay="0"/>
                                  </p:stCondLst>
                                  <p:childTnLst>
                                    <p:set>
                                      <p:cBhvr>
                                        <p:cTn id="70" dur="1" fill="hold">
                                          <p:stCondLst>
                                            <p:cond delay="0"/>
                                          </p:stCondLst>
                                        </p:cTn>
                                        <p:tgtEl>
                                          <p:spTgt spid="22534"/>
                                        </p:tgtEl>
                                        <p:attrNameLst>
                                          <p:attrName>style.visibility</p:attrName>
                                        </p:attrNameLst>
                                      </p:cBhvr>
                                      <p:to>
                                        <p:strVal val="visible"/>
                                      </p:to>
                                    </p:set>
                                    <p:animEffect transition="in" filter="slide(fromLeft)">
                                      <p:cBhvr>
                                        <p:cTn id="71" dur="500"/>
                                        <p:tgtEl>
                                          <p:spTgt spid="22534"/>
                                        </p:tgtEl>
                                      </p:cBhvr>
                                    </p:animEffect>
                                  </p:childTnLst>
                                </p:cTn>
                              </p:par>
                            </p:childTnLst>
                          </p:cTn>
                        </p:par>
                        <p:par>
                          <p:cTn id="72" fill="hold">
                            <p:stCondLst>
                              <p:cond delay="500"/>
                            </p:stCondLst>
                            <p:childTnLst>
                              <p:par>
                                <p:cTn id="73" presetID="2" presetClass="entr" presetSubtype="2" fill="hold" nodeType="afterEffect">
                                  <p:stCondLst>
                                    <p:cond delay="0"/>
                                  </p:stCondLst>
                                  <p:childTnLst>
                                    <p:set>
                                      <p:cBhvr>
                                        <p:cTn id="74" dur="1" fill="hold">
                                          <p:stCondLst>
                                            <p:cond delay="0"/>
                                          </p:stCondLst>
                                        </p:cTn>
                                        <p:tgtEl>
                                          <p:spTgt spid="13"/>
                                        </p:tgtEl>
                                        <p:attrNameLst>
                                          <p:attrName>style.visibility</p:attrName>
                                        </p:attrNameLst>
                                      </p:cBhvr>
                                      <p:to>
                                        <p:strVal val="visible"/>
                                      </p:to>
                                    </p:set>
                                    <p:anim calcmode="lin" valueType="num">
                                      <p:cBhvr additive="base">
                                        <p:cTn id="75" dur="500" fill="hold"/>
                                        <p:tgtEl>
                                          <p:spTgt spid="13"/>
                                        </p:tgtEl>
                                        <p:attrNameLst>
                                          <p:attrName>ppt_x</p:attrName>
                                        </p:attrNameLst>
                                      </p:cBhvr>
                                      <p:tavLst>
                                        <p:tav tm="0">
                                          <p:val>
                                            <p:strVal val="1+#ppt_w/2"/>
                                          </p:val>
                                        </p:tav>
                                        <p:tav tm="100000">
                                          <p:val>
                                            <p:strVal val="#ppt_x"/>
                                          </p:val>
                                        </p:tav>
                                      </p:tavLst>
                                    </p:anim>
                                    <p:anim calcmode="lin" valueType="num">
                                      <p:cBhvr additive="base">
                                        <p:cTn id="76"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bldLvl="0" animBg="1"/>
      <p:bldP spid="22534" grpId="0" bldLvl="0" animBg="1"/>
      <p:bldP spid="22584" grpId="0" bldLvl="0" animBg="1"/>
      <p:bldP spid="22638" grpId="0" bldLvl="0" animBg="1"/>
      <p:bldP spid="25" grpId="0" bldLvl="0" animBg="1"/>
      <p:bldP spid="36924" grpId="0"/>
      <p:bldP spid="22" grpId="0" bldLvl="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 * 4-5 特勒根定理</a:t>
            </a:r>
            <a:endParaRPr lang="zh-CN" altLang="en-US"/>
          </a:p>
        </p:txBody>
      </p:sp>
      <p:sp>
        <p:nvSpPr>
          <p:cNvPr id="21506" name="Text Box 2" descr="绿色大理石"/>
          <p:cNvSpPr txBox="1"/>
          <p:nvPr/>
        </p:nvSpPr>
        <p:spPr>
          <a:xfrm>
            <a:off x="2033588" y="970915"/>
            <a:ext cx="3167062" cy="521970"/>
          </a:xfrm>
          <a:prstGeom prst="rect">
            <a:avLst/>
          </a:prstGeom>
          <a:noFill/>
          <a:ln w="9525">
            <a:noFill/>
          </a:ln>
        </p:spPr>
        <p:txBody>
          <a:bodyPr>
            <a:spAutoFit/>
          </a:bodyPr>
          <a:p>
            <a:pPr>
              <a:spcBef>
                <a:spcPct val="50000"/>
              </a:spcBef>
            </a:pPr>
            <a:r>
              <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rPr>
              <a:t>应用特勒根定理：</a:t>
            </a:r>
            <a:endPar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507" name="Text Box 3"/>
          <p:cNvSpPr txBox="1"/>
          <p:nvPr/>
        </p:nvSpPr>
        <p:spPr>
          <a:xfrm>
            <a:off x="900113" y="1831975"/>
            <a:ext cx="7345362" cy="521970"/>
          </a:xfrm>
          <a:prstGeom prst="rect">
            <a:avLst/>
          </a:prstGeom>
          <a:noFill/>
          <a:ln w="9525">
            <a:noFill/>
          </a:ln>
        </p:spPr>
        <p:txBody>
          <a:bodyPr>
            <a:spAutoFit/>
          </a:bodyPr>
          <a:p>
            <a:pPr marL="342900" indent="-342900">
              <a:spcBef>
                <a:spcPct val="50000"/>
              </a:spcBef>
              <a:buAutoNum type="circleNumDbPlain"/>
            </a:pPr>
            <a:r>
              <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rPr>
              <a:t>电路中的支路电压必须满足</a:t>
            </a:r>
            <a:r>
              <a:rPr kumimoji="1" lang="zh-CN" altLang="en-US" sz="2800" b="0" dirty="0" smtClean="0">
                <a:latin typeface="Times New Roman" panose="02020603050405020304" pitchFamily="18" charset="0"/>
                <a:ea typeface="华文中宋" panose="02010600040101010101" pitchFamily="2" charset="-122"/>
                <a:cs typeface="Times New Roman" panose="02020603050405020304" pitchFamily="18" charset="0"/>
              </a:rPr>
              <a:t>KVL</a:t>
            </a:r>
            <a:r>
              <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rPr>
              <a:t>。</a:t>
            </a:r>
            <a:endPar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508" name="Text Box 4"/>
          <p:cNvSpPr txBox="1"/>
          <p:nvPr/>
        </p:nvSpPr>
        <p:spPr>
          <a:xfrm>
            <a:off x="900113" y="2479675"/>
            <a:ext cx="7345362" cy="521970"/>
          </a:xfrm>
          <a:prstGeom prst="rect">
            <a:avLst/>
          </a:prstGeom>
          <a:noFill/>
          <a:ln w="9525">
            <a:noFill/>
          </a:ln>
        </p:spPr>
        <p:txBody>
          <a:bodyPr>
            <a:spAutoFit/>
          </a:bodyPr>
          <a:p>
            <a:pPr marL="342900" indent="-342900">
              <a:spcBef>
                <a:spcPct val="50000"/>
              </a:spcBef>
              <a:buAutoNum type="circleNumDbPlain" startAt="2"/>
            </a:pPr>
            <a:r>
              <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rPr>
              <a:t>电路中的支路电流必须满足</a:t>
            </a:r>
            <a:r>
              <a:rPr kumimoji="1" lang="zh-CN" altLang="en-US" sz="2800" b="0" dirty="0" smtClean="0">
                <a:latin typeface="Times New Roman" panose="02020603050405020304" pitchFamily="18" charset="0"/>
                <a:ea typeface="华文中宋" panose="02010600040101010101" pitchFamily="2" charset="-122"/>
                <a:cs typeface="Times New Roman" panose="02020603050405020304" pitchFamily="18" charset="0"/>
              </a:rPr>
              <a:t>KCL</a:t>
            </a:r>
            <a:r>
              <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rPr>
              <a:t>。</a:t>
            </a:r>
            <a:endPar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509" name="Text Box 5"/>
          <p:cNvSpPr txBox="1"/>
          <p:nvPr/>
        </p:nvSpPr>
        <p:spPr>
          <a:xfrm>
            <a:off x="900113" y="3055938"/>
            <a:ext cx="7559675" cy="1124585"/>
          </a:xfrm>
          <a:prstGeom prst="rect">
            <a:avLst/>
          </a:prstGeom>
          <a:noFill/>
          <a:ln w="9525">
            <a:noFill/>
          </a:ln>
        </p:spPr>
        <p:txBody>
          <a:bodyPr>
            <a:spAutoFit/>
          </a:bodyPr>
          <a:p>
            <a:pPr marL="342900" indent="-342900">
              <a:lnSpc>
                <a:spcPct val="120000"/>
              </a:lnSpc>
              <a:spcBef>
                <a:spcPct val="50000"/>
              </a:spcBef>
              <a:buAutoNum type="circleNumDbPlain" startAt="3"/>
            </a:pPr>
            <a:r>
              <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rPr>
              <a:t>电路中的支路电压和支路电流必须满足关联参考方向(否则公式中加负号)。</a:t>
            </a:r>
            <a:endPar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510" name="Text Box 6"/>
          <p:cNvSpPr txBox="1"/>
          <p:nvPr/>
        </p:nvSpPr>
        <p:spPr>
          <a:xfrm>
            <a:off x="971550" y="4352925"/>
            <a:ext cx="7345363" cy="521970"/>
          </a:xfrm>
          <a:prstGeom prst="rect">
            <a:avLst/>
          </a:prstGeom>
          <a:noFill/>
          <a:ln w="9525">
            <a:noFill/>
          </a:ln>
        </p:spPr>
        <p:txBody>
          <a:bodyPr>
            <a:spAutoFit/>
          </a:bodyPr>
          <a:p>
            <a:pPr marL="342900" indent="-342900">
              <a:spcBef>
                <a:spcPct val="50000"/>
              </a:spcBef>
              <a:buAutoNum type="circleNumDbPlain" startAt="4"/>
            </a:pPr>
            <a:r>
              <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rPr>
              <a:t>定理的正确性与元件的特征全然无关。</a:t>
            </a:r>
            <a:endPar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3" name="组合 2"/>
          <p:cNvGrpSpPr/>
          <p:nvPr/>
        </p:nvGrpSpPr>
        <p:grpSpPr>
          <a:xfrm>
            <a:off x="507355" y="926143"/>
            <a:ext cx="1469301" cy="596753"/>
            <a:chOff x="333345" y="3065118"/>
            <a:chExt cx="1469299" cy="596752"/>
          </a:xfrm>
        </p:grpSpPr>
        <p:sp>
          <p:nvSpPr>
            <p:cNvPr id="5" name="Text Box 47"/>
            <p:cNvSpPr txBox="1">
              <a:spLocks noChangeArrowheads="1"/>
            </p:cNvSpPr>
            <p:nvPr/>
          </p:nvSpPr>
          <p:spPr bwMode="auto">
            <a:xfrm>
              <a:off x="797242" y="3065118"/>
              <a:ext cx="1005402" cy="584774"/>
            </a:xfrm>
            <a:prstGeom prst="rect">
              <a:avLst/>
            </a:prstGeom>
            <a:noFill/>
            <a:ln w="9525">
              <a:noFill/>
              <a:miter lim="800000"/>
            </a:ln>
            <a:effectLst/>
          </p:spPr>
          <p:txBody>
            <a:bodyPr wrap="none">
              <a:spAutoFit/>
            </a:bodyPr>
            <a:p>
              <a:r>
                <a:rPr kumimoji="1" lang="zh-CN" altLang="en-US" sz="3200"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注意</a:t>
              </a:r>
              <a:endParaRPr kumimoji="1" lang="zh-CN" altLang="en-US" sz="3200"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p:txBody>
        </p:sp>
        <p:grpSp>
          <p:nvGrpSpPr>
            <p:cNvPr id="6" name="组合 15"/>
            <p:cNvGrpSpPr/>
            <p:nvPr/>
          </p:nvGrpSpPr>
          <p:grpSpPr>
            <a:xfrm>
              <a:off x="333345" y="3109916"/>
              <a:ext cx="655770" cy="551954"/>
              <a:chOff x="6691327" y="3681420"/>
              <a:chExt cx="655770" cy="551954"/>
            </a:xfrm>
          </p:grpSpPr>
          <p:sp>
            <p:nvSpPr>
              <p:cNvPr id="7" name="等腰三角形 6"/>
              <p:cNvSpPr/>
              <p:nvPr/>
            </p:nvSpPr>
            <p:spPr>
              <a:xfrm>
                <a:off x="6691327" y="3681420"/>
                <a:ext cx="576000" cy="504000"/>
              </a:xfrm>
              <a:prstGeom prst="triangle">
                <a:avLst/>
              </a:prstGeom>
              <a:solidFill>
                <a:schemeClr val="accent6">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3200"/>
              </a:p>
            </p:txBody>
          </p:sp>
          <p:sp>
            <p:nvSpPr>
              <p:cNvPr id="8" name="TextBox 91"/>
              <p:cNvSpPr txBox="1"/>
              <p:nvPr/>
            </p:nvSpPr>
            <p:spPr>
              <a:xfrm>
                <a:off x="6803359" y="3710155"/>
                <a:ext cx="543738" cy="523219"/>
              </a:xfrm>
              <a:prstGeom prst="rect">
                <a:avLst/>
              </a:prstGeom>
              <a:noFill/>
            </p:spPr>
            <p:txBody>
              <a:bodyPr wrap="none" rtlCol="0">
                <a:spAutoFit/>
              </a:bodyPr>
              <a:p>
                <a:pPr algn="ctr"/>
                <a:r>
                  <a:rPr lang="zh-CN" altLang="en-US" sz="2800" dirty="0">
                    <a:solidFill>
                      <a:schemeClr val="accent2">
                        <a:lumMod val="75000"/>
                      </a:schemeClr>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rPr>
                  <a:t>！</a:t>
                </a:r>
                <a:endParaRPr lang="zh-CN" altLang="en-US" sz="2800" dirty="0">
                  <a:solidFill>
                    <a:schemeClr val="accent2">
                      <a:lumMod val="75000"/>
                    </a:schemeClr>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9" fill="hold" grpId="0" nodeType="clickEffect">
                                  <p:stCondLst>
                                    <p:cond delay="0"/>
                                  </p:stCondLst>
                                  <p:childTnLst>
                                    <p:set>
                                      <p:cBhvr>
                                        <p:cTn id="11" dur="1" fill="hold">
                                          <p:stCondLst>
                                            <p:cond delay="0"/>
                                          </p:stCondLst>
                                        </p:cTn>
                                        <p:tgtEl>
                                          <p:spTgt spid="21506"/>
                                        </p:tgtEl>
                                        <p:attrNameLst>
                                          <p:attrName>style.visibility</p:attrName>
                                        </p:attrNameLst>
                                      </p:cBhvr>
                                      <p:to>
                                        <p:strVal val="visible"/>
                                      </p:to>
                                    </p:set>
                                    <p:anim calcmode="lin" valueType="num">
                                      <p:cBhvr additive="base">
                                        <p:cTn id="12" dur="500" fill="hold"/>
                                        <p:tgtEl>
                                          <p:spTgt spid="21506"/>
                                        </p:tgtEl>
                                        <p:attrNameLst>
                                          <p:attrName>ppt_x</p:attrName>
                                        </p:attrNameLst>
                                      </p:cBhvr>
                                      <p:tavLst>
                                        <p:tav tm="0">
                                          <p:val>
                                            <p:strVal val="0-#ppt_w/2"/>
                                          </p:val>
                                        </p:tav>
                                        <p:tav tm="100000">
                                          <p:val>
                                            <p:strVal val="#ppt_x"/>
                                          </p:val>
                                        </p:tav>
                                      </p:tavLst>
                                    </p:anim>
                                    <p:anim calcmode="lin" valueType="num">
                                      <p:cBhvr additive="base">
                                        <p:cTn id="13" dur="500" fill="hold"/>
                                        <p:tgtEl>
                                          <p:spTgt spid="21506"/>
                                        </p:tgtEl>
                                        <p:attrNameLst>
                                          <p:attrName>ppt_y</p:attrName>
                                        </p:attrNameLst>
                                      </p:cBhvr>
                                      <p:tavLst>
                                        <p:tav tm="0">
                                          <p:val>
                                            <p:strVal val="0-#ppt_h/2"/>
                                          </p:val>
                                        </p:tav>
                                        <p:tav tm="100000">
                                          <p:val>
                                            <p:strVal val="#ppt_y"/>
                                          </p:val>
                                        </p:tav>
                                      </p:tavLst>
                                    </p:anim>
                                  </p:childTnLst>
                                </p:cTn>
                              </p:par>
                            </p:childTnLst>
                          </p:cTn>
                        </p:par>
                        <p:par>
                          <p:cTn id="14" fill="hold">
                            <p:stCondLst>
                              <p:cond delay="500"/>
                            </p:stCondLst>
                            <p:childTnLst>
                              <p:par>
                                <p:cTn id="15" presetID="22" presetClass="entr" presetSubtype="8" fill="hold" grpId="0" nodeType="afterEffect">
                                  <p:stCondLst>
                                    <p:cond delay="0"/>
                                  </p:stCondLst>
                                  <p:iterate type="lt">
                                    <p:tmPct val="100000"/>
                                  </p:iterate>
                                  <p:childTnLst>
                                    <p:set>
                                      <p:cBhvr>
                                        <p:cTn id="16" dur="1" fill="hold">
                                          <p:stCondLst>
                                            <p:cond delay="0"/>
                                          </p:stCondLst>
                                        </p:cTn>
                                        <p:tgtEl>
                                          <p:spTgt spid="21507"/>
                                        </p:tgtEl>
                                        <p:attrNameLst>
                                          <p:attrName>style.visibility</p:attrName>
                                        </p:attrNameLst>
                                      </p:cBhvr>
                                      <p:to>
                                        <p:strVal val="visible"/>
                                      </p:to>
                                    </p:set>
                                    <p:animEffect transition="in" filter="wipe(left)">
                                      <p:cBhvr>
                                        <p:cTn id="17" dur="100"/>
                                        <p:tgtEl>
                                          <p:spTgt spid="2150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lt">
                                    <p:tmPct val="100000"/>
                                  </p:iterate>
                                  <p:childTnLst>
                                    <p:set>
                                      <p:cBhvr>
                                        <p:cTn id="21" dur="1" fill="hold">
                                          <p:stCondLst>
                                            <p:cond delay="0"/>
                                          </p:stCondLst>
                                        </p:cTn>
                                        <p:tgtEl>
                                          <p:spTgt spid="21508"/>
                                        </p:tgtEl>
                                        <p:attrNameLst>
                                          <p:attrName>style.visibility</p:attrName>
                                        </p:attrNameLst>
                                      </p:cBhvr>
                                      <p:to>
                                        <p:strVal val="visible"/>
                                      </p:to>
                                    </p:set>
                                    <p:animEffect transition="in" filter="wipe(left)">
                                      <p:cBhvr>
                                        <p:cTn id="22" dur="100"/>
                                        <p:tgtEl>
                                          <p:spTgt spid="2150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lt">
                                    <p:tmPct val="100000"/>
                                  </p:iterate>
                                  <p:childTnLst>
                                    <p:set>
                                      <p:cBhvr>
                                        <p:cTn id="26" dur="1" fill="hold">
                                          <p:stCondLst>
                                            <p:cond delay="0"/>
                                          </p:stCondLst>
                                        </p:cTn>
                                        <p:tgtEl>
                                          <p:spTgt spid="21509"/>
                                        </p:tgtEl>
                                        <p:attrNameLst>
                                          <p:attrName>style.visibility</p:attrName>
                                        </p:attrNameLst>
                                      </p:cBhvr>
                                      <p:to>
                                        <p:strVal val="visible"/>
                                      </p:to>
                                    </p:set>
                                    <p:animEffect transition="in" filter="wipe(left)">
                                      <p:cBhvr>
                                        <p:cTn id="27" dur="100"/>
                                        <p:tgtEl>
                                          <p:spTgt spid="2150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iterate type="lt">
                                    <p:tmPct val="100000"/>
                                  </p:iterate>
                                  <p:childTnLst>
                                    <p:set>
                                      <p:cBhvr>
                                        <p:cTn id="31" dur="1" fill="hold">
                                          <p:stCondLst>
                                            <p:cond delay="0"/>
                                          </p:stCondLst>
                                        </p:cTn>
                                        <p:tgtEl>
                                          <p:spTgt spid="21510"/>
                                        </p:tgtEl>
                                        <p:attrNameLst>
                                          <p:attrName>style.visibility</p:attrName>
                                        </p:attrNameLst>
                                      </p:cBhvr>
                                      <p:to>
                                        <p:strVal val="visible"/>
                                      </p:to>
                                    </p:set>
                                    <p:animEffect transition="in" filter="wipe(left)">
                                      <p:cBhvr>
                                        <p:cTn id="32" dur="100"/>
                                        <p:tgtEl>
                                          <p:spTgt spid="215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0"/>
      <p:bldP spid="21507" grpId="0"/>
      <p:bldP spid="21508" grpId="0"/>
      <p:bldP spid="21509" grpId="0"/>
      <p:bldP spid="21510"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pPr algn="l">
              <a:buClrTx/>
              <a:buSzTx/>
              <a:buFontTx/>
            </a:pPr>
            <a:r>
              <a:rPr lang="en-US" altLang="zh-CN">
                <a:latin typeface="微软雅黑" panose="020B0503020204020204" pitchFamily="34" charset="-122"/>
                <a:cs typeface="微软雅黑" panose="020B0503020204020204" pitchFamily="34" charset="-122"/>
                <a:sym typeface="+mn-ea"/>
              </a:rPr>
              <a:t>*4-6 互易定理</a:t>
            </a:r>
            <a:endParaRPr lang="en-US" altLang="zh-CN">
              <a:latin typeface="微软雅黑" panose="020B0503020204020204" pitchFamily="34" charset="-122"/>
              <a:cs typeface="微软雅黑" panose="020B0503020204020204" pitchFamily="34" charset="-122"/>
            </a:endParaRPr>
          </a:p>
        </p:txBody>
      </p:sp>
      <p:sp>
        <p:nvSpPr>
          <p:cNvPr id="109570" name="Text Box 2" descr="新闻纸"/>
          <p:cNvSpPr txBox="1"/>
          <p:nvPr/>
        </p:nvSpPr>
        <p:spPr>
          <a:xfrm>
            <a:off x="2124075" y="843915"/>
            <a:ext cx="4897438" cy="645160"/>
          </a:xfrm>
          <a:prstGeom prst="rect">
            <a:avLst/>
          </a:prstGeom>
          <a:noFill/>
          <a:ln w="9525">
            <a:noFill/>
          </a:ln>
          <a:effectLst>
            <a:prstShdw prst="shdw17" dist="17961" dir="2699999">
              <a:srgbClr val="959595"/>
            </a:prstShdw>
          </a:effectLst>
        </p:spPr>
        <p:txBody>
          <a:bodyPr>
            <a:spAutoFit/>
          </a:bodyPr>
          <a:p>
            <a:r>
              <a:rPr kumimoji="1" lang="zh-CN" altLang="en-US" sz="3600" b="1" dirty="0" smtClean="0">
                <a:solidFill>
                  <a:schemeClr val="tx2"/>
                </a:solidFill>
                <a:latin typeface="Times New Roman" panose="02020603050405020304" pitchFamily="18" charset="0"/>
                <a:ea typeface="微软雅黑" panose="020B0503020204020204" pitchFamily="34" charset="-122"/>
              </a:rPr>
              <a:t>*4-6 互易定理 </a:t>
            </a:r>
            <a:endParaRPr kumimoji="1" lang="zh-CN" altLang="en-US" sz="3600" b="1" dirty="0" smtClean="0">
              <a:solidFill>
                <a:schemeClr val="tx2"/>
              </a:solidFill>
              <a:latin typeface="Times New Roman" panose="02020603050405020304" pitchFamily="18" charset="0"/>
              <a:ea typeface="微软雅黑" panose="020B0503020204020204" pitchFamily="34" charset="-122"/>
            </a:endParaRPr>
          </a:p>
        </p:txBody>
      </p:sp>
      <p:sp>
        <p:nvSpPr>
          <p:cNvPr id="109571" name="Text Box 3"/>
          <p:cNvSpPr txBox="1"/>
          <p:nvPr/>
        </p:nvSpPr>
        <p:spPr>
          <a:xfrm>
            <a:off x="395288" y="1709738"/>
            <a:ext cx="8305800" cy="3192145"/>
          </a:xfrm>
          <a:prstGeom prst="rect">
            <a:avLst/>
          </a:prstGeom>
          <a:noFill/>
          <a:ln w="9525">
            <a:noFill/>
          </a:ln>
        </p:spPr>
        <p:txBody>
          <a:bodyPr>
            <a:spAutoFit/>
          </a:bodyPr>
          <a:p>
            <a:pPr indent="571500" algn="just">
              <a:lnSpc>
                <a:spcPct val="120000"/>
              </a:lnSpc>
            </a:pPr>
            <a:r>
              <a:rPr kumimoji="1" lang="zh-CN" altLang="en-US" sz="2800" dirty="0" smtClean="0">
                <a:latin typeface="华文楷体" panose="02010600040101010101" pitchFamily="2" charset="-122"/>
                <a:ea typeface="华文楷体" panose="02010600040101010101" pitchFamily="2" charset="-122"/>
              </a:rPr>
              <a:t>互易性是一类特殊的线性网络的重要性质。一个具有互易性的网络在输入端（激励）与输出端（响应）互换位置后，同一激励所产生的响应并不改变。具有互易性的网络称为互易网络，互易定理是对电路的这种性质所进行的概括，它广泛地应用于网络的灵敏度分析和测量技术等方面。</a:t>
            </a:r>
            <a:endParaRPr kumimoji="1" lang="zh-CN" altLang="en-US" sz="2800" dirty="0" smtClean="0">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afterEffect">
                                  <p:stCondLst>
                                    <p:cond delay="0"/>
                                  </p:stCondLst>
                                  <p:childTnLst>
                                    <p:set>
                                      <p:cBhvr>
                                        <p:cTn id="6" dur="1" fill="hold">
                                          <p:stCondLst>
                                            <p:cond delay="0"/>
                                          </p:stCondLst>
                                        </p:cTn>
                                        <p:tgtEl>
                                          <p:spTgt spid="109570"/>
                                        </p:tgtEl>
                                        <p:attrNameLst>
                                          <p:attrName>style.visibility</p:attrName>
                                        </p:attrNameLst>
                                      </p:cBhvr>
                                      <p:to>
                                        <p:strVal val="visible"/>
                                      </p:to>
                                    </p:set>
                                    <p:anim calcmode="lin" valueType="num">
                                      <p:cBhvr additive="base">
                                        <p:cTn id="7" dur="500" fill="hold"/>
                                        <p:tgtEl>
                                          <p:spTgt spid="109570"/>
                                        </p:tgtEl>
                                        <p:attrNameLst>
                                          <p:attrName>ppt_x</p:attrName>
                                        </p:attrNameLst>
                                      </p:cBhvr>
                                      <p:tavLst>
                                        <p:tav tm="0">
                                          <p:val>
                                            <p:strVal val="0-#ppt_w/2"/>
                                          </p:val>
                                        </p:tav>
                                        <p:tav tm="100000">
                                          <p:val>
                                            <p:strVal val="#ppt_x"/>
                                          </p:val>
                                        </p:tav>
                                      </p:tavLst>
                                    </p:anim>
                                    <p:anim calcmode="lin" valueType="num">
                                      <p:cBhvr additive="base">
                                        <p:cTn id="8" dur="500" fill="hold"/>
                                        <p:tgtEl>
                                          <p:spTgt spid="109570"/>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iterate type="lt">
                                    <p:tmPct val="100000"/>
                                  </p:iterate>
                                  <p:childTnLst>
                                    <p:set>
                                      <p:cBhvr>
                                        <p:cTn id="12" dur="1" fill="hold">
                                          <p:stCondLst>
                                            <p:cond delay="0"/>
                                          </p:stCondLst>
                                        </p:cTn>
                                        <p:tgtEl>
                                          <p:spTgt spid="109571"/>
                                        </p:tgtEl>
                                        <p:attrNameLst>
                                          <p:attrName>style.visibility</p:attrName>
                                        </p:attrNameLst>
                                      </p:cBhvr>
                                      <p:to>
                                        <p:strVal val="visible"/>
                                      </p:to>
                                    </p:set>
                                    <p:animEffect transition="in" filter="box(out)">
                                      <p:cBhvr>
                                        <p:cTn id="13" dur="100"/>
                                        <p:tgtEl>
                                          <p:spTgt spid="1095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0" grpId="0" bldLvl="0" animBg="1"/>
      <p:bldP spid="109571"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*4-6 互易定理</a:t>
            </a:r>
            <a:endParaRPr lang="zh-CN" altLang="en-US"/>
          </a:p>
        </p:txBody>
      </p:sp>
      <p:sp>
        <p:nvSpPr>
          <p:cNvPr id="20522" name="Text Box 42"/>
          <p:cNvSpPr txBox="1"/>
          <p:nvPr/>
        </p:nvSpPr>
        <p:spPr>
          <a:xfrm>
            <a:off x="684213" y="861536"/>
            <a:ext cx="2665412" cy="583565"/>
          </a:xfrm>
          <a:prstGeom prst="rect">
            <a:avLst/>
          </a:prstGeom>
          <a:noFill/>
          <a:ln w="9525">
            <a:noFill/>
          </a:ln>
        </p:spPr>
        <p:txBody>
          <a:bodyPr anchor="ctr" anchorCtr="0">
            <a:spAutoFit/>
          </a:bodyPr>
          <a:p>
            <a:pPr algn="ctr">
              <a:spcBef>
                <a:spcPct val="50000"/>
              </a:spcBef>
            </a:pPr>
            <a:r>
              <a:rPr kumimoji="1" lang="zh-CN" altLang="en-US" sz="3200" b="1" dirty="0" smtClean="0">
                <a:solidFill>
                  <a:schemeClr val="accent2">
                    <a:lumMod val="75000"/>
                  </a:schemeClr>
                </a:solidFill>
                <a:latin typeface="Times New Roman" panose="02020603050405020304" pitchFamily="18" charset="0"/>
                <a:ea typeface="华文中宋" panose="02010600040101010101" pitchFamily="2" charset="-122"/>
              </a:rPr>
              <a:t>1. 互易定理</a:t>
            </a:r>
            <a:endParaRPr kumimoji="1" lang="zh-CN" altLang="en-US" sz="3200" b="1" dirty="0" smtClean="0">
              <a:solidFill>
                <a:schemeClr val="accent2">
                  <a:lumMod val="75000"/>
                </a:schemeClr>
              </a:solidFill>
              <a:latin typeface="Times New Roman" panose="02020603050405020304" pitchFamily="18" charset="0"/>
              <a:ea typeface="华文中宋" panose="02010600040101010101" pitchFamily="2" charset="-122"/>
            </a:endParaRPr>
          </a:p>
        </p:txBody>
      </p:sp>
      <p:sp>
        <p:nvSpPr>
          <p:cNvPr id="20523" name="Text Box 43"/>
          <p:cNvSpPr txBox="1"/>
          <p:nvPr/>
        </p:nvSpPr>
        <p:spPr>
          <a:xfrm>
            <a:off x="539750" y="1576388"/>
            <a:ext cx="8351838" cy="2158365"/>
          </a:xfrm>
          <a:prstGeom prst="rect">
            <a:avLst/>
          </a:prstGeom>
          <a:noFill/>
          <a:ln w="9525">
            <a:noFill/>
          </a:ln>
        </p:spPr>
        <p:txBody>
          <a:bodyPr>
            <a:spAutoFit/>
          </a:bodyPr>
          <a:p>
            <a:pPr>
              <a:lnSpc>
                <a:spcPct val="120000"/>
              </a:lnSpc>
            </a:pPr>
            <a:r>
              <a:rPr lang="en-US" altLang="zh-CN" dirty="0">
                <a:latin typeface="楷体_GB2312" pitchFamily="49" charset="-122"/>
              </a:rPr>
              <a:t>    </a:t>
            </a:r>
            <a:r>
              <a:rPr kumimoji="1" lang="zh-CN" altLang="en-US" sz="2800" dirty="0" smtClean="0">
                <a:latin typeface="华文楷体" panose="02010600040101010101" pitchFamily="2" charset="-122"/>
                <a:ea typeface="华文楷体" panose="02010600040101010101" pitchFamily="2" charset="-122"/>
              </a:rPr>
              <a:t>对一个仅含线性电阻的二端口电路</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N</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rPr>
              <a:t>R</a:t>
            </a:r>
            <a:r>
              <a:rPr kumimoji="1" lang="zh-CN" altLang="en-US" sz="2800" dirty="0" smtClean="0">
                <a:latin typeface="华文楷体" panose="02010600040101010101" pitchFamily="2" charset="-122"/>
                <a:ea typeface="华文楷体" panose="02010600040101010101" pitchFamily="2" charset="-122"/>
              </a:rPr>
              <a:t>，其中一个端口加激励源，一个端口作响应端口，在只有一个激励源的情况下，当激励与响应互换位置时，响应与激励的比值保持不变。</a:t>
            </a:r>
            <a:endParaRPr kumimoji="1" lang="zh-CN" altLang="en-US" sz="2800" dirty="0" smtClean="0">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0522"/>
                                        </p:tgtEl>
                                        <p:attrNameLst>
                                          <p:attrName>style.visibility</p:attrName>
                                        </p:attrNameLst>
                                      </p:cBhvr>
                                      <p:to>
                                        <p:strVal val="visible"/>
                                      </p:to>
                                    </p:set>
                                    <p:anim calcmode="lin" valueType="num">
                                      <p:cBhvr additive="base">
                                        <p:cTn id="7" dur="500" fill="hold"/>
                                        <p:tgtEl>
                                          <p:spTgt spid="20522"/>
                                        </p:tgtEl>
                                        <p:attrNameLst>
                                          <p:attrName>ppt_x</p:attrName>
                                        </p:attrNameLst>
                                      </p:cBhvr>
                                      <p:tavLst>
                                        <p:tav tm="0">
                                          <p:val>
                                            <p:strVal val="0-#ppt_w/2"/>
                                          </p:val>
                                        </p:tav>
                                        <p:tav tm="100000">
                                          <p:val>
                                            <p:strVal val="#ppt_x"/>
                                          </p:val>
                                        </p:tav>
                                      </p:tavLst>
                                    </p:anim>
                                    <p:anim calcmode="lin" valueType="num">
                                      <p:cBhvr additive="base">
                                        <p:cTn id="8" dur="500" fill="hold"/>
                                        <p:tgtEl>
                                          <p:spTgt spid="2052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iterate type="lt">
                                    <p:tmPct val="100000"/>
                                  </p:iterate>
                                  <p:childTnLst>
                                    <p:set>
                                      <p:cBhvr>
                                        <p:cTn id="12" dur="1" fill="hold">
                                          <p:stCondLst>
                                            <p:cond delay="0"/>
                                          </p:stCondLst>
                                        </p:cTn>
                                        <p:tgtEl>
                                          <p:spTgt spid="20523"/>
                                        </p:tgtEl>
                                        <p:attrNameLst>
                                          <p:attrName>style.visibility</p:attrName>
                                        </p:attrNameLst>
                                      </p:cBhvr>
                                      <p:to>
                                        <p:strVal val="visible"/>
                                      </p:to>
                                    </p:set>
                                    <p:animEffect transition="in" filter="wipe(left)">
                                      <p:cBhvr>
                                        <p:cTn id="13" dur="100"/>
                                        <p:tgtEl>
                                          <p:spTgt spid="205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22" grpId="0"/>
      <p:bldP spid="20523"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*4-6 互易定理</a:t>
            </a:r>
            <a:endParaRPr lang="zh-CN" altLang="en-US"/>
          </a:p>
        </p:txBody>
      </p:sp>
      <p:sp>
        <p:nvSpPr>
          <p:cNvPr id="19458" name="Text Box 2"/>
          <p:cNvSpPr txBox="1"/>
          <p:nvPr/>
        </p:nvSpPr>
        <p:spPr>
          <a:xfrm>
            <a:off x="468313" y="960755"/>
            <a:ext cx="1800225" cy="521970"/>
          </a:xfrm>
          <a:prstGeom prst="rect">
            <a:avLst/>
          </a:prstGeom>
          <a:noFill/>
          <a:ln w="28575" cap="flat" cmpd="sng">
            <a:solidFill>
              <a:srgbClr val="66FFFF"/>
            </a:solidFill>
            <a:prstDash val="solid"/>
            <a:miter/>
            <a:headEnd type="none" w="med" len="med"/>
            <a:tailEnd type="none" w="med" len="med"/>
          </a:ln>
        </p:spPr>
        <p:txBody>
          <a:bodyPr>
            <a:spAutoFit/>
          </a:bodyPr>
          <a:p>
            <a:pPr>
              <a:spcBef>
                <a:spcPct val="50000"/>
              </a:spcBef>
              <a:buFont typeface="Wingdings" panose="05000000000000000000" pitchFamily="2" charset="2"/>
              <a:buChar char="l"/>
            </a:pPr>
            <a:r>
              <a:rPr kumimoji="1" lang="zh-CN" altLang="en-US" sz="2800" dirty="0" smtClean="0">
                <a:solidFill>
                  <a:schemeClr val="tx2"/>
                </a:solidFill>
                <a:latin typeface="华文中宋" panose="02010600040101010101" pitchFamily="2" charset="-122"/>
                <a:ea typeface="华文中宋" panose="02010600040101010101" pitchFamily="2" charset="-122"/>
              </a:rPr>
              <a:t> 情况</a:t>
            </a:r>
            <a:r>
              <a:rPr kumimoji="1" lang="zh-CN" altLang="en-US" sz="2800" b="0" dirty="0" smtClean="0">
                <a:solidFill>
                  <a:schemeClr val="tx2"/>
                </a:solidFill>
                <a:latin typeface="华文中宋" panose="02010600040101010101" pitchFamily="2" charset="-122"/>
                <a:ea typeface="华文中宋" panose="02010600040101010101" pitchFamily="2" charset="-122"/>
              </a:rPr>
              <a:t>1</a:t>
            </a:r>
            <a:r>
              <a:rPr kumimoji="1" lang="zh-CN" altLang="en-US" sz="2800" dirty="0" smtClean="0">
                <a:solidFill>
                  <a:schemeClr val="tx2"/>
                </a:solidFill>
                <a:latin typeface="华文中宋" panose="02010600040101010101" pitchFamily="2" charset="-122"/>
                <a:ea typeface="华文中宋" panose="02010600040101010101" pitchFamily="2" charset="-122"/>
              </a:rPr>
              <a:t> </a:t>
            </a:r>
            <a:endParaRPr kumimoji="1" lang="zh-CN" altLang="en-US" sz="2800" dirty="0" smtClean="0">
              <a:solidFill>
                <a:schemeClr val="tx2"/>
              </a:solidFill>
              <a:latin typeface="华文中宋" panose="02010600040101010101" pitchFamily="2" charset="-122"/>
              <a:ea typeface="华文中宋" panose="02010600040101010101" pitchFamily="2" charset="-122"/>
            </a:endParaRPr>
          </a:p>
        </p:txBody>
      </p:sp>
      <p:grpSp>
        <p:nvGrpSpPr>
          <p:cNvPr id="2" name="Group 99"/>
          <p:cNvGrpSpPr/>
          <p:nvPr/>
        </p:nvGrpSpPr>
        <p:grpSpPr>
          <a:xfrm>
            <a:off x="2555875" y="954088"/>
            <a:ext cx="6264275" cy="519112"/>
            <a:chOff x="1610" y="391"/>
            <a:chExt cx="3946" cy="327"/>
          </a:xfrm>
        </p:grpSpPr>
        <p:sp>
          <p:nvSpPr>
            <p:cNvPr id="37940" name="Text Box 3"/>
            <p:cNvSpPr txBox="1"/>
            <p:nvPr/>
          </p:nvSpPr>
          <p:spPr>
            <a:xfrm>
              <a:off x="1610" y="391"/>
              <a:ext cx="589" cy="327"/>
            </a:xfrm>
            <a:prstGeom prst="rect">
              <a:avLst/>
            </a:prstGeom>
            <a:solidFill>
              <a:schemeClr val="tx2">
                <a:lumMod val="60000"/>
                <a:lumOff val="40000"/>
              </a:schemeClr>
            </a:solidFill>
            <a:ln w="9525">
              <a:noFill/>
            </a:ln>
          </p:spPr>
          <p:txBody>
            <a:bodyPr>
              <a:spAutoFit/>
            </a:bodyPr>
            <a:p>
              <a:pPr>
                <a:spcBef>
                  <a:spcPct val="50000"/>
                </a:spcBef>
              </a:pPr>
              <a:r>
                <a:rPr lang="zh-CN" altLang="en-US" dirty="0">
                  <a:latin typeface="Times New Roman" panose="02020603050405020304" pitchFamily="18" charset="0"/>
                </a:rPr>
                <a:t>激励</a:t>
              </a:r>
              <a:endParaRPr lang="zh-CN" altLang="en-US" dirty="0">
                <a:latin typeface="Times New Roman" panose="02020603050405020304" pitchFamily="18" charset="0"/>
              </a:endParaRPr>
            </a:p>
          </p:txBody>
        </p:sp>
        <p:sp>
          <p:nvSpPr>
            <p:cNvPr id="37941" name="Text Box 41"/>
            <p:cNvSpPr txBox="1"/>
            <p:nvPr/>
          </p:nvSpPr>
          <p:spPr>
            <a:xfrm>
              <a:off x="2789" y="391"/>
              <a:ext cx="953" cy="327"/>
            </a:xfrm>
            <a:prstGeom prst="rect">
              <a:avLst/>
            </a:prstGeom>
            <a:solidFill>
              <a:schemeClr val="tx2">
                <a:lumMod val="60000"/>
                <a:lumOff val="40000"/>
              </a:schemeClr>
            </a:solidFill>
            <a:ln w="9525">
              <a:noFill/>
            </a:ln>
          </p:spPr>
          <p:txBody>
            <a:bodyPr>
              <a:spAutoFit/>
            </a:bodyPr>
            <a:p>
              <a:pPr>
                <a:spcBef>
                  <a:spcPct val="50000"/>
                </a:spcBef>
              </a:pPr>
              <a:r>
                <a:rPr lang="zh-CN" altLang="en-US" dirty="0">
                  <a:latin typeface="Times New Roman" panose="02020603050405020304" pitchFamily="18" charset="0"/>
                </a:rPr>
                <a:t>电压源</a:t>
              </a:r>
              <a:endParaRPr lang="zh-CN" altLang="en-US" dirty="0">
                <a:latin typeface="Times New Roman" panose="02020603050405020304" pitchFamily="18" charset="0"/>
              </a:endParaRPr>
            </a:p>
          </p:txBody>
        </p:sp>
        <p:sp>
          <p:nvSpPr>
            <p:cNvPr id="37942" name="AutoShape 42"/>
            <p:cNvSpPr/>
            <p:nvPr/>
          </p:nvSpPr>
          <p:spPr>
            <a:xfrm>
              <a:off x="2245" y="482"/>
              <a:ext cx="499" cy="136"/>
            </a:xfrm>
            <a:prstGeom prst="leftRightArrow">
              <a:avLst>
                <a:gd name="adj1" fmla="val 50000"/>
                <a:gd name="adj2" fmla="val 73382"/>
              </a:avLst>
            </a:prstGeom>
            <a:solidFill>
              <a:srgbClr val="00CCFF"/>
            </a:solidFill>
            <a:ln w="9525" cap="flat" cmpd="sng">
              <a:solidFill>
                <a:srgbClr val="00CC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7943" name="Text Box 39"/>
            <p:cNvSpPr txBox="1"/>
            <p:nvPr/>
          </p:nvSpPr>
          <p:spPr>
            <a:xfrm>
              <a:off x="4967" y="391"/>
              <a:ext cx="589" cy="327"/>
            </a:xfrm>
            <a:prstGeom prst="rect">
              <a:avLst/>
            </a:prstGeom>
            <a:solidFill>
              <a:schemeClr val="tx2">
                <a:lumMod val="60000"/>
                <a:lumOff val="40000"/>
              </a:schemeClr>
            </a:solidFill>
            <a:ln w="9525">
              <a:noFill/>
            </a:ln>
          </p:spPr>
          <p:txBody>
            <a:bodyPr>
              <a:spAutoFit/>
            </a:bodyPr>
            <a:p>
              <a:pPr>
                <a:spcBef>
                  <a:spcPct val="50000"/>
                </a:spcBef>
              </a:pPr>
              <a:r>
                <a:rPr lang="zh-CN" altLang="en-US" dirty="0">
                  <a:latin typeface="Times New Roman" panose="02020603050405020304" pitchFamily="18" charset="0"/>
                </a:rPr>
                <a:t>电流</a:t>
              </a:r>
              <a:endParaRPr lang="zh-CN" altLang="en-US" dirty="0">
                <a:latin typeface="Times New Roman" panose="02020603050405020304" pitchFamily="18" charset="0"/>
              </a:endParaRPr>
            </a:p>
          </p:txBody>
        </p:sp>
        <p:sp>
          <p:nvSpPr>
            <p:cNvPr id="37944" name="Text Box 40"/>
            <p:cNvSpPr txBox="1"/>
            <p:nvPr/>
          </p:nvSpPr>
          <p:spPr>
            <a:xfrm>
              <a:off x="3833" y="391"/>
              <a:ext cx="590" cy="327"/>
            </a:xfrm>
            <a:prstGeom prst="rect">
              <a:avLst/>
            </a:prstGeom>
            <a:solidFill>
              <a:schemeClr val="tx2">
                <a:lumMod val="60000"/>
                <a:lumOff val="40000"/>
              </a:schemeClr>
            </a:solidFill>
            <a:ln w="9525">
              <a:noFill/>
            </a:ln>
          </p:spPr>
          <p:txBody>
            <a:bodyPr>
              <a:spAutoFit/>
            </a:bodyPr>
            <a:p>
              <a:pPr>
                <a:spcBef>
                  <a:spcPct val="50000"/>
                </a:spcBef>
              </a:pPr>
              <a:r>
                <a:rPr lang="zh-CN" altLang="en-US" dirty="0">
                  <a:latin typeface="Times New Roman" panose="02020603050405020304" pitchFamily="18" charset="0"/>
                </a:rPr>
                <a:t>响应</a:t>
              </a:r>
              <a:endParaRPr lang="zh-CN" altLang="en-US" dirty="0">
                <a:latin typeface="Times New Roman" panose="02020603050405020304" pitchFamily="18" charset="0"/>
              </a:endParaRPr>
            </a:p>
          </p:txBody>
        </p:sp>
        <p:sp>
          <p:nvSpPr>
            <p:cNvPr id="37945" name="AutoShape 43"/>
            <p:cNvSpPr/>
            <p:nvPr/>
          </p:nvSpPr>
          <p:spPr>
            <a:xfrm>
              <a:off x="4422" y="482"/>
              <a:ext cx="499" cy="136"/>
            </a:xfrm>
            <a:prstGeom prst="leftRightArrow">
              <a:avLst>
                <a:gd name="adj1" fmla="val 50000"/>
                <a:gd name="adj2" fmla="val 73382"/>
              </a:avLst>
            </a:prstGeom>
            <a:solidFill>
              <a:srgbClr val="00CCFF"/>
            </a:solidFill>
            <a:ln w="9525" cap="flat" cmpd="sng">
              <a:solidFill>
                <a:srgbClr val="00CC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grpSp>
      <p:sp>
        <p:nvSpPr>
          <p:cNvPr id="19505" name="Text Box 49"/>
          <p:cNvSpPr txBox="1"/>
          <p:nvPr/>
        </p:nvSpPr>
        <p:spPr>
          <a:xfrm>
            <a:off x="2555875" y="5964238"/>
            <a:ext cx="4267200" cy="521970"/>
          </a:xfrm>
          <a:prstGeom prst="rect">
            <a:avLst/>
          </a:prstGeom>
          <a:noFill/>
          <a:ln w="9525">
            <a:noFill/>
          </a:ln>
        </p:spPr>
        <p:txBody>
          <a:bodyPr>
            <a:spAutoFit/>
          </a:bodyPr>
          <a:p>
            <a:pPr>
              <a:spcBef>
                <a:spcPct val="50000"/>
              </a:spcBef>
            </a:pPr>
            <a:r>
              <a:rPr kumimoji="1" lang="zh-CN" altLang="en-US" sz="280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当</a:t>
            </a:r>
            <a:r>
              <a:rPr kumimoji="1" lang="zh-CN" altLang="en-US" sz="2800" b="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  </a:t>
            </a:r>
            <a:r>
              <a:rPr lang="zh-CN" altLang="en-US"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2800" b="0" i="1"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u</a:t>
            </a:r>
            <a:r>
              <a:rPr lang="en-US" altLang="zh-CN" b="0"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S1 </a:t>
            </a:r>
            <a:r>
              <a:rPr kumimoji="1" lang="zh-CN" altLang="en-US" sz="2800" b="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800" b="0" i="1"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u</a:t>
            </a:r>
            <a:r>
              <a:rPr lang="en-US" altLang="zh-CN" b="0"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S2  </a:t>
            </a:r>
            <a:r>
              <a:rPr kumimoji="1" lang="zh-CN" altLang="en-US" sz="2800" b="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80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时</a:t>
            </a:r>
            <a:r>
              <a:rPr kumimoji="1" lang="zh-CN" altLang="en-US" sz="2800" b="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a:t>
            </a:r>
            <a:r>
              <a:rPr kumimoji="1" lang="zh-CN" altLang="en-US" sz="2800" b="0" i="1"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b="0"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 </a:t>
            </a:r>
            <a:r>
              <a:rPr kumimoji="1" lang="zh-CN" altLang="en-US" sz="2800" b="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800" b="0" i="1"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b="0"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 </a:t>
            </a:r>
            <a:r>
              <a:rPr kumimoji="1" lang="zh-CN" altLang="en-US" sz="2800" b="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a:t>
            </a:r>
            <a:r>
              <a:rPr lang="zh-CN" altLang="en-US" b="0"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endParaRPr lang="zh-CN" altLang="en-US" b="0"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506" name="Rectangle 50"/>
          <p:cNvSpPr/>
          <p:nvPr/>
        </p:nvSpPr>
        <p:spPr>
          <a:xfrm>
            <a:off x="395288" y="4524375"/>
            <a:ext cx="2374900" cy="1124585"/>
          </a:xfrm>
          <a:prstGeom prst="rect">
            <a:avLst/>
          </a:prstGeom>
          <a:noFill/>
          <a:ln w="9525">
            <a:noFill/>
          </a:ln>
        </p:spPr>
        <p:txBody>
          <a:bodyPr>
            <a:spAutoFit/>
          </a:bodyPr>
          <a:p>
            <a:pPr>
              <a:lnSpc>
                <a:spcPct val="120000"/>
              </a:lnSpc>
              <a:spcBef>
                <a:spcPct val="50000"/>
              </a:spcBef>
            </a:pPr>
            <a:r>
              <a:rPr kumimoji="1" lang="zh-CN" altLang="en-US" sz="2800" dirty="0" smtClean="0">
                <a:latin typeface="华文楷体" panose="02010600040101010101" pitchFamily="2" charset="-122"/>
                <a:ea typeface="华文楷体" panose="02010600040101010101" pitchFamily="2" charset="-122"/>
              </a:rPr>
              <a:t>则端口电压、电流满足关系</a:t>
            </a:r>
            <a:endParaRPr kumimoji="1" lang="zh-CN" altLang="en-US" sz="2800" dirty="0" smtClean="0">
              <a:latin typeface="华文楷体" panose="02010600040101010101" pitchFamily="2" charset="-122"/>
              <a:ea typeface="华文楷体" panose="02010600040101010101" pitchFamily="2" charset="-122"/>
            </a:endParaRPr>
          </a:p>
        </p:txBody>
      </p:sp>
      <p:graphicFrame>
        <p:nvGraphicFramePr>
          <p:cNvPr id="19507" name="Object 51"/>
          <p:cNvGraphicFramePr/>
          <p:nvPr/>
        </p:nvGraphicFramePr>
        <p:xfrm>
          <a:off x="3265488" y="4597400"/>
          <a:ext cx="4776787" cy="1209675"/>
        </p:xfrm>
        <a:graphic>
          <a:graphicData uri="http://schemas.openxmlformats.org/presentationml/2006/ole">
            <mc:AlternateContent xmlns:mc="http://schemas.openxmlformats.org/markup-compatibility/2006">
              <mc:Choice xmlns:v="urn:schemas-microsoft-com:vml" Requires="v">
                <p:oleObj spid="_x0000_s3203" name="" r:id="rId1" imgW="1955165" imgH="495300" progId="Equation.3">
                  <p:embed/>
                </p:oleObj>
              </mc:Choice>
              <mc:Fallback>
                <p:oleObj name="" r:id="rId1" imgW="1955165" imgH="495300" progId="Equation.3">
                  <p:embed/>
                  <p:pic>
                    <p:nvPicPr>
                      <p:cNvPr id="0" name="图片 3202"/>
                      <p:cNvPicPr/>
                      <p:nvPr/>
                    </p:nvPicPr>
                    <p:blipFill>
                      <a:blip r:embed="rId2"/>
                      <a:stretch>
                        <a:fillRect/>
                      </a:stretch>
                    </p:blipFill>
                    <p:spPr>
                      <a:xfrm>
                        <a:off x="3265488" y="4597400"/>
                        <a:ext cx="4776787" cy="1209675"/>
                      </a:xfrm>
                      <a:prstGeom prst="rect">
                        <a:avLst/>
                      </a:prstGeom>
                      <a:gradFill rotWithShape="1">
                        <a:gsLst>
                          <a:gs pos="0">
                            <a:srgbClr val="FFCC99"/>
                          </a:gs>
                          <a:gs pos="100000">
                            <a:schemeClr val="bg1"/>
                          </a:gs>
                        </a:gsLst>
                        <a:lin ang="5400000" scaled="1"/>
                        <a:tileRect/>
                      </a:gradFill>
                      <a:ln w="38100">
                        <a:noFill/>
                        <a:miter/>
                      </a:ln>
                      <a:effectLst>
                        <a:prstShdw prst="shdw13" dist="53882" dir="13499999">
                          <a:srgbClr val="808080">
                            <a:alpha val="50000"/>
                          </a:srgbClr>
                        </a:prstShdw>
                      </a:effectLst>
                    </p:spPr>
                  </p:pic>
                </p:oleObj>
              </mc:Fallback>
            </mc:AlternateContent>
          </a:graphicData>
        </a:graphic>
      </p:graphicFrame>
      <p:grpSp>
        <p:nvGrpSpPr>
          <p:cNvPr id="58" name="组合 57"/>
          <p:cNvGrpSpPr/>
          <p:nvPr/>
        </p:nvGrpSpPr>
        <p:grpSpPr>
          <a:xfrm>
            <a:off x="534108" y="5936393"/>
            <a:ext cx="1761325" cy="677037"/>
            <a:chOff x="6673216" y="3127641"/>
            <a:chExt cx="1761325" cy="677037"/>
          </a:xfrm>
        </p:grpSpPr>
        <p:sp>
          <p:nvSpPr>
            <p:cNvPr id="59" name="Text Box 47"/>
            <p:cNvSpPr txBox="1">
              <a:spLocks noChangeArrowheads="1"/>
            </p:cNvSpPr>
            <p:nvPr/>
          </p:nvSpPr>
          <p:spPr bwMode="auto">
            <a:xfrm>
              <a:off x="7429138" y="3127641"/>
              <a:ext cx="1005403" cy="584775"/>
            </a:xfrm>
            <a:prstGeom prst="rect">
              <a:avLst/>
            </a:prstGeom>
            <a:noFill/>
            <a:ln w="9525">
              <a:noFill/>
              <a:miter lim="800000"/>
            </a:ln>
            <a:effectLst/>
          </p:spPr>
          <p:txBody>
            <a:bodyPr wrap="none">
              <a:spAutoFit/>
            </a:bodyPr>
            <a:p>
              <a:r>
                <a:rPr kumimoji="1" lang="zh-CN" altLang="en-US" sz="3200" dirty="0" smtClean="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结论</a:t>
              </a:r>
              <a:endParaRPr kumimoji="1" lang="zh-CN" altLang="en-US" sz="3200"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p:txBody>
        </p:sp>
        <p:sp>
          <p:nvSpPr>
            <p:cNvPr id="60" name="Freeform 6"/>
            <p:cNvSpPr/>
            <p:nvPr/>
          </p:nvSpPr>
          <p:spPr bwMode="auto">
            <a:xfrm>
              <a:off x="6923454" y="3276958"/>
              <a:ext cx="416529" cy="416529"/>
            </a:xfrm>
            <a:custGeom>
              <a:avLst/>
              <a:gdLst/>
              <a:ahLst/>
              <a:cxnLst>
                <a:cxn ang="0">
                  <a:pos x="552" y="2"/>
                </a:cxn>
                <a:cxn ang="0">
                  <a:pos x="649" y="22"/>
                </a:cxn>
                <a:cxn ang="0">
                  <a:pos x="739" y="60"/>
                </a:cxn>
                <a:cxn ang="0">
                  <a:pos x="820" y="114"/>
                </a:cxn>
                <a:cxn ang="0">
                  <a:pos x="888" y="182"/>
                </a:cxn>
                <a:cxn ang="0">
                  <a:pos x="941" y="262"/>
                </a:cxn>
                <a:cxn ang="0">
                  <a:pos x="979" y="350"/>
                </a:cxn>
                <a:cxn ang="0">
                  <a:pos x="1000" y="448"/>
                </a:cxn>
                <a:cxn ang="0">
                  <a:pos x="1000" y="551"/>
                </a:cxn>
                <a:cxn ang="0">
                  <a:pos x="979" y="649"/>
                </a:cxn>
                <a:cxn ang="0">
                  <a:pos x="941" y="739"/>
                </a:cxn>
                <a:cxn ang="0">
                  <a:pos x="888" y="818"/>
                </a:cxn>
                <a:cxn ang="0">
                  <a:pos x="820" y="886"/>
                </a:cxn>
                <a:cxn ang="0">
                  <a:pos x="739" y="940"/>
                </a:cxn>
                <a:cxn ang="0">
                  <a:pos x="649" y="978"/>
                </a:cxn>
                <a:cxn ang="0">
                  <a:pos x="552" y="998"/>
                </a:cxn>
                <a:cxn ang="0">
                  <a:pos x="450" y="998"/>
                </a:cxn>
                <a:cxn ang="0">
                  <a:pos x="352" y="978"/>
                </a:cxn>
                <a:cxn ang="0">
                  <a:pos x="262" y="940"/>
                </a:cxn>
                <a:cxn ang="0">
                  <a:pos x="182" y="886"/>
                </a:cxn>
                <a:cxn ang="0">
                  <a:pos x="114" y="818"/>
                </a:cxn>
                <a:cxn ang="0">
                  <a:pos x="61" y="739"/>
                </a:cxn>
                <a:cxn ang="0">
                  <a:pos x="23" y="649"/>
                </a:cxn>
                <a:cxn ang="0">
                  <a:pos x="2" y="551"/>
                </a:cxn>
                <a:cxn ang="0">
                  <a:pos x="2" y="448"/>
                </a:cxn>
                <a:cxn ang="0">
                  <a:pos x="23" y="350"/>
                </a:cxn>
                <a:cxn ang="0">
                  <a:pos x="61" y="262"/>
                </a:cxn>
                <a:cxn ang="0">
                  <a:pos x="114" y="182"/>
                </a:cxn>
                <a:cxn ang="0">
                  <a:pos x="182" y="114"/>
                </a:cxn>
                <a:cxn ang="0">
                  <a:pos x="262" y="60"/>
                </a:cxn>
                <a:cxn ang="0">
                  <a:pos x="352" y="22"/>
                </a:cxn>
                <a:cxn ang="0">
                  <a:pos x="450" y="2"/>
                </a:cxn>
              </a:cxnLst>
              <a:rect l="0" t="0" r="r" b="b"/>
              <a:pathLst>
                <a:path w="1002" h="1000">
                  <a:moveTo>
                    <a:pt x="501" y="0"/>
                  </a:moveTo>
                  <a:lnTo>
                    <a:pt x="552" y="2"/>
                  </a:lnTo>
                  <a:lnTo>
                    <a:pt x="602" y="10"/>
                  </a:lnTo>
                  <a:lnTo>
                    <a:pt x="649" y="22"/>
                  </a:lnTo>
                  <a:lnTo>
                    <a:pt x="696" y="39"/>
                  </a:lnTo>
                  <a:lnTo>
                    <a:pt x="739" y="60"/>
                  </a:lnTo>
                  <a:lnTo>
                    <a:pt x="781" y="85"/>
                  </a:lnTo>
                  <a:lnTo>
                    <a:pt x="820" y="114"/>
                  </a:lnTo>
                  <a:lnTo>
                    <a:pt x="856" y="146"/>
                  </a:lnTo>
                  <a:lnTo>
                    <a:pt x="888" y="182"/>
                  </a:lnTo>
                  <a:lnTo>
                    <a:pt x="917" y="220"/>
                  </a:lnTo>
                  <a:lnTo>
                    <a:pt x="941" y="262"/>
                  </a:lnTo>
                  <a:lnTo>
                    <a:pt x="963" y="305"/>
                  </a:lnTo>
                  <a:lnTo>
                    <a:pt x="979" y="350"/>
                  </a:lnTo>
                  <a:lnTo>
                    <a:pt x="992" y="399"/>
                  </a:lnTo>
                  <a:lnTo>
                    <a:pt x="1000" y="448"/>
                  </a:lnTo>
                  <a:lnTo>
                    <a:pt x="1002" y="499"/>
                  </a:lnTo>
                  <a:lnTo>
                    <a:pt x="1000" y="551"/>
                  </a:lnTo>
                  <a:lnTo>
                    <a:pt x="992" y="600"/>
                  </a:lnTo>
                  <a:lnTo>
                    <a:pt x="979" y="649"/>
                  </a:lnTo>
                  <a:lnTo>
                    <a:pt x="963" y="695"/>
                  </a:lnTo>
                  <a:lnTo>
                    <a:pt x="941" y="739"/>
                  </a:lnTo>
                  <a:lnTo>
                    <a:pt x="917" y="780"/>
                  </a:lnTo>
                  <a:lnTo>
                    <a:pt x="888" y="818"/>
                  </a:lnTo>
                  <a:lnTo>
                    <a:pt x="856" y="854"/>
                  </a:lnTo>
                  <a:lnTo>
                    <a:pt x="820" y="886"/>
                  </a:lnTo>
                  <a:lnTo>
                    <a:pt x="781" y="915"/>
                  </a:lnTo>
                  <a:lnTo>
                    <a:pt x="739" y="940"/>
                  </a:lnTo>
                  <a:lnTo>
                    <a:pt x="696" y="961"/>
                  </a:lnTo>
                  <a:lnTo>
                    <a:pt x="649" y="978"/>
                  </a:lnTo>
                  <a:lnTo>
                    <a:pt x="602" y="990"/>
                  </a:lnTo>
                  <a:lnTo>
                    <a:pt x="552" y="998"/>
                  </a:lnTo>
                  <a:lnTo>
                    <a:pt x="501" y="1000"/>
                  </a:lnTo>
                  <a:lnTo>
                    <a:pt x="450" y="998"/>
                  </a:lnTo>
                  <a:lnTo>
                    <a:pt x="399" y="990"/>
                  </a:lnTo>
                  <a:lnTo>
                    <a:pt x="352" y="978"/>
                  </a:lnTo>
                  <a:lnTo>
                    <a:pt x="306" y="961"/>
                  </a:lnTo>
                  <a:lnTo>
                    <a:pt x="262" y="940"/>
                  </a:lnTo>
                  <a:lnTo>
                    <a:pt x="221" y="915"/>
                  </a:lnTo>
                  <a:lnTo>
                    <a:pt x="182" y="886"/>
                  </a:lnTo>
                  <a:lnTo>
                    <a:pt x="147" y="854"/>
                  </a:lnTo>
                  <a:lnTo>
                    <a:pt x="114" y="818"/>
                  </a:lnTo>
                  <a:lnTo>
                    <a:pt x="85" y="780"/>
                  </a:lnTo>
                  <a:lnTo>
                    <a:pt x="61" y="739"/>
                  </a:lnTo>
                  <a:lnTo>
                    <a:pt x="39" y="695"/>
                  </a:lnTo>
                  <a:lnTo>
                    <a:pt x="23" y="649"/>
                  </a:lnTo>
                  <a:lnTo>
                    <a:pt x="10" y="600"/>
                  </a:lnTo>
                  <a:lnTo>
                    <a:pt x="2" y="551"/>
                  </a:lnTo>
                  <a:lnTo>
                    <a:pt x="0" y="499"/>
                  </a:lnTo>
                  <a:lnTo>
                    <a:pt x="2" y="448"/>
                  </a:lnTo>
                  <a:lnTo>
                    <a:pt x="10" y="399"/>
                  </a:lnTo>
                  <a:lnTo>
                    <a:pt x="23" y="350"/>
                  </a:lnTo>
                  <a:lnTo>
                    <a:pt x="39" y="305"/>
                  </a:lnTo>
                  <a:lnTo>
                    <a:pt x="61" y="262"/>
                  </a:lnTo>
                  <a:lnTo>
                    <a:pt x="85" y="220"/>
                  </a:lnTo>
                  <a:lnTo>
                    <a:pt x="114" y="182"/>
                  </a:lnTo>
                  <a:lnTo>
                    <a:pt x="147" y="146"/>
                  </a:lnTo>
                  <a:lnTo>
                    <a:pt x="182" y="114"/>
                  </a:lnTo>
                  <a:lnTo>
                    <a:pt x="221" y="85"/>
                  </a:lnTo>
                  <a:lnTo>
                    <a:pt x="262" y="60"/>
                  </a:lnTo>
                  <a:lnTo>
                    <a:pt x="306" y="39"/>
                  </a:lnTo>
                  <a:lnTo>
                    <a:pt x="352" y="22"/>
                  </a:lnTo>
                  <a:lnTo>
                    <a:pt x="399" y="10"/>
                  </a:lnTo>
                  <a:lnTo>
                    <a:pt x="450" y="2"/>
                  </a:lnTo>
                  <a:lnTo>
                    <a:pt x="501" y="0"/>
                  </a:lnTo>
                  <a:close/>
                </a:path>
              </a:pathLst>
            </a:custGeom>
            <a:solidFill>
              <a:schemeClr val="accent6">
                <a:lumMod val="40000"/>
                <a:lumOff val="60000"/>
              </a:schemeClr>
            </a:solidFill>
            <a:ln w="9525">
              <a:noFill/>
              <a:round/>
            </a:ln>
          </p:spPr>
          <p:txBody>
            <a:bodyPr vert="horz" wrap="square" lIns="91440" tIns="45720" rIns="91440" bIns="45720" numCol="1" anchor="t" anchorCtr="0" compatLnSpc="1"/>
            <a:p>
              <a:endParaRPr lang="zh-CN" altLang="en-US" sz="3200"/>
            </a:p>
          </p:txBody>
        </p:sp>
        <p:grpSp>
          <p:nvGrpSpPr>
            <p:cNvPr id="61" name="组合 60"/>
            <p:cNvGrpSpPr/>
            <p:nvPr/>
          </p:nvGrpSpPr>
          <p:grpSpPr>
            <a:xfrm>
              <a:off x="6673216" y="3217424"/>
              <a:ext cx="909255" cy="587254"/>
              <a:chOff x="6624372" y="3254913"/>
              <a:chExt cx="909255" cy="587254"/>
            </a:xfrm>
          </p:grpSpPr>
          <p:grpSp>
            <p:nvGrpSpPr>
              <p:cNvPr id="62" name="组合 61"/>
              <p:cNvGrpSpPr/>
              <p:nvPr/>
            </p:nvGrpSpPr>
            <p:grpSpPr>
              <a:xfrm>
                <a:off x="6624372" y="3254913"/>
                <a:ext cx="909255" cy="587254"/>
                <a:chOff x="4543925" y="5174890"/>
                <a:chExt cx="1100199" cy="710577"/>
              </a:xfrm>
            </p:grpSpPr>
            <p:grpSp>
              <p:nvGrpSpPr>
                <p:cNvPr id="70" name="组合 69"/>
                <p:cNvGrpSpPr/>
                <p:nvPr/>
              </p:nvGrpSpPr>
              <p:grpSpPr>
                <a:xfrm>
                  <a:off x="4543925" y="5218185"/>
                  <a:ext cx="608729" cy="667282"/>
                  <a:chOff x="3667207" y="4720946"/>
                  <a:chExt cx="1578886" cy="1730759"/>
                </a:xfrm>
              </p:grpSpPr>
              <p:cxnSp>
                <p:nvCxnSpPr>
                  <p:cNvPr id="100" name="直接连接符 99"/>
                  <p:cNvCxnSpPr/>
                  <p:nvPr/>
                </p:nvCxnSpPr>
                <p:spPr>
                  <a:xfrm>
                    <a:off x="4139952" y="4752054"/>
                    <a:ext cx="0" cy="97200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a:off x="5096517" y="4872958"/>
                    <a:ext cx="0" cy="97200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2" name="弧形 101"/>
                  <p:cNvSpPr/>
                  <p:nvPr/>
                </p:nvSpPr>
                <p:spPr>
                  <a:xfrm>
                    <a:off x="3667207" y="4720946"/>
                    <a:ext cx="1578886" cy="763097"/>
                  </a:xfrm>
                  <a:prstGeom prst="arc">
                    <a:avLst>
                      <a:gd name="adj1" fmla="val 13674726"/>
                      <a:gd name="adj2" fmla="val 15251032"/>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03" name="弧形 102"/>
                  <p:cNvSpPr/>
                  <p:nvPr/>
                </p:nvSpPr>
                <p:spPr>
                  <a:xfrm>
                    <a:off x="3667207" y="5688608"/>
                    <a:ext cx="1578886" cy="763097"/>
                  </a:xfrm>
                  <a:prstGeom prst="arc">
                    <a:avLst>
                      <a:gd name="adj1" fmla="val 13674726"/>
                      <a:gd name="adj2" fmla="val 20451858"/>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sp>
              <p:nvSpPr>
                <p:cNvPr id="71" name="弧形 70"/>
                <p:cNvSpPr/>
                <p:nvPr/>
              </p:nvSpPr>
              <p:spPr>
                <a:xfrm>
                  <a:off x="4568263" y="5174890"/>
                  <a:ext cx="546231" cy="330350"/>
                </a:xfrm>
                <a:prstGeom prst="arc">
                  <a:avLst>
                    <a:gd name="adj1" fmla="val 15435190"/>
                    <a:gd name="adj2" fmla="val 20816593"/>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72" name="弧形 71"/>
                <p:cNvSpPr/>
                <p:nvPr/>
              </p:nvSpPr>
              <p:spPr>
                <a:xfrm>
                  <a:off x="4568263" y="5547379"/>
                  <a:ext cx="546231" cy="330350"/>
                </a:xfrm>
                <a:prstGeom prst="arc">
                  <a:avLst>
                    <a:gd name="adj1" fmla="val 15435190"/>
                    <a:gd name="adj2" fmla="val 20816593"/>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nvGrpSpPr>
                <p:cNvPr id="73" name="组合 72"/>
                <p:cNvGrpSpPr/>
                <p:nvPr/>
              </p:nvGrpSpPr>
              <p:grpSpPr>
                <a:xfrm flipH="1">
                  <a:off x="5035395" y="5218185"/>
                  <a:ext cx="608729" cy="667282"/>
                  <a:chOff x="3667207" y="4720946"/>
                  <a:chExt cx="1578886" cy="1730759"/>
                </a:xfrm>
              </p:grpSpPr>
              <p:cxnSp>
                <p:nvCxnSpPr>
                  <p:cNvPr id="96" name="直接连接符 95"/>
                  <p:cNvCxnSpPr/>
                  <p:nvPr/>
                </p:nvCxnSpPr>
                <p:spPr>
                  <a:xfrm>
                    <a:off x="4139952" y="4752054"/>
                    <a:ext cx="0" cy="97200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a:off x="5096517" y="4872958"/>
                    <a:ext cx="0" cy="97200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98" name="弧形 97"/>
                  <p:cNvSpPr/>
                  <p:nvPr/>
                </p:nvSpPr>
                <p:spPr>
                  <a:xfrm>
                    <a:off x="3667207" y="4720946"/>
                    <a:ext cx="1578886" cy="763097"/>
                  </a:xfrm>
                  <a:prstGeom prst="arc">
                    <a:avLst>
                      <a:gd name="adj1" fmla="val 13674726"/>
                      <a:gd name="adj2" fmla="val 15251032"/>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99" name="弧形 98"/>
                  <p:cNvSpPr/>
                  <p:nvPr/>
                </p:nvSpPr>
                <p:spPr>
                  <a:xfrm>
                    <a:off x="3667207" y="5688608"/>
                    <a:ext cx="1578886" cy="763097"/>
                  </a:xfrm>
                  <a:prstGeom prst="arc">
                    <a:avLst>
                      <a:gd name="adj1" fmla="val 13674726"/>
                      <a:gd name="adj2" fmla="val 20451858"/>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sp>
              <p:nvSpPr>
                <p:cNvPr id="74" name="弧形 73"/>
                <p:cNvSpPr/>
                <p:nvPr/>
              </p:nvSpPr>
              <p:spPr>
                <a:xfrm flipH="1">
                  <a:off x="5073555" y="5174890"/>
                  <a:ext cx="546231" cy="330350"/>
                </a:xfrm>
                <a:prstGeom prst="arc">
                  <a:avLst>
                    <a:gd name="adj1" fmla="val 15435190"/>
                    <a:gd name="adj2" fmla="val 20816593"/>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75" name="弧形 74"/>
                <p:cNvSpPr/>
                <p:nvPr/>
              </p:nvSpPr>
              <p:spPr>
                <a:xfrm flipH="1">
                  <a:off x="5073555" y="5547379"/>
                  <a:ext cx="546231" cy="330350"/>
                </a:xfrm>
                <a:prstGeom prst="arc">
                  <a:avLst>
                    <a:gd name="adj1" fmla="val 15435190"/>
                    <a:gd name="adj2" fmla="val 20816593"/>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cxnSp>
              <p:nvCxnSpPr>
                <p:cNvPr id="76" name="直接连接符 75"/>
                <p:cNvCxnSpPr/>
                <p:nvPr/>
              </p:nvCxnSpPr>
              <p:spPr>
                <a:xfrm flipH="1">
                  <a:off x="4676897" y="5652499"/>
                  <a:ext cx="551" cy="39262"/>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a:off x="4805803" y="5174890"/>
                  <a:ext cx="0" cy="374748"/>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a:off x="4678121" y="5276792"/>
                  <a:ext cx="0" cy="374748"/>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a:endCxn id="72" idx="2"/>
                </p:cNvCxnSpPr>
                <p:nvPr/>
              </p:nvCxnSpPr>
              <p:spPr>
                <a:xfrm>
                  <a:off x="4678121" y="5651540"/>
                  <a:ext cx="418267" cy="1875"/>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a:off x="4678121" y="5276792"/>
                  <a:ext cx="47121"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093883" y="5653879"/>
                  <a:ext cx="551" cy="39262"/>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a:off x="4678121" y="5690845"/>
                  <a:ext cx="418267" cy="1875"/>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a:off x="4684860" y="5663998"/>
                  <a:ext cx="402507" cy="0"/>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a:off x="4684860" y="5672130"/>
                  <a:ext cx="402507" cy="0"/>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a:off x="4684860" y="5682410"/>
                  <a:ext cx="402507" cy="0"/>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a:off x="5510601" y="5652499"/>
                  <a:ext cx="551" cy="39262"/>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H="1">
                  <a:off x="5382246" y="5174890"/>
                  <a:ext cx="0" cy="374748"/>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a:off x="5509928" y="5276792"/>
                  <a:ext cx="0" cy="374748"/>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a:endCxn id="75" idx="2"/>
                </p:cNvCxnSpPr>
                <p:nvPr/>
              </p:nvCxnSpPr>
              <p:spPr>
                <a:xfrm flipH="1">
                  <a:off x="5091661" y="5651540"/>
                  <a:ext cx="418267" cy="1875"/>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flipH="1">
                  <a:off x="5462807" y="5276792"/>
                  <a:ext cx="47121"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5093615" y="5653879"/>
                  <a:ext cx="551" cy="39262"/>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H="1">
                  <a:off x="5091661" y="5690845"/>
                  <a:ext cx="418267" cy="1875"/>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H="1">
                  <a:off x="5100682" y="5663998"/>
                  <a:ext cx="402507" cy="0"/>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H="1">
                  <a:off x="5100682" y="5672130"/>
                  <a:ext cx="402507" cy="0"/>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H="1">
                  <a:off x="5100682" y="5682410"/>
                  <a:ext cx="402507" cy="0"/>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63" name="组合 62"/>
              <p:cNvGrpSpPr/>
              <p:nvPr/>
            </p:nvGrpSpPr>
            <p:grpSpPr>
              <a:xfrm>
                <a:off x="6732240" y="3332393"/>
                <a:ext cx="690265" cy="406004"/>
                <a:chOff x="6732240" y="3332393"/>
                <a:chExt cx="690265" cy="406004"/>
              </a:xfrm>
            </p:grpSpPr>
            <p:sp>
              <p:nvSpPr>
                <p:cNvPr id="64" name="弧形 63"/>
                <p:cNvSpPr/>
                <p:nvPr/>
              </p:nvSpPr>
              <p:spPr>
                <a:xfrm>
                  <a:off x="6732240" y="3332393"/>
                  <a:ext cx="343505" cy="248196"/>
                </a:xfrm>
                <a:prstGeom prst="arc">
                  <a:avLst>
                    <a:gd name="adj1" fmla="val 15435190"/>
                    <a:gd name="adj2" fmla="val 19418444"/>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65" name="弧形 64"/>
                <p:cNvSpPr/>
                <p:nvPr/>
              </p:nvSpPr>
              <p:spPr>
                <a:xfrm>
                  <a:off x="6732240" y="3409318"/>
                  <a:ext cx="343505" cy="248196"/>
                </a:xfrm>
                <a:prstGeom prst="arc">
                  <a:avLst>
                    <a:gd name="adj1" fmla="val 15435190"/>
                    <a:gd name="adj2" fmla="val 19418444"/>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66" name="弧形 65"/>
                <p:cNvSpPr/>
                <p:nvPr/>
              </p:nvSpPr>
              <p:spPr>
                <a:xfrm>
                  <a:off x="6732240" y="3486243"/>
                  <a:ext cx="343505" cy="248196"/>
                </a:xfrm>
                <a:prstGeom prst="arc">
                  <a:avLst>
                    <a:gd name="adj1" fmla="val 15435190"/>
                    <a:gd name="adj2" fmla="val 19418444"/>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67" name="弧形 66"/>
                <p:cNvSpPr/>
                <p:nvPr/>
              </p:nvSpPr>
              <p:spPr>
                <a:xfrm flipH="1">
                  <a:off x="7079000" y="3336351"/>
                  <a:ext cx="343505" cy="248196"/>
                </a:xfrm>
                <a:prstGeom prst="arc">
                  <a:avLst>
                    <a:gd name="adj1" fmla="val 15435190"/>
                    <a:gd name="adj2" fmla="val 19418444"/>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68" name="弧形 67"/>
                <p:cNvSpPr/>
                <p:nvPr/>
              </p:nvSpPr>
              <p:spPr>
                <a:xfrm flipH="1">
                  <a:off x="7079000" y="3413276"/>
                  <a:ext cx="343505" cy="248196"/>
                </a:xfrm>
                <a:prstGeom prst="arc">
                  <a:avLst>
                    <a:gd name="adj1" fmla="val 15435190"/>
                    <a:gd name="adj2" fmla="val 19418444"/>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69" name="弧形 68"/>
                <p:cNvSpPr/>
                <p:nvPr/>
              </p:nvSpPr>
              <p:spPr>
                <a:xfrm flipH="1">
                  <a:off x="7079000" y="3490201"/>
                  <a:ext cx="343505" cy="248196"/>
                </a:xfrm>
                <a:prstGeom prst="arc">
                  <a:avLst>
                    <a:gd name="adj1" fmla="val 15435190"/>
                    <a:gd name="adj2" fmla="val 19418444"/>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grpSp>
      </p:grpSp>
      <p:grpSp>
        <p:nvGrpSpPr>
          <p:cNvPr id="15" name="组合 14"/>
          <p:cNvGrpSpPr/>
          <p:nvPr/>
        </p:nvGrpSpPr>
        <p:grpSpPr>
          <a:xfrm>
            <a:off x="4756785" y="1602740"/>
            <a:ext cx="3991610" cy="2680335"/>
            <a:chOff x="7590" y="1723"/>
            <a:chExt cx="6286" cy="4221"/>
          </a:xfrm>
        </p:grpSpPr>
        <p:sp>
          <p:nvSpPr>
            <p:cNvPr id="37912" name="Text Box 89"/>
            <p:cNvSpPr txBox="1"/>
            <p:nvPr/>
          </p:nvSpPr>
          <p:spPr>
            <a:xfrm>
              <a:off x="7653" y="1723"/>
              <a:ext cx="788"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7914" name="Text Box 91"/>
            <p:cNvSpPr txBox="1"/>
            <p:nvPr/>
          </p:nvSpPr>
          <p:spPr>
            <a:xfrm>
              <a:off x="11960" y="1748"/>
              <a:ext cx="92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c</a:t>
              </a:r>
              <a:endParaRPr lang="en-US" altLang="zh-CN" b="0" dirty="0">
                <a:solidFill>
                  <a:schemeClr val="tx1"/>
                </a:solidFill>
                <a:latin typeface="Times New Roman" panose="02020603050405020304" pitchFamily="18" charset="0"/>
                <a:ea typeface="宋体" panose="02010600030101010101" pitchFamily="2" charset="-122"/>
              </a:endParaRPr>
            </a:p>
          </p:txBody>
        </p:sp>
        <p:grpSp>
          <p:nvGrpSpPr>
            <p:cNvPr id="14" name="组合 13"/>
            <p:cNvGrpSpPr/>
            <p:nvPr/>
          </p:nvGrpSpPr>
          <p:grpSpPr>
            <a:xfrm>
              <a:off x="7590" y="2088"/>
              <a:ext cx="6286" cy="3856"/>
              <a:chOff x="7653" y="2088"/>
              <a:chExt cx="6286" cy="3856"/>
            </a:xfrm>
          </p:grpSpPr>
          <p:sp>
            <p:nvSpPr>
              <p:cNvPr id="37905" name="Line 12"/>
              <p:cNvSpPr/>
              <p:nvPr/>
            </p:nvSpPr>
            <p:spPr>
              <a:xfrm>
                <a:off x="8453" y="4571"/>
                <a:ext cx="0" cy="773"/>
              </a:xfrm>
              <a:prstGeom prst="line">
                <a:avLst/>
              </a:prstGeom>
              <a:ln w="38100">
                <a:noFill/>
              </a:ln>
            </p:spPr>
          </p:sp>
          <p:sp>
            <p:nvSpPr>
              <p:cNvPr id="37906" name="Rectangle 81"/>
              <p:cNvSpPr/>
              <p:nvPr/>
            </p:nvSpPr>
            <p:spPr bwMode="auto">
              <a:xfrm>
                <a:off x="7765" y="2428"/>
                <a:ext cx="4763" cy="2268"/>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37908" name="Rectangle 85"/>
              <p:cNvSpPr/>
              <p:nvPr/>
            </p:nvSpPr>
            <p:spPr>
              <a:xfrm>
                <a:off x="9240" y="2088"/>
                <a:ext cx="1838" cy="2948"/>
              </a:xfrm>
              <a:prstGeom prst="rect">
                <a:avLst/>
              </a:prstGeom>
              <a:solidFill>
                <a:schemeClr val="tx2">
                  <a:lumMod val="20000"/>
                  <a:lumOff val="80000"/>
                </a:schemeClr>
              </a:solidFill>
              <a:ln w="38100">
                <a:noFill/>
              </a:ln>
            </p:spPr>
            <p:txBody>
              <a:bodyPr wrap="none" anchor="ctr" anchorCtr="0"/>
              <a:p>
                <a:pPr algn="ctr"/>
                <a:r>
                  <a:rPr lang="zh-CN" altLang="en-US" dirty="0">
                    <a:solidFill>
                      <a:schemeClr val="tx1"/>
                    </a:solidFill>
                    <a:latin typeface="Arial" panose="020B0604020202020204" pitchFamily="34" charset="0"/>
                  </a:rPr>
                  <a:t>线性</a:t>
                </a:r>
                <a:endParaRPr lang="zh-CN" altLang="en-US" dirty="0">
                  <a:solidFill>
                    <a:schemeClr val="tx1"/>
                  </a:solidFill>
                  <a:latin typeface="Arial" panose="020B0604020202020204" pitchFamily="34" charset="0"/>
                </a:endParaRPr>
              </a:p>
              <a:p>
                <a:pPr algn="ctr"/>
                <a:r>
                  <a:rPr lang="zh-CN" altLang="en-US" dirty="0">
                    <a:solidFill>
                      <a:schemeClr val="tx1"/>
                    </a:solidFill>
                    <a:latin typeface="Arial" panose="020B0604020202020204" pitchFamily="34" charset="0"/>
                  </a:rPr>
                  <a:t>电阻</a:t>
                </a:r>
                <a:endParaRPr lang="zh-CN" altLang="en-US" dirty="0">
                  <a:solidFill>
                    <a:schemeClr val="tx1"/>
                  </a:solidFill>
                  <a:latin typeface="Arial" panose="020B0604020202020204" pitchFamily="34" charset="0"/>
                </a:endParaRPr>
              </a:p>
              <a:p>
                <a:pPr algn="ctr"/>
                <a:r>
                  <a:rPr lang="zh-CN" altLang="en-US" dirty="0">
                    <a:solidFill>
                      <a:schemeClr val="tx1"/>
                    </a:solidFill>
                    <a:latin typeface="Arial" panose="020B0604020202020204" pitchFamily="34" charset="0"/>
                  </a:rPr>
                  <a:t>网络</a:t>
                </a:r>
                <a:endParaRPr lang="zh-CN" altLang="en-US" dirty="0">
                  <a:solidFill>
                    <a:schemeClr val="tx1"/>
                  </a:solidFill>
                  <a:latin typeface="Arial" panose="020B0604020202020204" pitchFamily="34" charset="0"/>
                </a:endParaRPr>
              </a:p>
              <a:p>
                <a:pPr algn="ctr"/>
                <a:r>
                  <a:rPr lang="en-US" altLang="zh-CN" b="0" dirty="0">
                    <a:solidFill>
                      <a:schemeClr val="tx1"/>
                    </a:solidFill>
                    <a:latin typeface="Times New Roman" panose="02020603050405020304" pitchFamily="18" charset="0"/>
                    <a:ea typeface="仿宋_GB2312" pitchFamily="49" charset="-122"/>
                  </a:rPr>
                  <a:t>N</a:t>
                </a:r>
                <a:r>
                  <a:rPr lang="en-US" altLang="zh-CN" b="0" i="1" baseline="-25000" dirty="0">
                    <a:solidFill>
                      <a:schemeClr val="tx1"/>
                    </a:solidFill>
                    <a:latin typeface="Times New Roman" panose="02020603050405020304" pitchFamily="18" charset="0"/>
                    <a:ea typeface="仿宋_GB2312" pitchFamily="49" charset="-122"/>
                  </a:rPr>
                  <a:t>R</a:t>
                </a:r>
                <a:endParaRPr lang="en-US" altLang="zh-CN" b="0" i="1" baseline="-25000" dirty="0">
                  <a:solidFill>
                    <a:schemeClr val="tx1"/>
                  </a:solidFill>
                  <a:latin typeface="Times New Roman" panose="02020603050405020304" pitchFamily="18" charset="0"/>
                  <a:ea typeface="仿宋_GB2312" pitchFamily="49" charset="-122"/>
                </a:endParaRPr>
              </a:p>
            </p:txBody>
          </p:sp>
          <p:sp>
            <p:nvSpPr>
              <p:cNvPr id="37909" name="Line 86"/>
              <p:cNvSpPr/>
              <p:nvPr/>
            </p:nvSpPr>
            <p:spPr>
              <a:xfrm>
                <a:off x="7768" y="2971"/>
                <a:ext cx="0" cy="753"/>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37910" name="Text Box 87"/>
              <p:cNvSpPr txBox="1"/>
              <p:nvPr/>
            </p:nvSpPr>
            <p:spPr>
              <a:xfrm>
                <a:off x="12530" y="2403"/>
                <a:ext cx="65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7911" name="Text Box 88"/>
              <p:cNvSpPr txBox="1"/>
              <p:nvPr/>
            </p:nvSpPr>
            <p:spPr>
              <a:xfrm>
                <a:off x="12530" y="3878"/>
                <a:ext cx="65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7913" name="Text Box 90"/>
              <p:cNvSpPr txBox="1"/>
              <p:nvPr/>
            </p:nvSpPr>
            <p:spPr>
              <a:xfrm>
                <a:off x="7653" y="4583"/>
                <a:ext cx="788"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7915" name="Text Box 92"/>
              <p:cNvSpPr txBox="1"/>
              <p:nvPr/>
            </p:nvSpPr>
            <p:spPr>
              <a:xfrm>
                <a:off x="11960" y="4583"/>
                <a:ext cx="918"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d</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7916" name="Text Box 93"/>
              <p:cNvSpPr txBox="1"/>
              <p:nvPr/>
            </p:nvSpPr>
            <p:spPr>
              <a:xfrm>
                <a:off x="7873" y="2856"/>
                <a:ext cx="980" cy="818"/>
              </a:xfrm>
              <a:prstGeom prst="rect">
                <a:avLst/>
              </a:prstGeom>
              <a:noFill/>
              <a:ln w="38100">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r>
                  <a:rPr lang="en-US" altLang="zh-CN" b="0" baseline="-25000" dirty="0">
                    <a:solidFill>
                      <a:schemeClr val="tx1"/>
                    </a:solidFill>
                    <a:latin typeface="Times New Roman" panose="02020603050405020304" pitchFamily="18" charset="0"/>
                    <a:ea typeface="宋体" panose="02010600030101010101" pitchFamily="2" charset="-122"/>
                  </a:rPr>
                  <a:t>1</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37917" name="Text Box 94"/>
              <p:cNvSpPr txBox="1"/>
              <p:nvPr/>
            </p:nvSpPr>
            <p:spPr>
              <a:xfrm>
                <a:off x="12958" y="3083"/>
                <a:ext cx="981" cy="725"/>
              </a:xfrm>
              <a:prstGeom prst="rect">
                <a:avLst/>
              </a:prstGeom>
              <a:noFill/>
              <a:ln w="38100">
                <a:noFill/>
              </a:ln>
            </p:spPr>
            <p:txBody>
              <a:bodyPr wrap="square">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baseline="-25000" dirty="0">
                    <a:solidFill>
                      <a:schemeClr val="tx1"/>
                    </a:solidFill>
                    <a:latin typeface="Times New Roman" panose="02020603050405020304" pitchFamily="18" charset="0"/>
                    <a:ea typeface="宋体" panose="02010600030101010101" pitchFamily="2" charset="-122"/>
                  </a:rPr>
                  <a:t>S2</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37918" name="Text Box 95"/>
              <p:cNvSpPr txBox="1"/>
              <p:nvPr/>
            </p:nvSpPr>
            <p:spPr>
              <a:xfrm>
                <a:off x="9630" y="5126"/>
                <a:ext cx="1100" cy="818"/>
              </a:xfrm>
              <a:prstGeom prst="rect">
                <a:avLst/>
              </a:prstGeom>
              <a:gradFill rotWithShape="1">
                <a:gsLst>
                  <a:gs pos="0">
                    <a:srgbClr val="0099FF"/>
                  </a:gs>
                  <a:gs pos="100000">
                    <a:schemeClr val="bg1"/>
                  </a:gs>
                </a:gsLst>
                <a:lin ang="5400000" scaled="1"/>
                <a:tileRect/>
              </a:gradFill>
              <a:ln w="38100">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grpSp>
            <p:nvGrpSpPr>
              <p:cNvPr id="4" name="组合 3"/>
              <p:cNvGrpSpPr/>
              <p:nvPr/>
            </p:nvGrpSpPr>
            <p:grpSpPr>
              <a:xfrm rot="0">
                <a:off x="12075" y="3083"/>
                <a:ext cx="908" cy="908"/>
                <a:chOff x="505193" y="3720552"/>
                <a:chExt cx="432197" cy="432197"/>
              </a:xfrm>
              <a:solidFill>
                <a:schemeClr val="accent6">
                  <a:lumMod val="40000"/>
                  <a:lumOff val="60000"/>
                </a:schemeClr>
              </a:solidFill>
            </p:grpSpPr>
            <p:sp>
              <p:nvSpPr>
                <p:cNvPr id="6"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8" name="直接连接符 7"/>
                <p:cNvCxnSpPr>
                  <a:stCxn id="6" idx="0"/>
                  <a:endCxn id="6"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7" name="组合 6"/>
          <p:cNvGrpSpPr/>
          <p:nvPr/>
        </p:nvGrpSpPr>
        <p:grpSpPr>
          <a:xfrm>
            <a:off x="324485" y="1619885"/>
            <a:ext cx="3999230" cy="2680335"/>
            <a:chOff x="556" y="1831"/>
            <a:chExt cx="6298" cy="4221"/>
          </a:xfrm>
        </p:grpSpPr>
        <p:sp>
          <p:nvSpPr>
            <p:cNvPr id="37921" name="Rectangle 65"/>
            <p:cNvSpPr/>
            <p:nvPr/>
          </p:nvSpPr>
          <p:spPr bwMode="auto">
            <a:xfrm>
              <a:off x="1722" y="2536"/>
              <a:ext cx="4762" cy="2268"/>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37923" name="Text Box 69"/>
            <p:cNvSpPr txBox="1"/>
            <p:nvPr/>
          </p:nvSpPr>
          <p:spPr>
            <a:xfrm>
              <a:off x="5804" y="2764"/>
              <a:ext cx="105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r>
                <a:rPr lang="en-US" altLang="zh-CN" b="0" baseline="-25000" dirty="0">
                  <a:solidFill>
                    <a:schemeClr val="tx1"/>
                  </a:solidFill>
                  <a:latin typeface="Times New Roman" panose="02020603050405020304" pitchFamily="18" charset="0"/>
                  <a:ea typeface="宋体" panose="02010600030101010101" pitchFamily="2" charset="-122"/>
                </a:rPr>
                <a:t>2</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37924" name="Rectangle 70"/>
            <p:cNvSpPr/>
            <p:nvPr/>
          </p:nvSpPr>
          <p:spPr>
            <a:xfrm>
              <a:off x="3197" y="2196"/>
              <a:ext cx="1837" cy="2948"/>
            </a:xfrm>
            <a:prstGeom prst="rect">
              <a:avLst/>
            </a:prstGeom>
            <a:solidFill>
              <a:schemeClr val="tx2">
                <a:lumMod val="20000"/>
                <a:lumOff val="80000"/>
              </a:schemeClr>
            </a:solidFill>
            <a:ln w="38100">
              <a:noFill/>
            </a:ln>
          </p:spPr>
          <p:txBody>
            <a:bodyPr wrap="none" anchor="ctr" anchorCtr="0"/>
            <a:p>
              <a:pPr algn="ctr"/>
              <a:r>
                <a:rPr lang="zh-CN" altLang="en-US" dirty="0">
                  <a:solidFill>
                    <a:schemeClr val="tx1"/>
                  </a:solidFill>
                  <a:latin typeface="Arial" panose="020B0604020202020204" pitchFamily="34" charset="0"/>
                </a:rPr>
                <a:t>线性</a:t>
              </a:r>
              <a:endParaRPr lang="zh-CN" altLang="en-US" dirty="0">
                <a:solidFill>
                  <a:schemeClr val="tx1"/>
                </a:solidFill>
                <a:latin typeface="Arial" panose="020B0604020202020204" pitchFamily="34" charset="0"/>
              </a:endParaRPr>
            </a:p>
            <a:p>
              <a:pPr algn="ctr"/>
              <a:r>
                <a:rPr lang="zh-CN" altLang="en-US" dirty="0">
                  <a:solidFill>
                    <a:schemeClr val="tx1"/>
                  </a:solidFill>
                  <a:latin typeface="Arial" panose="020B0604020202020204" pitchFamily="34" charset="0"/>
                </a:rPr>
                <a:t>电阻</a:t>
              </a:r>
              <a:endParaRPr lang="zh-CN" altLang="en-US" dirty="0">
                <a:solidFill>
                  <a:schemeClr val="tx1"/>
                </a:solidFill>
                <a:latin typeface="Arial" panose="020B0604020202020204" pitchFamily="34" charset="0"/>
              </a:endParaRPr>
            </a:p>
            <a:p>
              <a:pPr algn="ctr"/>
              <a:r>
                <a:rPr lang="zh-CN" altLang="en-US" dirty="0">
                  <a:solidFill>
                    <a:schemeClr val="tx1"/>
                  </a:solidFill>
                  <a:latin typeface="Arial" panose="020B0604020202020204" pitchFamily="34" charset="0"/>
                </a:rPr>
                <a:t>网络</a:t>
              </a:r>
              <a:endParaRPr lang="zh-CN" altLang="en-US" dirty="0">
                <a:solidFill>
                  <a:schemeClr val="tx1"/>
                </a:solidFill>
                <a:latin typeface="Arial" panose="020B0604020202020204" pitchFamily="34" charset="0"/>
              </a:endParaRPr>
            </a:p>
            <a:p>
              <a:pPr algn="ctr"/>
              <a:r>
                <a:rPr lang="en-US" altLang="zh-CN" b="0" dirty="0">
                  <a:solidFill>
                    <a:schemeClr val="tx1"/>
                  </a:solidFill>
                  <a:latin typeface="Times New Roman" panose="02020603050405020304" pitchFamily="18" charset="0"/>
                  <a:ea typeface="仿宋_GB2312" pitchFamily="49" charset="-122"/>
                </a:rPr>
                <a:t>N</a:t>
              </a:r>
              <a:r>
                <a:rPr lang="en-US" altLang="zh-CN" b="0" i="1" baseline="-25000" dirty="0">
                  <a:solidFill>
                    <a:schemeClr val="tx1"/>
                  </a:solidFill>
                  <a:latin typeface="Times New Roman" panose="02020603050405020304" pitchFamily="18" charset="0"/>
                  <a:ea typeface="仿宋_GB2312" pitchFamily="49" charset="-122"/>
                </a:rPr>
                <a:t>R</a:t>
              </a:r>
              <a:endParaRPr lang="en-US" altLang="zh-CN" b="0" i="1" baseline="-25000" dirty="0">
                <a:solidFill>
                  <a:schemeClr val="tx1"/>
                </a:solidFill>
                <a:latin typeface="Times New Roman" panose="02020603050405020304" pitchFamily="18" charset="0"/>
                <a:ea typeface="仿宋_GB2312" pitchFamily="49" charset="-122"/>
              </a:endParaRPr>
            </a:p>
          </p:txBody>
        </p:sp>
        <p:sp>
          <p:nvSpPr>
            <p:cNvPr id="37925" name="Line 71"/>
            <p:cNvSpPr/>
            <p:nvPr/>
          </p:nvSpPr>
          <p:spPr>
            <a:xfrm>
              <a:off x="6487" y="2764"/>
              <a:ext cx="0" cy="753"/>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37926" name="Text Box 72"/>
            <p:cNvSpPr txBox="1"/>
            <p:nvPr/>
          </p:nvSpPr>
          <p:spPr>
            <a:xfrm>
              <a:off x="1042" y="2424"/>
              <a:ext cx="65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7927" name="Text Box 73"/>
            <p:cNvSpPr txBox="1"/>
            <p:nvPr/>
          </p:nvSpPr>
          <p:spPr>
            <a:xfrm>
              <a:off x="1042" y="4011"/>
              <a:ext cx="65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7928" name="Text Box 74"/>
            <p:cNvSpPr txBox="1"/>
            <p:nvPr/>
          </p:nvSpPr>
          <p:spPr>
            <a:xfrm>
              <a:off x="556" y="3104"/>
              <a:ext cx="1848" cy="725"/>
            </a:xfrm>
            <a:prstGeom prst="rect">
              <a:avLst/>
            </a:prstGeom>
            <a:noFill/>
            <a:ln w="9525">
              <a:noFill/>
            </a:ln>
          </p:spPr>
          <p:txBody>
            <a:bodyPr wrap="square">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baseline="-25000" dirty="0">
                  <a:solidFill>
                    <a:schemeClr val="tx1"/>
                  </a:solidFill>
                  <a:latin typeface="Times New Roman" panose="02020603050405020304" pitchFamily="18" charset="0"/>
                  <a:ea typeface="宋体" panose="02010600030101010101" pitchFamily="2" charset="-122"/>
                </a:rPr>
                <a:t>S1</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37929" name="Text Box 75"/>
            <p:cNvSpPr txBox="1"/>
            <p:nvPr/>
          </p:nvSpPr>
          <p:spPr>
            <a:xfrm>
              <a:off x="1609" y="1831"/>
              <a:ext cx="787"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7930" name="Text Box 76"/>
            <p:cNvSpPr txBox="1"/>
            <p:nvPr/>
          </p:nvSpPr>
          <p:spPr>
            <a:xfrm>
              <a:off x="1609" y="4691"/>
              <a:ext cx="787"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7931" name="Text Box 77"/>
            <p:cNvSpPr txBox="1"/>
            <p:nvPr/>
          </p:nvSpPr>
          <p:spPr>
            <a:xfrm>
              <a:off x="5917" y="1856"/>
              <a:ext cx="92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c</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7932" name="Text Box 78"/>
            <p:cNvSpPr txBox="1"/>
            <p:nvPr/>
          </p:nvSpPr>
          <p:spPr>
            <a:xfrm>
              <a:off x="5917" y="4691"/>
              <a:ext cx="917"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d</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7933" name="Text Box 79"/>
            <p:cNvSpPr txBox="1"/>
            <p:nvPr/>
          </p:nvSpPr>
          <p:spPr>
            <a:xfrm>
              <a:off x="3537" y="5234"/>
              <a:ext cx="1050" cy="818"/>
            </a:xfrm>
            <a:prstGeom prst="rect">
              <a:avLst/>
            </a:prstGeom>
            <a:gradFill rotWithShape="1">
              <a:gsLst>
                <a:gs pos="0">
                  <a:srgbClr val="0099FF"/>
                </a:gs>
                <a:gs pos="100000">
                  <a:schemeClr val="bg1"/>
                </a:gs>
              </a:gsLst>
              <a:lin ang="5400000" scaled="1"/>
              <a:tileRect/>
            </a:grad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grpSp>
          <p:nvGrpSpPr>
            <p:cNvPr id="9" name="组合 8"/>
            <p:cNvGrpSpPr/>
            <p:nvPr/>
          </p:nvGrpSpPr>
          <p:grpSpPr>
            <a:xfrm rot="0">
              <a:off x="1270" y="3242"/>
              <a:ext cx="908" cy="908"/>
              <a:chOff x="505193" y="3720552"/>
              <a:chExt cx="432197" cy="432197"/>
            </a:xfrm>
            <a:solidFill>
              <a:schemeClr val="accent6">
                <a:lumMod val="40000"/>
                <a:lumOff val="60000"/>
              </a:schemeClr>
            </a:solidFill>
          </p:grpSpPr>
          <p:sp>
            <p:nvSpPr>
              <p:cNvPr id="10"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11" name="直接连接符 10"/>
              <p:cNvCxnSpPr>
                <a:stCxn id="10" idx="0"/>
                <a:endCxn id="10"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9458"/>
                                        </p:tgtEl>
                                        <p:attrNameLst>
                                          <p:attrName>style.visibility</p:attrName>
                                        </p:attrNameLst>
                                      </p:cBhvr>
                                      <p:to>
                                        <p:strVal val="visible"/>
                                      </p:to>
                                    </p:set>
                                    <p:anim calcmode="lin" valueType="num">
                                      <p:cBhvr additive="base">
                                        <p:cTn id="7" dur="500" fill="hold"/>
                                        <p:tgtEl>
                                          <p:spTgt spid="19458"/>
                                        </p:tgtEl>
                                        <p:attrNameLst>
                                          <p:attrName>ppt_x</p:attrName>
                                        </p:attrNameLst>
                                      </p:cBhvr>
                                      <p:tavLst>
                                        <p:tav tm="0">
                                          <p:val>
                                            <p:strVal val="0-#ppt_w/2"/>
                                          </p:val>
                                        </p:tav>
                                        <p:tav tm="100000">
                                          <p:val>
                                            <p:strVal val="#ppt_x"/>
                                          </p:val>
                                        </p:tav>
                                      </p:tavLst>
                                    </p:anim>
                                    <p:anim calcmode="lin" valueType="num">
                                      <p:cBhvr additive="base">
                                        <p:cTn id="8" dur="500" fill="hold"/>
                                        <p:tgtEl>
                                          <p:spTgt spid="1945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3" presetClass="entr" presetSubtype="10"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blinds(horizontal)">
                                      <p:cBhvr>
                                        <p:cTn id="17" dur="500"/>
                                        <p:tgtEl>
                                          <p:spTgt spid="15"/>
                                        </p:tgtEl>
                                      </p:cBhvr>
                                    </p:animEffect>
                                  </p:childTnLst>
                                </p:cTn>
                              </p:par>
                              <p:par>
                                <p:cTn id="18" presetID="3" presetClass="entr" presetSubtype="10"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blinds(horizontal)">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9506"/>
                                        </p:tgtEl>
                                        <p:attrNameLst>
                                          <p:attrName>style.visibility</p:attrName>
                                        </p:attrNameLst>
                                      </p:cBhvr>
                                      <p:to>
                                        <p:strVal val="visible"/>
                                      </p:to>
                                    </p:set>
                                    <p:anim calcmode="lin" valueType="num">
                                      <p:cBhvr additive="base">
                                        <p:cTn id="25" dur="500" fill="hold"/>
                                        <p:tgtEl>
                                          <p:spTgt spid="19506"/>
                                        </p:tgtEl>
                                        <p:attrNameLst>
                                          <p:attrName>ppt_x</p:attrName>
                                        </p:attrNameLst>
                                      </p:cBhvr>
                                      <p:tavLst>
                                        <p:tav tm="0">
                                          <p:val>
                                            <p:strVal val="0-#ppt_w/2"/>
                                          </p:val>
                                        </p:tav>
                                        <p:tav tm="100000">
                                          <p:val>
                                            <p:strVal val="#ppt_x"/>
                                          </p:val>
                                        </p:tav>
                                      </p:tavLst>
                                    </p:anim>
                                    <p:anim calcmode="lin" valueType="num">
                                      <p:cBhvr additive="base">
                                        <p:cTn id="26" dur="500" fill="hold"/>
                                        <p:tgtEl>
                                          <p:spTgt spid="1950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8" presetClass="entr" presetSubtype="6" fill="hold" nodeType="clickEffect">
                                  <p:stCondLst>
                                    <p:cond delay="0"/>
                                  </p:stCondLst>
                                  <p:childTnLst>
                                    <p:set>
                                      <p:cBhvr>
                                        <p:cTn id="30" dur="1" fill="hold">
                                          <p:stCondLst>
                                            <p:cond delay="0"/>
                                          </p:stCondLst>
                                        </p:cTn>
                                        <p:tgtEl>
                                          <p:spTgt spid="19507"/>
                                        </p:tgtEl>
                                        <p:attrNameLst>
                                          <p:attrName>style.visibility</p:attrName>
                                        </p:attrNameLst>
                                      </p:cBhvr>
                                      <p:to>
                                        <p:strVal val="visible"/>
                                      </p:to>
                                    </p:set>
                                    <p:animEffect transition="in" filter="strips(downRight)">
                                      <p:cBhvr>
                                        <p:cTn id="31" dur="3000"/>
                                        <p:tgtEl>
                                          <p:spTgt spid="19507"/>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58"/>
                                        </p:tgtEl>
                                        <p:attrNameLst>
                                          <p:attrName>style.visibility</p:attrName>
                                        </p:attrNameLst>
                                      </p:cBhvr>
                                      <p:to>
                                        <p:strVal val="visible"/>
                                      </p:to>
                                    </p:set>
                                    <p:animEffect transition="in" filter="wipe(down)">
                                      <p:cBhvr>
                                        <p:cTn id="36" dur="500"/>
                                        <p:tgtEl>
                                          <p:spTgt spid="58"/>
                                        </p:tgtEl>
                                      </p:cBhvr>
                                    </p:animEffect>
                                  </p:childTnLst>
                                </p:cTn>
                              </p:par>
                            </p:childTnLst>
                          </p:cTn>
                        </p:par>
                        <p:par>
                          <p:cTn id="37" fill="hold">
                            <p:stCondLst>
                              <p:cond delay="500"/>
                            </p:stCondLst>
                            <p:childTnLst>
                              <p:par>
                                <p:cTn id="38" presetID="23" presetClass="entr" presetSubtype="32" fill="hold" grpId="0" nodeType="afterEffect">
                                  <p:stCondLst>
                                    <p:cond delay="0"/>
                                  </p:stCondLst>
                                  <p:childTnLst>
                                    <p:set>
                                      <p:cBhvr>
                                        <p:cTn id="39" dur="1" fill="hold">
                                          <p:stCondLst>
                                            <p:cond delay="0"/>
                                          </p:stCondLst>
                                        </p:cTn>
                                        <p:tgtEl>
                                          <p:spTgt spid="19505"/>
                                        </p:tgtEl>
                                        <p:attrNameLst>
                                          <p:attrName>style.visibility</p:attrName>
                                        </p:attrNameLst>
                                      </p:cBhvr>
                                      <p:to>
                                        <p:strVal val="visible"/>
                                      </p:to>
                                    </p:set>
                                    <p:anim calcmode="lin" valueType="num">
                                      <p:cBhvr>
                                        <p:cTn id="40" dur="500" fill="hold"/>
                                        <p:tgtEl>
                                          <p:spTgt spid="19505"/>
                                        </p:tgtEl>
                                        <p:attrNameLst>
                                          <p:attrName>ppt_w</p:attrName>
                                        </p:attrNameLst>
                                      </p:cBhvr>
                                      <p:tavLst>
                                        <p:tav tm="0">
                                          <p:val>
                                            <p:strVal val="4*#ppt_w"/>
                                          </p:val>
                                        </p:tav>
                                        <p:tav tm="100000">
                                          <p:val>
                                            <p:strVal val="#ppt_w"/>
                                          </p:val>
                                        </p:tav>
                                      </p:tavLst>
                                    </p:anim>
                                    <p:anim calcmode="lin" valueType="num">
                                      <p:cBhvr>
                                        <p:cTn id="41" dur="500" fill="hold"/>
                                        <p:tgtEl>
                                          <p:spTgt spid="19505"/>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bldLvl="0" animBg="1"/>
      <p:bldP spid="19505" grpId="0"/>
      <p:bldP spid="19506"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*4-6 互易定理</a:t>
            </a:r>
            <a:endParaRPr lang="zh-CN" altLang="en-US"/>
          </a:p>
        </p:txBody>
      </p:sp>
      <p:sp>
        <p:nvSpPr>
          <p:cNvPr id="18434" name="Text Box 2" descr="绿色大理石"/>
          <p:cNvSpPr txBox="1"/>
          <p:nvPr/>
        </p:nvSpPr>
        <p:spPr>
          <a:xfrm>
            <a:off x="468313" y="854075"/>
            <a:ext cx="1223962" cy="521970"/>
          </a:xfrm>
          <a:prstGeom prst="rect">
            <a:avLst/>
          </a:prstGeom>
          <a:blipFill rotWithShape="1">
            <a:blip r:embed="rId1"/>
          </a:blipFill>
          <a:ln w="9525">
            <a:noFill/>
          </a:ln>
        </p:spPr>
        <p:txBody>
          <a:bodyPr>
            <a:spAutoFit/>
          </a:bodyPr>
          <a:p>
            <a:pPr>
              <a:spcBef>
                <a:spcPct val="50000"/>
              </a:spcBef>
            </a:pPr>
            <a:r>
              <a:rPr kumimoji="1" lang="zh-CN" altLang="en-US" sz="2800" dirty="0" smtClean="0">
                <a:solidFill>
                  <a:schemeClr val="bg1"/>
                </a:solidFill>
                <a:latin typeface="华文楷体" panose="02010600040101010101" pitchFamily="2" charset="-122"/>
                <a:ea typeface="华文楷体" panose="02010600040101010101" pitchFamily="2" charset="-122"/>
              </a:rPr>
              <a:t>证明:</a:t>
            </a:r>
            <a:endParaRPr kumimoji="1" lang="zh-CN" altLang="en-US" sz="2800" dirty="0" smtClean="0">
              <a:solidFill>
                <a:schemeClr val="bg1"/>
              </a:solidFill>
              <a:latin typeface="华文楷体" panose="02010600040101010101" pitchFamily="2" charset="-122"/>
              <a:ea typeface="华文楷体" panose="02010600040101010101" pitchFamily="2" charset="-122"/>
            </a:endParaRPr>
          </a:p>
        </p:txBody>
      </p:sp>
      <p:sp>
        <p:nvSpPr>
          <p:cNvPr id="18436" name="Text Box 4"/>
          <p:cNvSpPr txBox="1"/>
          <p:nvPr/>
        </p:nvSpPr>
        <p:spPr>
          <a:xfrm>
            <a:off x="1835150" y="905193"/>
            <a:ext cx="3384550" cy="521970"/>
          </a:xfrm>
          <a:prstGeom prst="rect">
            <a:avLst/>
          </a:prstGeom>
          <a:no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由特勒根定理：</a:t>
            </a:r>
            <a:endParaRPr kumimoji="1" lang="zh-CN" altLang="en-US" sz="2800" dirty="0" smtClean="0">
              <a:latin typeface="华文楷体" panose="02010600040101010101" pitchFamily="2" charset="-122"/>
              <a:ea typeface="华文楷体" panose="02010600040101010101" pitchFamily="2" charset="-122"/>
            </a:endParaRPr>
          </a:p>
        </p:txBody>
      </p:sp>
      <p:sp>
        <p:nvSpPr>
          <p:cNvPr id="18442" name="Text Box 10"/>
          <p:cNvSpPr txBox="1"/>
          <p:nvPr/>
        </p:nvSpPr>
        <p:spPr>
          <a:xfrm>
            <a:off x="395288" y="1957388"/>
            <a:ext cx="1152525" cy="521970"/>
          </a:xfrm>
          <a:prstGeom prst="rect">
            <a:avLst/>
          </a:prstGeom>
          <a:no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即</a:t>
            </a:r>
            <a:endParaRPr kumimoji="1" lang="zh-CN" altLang="en-US" sz="2800" dirty="0" smtClean="0">
              <a:latin typeface="华文楷体" panose="02010600040101010101" pitchFamily="2" charset="-122"/>
              <a:ea typeface="华文楷体" panose="02010600040101010101" pitchFamily="2" charset="-122"/>
            </a:endParaRPr>
          </a:p>
        </p:txBody>
      </p:sp>
      <p:sp>
        <p:nvSpPr>
          <p:cNvPr id="18444" name="Text Box 12"/>
          <p:cNvSpPr txBox="1"/>
          <p:nvPr/>
        </p:nvSpPr>
        <p:spPr>
          <a:xfrm>
            <a:off x="539750" y="6110288"/>
            <a:ext cx="2736850" cy="521970"/>
          </a:xfrm>
          <a:prstGeom prst="rect">
            <a:avLst/>
          </a:prstGeom>
          <a:no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两式相减，得</a:t>
            </a:r>
            <a:endParaRPr kumimoji="1" lang="zh-CN" altLang="en-US" sz="2800" dirty="0" smtClean="0">
              <a:latin typeface="华文楷体" panose="02010600040101010101" pitchFamily="2" charset="-122"/>
              <a:ea typeface="华文楷体" panose="02010600040101010101" pitchFamily="2" charset="-122"/>
            </a:endParaRPr>
          </a:p>
        </p:txBody>
      </p:sp>
      <p:graphicFrame>
        <p:nvGraphicFramePr>
          <p:cNvPr id="3" name="对象 2"/>
          <p:cNvGraphicFramePr/>
          <p:nvPr/>
        </p:nvGraphicFramePr>
        <p:xfrm>
          <a:off x="4332605" y="652145"/>
          <a:ext cx="4273550" cy="1037590"/>
        </p:xfrm>
        <a:graphic>
          <a:graphicData uri="http://schemas.openxmlformats.org/presentationml/2006/ole">
            <mc:AlternateContent xmlns:mc="http://schemas.openxmlformats.org/markup-compatibility/2006">
              <mc:Choice xmlns:v="urn:schemas-microsoft-com:vml" Requires="v">
                <p:oleObj spid="_x0000_s4" name="" r:id="rId2" imgW="1816100" imgH="431800" progId="Equation.KSEE3">
                  <p:embed/>
                </p:oleObj>
              </mc:Choice>
              <mc:Fallback>
                <p:oleObj name="" r:id="rId2" imgW="1816100" imgH="431800" progId="Equation.KSEE3">
                  <p:embed/>
                  <p:pic>
                    <p:nvPicPr>
                      <p:cNvPr id="0" name="图片 3"/>
                      <p:cNvPicPr/>
                      <p:nvPr/>
                    </p:nvPicPr>
                    <p:blipFill>
                      <a:blip r:embed="rId3"/>
                      <a:stretch>
                        <a:fillRect/>
                      </a:stretch>
                    </p:blipFill>
                    <p:spPr>
                      <a:xfrm>
                        <a:off x="4332605" y="652145"/>
                        <a:ext cx="4273550" cy="1037590"/>
                      </a:xfrm>
                      <a:prstGeom prst="rect">
                        <a:avLst/>
                      </a:prstGeom>
                    </p:spPr>
                  </p:pic>
                </p:oleObj>
              </mc:Fallback>
            </mc:AlternateContent>
          </a:graphicData>
        </a:graphic>
      </p:graphicFrame>
      <p:graphicFrame>
        <p:nvGraphicFramePr>
          <p:cNvPr id="7" name="对象 6"/>
          <p:cNvGraphicFramePr/>
          <p:nvPr/>
        </p:nvGraphicFramePr>
        <p:xfrm>
          <a:off x="848360" y="1689735"/>
          <a:ext cx="8026400" cy="2183130"/>
        </p:xfrm>
        <a:graphic>
          <a:graphicData uri="http://schemas.openxmlformats.org/presentationml/2006/ole">
            <mc:AlternateContent xmlns:mc="http://schemas.openxmlformats.org/markup-compatibility/2006">
              <mc:Choice xmlns:v="urn:schemas-microsoft-com:vml" Requires="v">
                <p:oleObj spid="_x0000_s8" name="" r:id="rId4" imgW="2336800" imgH="889000" progId="Equation.KSEE3">
                  <p:embed/>
                </p:oleObj>
              </mc:Choice>
              <mc:Fallback>
                <p:oleObj name="" r:id="rId4" imgW="2336800" imgH="889000" progId="Equation.KSEE3">
                  <p:embed/>
                  <p:pic>
                    <p:nvPicPr>
                      <p:cNvPr id="0" name="图片 5"/>
                      <p:cNvPicPr/>
                      <p:nvPr/>
                    </p:nvPicPr>
                    <p:blipFill>
                      <a:blip r:embed="rId5"/>
                      <a:stretch>
                        <a:fillRect/>
                      </a:stretch>
                    </p:blipFill>
                    <p:spPr>
                      <a:xfrm>
                        <a:off x="848360" y="1689735"/>
                        <a:ext cx="8026400" cy="2183130"/>
                      </a:xfrm>
                      <a:prstGeom prst="rect">
                        <a:avLst/>
                      </a:prstGeom>
                    </p:spPr>
                  </p:pic>
                </p:oleObj>
              </mc:Fallback>
            </mc:AlternateContent>
          </a:graphicData>
        </a:graphic>
      </p:graphicFrame>
      <p:graphicFrame>
        <p:nvGraphicFramePr>
          <p:cNvPr id="9" name="对象 8"/>
          <p:cNvGraphicFramePr/>
          <p:nvPr/>
        </p:nvGraphicFramePr>
        <p:xfrm>
          <a:off x="800735" y="3844925"/>
          <a:ext cx="7490460" cy="2036445"/>
        </p:xfrm>
        <a:graphic>
          <a:graphicData uri="http://schemas.openxmlformats.org/presentationml/2006/ole">
            <mc:AlternateContent xmlns:mc="http://schemas.openxmlformats.org/markup-compatibility/2006">
              <mc:Choice xmlns:v="urn:schemas-microsoft-com:vml" Requires="v">
                <p:oleObj spid="_x0000_s10" name="" r:id="rId6" imgW="2349500" imgH="889000" progId="Equation.KSEE3">
                  <p:embed/>
                </p:oleObj>
              </mc:Choice>
              <mc:Fallback>
                <p:oleObj name="" r:id="rId6" imgW="2349500" imgH="889000" progId="Equation.KSEE3">
                  <p:embed/>
                  <p:pic>
                    <p:nvPicPr>
                      <p:cNvPr id="0" name="图片 9"/>
                      <p:cNvPicPr/>
                      <p:nvPr/>
                    </p:nvPicPr>
                    <p:blipFill>
                      <a:blip r:embed="rId7"/>
                      <a:stretch>
                        <a:fillRect/>
                      </a:stretch>
                    </p:blipFill>
                    <p:spPr>
                      <a:xfrm>
                        <a:off x="800735" y="3844925"/>
                        <a:ext cx="7490460" cy="2036445"/>
                      </a:xfrm>
                      <a:prstGeom prst="rect">
                        <a:avLst/>
                      </a:prstGeom>
                    </p:spPr>
                  </p:pic>
                </p:oleObj>
              </mc:Fallback>
            </mc:AlternateContent>
          </a:graphicData>
        </a:graphic>
      </p:graphicFrame>
      <p:graphicFrame>
        <p:nvGraphicFramePr>
          <p:cNvPr id="11" name="对象 10"/>
          <p:cNvGraphicFramePr/>
          <p:nvPr/>
        </p:nvGraphicFramePr>
        <p:xfrm>
          <a:off x="2978150" y="5882005"/>
          <a:ext cx="5180330" cy="770890"/>
        </p:xfrm>
        <a:graphic>
          <a:graphicData uri="http://schemas.openxmlformats.org/presentationml/2006/ole">
            <mc:AlternateContent xmlns:mc="http://schemas.openxmlformats.org/markup-compatibility/2006">
              <mc:Choice xmlns:v="urn:schemas-microsoft-com:vml" Requires="v">
                <p:oleObj spid="_x0000_s12" name="" r:id="rId8" imgW="1524000" imgH="304800" progId="Equation.KSEE3">
                  <p:embed/>
                </p:oleObj>
              </mc:Choice>
              <mc:Fallback>
                <p:oleObj name="" r:id="rId8" imgW="1524000" imgH="304800" progId="Equation.KSEE3">
                  <p:embed/>
                  <p:pic>
                    <p:nvPicPr>
                      <p:cNvPr id="0" name="图片 11"/>
                      <p:cNvPicPr/>
                      <p:nvPr/>
                    </p:nvPicPr>
                    <p:blipFill>
                      <a:blip r:embed="rId9"/>
                      <a:stretch>
                        <a:fillRect/>
                      </a:stretch>
                    </p:blipFill>
                    <p:spPr>
                      <a:xfrm>
                        <a:off x="2978150" y="5882005"/>
                        <a:ext cx="5180330" cy="77089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18434"/>
                                        </p:tgtEl>
                                        <p:attrNameLst>
                                          <p:attrName>style.visibility</p:attrName>
                                        </p:attrNameLst>
                                      </p:cBhvr>
                                      <p:to>
                                        <p:strVal val="visible"/>
                                      </p:to>
                                    </p:set>
                                    <p:anim calcmode="lin" valueType="num">
                                      <p:cBhvr>
                                        <p:cTn id="7" dur="1000" fill="hold"/>
                                        <p:tgtEl>
                                          <p:spTgt spid="18434"/>
                                        </p:tgtEl>
                                        <p:attrNameLst>
                                          <p:attrName>ppt_w</p:attrName>
                                        </p:attrNameLst>
                                      </p:cBhvr>
                                      <p:tavLst>
                                        <p:tav tm="0">
                                          <p:val>
                                            <p:fltVal val="0.000000"/>
                                          </p:val>
                                        </p:tav>
                                        <p:tav tm="100000">
                                          <p:val>
                                            <p:strVal val="#ppt_w"/>
                                          </p:val>
                                        </p:tav>
                                      </p:tavLst>
                                    </p:anim>
                                    <p:anim calcmode="lin" valueType="num">
                                      <p:cBhvr>
                                        <p:cTn id="8" dur="1000" fill="hold"/>
                                        <p:tgtEl>
                                          <p:spTgt spid="18434"/>
                                        </p:tgtEl>
                                        <p:attrNameLst>
                                          <p:attrName>ppt_h</p:attrName>
                                        </p:attrNameLst>
                                      </p:cBhvr>
                                      <p:tavLst>
                                        <p:tav tm="0">
                                          <p:val>
                                            <p:fltVal val="0.000000"/>
                                          </p:val>
                                        </p:tav>
                                        <p:tav tm="100000">
                                          <p:val>
                                            <p:strVal val="#ppt_h"/>
                                          </p:val>
                                        </p:tav>
                                      </p:tavLst>
                                    </p:anim>
                                    <p:anim calcmode="lin" valueType="num">
                                      <p:cBhvr>
                                        <p:cTn id="9" dur="1000" fill="hold"/>
                                        <p:tgtEl>
                                          <p:spTgt spid="18434"/>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18434"/>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11" fill="hold">
                      <p:stCondLst>
                        <p:cond delay="indefinite"/>
                      </p:stCondLst>
                      <p:childTnLst>
                        <p:par>
                          <p:cTn id="12" fill="hold">
                            <p:stCondLst>
                              <p:cond delay="0"/>
                            </p:stCondLst>
                            <p:childTnLst>
                              <p:par>
                                <p:cTn id="13" presetID="4" presetClass="entr" presetSubtype="32" fill="hold" grpId="0" nodeType="clickEffect">
                                  <p:stCondLst>
                                    <p:cond delay="0"/>
                                  </p:stCondLst>
                                  <p:iterate type="lt">
                                    <p:tmPct val="100000"/>
                                  </p:iterate>
                                  <p:childTnLst>
                                    <p:set>
                                      <p:cBhvr>
                                        <p:cTn id="14" dur="1" fill="hold">
                                          <p:stCondLst>
                                            <p:cond delay="0"/>
                                          </p:stCondLst>
                                        </p:cTn>
                                        <p:tgtEl>
                                          <p:spTgt spid="18436"/>
                                        </p:tgtEl>
                                        <p:attrNameLst>
                                          <p:attrName>style.visibility</p:attrName>
                                        </p:attrNameLst>
                                      </p:cBhvr>
                                      <p:to>
                                        <p:strVal val="visible"/>
                                      </p:to>
                                    </p:set>
                                    <p:animEffect transition="in" filter="box(out)">
                                      <p:cBhvr>
                                        <p:cTn id="15" dur="75"/>
                                        <p:tgtEl>
                                          <p:spTgt spid="18436"/>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2"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additive="base">
                                        <p:cTn id="20" dur="500" fill="hold"/>
                                        <p:tgtEl>
                                          <p:spTgt spid="3"/>
                                        </p:tgtEl>
                                        <p:attrNameLst>
                                          <p:attrName>ppt_x</p:attrName>
                                        </p:attrNameLst>
                                      </p:cBhvr>
                                      <p:tavLst>
                                        <p:tav tm="0">
                                          <p:val>
                                            <p:strVal val="1+#ppt_w/2"/>
                                          </p:val>
                                        </p:tav>
                                        <p:tav tm="100000">
                                          <p:val>
                                            <p:strVal val="#ppt_x"/>
                                          </p:val>
                                        </p:tav>
                                      </p:tavLst>
                                    </p:anim>
                                    <p:anim calcmode="lin" valueType="num">
                                      <p:cBhvr additive="base">
                                        <p:cTn id="21" dur="500" fill="hold"/>
                                        <p:tgtEl>
                                          <p:spTgt spid="3"/>
                                        </p:tgtEl>
                                        <p:attrNameLst>
                                          <p:attrName>ppt_y</p:attrName>
                                        </p:attrNameLst>
                                      </p:cBhvr>
                                      <p:tavLst>
                                        <p:tav tm="0">
                                          <p:val>
                                            <p:strVal val="#ppt_y"/>
                                          </p:val>
                                        </p:tav>
                                        <p:tav tm="100000">
                                          <p:val>
                                            <p:strVal val="#ppt_y"/>
                                          </p:val>
                                        </p:tav>
                                      </p:tavLst>
                                    </p:anim>
                                  </p:childTnLst>
                                </p:cTn>
                              </p:par>
                            </p:childTnLst>
                          </p:cTn>
                        </p:par>
                        <p:par>
                          <p:cTn id="22" fill="hold">
                            <p:stCondLst>
                              <p:cond delay="500"/>
                            </p:stCondLst>
                            <p:childTnLst>
                              <p:par>
                                <p:cTn id="23" presetID="2" presetClass="entr" presetSubtype="8" fill="hold" grpId="0" nodeType="afterEffect">
                                  <p:stCondLst>
                                    <p:cond delay="0"/>
                                  </p:stCondLst>
                                  <p:childTnLst>
                                    <p:set>
                                      <p:cBhvr>
                                        <p:cTn id="24" dur="1" fill="hold">
                                          <p:stCondLst>
                                            <p:cond delay="0"/>
                                          </p:stCondLst>
                                        </p:cTn>
                                        <p:tgtEl>
                                          <p:spTgt spid="18442"/>
                                        </p:tgtEl>
                                        <p:attrNameLst>
                                          <p:attrName>style.visibility</p:attrName>
                                        </p:attrNameLst>
                                      </p:cBhvr>
                                      <p:to>
                                        <p:strVal val="visible"/>
                                      </p:to>
                                    </p:set>
                                    <p:anim calcmode="lin" valueType="num">
                                      <p:cBhvr additive="base">
                                        <p:cTn id="25" dur="500" fill="hold"/>
                                        <p:tgtEl>
                                          <p:spTgt spid="18442"/>
                                        </p:tgtEl>
                                        <p:attrNameLst>
                                          <p:attrName>ppt_x</p:attrName>
                                        </p:attrNameLst>
                                      </p:cBhvr>
                                      <p:tavLst>
                                        <p:tav tm="0">
                                          <p:val>
                                            <p:strVal val="0-#ppt_w/2"/>
                                          </p:val>
                                        </p:tav>
                                        <p:tav tm="100000">
                                          <p:val>
                                            <p:strVal val="#ppt_x"/>
                                          </p:val>
                                        </p:tav>
                                      </p:tavLst>
                                    </p:anim>
                                    <p:anim calcmode="lin" valueType="num">
                                      <p:cBhvr additive="base">
                                        <p:cTn id="26" dur="500" fill="hold"/>
                                        <p:tgtEl>
                                          <p:spTgt spid="18442"/>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ipe(up)">
                                      <p:cBhvr>
                                        <p:cTn id="31" dur="500"/>
                                        <p:tgtEl>
                                          <p:spTgt spid="7"/>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wipe(up)">
                                      <p:cBhvr>
                                        <p:cTn id="36" dur="500"/>
                                        <p:tgtEl>
                                          <p:spTgt spid="9"/>
                                        </p:tgtEl>
                                      </p:cBhvr>
                                    </p:animEffect>
                                  </p:childTnLst>
                                </p:cTn>
                              </p:par>
                            </p:childTnLst>
                          </p:cTn>
                        </p:par>
                      </p:childTnLst>
                    </p:cTn>
                  </p:par>
                  <p:par>
                    <p:cTn id="37" fill="hold">
                      <p:stCondLst>
                        <p:cond delay="indefinite"/>
                      </p:stCondLst>
                      <p:childTnLst>
                        <p:par>
                          <p:cTn id="38" fill="hold">
                            <p:stCondLst>
                              <p:cond delay="0"/>
                            </p:stCondLst>
                            <p:childTnLst>
                              <p:par>
                                <p:cTn id="39" presetID="4" presetClass="entr" presetSubtype="32" fill="hold" grpId="0" nodeType="clickEffect">
                                  <p:stCondLst>
                                    <p:cond delay="0"/>
                                  </p:stCondLst>
                                  <p:iterate type="lt">
                                    <p:tmPct val="100000"/>
                                  </p:iterate>
                                  <p:childTnLst>
                                    <p:set>
                                      <p:cBhvr>
                                        <p:cTn id="40" dur="1" fill="hold">
                                          <p:stCondLst>
                                            <p:cond delay="0"/>
                                          </p:stCondLst>
                                        </p:cTn>
                                        <p:tgtEl>
                                          <p:spTgt spid="18444"/>
                                        </p:tgtEl>
                                        <p:attrNameLst>
                                          <p:attrName>style.visibility</p:attrName>
                                        </p:attrNameLst>
                                      </p:cBhvr>
                                      <p:to>
                                        <p:strVal val="visible"/>
                                      </p:to>
                                    </p:set>
                                    <p:animEffect transition="in" filter="box(out)">
                                      <p:cBhvr>
                                        <p:cTn id="41" dur="75"/>
                                        <p:tgtEl>
                                          <p:spTgt spid="1844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3000" fill="hold">
                                          <p:stCondLst>
                                            <p:cond delay="0"/>
                                          </p:stCondLst>
                                        </p:cTn>
                                        <p:tgtEl>
                                          <p:spTgt spid="11"/>
                                        </p:tgtEl>
                                        <p:attrNameLst>
                                          <p:attrName>style.visibility</p:attrName>
                                        </p:attrNameLst>
                                      </p:cBhvr>
                                      <p:to>
                                        <p:strVal val="visible"/>
                                      </p:to>
                                    </p:set>
                                    <p:animEffect transition="in" filter="wipe(left)">
                                      <p:cBhvr>
                                        <p:cTn id="46" dur="3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bldLvl="0" animBg="1"/>
      <p:bldP spid="18436" grpId="0"/>
      <p:bldP spid="18442" grpId="0"/>
      <p:bldP spid="18444"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*4-6 互易定理</a:t>
            </a:r>
            <a:endParaRPr lang="zh-CN" altLang="en-US"/>
          </a:p>
        </p:txBody>
      </p:sp>
      <p:sp>
        <p:nvSpPr>
          <p:cNvPr id="17410" name="Text Box 2"/>
          <p:cNvSpPr txBox="1"/>
          <p:nvPr/>
        </p:nvSpPr>
        <p:spPr>
          <a:xfrm>
            <a:off x="319088" y="800100"/>
            <a:ext cx="7848600" cy="521970"/>
          </a:xfrm>
          <a:prstGeom prst="rect">
            <a:avLst/>
          </a:prstGeom>
          <a:noFill/>
          <a:ln w="9525">
            <a:noFill/>
          </a:ln>
        </p:spPr>
        <p:txBody>
          <a:bodyPr>
            <a:spAutoFit/>
          </a:bodyPr>
          <a:p>
            <a:pPr>
              <a:spcBef>
                <a:spcPct val="50000"/>
              </a:spcBef>
            </a:pPr>
            <a:r>
              <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rPr>
              <a:t>将图</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(a)</a:t>
            </a:r>
            <a:r>
              <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rPr>
              <a:t>与图</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(b)</a:t>
            </a:r>
            <a:r>
              <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rPr>
              <a:t>中端口条件代入，即</a:t>
            </a:r>
            <a:endPar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411" name="Text Box 3"/>
          <p:cNvSpPr txBox="1"/>
          <p:nvPr/>
        </p:nvSpPr>
        <p:spPr>
          <a:xfrm>
            <a:off x="347980" y="3148330"/>
            <a:ext cx="760730" cy="521970"/>
          </a:xfrm>
          <a:prstGeom prst="rect">
            <a:avLst/>
          </a:prstGeom>
          <a:noFill/>
          <a:ln w="9525">
            <a:noFill/>
          </a:ln>
        </p:spPr>
        <p:txBody>
          <a:bodyPr wrap="square">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即</a:t>
            </a:r>
            <a:endParaRPr kumimoji="1" lang="zh-CN" altLang="en-US" sz="2800" dirty="0" smtClean="0">
              <a:latin typeface="华文楷体" panose="02010600040101010101" pitchFamily="2" charset="-122"/>
              <a:ea typeface="华文楷体" panose="02010600040101010101" pitchFamily="2" charset="-122"/>
            </a:endParaRPr>
          </a:p>
        </p:txBody>
      </p:sp>
      <p:sp>
        <p:nvSpPr>
          <p:cNvPr id="17412" name="Text Box 4"/>
          <p:cNvSpPr txBox="1"/>
          <p:nvPr/>
        </p:nvSpPr>
        <p:spPr>
          <a:xfrm>
            <a:off x="6540500" y="3127375"/>
            <a:ext cx="1447800" cy="521970"/>
          </a:xfrm>
          <a:prstGeom prst="rect">
            <a:avLst/>
          </a:prstGeom>
          <a:no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证毕！</a:t>
            </a:r>
            <a:endParaRPr kumimoji="1" lang="zh-CN" altLang="en-US" sz="2800" dirty="0" smtClean="0">
              <a:latin typeface="华文楷体" panose="02010600040101010101" pitchFamily="2" charset="-122"/>
              <a:ea typeface="华文楷体" panose="02010600040101010101" pitchFamily="2" charset="-122"/>
            </a:endParaRPr>
          </a:p>
        </p:txBody>
      </p:sp>
      <p:graphicFrame>
        <p:nvGraphicFramePr>
          <p:cNvPr id="17418" name="Object 10"/>
          <p:cNvGraphicFramePr/>
          <p:nvPr/>
        </p:nvGraphicFramePr>
        <p:xfrm>
          <a:off x="1383348" y="2880360"/>
          <a:ext cx="4462780" cy="1021080"/>
        </p:xfrm>
        <a:graphic>
          <a:graphicData uri="http://schemas.openxmlformats.org/presentationml/2006/ole">
            <mc:AlternateContent xmlns:mc="http://schemas.openxmlformats.org/markup-compatibility/2006">
              <mc:Choice xmlns:v="urn:schemas-microsoft-com:vml" Requires="v">
                <p:oleObj spid="_x0000_s3208" name="" r:id="rId1" imgW="1841500" imgH="431800" progId="Equation.DSMT4">
                  <p:embed/>
                </p:oleObj>
              </mc:Choice>
              <mc:Fallback>
                <p:oleObj name="" r:id="rId1" imgW="1841500" imgH="431800" progId="Equation.DSMT4">
                  <p:embed/>
                  <p:pic>
                    <p:nvPicPr>
                      <p:cNvPr id="0" name="图片 3207"/>
                      <p:cNvPicPr/>
                      <p:nvPr/>
                    </p:nvPicPr>
                    <p:blipFill>
                      <a:blip r:embed="rId2"/>
                      <a:stretch>
                        <a:fillRect/>
                      </a:stretch>
                    </p:blipFill>
                    <p:spPr>
                      <a:xfrm>
                        <a:off x="1383348" y="2880360"/>
                        <a:ext cx="4462780" cy="1021080"/>
                      </a:xfrm>
                      <a:prstGeom prst="rect">
                        <a:avLst/>
                      </a:prstGeom>
                      <a:gradFill rotWithShape="1">
                        <a:gsLst>
                          <a:gs pos="0">
                            <a:srgbClr val="FFCC99"/>
                          </a:gs>
                          <a:gs pos="100000">
                            <a:schemeClr val="bg1"/>
                          </a:gs>
                        </a:gsLst>
                        <a:lin ang="5400000" scaled="1"/>
                        <a:tileRect/>
                      </a:gradFill>
                      <a:ln w="38100">
                        <a:noFill/>
                        <a:miter/>
                      </a:ln>
                      <a:effectLst>
                        <a:prstShdw prst="shdw13" dist="53882" dir="13499999">
                          <a:srgbClr val="808080">
                            <a:alpha val="50000"/>
                          </a:srgbClr>
                        </a:prstShdw>
                      </a:effectLst>
                    </p:spPr>
                  </p:pic>
                </p:oleObj>
              </mc:Fallback>
            </mc:AlternateContent>
          </a:graphicData>
        </a:graphic>
      </p:graphicFrame>
      <p:grpSp>
        <p:nvGrpSpPr>
          <p:cNvPr id="15" name="组合 14"/>
          <p:cNvGrpSpPr/>
          <p:nvPr/>
        </p:nvGrpSpPr>
        <p:grpSpPr>
          <a:xfrm>
            <a:off x="207645" y="4013200"/>
            <a:ext cx="4122420" cy="2680335"/>
            <a:chOff x="362" y="1831"/>
            <a:chExt cx="6492" cy="4221"/>
          </a:xfrm>
        </p:grpSpPr>
        <p:sp>
          <p:nvSpPr>
            <p:cNvPr id="16" name="Rectangle 65"/>
            <p:cNvSpPr/>
            <p:nvPr/>
          </p:nvSpPr>
          <p:spPr bwMode="auto">
            <a:xfrm>
              <a:off x="1722" y="2536"/>
              <a:ext cx="4762" cy="2268"/>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17" name="Text Box 69"/>
            <p:cNvSpPr txBox="1"/>
            <p:nvPr/>
          </p:nvSpPr>
          <p:spPr>
            <a:xfrm>
              <a:off x="5804" y="2764"/>
              <a:ext cx="105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r>
                <a:rPr lang="en-US" altLang="zh-CN" b="0" baseline="-25000" dirty="0">
                  <a:solidFill>
                    <a:schemeClr val="tx1"/>
                  </a:solidFill>
                  <a:latin typeface="Times New Roman" panose="02020603050405020304" pitchFamily="18" charset="0"/>
                  <a:ea typeface="宋体" panose="02010600030101010101" pitchFamily="2" charset="-122"/>
                </a:rPr>
                <a:t>2</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18" name="Rectangle 70"/>
            <p:cNvSpPr/>
            <p:nvPr/>
          </p:nvSpPr>
          <p:spPr>
            <a:xfrm>
              <a:off x="3197" y="2196"/>
              <a:ext cx="1837" cy="2948"/>
            </a:xfrm>
            <a:prstGeom prst="rect">
              <a:avLst/>
            </a:prstGeom>
            <a:solidFill>
              <a:schemeClr val="tx2">
                <a:lumMod val="20000"/>
                <a:lumOff val="80000"/>
              </a:schemeClr>
            </a:solidFill>
            <a:ln w="38100">
              <a:noFill/>
            </a:ln>
          </p:spPr>
          <p:txBody>
            <a:bodyPr wrap="none" anchor="ctr" anchorCtr="0"/>
            <a:p>
              <a:pPr algn="ctr"/>
              <a:r>
                <a:rPr lang="zh-CN" altLang="en-US" dirty="0">
                  <a:solidFill>
                    <a:schemeClr val="tx1"/>
                  </a:solidFill>
                  <a:latin typeface="Arial" panose="020B0604020202020204" pitchFamily="34" charset="0"/>
                </a:rPr>
                <a:t>线性</a:t>
              </a:r>
              <a:endParaRPr lang="zh-CN" altLang="en-US" dirty="0">
                <a:solidFill>
                  <a:schemeClr val="tx1"/>
                </a:solidFill>
                <a:latin typeface="Arial" panose="020B0604020202020204" pitchFamily="34" charset="0"/>
              </a:endParaRPr>
            </a:p>
            <a:p>
              <a:pPr algn="ctr"/>
              <a:r>
                <a:rPr lang="zh-CN" altLang="en-US" dirty="0">
                  <a:solidFill>
                    <a:schemeClr val="tx1"/>
                  </a:solidFill>
                  <a:latin typeface="Arial" panose="020B0604020202020204" pitchFamily="34" charset="0"/>
                </a:rPr>
                <a:t>电阻</a:t>
              </a:r>
              <a:endParaRPr lang="zh-CN" altLang="en-US" dirty="0">
                <a:solidFill>
                  <a:schemeClr val="tx1"/>
                </a:solidFill>
                <a:latin typeface="Arial" panose="020B0604020202020204" pitchFamily="34" charset="0"/>
              </a:endParaRPr>
            </a:p>
            <a:p>
              <a:pPr algn="ctr"/>
              <a:r>
                <a:rPr lang="zh-CN" altLang="en-US" dirty="0">
                  <a:solidFill>
                    <a:schemeClr val="tx1"/>
                  </a:solidFill>
                  <a:latin typeface="Arial" panose="020B0604020202020204" pitchFamily="34" charset="0"/>
                </a:rPr>
                <a:t>网络</a:t>
              </a:r>
              <a:endParaRPr lang="zh-CN" altLang="en-US" dirty="0">
                <a:solidFill>
                  <a:schemeClr val="tx1"/>
                </a:solidFill>
                <a:latin typeface="Arial" panose="020B0604020202020204" pitchFamily="34" charset="0"/>
              </a:endParaRPr>
            </a:p>
            <a:p>
              <a:pPr algn="ctr"/>
              <a:r>
                <a:rPr lang="en-US" altLang="zh-CN" b="0" dirty="0">
                  <a:solidFill>
                    <a:schemeClr val="tx1"/>
                  </a:solidFill>
                  <a:latin typeface="Times New Roman" panose="02020603050405020304" pitchFamily="18" charset="0"/>
                  <a:ea typeface="仿宋_GB2312" pitchFamily="49" charset="-122"/>
                </a:rPr>
                <a:t>N</a:t>
              </a:r>
              <a:r>
                <a:rPr lang="en-US" altLang="zh-CN" b="0" i="1" baseline="-25000" dirty="0">
                  <a:solidFill>
                    <a:schemeClr val="tx1"/>
                  </a:solidFill>
                  <a:latin typeface="Times New Roman" panose="02020603050405020304" pitchFamily="18" charset="0"/>
                  <a:ea typeface="仿宋_GB2312" pitchFamily="49" charset="-122"/>
                </a:rPr>
                <a:t>R</a:t>
              </a:r>
              <a:endParaRPr lang="en-US" altLang="zh-CN" b="0" i="1" baseline="-25000" dirty="0">
                <a:solidFill>
                  <a:schemeClr val="tx1"/>
                </a:solidFill>
                <a:latin typeface="Times New Roman" panose="02020603050405020304" pitchFamily="18" charset="0"/>
                <a:ea typeface="仿宋_GB2312" pitchFamily="49" charset="-122"/>
              </a:endParaRPr>
            </a:p>
          </p:txBody>
        </p:sp>
        <p:sp>
          <p:nvSpPr>
            <p:cNvPr id="19" name="Line 71"/>
            <p:cNvSpPr/>
            <p:nvPr/>
          </p:nvSpPr>
          <p:spPr>
            <a:xfrm>
              <a:off x="6487" y="2764"/>
              <a:ext cx="0" cy="753"/>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20" name="Text Box 72"/>
            <p:cNvSpPr txBox="1"/>
            <p:nvPr/>
          </p:nvSpPr>
          <p:spPr>
            <a:xfrm>
              <a:off x="1042" y="2424"/>
              <a:ext cx="65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1" name="Text Box 73"/>
            <p:cNvSpPr txBox="1"/>
            <p:nvPr/>
          </p:nvSpPr>
          <p:spPr>
            <a:xfrm>
              <a:off x="1042" y="4011"/>
              <a:ext cx="65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2" name="Text Box 74"/>
            <p:cNvSpPr txBox="1"/>
            <p:nvPr/>
          </p:nvSpPr>
          <p:spPr>
            <a:xfrm>
              <a:off x="362" y="3104"/>
              <a:ext cx="2042"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baseline="-25000" dirty="0">
                  <a:solidFill>
                    <a:schemeClr val="tx1"/>
                  </a:solidFill>
                  <a:latin typeface="Times New Roman" panose="02020603050405020304" pitchFamily="18" charset="0"/>
                  <a:ea typeface="宋体" panose="02010600030101010101" pitchFamily="2" charset="-122"/>
                </a:rPr>
                <a:t>S1</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23" name="Text Box 75"/>
            <p:cNvSpPr txBox="1"/>
            <p:nvPr/>
          </p:nvSpPr>
          <p:spPr>
            <a:xfrm>
              <a:off x="1609" y="1831"/>
              <a:ext cx="787"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4" name="Text Box 76"/>
            <p:cNvSpPr txBox="1"/>
            <p:nvPr/>
          </p:nvSpPr>
          <p:spPr>
            <a:xfrm>
              <a:off x="1609" y="4691"/>
              <a:ext cx="787"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5" name="Text Box 77"/>
            <p:cNvSpPr txBox="1"/>
            <p:nvPr/>
          </p:nvSpPr>
          <p:spPr>
            <a:xfrm>
              <a:off x="5917" y="1856"/>
              <a:ext cx="92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c</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6" name="Text Box 78"/>
            <p:cNvSpPr txBox="1"/>
            <p:nvPr/>
          </p:nvSpPr>
          <p:spPr>
            <a:xfrm>
              <a:off x="5917" y="4691"/>
              <a:ext cx="917"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d</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7" name="Text Box 79"/>
            <p:cNvSpPr txBox="1"/>
            <p:nvPr/>
          </p:nvSpPr>
          <p:spPr>
            <a:xfrm>
              <a:off x="3537" y="5234"/>
              <a:ext cx="1050" cy="818"/>
            </a:xfrm>
            <a:prstGeom prst="rect">
              <a:avLst/>
            </a:prstGeom>
            <a:gradFill rotWithShape="1">
              <a:gsLst>
                <a:gs pos="0">
                  <a:srgbClr val="0099FF"/>
                </a:gs>
                <a:gs pos="100000">
                  <a:schemeClr val="bg1"/>
                </a:gs>
              </a:gsLst>
              <a:lin ang="5400000" scaled="1"/>
              <a:tileRect/>
            </a:grad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grpSp>
          <p:nvGrpSpPr>
            <p:cNvPr id="28" name="组合 27"/>
            <p:cNvGrpSpPr/>
            <p:nvPr/>
          </p:nvGrpSpPr>
          <p:grpSpPr>
            <a:xfrm rot="0">
              <a:off x="1270" y="3242"/>
              <a:ext cx="908" cy="908"/>
              <a:chOff x="505193" y="3720552"/>
              <a:chExt cx="432197" cy="432197"/>
            </a:xfrm>
            <a:solidFill>
              <a:schemeClr val="accent6">
                <a:lumMod val="40000"/>
                <a:lumOff val="60000"/>
              </a:schemeClr>
            </a:solidFill>
          </p:grpSpPr>
          <p:sp>
            <p:nvSpPr>
              <p:cNvPr id="29"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30" name="直接连接符 29"/>
              <p:cNvCxnSpPr>
                <a:stCxn id="29" idx="0"/>
                <a:endCxn id="29"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31" name="组合 30"/>
          <p:cNvGrpSpPr/>
          <p:nvPr/>
        </p:nvGrpSpPr>
        <p:grpSpPr>
          <a:xfrm>
            <a:off x="4850130" y="4013200"/>
            <a:ext cx="4104640" cy="2680335"/>
            <a:chOff x="7590" y="1723"/>
            <a:chExt cx="6464" cy="4221"/>
          </a:xfrm>
        </p:grpSpPr>
        <p:sp>
          <p:nvSpPr>
            <p:cNvPr id="32" name="Text Box 89"/>
            <p:cNvSpPr txBox="1"/>
            <p:nvPr/>
          </p:nvSpPr>
          <p:spPr>
            <a:xfrm>
              <a:off x="7653" y="1723"/>
              <a:ext cx="788"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3" name="Text Box 91"/>
            <p:cNvSpPr txBox="1"/>
            <p:nvPr/>
          </p:nvSpPr>
          <p:spPr>
            <a:xfrm>
              <a:off x="11960" y="1748"/>
              <a:ext cx="92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c</a:t>
              </a:r>
              <a:endParaRPr lang="en-US" altLang="zh-CN" b="0" dirty="0">
                <a:solidFill>
                  <a:schemeClr val="tx1"/>
                </a:solidFill>
                <a:latin typeface="Times New Roman" panose="02020603050405020304" pitchFamily="18" charset="0"/>
                <a:ea typeface="宋体" panose="02010600030101010101" pitchFamily="2" charset="-122"/>
              </a:endParaRPr>
            </a:p>
          </p:txBody>
        </p:sp>
        <p:grpSp>
          <p:nvGrpSpPr>
            <p:cNvPr id="34" name="组合 33"/>
            <p:cNvGrpSpPr/>
            <p:nvPr/>
          </p:nvGrpSpPr>
          <p:grpSpPr>
            <a:xfrm>
              <a:off x="7590" y="2088"/>
              <a:ext cx="6464" cy="3856"/>
              <a:chOff x="7653" y="2088"/>
              <a:chExt cx="6464" cy="3856"/>
            </a:xfrm>
          </p:grpSpPr>
          <p:sp>
            <p:nvSpPr>
              <p:cNvPr id="35" name="Line 12"/>
              <p:cNvSpPr/>
              <p:nvPr/>
            </p:nvSpPr>
            <p:spPr>
              <a:xfrm>
                <a:off x="8453" y="4571"/>
                <a:ext cx="0" cy="773"/>
              </a:xfrm>
              <a:prstGeom prst="line">
                <a:avLst/>
              </a:prstGeom>
              <a:ln w="38100">
                <a:noFill/>
              </a:ln>
            </p:spPr>
          </p:sp>
          <p:sp>
            <p:nvSpPr>
              <p:cNvPr id="36" name="Rectangle 81"/>
              <p:cNvSpPr/>
              <p:nvPr/>
            </p:nvSpPr>
            <p:spPr bwMode="auto">
              <a:xfrm>
                <a:off x="7765" y="2428"/>
                <a:ext cx="4763" cy="2268"/>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37" name="Rectangle 85"/>
              <p:cNvSpPr/>
              <p:nvPr/>
            </p:nvSpPr>
            <p:spPr>
              <a:xfrm>
                <a:off x="9240" y="2088"/>
                <a:ext cx="1838" cy="2948"/>
              </a:xfrm>
              <a:prstGeom prst="rect">
                <a:avLst/>
              </a:prstGeom>
              <a:solidFill>
                <a:schemeClr val="tx2">
                  <a:lumMod val="20000"/>
                  <a:lumOff val="80000"/>
                </a:schemeClr>
              </a:solidFill>
              <a:ln w="38100">
                <a:noFill/>
              </a:ln>
            </p:spPr>
            <p:txBody>
              <a:bodyPr wrap="none" anchor="ctr" anchorCtr="0"/>
              <a:p>
                <a:pPr algn="ctr"/>
                <a:r>
                  <a:rPr lang="zh-CN" altLang="en-US" dirty="0">
                    <a:solidFill>
                      <a:schemeClr val="tx1"/>
                    </a:solidFill>
                    <a:latin typeface="Arial" panose="020B0604020202020204" pitchFamily="34" charset="0"/>
                  </a:rPr>
                  <a:t>线性</a:t>
                </a:r>
                <a:endParaRPr lang="zh-CN" altLang="en-US" dirty="0">
                  <a:solidFill>
                    <a:schemeClr val="tx1"/>
                  </a:solidFill>
                  <a:latin typeface="Arial" panose="020B0604020202020204" pitchFamily="34" charset="0"/>
                </a:endParaRPr>
              </a:p>
              <a:p>
                <a:pPr algn="ctr"/>
                <a:r>
                  <a:rPr lang="zh-CN" altLang="en-US" dirty="0">
                    <a:solidFill>
                      <a:schemeClr val="tx1"/>
                    </a:solidFill>
                    <a:latin typeface="Arial" panose="020B0604020202020204" pitchFamily="34" charset="0"/>
                  </a:rPr>
                  <a:t>电阻</a:t>
                </a:r>
                <a:endParaRPr lang="zh-CN" altLang="en-US" dirty="0">
                  <a:solidFill>
                    <a:schemeClr val="tx1"/>
                  </a:solidFill>
                  <a:latin typeface="Arial" panose="020B0604020202020204" pitchFamily="34" charset="0"/>
                </a:endParaRPr>
              </a:p>
              <a:p>
                <a:pPr algn="ctr"/>
                <a:r>
                  <a:rPr lang="zh-CN" altLang="en-US" dirty="0">
                    <a:solidFill>
                      <a:schemeClr val="tx1"/>
                    </a:solidFill>
                    <a:latin typeface="Arial" panose="020B0604020202020204" pitchFamily="34" charset="0"/>
                  </a:rPr>
                  <a:t>网络</a:t>
                </a:r>
                <a:endParaRPr lang="zh-CN" altLang="en-US" dirty="0">
                  <a:solidFill>
                    <a:schemeClr val="tx1"/>
                  </a:solidFill>
                  <a:latin typeface="Arial" panose="020B0604020202020204" pitchFamily="34" charset="0"/>
                </a:endParaRPr>
              </a:p>
              <a:p>
                <a:pPr algn="ctr"/>
                <a:r>
                  <a:rPr lang="en-US" altLang="zh-CN" b="0" dirty="0">
                    <a:solidFill>
                      <a:schemeClr val="tx1"/>
                    </a:solidFill>
                    <a:latin typeface="Times New Roman" panose="02020603050405020304" pitchFamily="18" charset="0"/>
                    <a:ea typeface="仿宋_GB2312" pitchFamily="49" charset="-122"/>
                  </a:rPr>
                  <a:t>N</a:t>
                </a:r>
                <a:r>
                  <a:rPr lang="en-US" altLang="zh-CN" b="0" i="1" baseline="-25000" dirty="0">
                    <a:solidFill>
                      <a:schemeClr val="tx1"/>
                    </a:solidFill>
                    <a:latin typeface="Times New Roman" panose="02020603050405020304" pitchFamily="18" charset="0"/>
                    <a:ea typeface="仿宋_GB2312" pitchFamily="49" charset="-122"/>
                  </a:rPr>
                  <a:t>R</a:t>
                </a:r>
                <a:endParaRPr lang="en-US" altLang="zh-CN" b="0" i="1" baseline="-25000" dirty="0">
                  <a:solidFill>
                    <a:schemeClr val="tx1"/>
                  </a:solidFill>
                  <a:latin typeface="Times New Roman" panose="02020603050405020304" pitchFamily="18" charset="0"/>
                  <a:ea typeface="仿宋_GB2312" pitchFamily="49" charset="-122"/>
                </a:endParaRPr>
              </a:p>
            </p:txBody>
          </p:sp>
          <p:sp>
            <p:nvSpPr>
              <p:cNvPr id="38" name="Line 86"/>
              <p:cNvSpPr/>
              <p:nvPr/>
            </p:nvSpPr>
            <p:spPr>
              <a:xfrm>
                <a:off x="7768" y="2971"/>
                <a:ext cx="0" cy="753"/>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39" name="Text Box 87"/>
              <p:cNvSpPr txBox="1"/>
              <p:nvPr/>
            </p:nvSpPr>
            <p:spPr>
              <a:xfrm>
                <a:off x="12530" y="2403"/>
                <a:ext cx="65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0" name="Text Box 88"/>
              <p:cNvSpPr txBox="1"/>
              <p:nvPr/>
            </p:nvSpPr>
            <p:spPr>
              <a:xfrm>
                <a:off x="12530" y="3878"/>
                <a:ext cx="65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1" name="Text Box 90"/>
              <p:cNvSpPr txBox="1"/>
              <p:nvPr/>
            </p:nvSpPr>
            <p:spPr>
              <a:xfrm>
                <a:off x="7653" y="4583"/>
                <a:ext cx="788"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2" name="Text Box 92"/>
              <p:cNvSpPr txBox="1"/>
              <p:nvPr/>
            </p:nvSpPr>
            <p:spPr>
              <a:xfrm>
                <a:off x="11960" y="4583"/>
                <a:ext cx="918"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d</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3" name="Text Box 93"/>
              <p:cNvSpPr txBox="1"/>
              <p:nvPr/>
            </p:nvSpPr>
            <p:spPr>
              <a:xfrm>
                <a:off x="7873" y="2856"/>
                <a:ext cx="980" cy="818"/>
              </a:xfrm>
              <a:prstGeom prst="rect">
                <a:avLst/>
              </a:prstGeom>
              <a:noFill/>
              <a:ln w="38100">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r>
                  <a:rPr lang="en-US" altLang="zh-CN" b="0" baseline="-25000" dirty="0">
                    <a:solidFill>
                      <a:schemeClr val="tx1"/>
                    </a:solidFill>
                    <a:latin typeface="Times New Roman" panose="02020603050405020304" pitchFamily="18" charset="0"/>
                    <a:ea typeface="宋体" panose="02010600030101010101" pitchFamily="2" charset="-122"/>
                  </a:rPr>
                  <a:t>1</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44" name="Text Box 94"/>
              <p:cNvSpPr txBox="1"/>
              <p:nvPr/>
            </p:nvSpPr>
            <p:spPr>
              <a:xfrm>
                <a:off x="13033" y="3083"/>
                <a:ext cx="1085" cy="818"/>
              </a:xfrm>
              <a:prstGeom prst="rect">
                <a:avLst/>
              </a:prstGeom>
              <a:noFill/>
              <a:ln w="38100">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baseline="-25000" dirty="0">
                    <a:solidFill>
                      <a:schemeClr val="tx1"/>
                    </a:solidFill>
                    <a:latin typeface="Times New Roman" panose="02020603050405020304" pitchFamily="18" charset="0"/>
                    <a:ea typeface="宋体" panose="02010600030101010101" pitchFamily="2" charset="-122"/>
                  </a:rPr>
                  <a:t>S2</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45" name="Text Box 95"/>
              <p:cNvSpPr txBox="1"/>
              <p:nvPr/>
            </p:nvSpPr>
            <p:spPr>
              <a:xfrm>
                <a:off x="9630" y="5126"/>
                <a:ext cx="1100" cy="818"/>
              </a:xfrm>
              <a:prstGeom prst="rect">
                <a:avLst/>
              </a:prstGeom>
              <a:gradFill rotWithShape="1">
                <a:gsLst>
                  <a:gs pos="0">
                    <a:srgbClr val="0099FF"/>
                  </a:gs>
                  <a:gs pos="100000">
                    <a:schemeClr val="bg1"/>
                  </a:gs>
                </a:gsLst>
                <a:lin ang="5400000" scaled="1"/>
                <a:tileRect/>
              </a:gradFill>
              <a:ln w="38100">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grpSp>
            <p:nvGrpSpPr>
              <p:cNvPr id="46" name="组合 45"/>
              <p:cNvGrpSpPr/>
              <p:nvPr/>
            </p:nvGrpSpPr>
            <p:grpSpPr>
              <a:xfrm rot="0">
                <a:off x="12075" y="3083"/>
                <a:ext cx="908" cy="908"/>
                <a:chOff x="505193" y="3720552"/>
                <a:chExt cx="432197" cy="432197"/>
              </a:xfrm>
              <a:solidFill>
                <a:schemeClr val="accent6">
                  <a:lumMod val="40000"/>
                  <a:lumOff val="60000"/>
                </a:schemeClr>
              </a:solidFill>
            </p:grpSpPr>
            <p:sp>
              <p:nvSpPr>
                <p:cNvPr id="47"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48" name="直接连接符 47"/>
                <p:cNvCxnSpPr>
                  <a:stCxn id="47" idx="0"/>
                  <a:endCxn id="47"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graphicFrame>
        <p:nvGraphicFramePr>
          <p:cNvPr id="11" name="对象 10"/>
          <p:cNvGraphicFramePr/>
          <p:nvPr>
            <p:custDataLst>
              <p:tags r:id="rId3"/>
            </p:custDataLst>
          </p:nvPr>
        </p:nvGraphicFramePr>
        <p:xfrm>
          <a:off x="467995" y="2063115"/>
          <a:ext cx="6072505" cy="643890"/>
        </p:xfrm>
        <a:graphic>
          <a:graphicData uri="http://schemas.openxmlformats.org/presentationml/2006/ole">
            <mc:AlternateContent xmlns:mc="http://schemas.openxmlformats.org/markup-compatibility/2006">
              <mc:Choice xmlns:v="urn:schemas-microsoft-com:vml" Requires="v">
                <p:oleObj spid="_x0000_s12" name="" r:id="rId4" imgW="1841500" imgH="254000" progId="Equation.KSEE3">
                  <p:embed/>
                </p:oleObj>
              </mc:Choice>
              <mc:Fallback>
                <p:oleObj name="" r:id="rId4" imgW="1841500" imgH="254000" progId="Equation.KSEE3">
                  <p:embed/>
                  <p:pic>
                    <p:nvPicPr>
                      <p:cNvPr id="0" name="图片 11"/>
                      <p:cNvPicPr/>
                      <p:nvPr/>
                    </p:nvPicPr>
                    <p:blipFill>
                      <a:blip r:embed="rId5"/>
                      <a:stretch>
                        <a:fillRect/>
                      </a:stretch>
                    </p:blipFill>
                    <p:spPr>
                      <a:xfrm>
                        <a:off x="467995" y="2063115"/>
                        <a:ext cx="6072505" cy="643890"/>
                      </a:xfrm>
                      <a:prstGeom prst="rect">
                        <a:avLst/>
                      </a:prstGeom>
                    </p:spPr>
                  </p:pic>
                </p:oleObj>
              </mc:Fallback>
            </mc:AlternateContent>
          </a:graphicData>
        </a:graphic>
      </p:graphicFrame>
      <p:graphicFrame>
        <p:nvGraphicFramePr>
          <p:cNvPr id="9" name="对象 8"/>
          <p:cNvGraphicFramePr/>
          <p:nvPr>
            <p:custDataLst>
              <p:tags r:id="rId6"/>
            </p:custDataLst>
          </p:nvPr>
        </p:nvGraphicFramePr>
        <p:xfrm>
          <a:off x="466090" y="1365885"/>
          <a:ext cx="7412355" cy="565150"/>
        </p:xfrm>
        <a:graphic>
          <a:graphicData uri="http://schemas.openxmlformats.org/presentationml/2006/ole">
            <mc:AlternateContent xmlns:mc="http://schemas.openxmlformats.org/markup-compatibility/2006">
              <mc:Choice xmlns:v="urn:schemas-microsoft-com:vml" Requires="v">
                <p:oleObj spid="_x0000_s10" name="" r:id="rId7" imgW="2222500" imgH="228600" progId="Equation.KSEE3">
                  <p:embed/>
                </p:oleObj>
              </mc:Choice>
              <mc:Fallback>
                <p:oleObj name="" r:id="rId7" imgW="2222500" imgH="228600" progId="Equation.KSEE3">
                  <p:embed/>
                  <p:pic>
                    <p:nvPicPr>
                      <p:cNvPr id="0" name="图片 11"/>
                      <p:cNvPicPr/>
                      <p:nvPr/>
                    </p:nvPicPr>
                    <p:blipFill>
                      <a:blip r:embed="rId8"/>
                      <a:stretch>
                        <a:fillRect/>
                      </a:stretch>
                    </p:blipFill>
                    <p:spPr>
                      <a:xfrm>
                        <a:off x="466090" y="1365885"/>
                        <a:ext cx="7412355" cy="56515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410"/>
                                        </p:tgtEl>
                                        <p:attrNameLst>
                                          <p:attrName>style.visibility</p:attrName>
                                        </p:attrNameLst>
                                      </p:cBhvr>
                                      <p:to>
                                        <p:strVal val="visible"/>
                                      </p:to>
                                    </p:set>
                                    <p:animEffect transition="in" filter="wipe(left)">
                                      <p:cBhvr>
                                        <p:cTn id="7" dur="2000"/>
                                        <p:tgtEl>
                                          <p:spTgt spid="174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par>
                          <p:cTn id="18" fill="hold">
                            <p:stCondLst>
                              <p:cond delay="500"/>
                            </p:stCondLst>
                            <p:childTnLst>
                              <p:par>
                                <p:cTn id="19" presetID="12" presetClass="entr" presetSubtype="1" fill="hold" grpId="0" nodeType="afterEffect">
                                  <p:stCondLst>
                                    <p:cond delay="0"/>
                                  </p:stCondLst>
                                  <p:childTnLst>
                                    <p:set>
                                      <p:cBhvr>
                                        <p:cTn id="20" dur="1" fill="hold">
                                          <p:stCondLst>
                                            <p:cond delay="0"/>
                                          </p:stCondLst>
                                        </p:cTn>
                                        <p:tgtEl>
                                          <p:spTgt spid="17411"/>
                                        </p:tgtEl>
                                        <p:attrNameLst>
                                          <p:attrName>style.visibility</p:attrName>
                                        </p:attrNameLst>
                                      </p:cBhvr>
                                      <p:to>
                                        <p:strVal val="visible"/>
                                      </p:to>
                                    </p:set>
                                    <p:animEffect transition="in" filter="slide(fromTop)">
                                      <p:cBhvr>
                                        <p:cTn id="21" dur="500"/>
                                        <p:tgtEl>
                                          <p:spTgt spid="17411"/>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6" fill="hold" nodeType="clickEffect">
                                  <p:stCondLst>
                                    <p:cond delay="0"/>
                                  </p:stCondLst>
                                  <p:childTnLst>
                                    <p:set>
                                      <p:cBhvr>
                                        <p:cTn id="25" dur="1" fill="hold">
                                          <p:stCondLst>
                                            <p:cond delay="0"/>
                                          </p:stCondLst>
                                        </p:cTn>
                                        <p:tgtEl>
                                          <p:spTgt spid="17418"/>
                                        </p:tgtEl>
                                        <p:attrNameLst>
                                          <p:attrName>style.visibility</p:attrName>
                                        </p:attrNameLst>
                                      </p:cBhvr>
                                      <p:to>
                                        <p:strVal val="visible"/>
                                      </p:to>
                                    </p:set>
                                    <p:animEffect transition="in" filter="strips(downRight)">
                                      <p:cBhvr>
                                        <p:cTn id="26" dur="3000"/>
                                        <p:tgtEl>
                                          <p:spTgt spid="17418"/>
                                        </p:tgtEl>
                                      </p:cBhvr>
                                    </p:animEffect>
                                  </p:childTnLst>
                                </p:cTn>
                              </p:par>
                            </p:childTnLst>
                          </p:cTn>
                        </p:par>
                        <p:par>
                          <p:cTn id="27" fill="hold">
                            <p:stCondLst>
                              <p:cond delay="3000"/>
                            </p:stCondLst>
                            <p:childTnLst>
                              <p:par>
                                <p:cTn id="28" presetID="2" presetClass="entr" presetSubtype="2" fill="hold" grpId="0" nodeType="afterEffect">
                                  <p:stCondLst>
                                    <p:cond delay="0"/>
                                  </p:stCondLst>
                                  <p:childTnLst>
                                    <p:set>
                                      <p:cBhvr>
                                        <p:cTn id="29" dur="1" fill="hold">
                                          <p:stCondLst>
                                            <p:cond delay="0"/>
                                          </p:stCondLst>
                                        </p:cTn>
                                        <p:tgtEl>
                                          <p:spTgt spid="17412"/>
                                        </p:tgtEl>
                                        <p:attrNameLst>
                                          <p:attrName>style.visibility</p:attrName>
                                        </p:attrNameLst>
                                      </p:cBhvr>
                                      <p:to>
                                        <p:strVal val="visible"/>
                                      </p:to>
                                    </p:set>
                                    <p:anim calcmode="lin" valueType="num">
                                      <p:cBhvr additive="base">
                                        <p:cTn id="30" dur="500" fill="hold"/>
                                        <p:tgtEl>
                                          <p:spTgt spid="17412"/>
                                        </p:tgtEl>
                                        <p:attrNameLst>
                                          <p:attrName>ppt_x</p:attrName>
                                        </p:attrNameLst>
                                      </p:cBhvr>
                                      <p:tavLst>
                                        <p:tav tm="0">
                                          <p:val>
                                            <p:strVal val="1+#ppt_w/2"/>
                                          </p:val>
                                        </p:tav>
                                        <p:tav tm="100000">
                                          <p:val>
                                            <p:strVal val="#ppt_x"/>
                                          </p:val>
                                        </p:tav>
                                      </p:tavLst>
                                    </p:anim>
                                    <p:anim calcmode="lin" valueType="num">
                                      <p:cBhvr additive="base">
                                        <p:cTn id="31" dur="500" fill="hold"/>
                                        <p:tgtEl>
                                          <p:spTgt spid="174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p:bldP spid="17411" grpId="0"/>
      <p:bldP spid="17412"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*4-6 互易定理</a:t>
            </a:r>
            <a:endParaRPr lang="zh-CN" altLang="en-US"/>
          </a:p>
        </p:txBody>
      </p:sp>
      <p:graphicFrame>
        <p:nvGraphicFramePr>
          <p:cNvPr id="16390" name="Object 6"/>
          <p:cNvGraphicFramePr/>
          <p:nvPr/>
        </p:nvGraphicFramePr>
        <p:xfrm>
          <a:off x="3140075" y="4545013"/>
          <a:ext cx="4375150" cy="1209675"/>
        </p:xfrm>
        <a:graphic>
          <a:graphicData uri="http://schemas.openxmlformats.org/presentationml/2006/ole">
            <mc:AlternateContent xmlns:mc="http://schemas.openxmlformats.org/markup-compatibility/2006">
              <mc:Choice xmlns:v="urn:schemas-microsoft-com:vml" Requires="v">
                <p:oleObj spid="_x0000_s3211" name="" r:id="rId1" imgW="1790065" imgH="495300" progId="Equation.3">
                  <p:embed/>
                </p:oleObj>
              </mc:Choice>
              <mc:Fallback>
                <p:oleObj name="" r:id="rId1" imgW="1790065" imgH="495300" progId="Equation.3">
                  <p:embed/>
                  <p:pic>
                    <p:nvPicPr>
                      <p:cNvPr id="0" name="图片 3210"/>
                      <p:cNvPicPr/>
                      <p:nvPr/>
                    </p:nvPicPr>
                    <p:blipFill>
                      <a:blip r:embed="rId2"/>
                      <a:stretch>
                        <a:fillRect/>
                      </a:stretch>
                    </p:blipFill>
                    <p:spPr>
                      <a:xfrm>
                        <a:off x="3140075" y="4545013"/>
                        <a:ext cx="4375150" cy="1209675"/>
                      </a:xfrm>
                      <a:prstGeom prst="rect">
                        <a:avLst/>
                      </a:prstGeom>
                      <a:gradFill rotWithShape="1">
                        <a:gsLst>
                          <a:gs pos="0">
                            <a:srgbClr val="FFCC99"/>
                          </a:gs>
                          <a:gs pos="100000">
                            <a:srgbClr val="FFFFFF"/>
                          </a:gs>
                        </a:gsLst>
                        <a:lin ang="5400000" scaled="1"/>
                        <a:tileRect/>
                      </a:gradFill>
                      <a:ln w="38100">
                        <a:noFill/>
                        <a:miter/>
                      </a:ln>
                    </p:spPr>
                  </p:pic>
                </p:oleObj>
              </mc:Fallback>
            </mc:AlternateContent>
          </a:graphicData>
        </a:graphic>
      </p:graphicFrame>
      <p:sp>
        <p:nvSpPr>
          <p:cNvPr id="16433" name="Text Box 49"/>
          <p:cNvSpPr txBox="1"/>
          <p:nvPr/>
        </p:nvSpPr>
        <p:spPr>
          <a:xfrm>
            <a:off x="395288" y="954088"/>
            <a:ext cx="1800225" cy="521970"/>
          </a:xfrm>
          <a:prstGeom prst="rect">
            <a:avLst/>
          </a:prstGeom>
          <a:noFill/>
          <a:ln w="28575" cap="flat" cmpd="sng">
            <a:solidFill>
              <a:srgbClr val="FF0000"/>
            </a:solidFill>
            <a:prstDash val="solid"/>
            <a:miter/>
            <a:headEnd type="none" w="med" len="med"/>
            <a:tailEnd type="none" w="med" len="med"/>
          </a:ln>
        </p:spPr>
        <p:txBody>
          <a:bodyPr>
            <a:spAutoFit/>
          </a:bodyPr>
          <a:p>
            <a:pPr>
              <a:spcBef>
                <a:spcPct val="50000"/>
              </a:spcBef>
              <a:buFont typeface="Wingdings" panose="05000000000000000000" pitchFamily="2" charset="2"/>
              <a:buChar char="l"/>
            </a:pPr>
            <a:r>
              <a:rPr kumimoji="1" lang="zh-CN" altLang="en-US" sz="2800" dirty="0" smtClean="0">
                <a:solidFill>
                  <a:schemeClr val="tx2"/>
                </a:solidFill>
                <a:latin typeface="华文中宋" panose="02010600040101010101" pitchFamily="2" charset="-122"/>
                <a:ea typeface="华文中宋" panose="02010600040101010101" pitchFamily="2" charset="-122"/>
              </a:rPr>
              <a:t> 情况2 </a:t>
            </a:r>
            <a:endParaRPr kumimoji="1" lang="zh-CN" altLang="en-US" sz="2800" dirty="0" smtClean="0">
              <a:solidFill>
                <a:schemeClr val="tx2"/>
              </a:solidFill>
              <a:latin typeface="华文中宋" panose="02010600040101010101" pitchFamily="2" charset="-122"/>
              <a:ea typeface="华文中宋" panose="02010600040101010101" pitchFamily="2" charset="-122"/>
            </a:endParaRPr>
          </a:p>
        </p:txBody>
      </p:sp>
      <p:grpSp>
        <p:nvGrpSpPr>
          <p:cNvPr id="2" name="Group 119"/>
          <p:cNvGrpSpPr/>
          <p:nvPr/>
        </p:nvGrpSpPr>
        <p:grpSpPr>
          <a:xfrm>
            <a:off x="2411413" y="992188"/>
            <a:ext cx="6313487" cy="522287"/>
            <a:chOff x="1519" y="391"/>
            <a:chExt cx="3977" cy="329"/>
          </a:xfrm>
        </p:grpSpPr>
        <p:sp>
          <p:nvSpPr>
            <p:cNvPr id="41019" name="Text Box 68"/>
            <p:cNvSpPr txBox="1"/>
            <p:nvPr/>
          </p:nvSpPr>
          <p:spPr>
            <a:xfrm>
              <a:off x="1519" y="391"/>
              <a:ext cx="680" cy="329"/>
            </a:xfrm>
            <a:prstGeom prst="rect">
              <a:avLst/>
            </a:prstGeom>
            <a:solidFill>
              <a:schemeClr val="tx2">
                <a:lumMod val="60000"/>
                <a:lumOff val="40000"/>
              </a:schemeClr>
            </a:solid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激励</a:t>
              </a:r>
              <a:endParaRPr kumimoji="1" lang="zh-CN" altLang="en-US" sz="2800" dirty="0" smtClean="0">
                <a:latin typeface="华文楷体" panose="02010600040101010101" pitchFamily="2" charset="-122"/>
                <a:ea typeface="华文楷体" panose="02010600040101010101" pitchFamily="2" charset="-122"/>
              </a:endParaRPr>
            </a:p>
          </p:txBody>
        </p:sp>
        <p:sp>
          <p:nvSpPr>
            <p:cNvPr id="41020" name="Text Box 69"/>
            <p:cNvSpPr txBox="1"/>
            <p:nvPr/>
          </p:nvSpPr>
          <p:spPr>
            <a:xfrm>
              <a:off x="2744" y="391"/>
              <a:ext cx="862" cy="329"/>
            </a:xfrm>
            <a:prstGeom prst="rect">
              <a:avLst/>
            </a:prstGeom>
            <a:solidFill>
              <a:schemeClr val="tx2">
                <a:lumMod val="60000"/>
                <a:lumOff val="40000"/>
              </a:schemeClr>
            </a:solid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电流源</a:t>
              </a:r>
              <a:endParaRPr kumimoji="1" lang="zh-CN" altLang="en-US" sz="2800" dirty="0" smtClean="0">
                <a:latin typeface="华文楷体" panose="02010600040101010101" pitchFamily="2" charset="-122"/>
                <a:ea typeface="华文楷体" panose="02010600040101010101" pitchFamily="2" charset="-122"/>
              </a:endParaRPr>
            </a:p>
          </p:txBody>
        </p:sp>
        <p:sp>
          <p:nvSpPr>
            <p:cNvPr id="41021" name="AutoShape 70"/>
            <p:cNvSpPr/>
            <p:nvPr/>
          </p:nvSpPr>
          <p:spPr>
            <a:xfrm>
              <a:off x="2200" y="437"/>
              <a:ext cx="499" cy="136"/>
            </a:xfrm>
            <a:prstGeom prst="leftRightArrow">
              <a:avLst>
                <a:gd name="adj1" fmla="val 50000"/>
                <a:gd name="adj2" fmla="val 73382"/>
              </a:avLst>
            </a:prstGeom>
            <a:solidFill>
              <a:srgbClr val="00CCFF"/>
            </a:solidFill>
            <a:ln w="9525" cap="flat" cmpd="sng">
              <a:solidFill>
                <a:srgbClr val="00CC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1022" name="Text Box 72"/>
            <p:cNvSpPr txBox="1"/>
            <p:nvPr/>
          </p:nvSpPr>
          <p:spPr>
            <a:xfrm>
              <a:off x="4876" y="391"/>
              <a:ext cx="620" cy="329"/>
            </a:xfrm>
            <a:prstGeom prst="rect">
              <a:avLst/>
            </a:prstGeom>
            <a:solidFill>
              <a:schemeClr val="tx2">
                <a:lumMod val="60000"/>
                <a:lumOff val="40000"/>
              </a:schemeClr>
            </a:solid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电压</a:t>
              </a:r>
              <a:endParaRPr kumimoji="1" lang="zh-CN" altLang="en-US" sz="2800" dirty="0" smtClean="0">
                <a:latin typeface="华文楷体" panose="02010600040101010101" pitchFamily="2" charset="-122"/>
                <a:ea typeface="华文楷体" panose="02010600040101010101" pitchFamily="2" charset="-122"/>
              </a:endParaRPr>
            </a:p>
          </p:txBody>
        </p:sp>
        <p:sp>
          <p:nvSpPr>
            <p:cNvPr id="41023" name="Text Box 73"/>
            <p:cNvSpPr txBox="1"/>
            <p:nvPr/>
          </p:nvSpPr>
          <p:spPr>
            <a:xfrm>
              <a:off x="3696" y="391"/>
              <a:ext cx="621" cy="329"/>
            </a:xfrm>
            <a:prstGeom prst="rect">
              <a:avLst/>
            </a:prstGeom>
            <a:solidFill>
              <a:schemeClr val="tx2">
                <a:lumMod val="60000"/>
                <a:lumOff val="40000"/>
              </a:schemeClr>
            </a:solid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响应</a:t>
              </a:r>
              <a:endParaRPr kumimoji="1" lang="zh-CN" altLang="en-US" sz="2800" dirty="0" smtClean="0">
                <a:latin typeface="华文楷体" panose="02010600040101010101" pitchFamily="2" charset="-122"/>
                <a:ea typeface="华文楷体" panose="02010600040101010101" pitchFamily="2" charset="-122"/>
              </a:endParaRPr>
            </a:p>
          </p:txBody>
        </p:sp>
        <p:sp>
          <p:nvSpPr>
            <p:cNvPr id="41024" name="AutoShape 74"/>
            <p:cNvSpPr/>
            <p:nvPr/>
          </p:nvSpPr>
          <p:spPr>
            <a:xfrm>
              <a:off x="4319" y="437"/>
              <a:ext cx="525" cy="136"/>
            </a:xfrm>
            <a:prstGeom prst="leftRightArrow">
              <a:avLst>
                <a:gd name="adj1" fmla="val 50000"/>
                <a:gd name="adj2" fmla="val 77205"/>
              </a:avLst>
            </a:prstGeom>
            <a:solidFill>
              <a:srgbClr val="00CCFF"/>
            </a:solidFill>
            <a:ln w="9525" cap="flat" cmpd="sng">
              <a:solidFill>
                <a:srgbClr val="00CC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grpSp>
      <p:sp>
        <p:nvSpPr>
          <p:cNvPr id="16489" name="Rectangle 105"/>
          <p:cNvSpPr/>
          <p:nvPr/>
        </p:nvSpPr>
        <p:spPr>
          <a:xfrm>
            <a:off x="590550" y="4545013"/>
            <a:ext cx="2519363" cy="1124585"/>
          </a:xfrm>
          <a:prstGeom prst="rect">
            <a:avLst/>
          </a:prstGeom>
          <a:noFill/>
          <a:ln w="9525">
            <a:noFill/>
          </a:ln>
        </p:spPr>
        <p:txBody>
          <a:bodyPr>
            <a:spAutoFit/>
          </a:bodyPr>
          <a:p>
            <a:pPr>
              <a:lnSpc>
                <a:spcPct val="120000"/>
              </a:lnSpc>
            </a:pPr>
            <a:r>
              <a:rPr kumimoji="1" lang="zh-CN" altLang="en-US" sz="2800" dirty="0" smtClean="0">
                <a:latin typeface="华文楷体" panose="02010600040101010101" pitchFamily="2" charset="-122"/>
                <a:ea typeface="华文楷体" panose="02010600040101010101" pitchFamily="2" charset="-122"/>
              </a:rPr>
              <a:t>则端口电压、电流满足关系</a:t>
            </a:r>
            <a:endParaRPr kumimoji="1" lang="zh-CN" altLang="en-US" sz="2800" dirty="0" smtClean="0">
              <a:latin typeface="华文楷体" panose="02010600040101010101" pitchFamily="2" charset="-122"/>
              <a:ea typeface="华文楷体" panose="02010600040101010101" pitchFamily="2" charset="-122"/>
            </a:endParaRPr>
          </a:p>
        </p:txBody>
      </p:sp>
      <p:sp>
        <p:nvSpPr>
          <p:cNvPr id="16490" name="Text Box 106"/>
          <p:cNvSpPr txBox="1"/>
          <p:nvPr/>
        </p:nvSpPr>
        <p:spPr>
          <a:xfrm>
            <a:off x="2678113" y="5984875"/>
            <a:ext cx="4267200" cy="521970"/>
          </a:xfrm>
          <a:prstGeom prst="rect">
            <a:avLst/>
          </a:prstGeom>
          <a:noFill/>
          <a:ln w="9525">
            <a:noFill/>
          </a:ln>
        </p:spPr>
        <p:txBody>
          <a:bodyPr>
            <a:spAutoFit/>
          </a:bodyPr>
          <a:p>
            <a:pPr>
              <a:spcBef>
                <a:spcPct val="50000"/>
              </a:spcBef>
            </a:pPr>
            <a:r>
              <a:rPr kumimoji="1" lang="zh-CN" altLang="en-US" sz="280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当 </a:t>
            </a:r>
            <a:r>
              <a:rPr kumimoji="1" lang="zh-CN" altLang="en-US" sz="2800" b="0" i="1"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b="0" baseline="-25000" dirty="0">
                <a:solidFill>
                  <a:schemeClr val="tx1"/>
                </a:solidFill>
                <a:latin typeface="Times New Roman" panose="02020603050405020304" pitchFamily="18" charset="0"/>
              </a:rPr>
              <a:t>S1 </a:t>
            </a:r>
            <a:r>
              <a:rPr kumimoji="1" lang="zh-CN" altLang="en-US" sz="2800" b="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a:t>
            </a:r>
            <a:r>
              <a:rPr kumimoji="1" lang="zh-CN" altLang="en-US" sz="2800" b="0" i="1"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 i</a:t>
            </a:r>
            <a:r>
              <a:rPr lang="en-US" altLang="zh-CN" b="0" baseline="-25000" dirty="0">
                <a:solidFill>
                  <a:schemeClr val="tx1"/>
                </a:solidFill>
                <a:latin typeface="Times New Roman" panose="02020603050405020304" pitchFamily="18" charset="0"/>
              </a:rPr>
              <a:t>S2</a:t>
            </a:r>
            <a:r>
              <a:rPr lang="en-US" altLang="zh-CN" baseline="-25000" dirty="0">
                <a:solidFill>
                  <a:schemeClr val="tx1"/>
                </a:solidFill>
                <a:latin typeface="楷体_GB2312" pitchFamily="49" charset="-122"/>
              </a:rPr>
              <a:t> </a:t>
            </a:r>
            <a:r>
              <a:rPr kumimoji="1" lang="zh-CN" altLang="en-US" sz="2800" dirty="0" smtClean="0">
                <a:solidFill>
                  <a:schemeClr val="tx1"/>
                </a:solidFill>
                <a:latin typeface="华文楷体" panose="02010600040101010101" pitchFamily="2" charset="-122"/>
                <a:ea typeface="华文楷体" panose="02010600040101010101" pitchFamily="2" charset="-122"/>
              </a:rPr>
              <a:t>  </a:t>
            </a:r>
            <a:r>
              <a:rPr kumimoji="1" lang="zh-CN" altLang="en-US" sz="280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时，</a:t>
            </a:r>
            <a:r>
              <a:rPr kumimoji="1" lang="zh-CN" altLang="en-US" sz="2800" b="0" i="1"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u</a:t>
            </a:r>
            <a:r>
              <a:rPr lang="en-US" altLang="zh-CN" b="0" baseline="-25000" dirty="0">
                <a:solidFill>
                  <a:schemeClr val="tx1"/>
                </a:solidFill>
                <a:latin typeface="Times New Roman" panose="02020603050405020304" pitchFamily="18" charset="0"/>
              </a:rPr>
              <a:t>2 </a:t>
            </a:r>
            <a:r>
              <a:rPr kumimoji="1" lang="zh-CN" altLang="en-US" sz="2800" b="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800" b="0" i="1"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u</a:t>
            </a:r>
            <a:r>
              <a:rPr lang="en-US" altLang="zh-CN" b="0" baseline="-25000" dirty="0">
                <a:solidFill>
                  <a:schemeClr val="tx1"/>
                </a:solidFill>
                <a:latin typeface="Times New Roman" panose="02020603050405020304" pitchFamily="18" charset="0"/>
              </a:rPr>
              <a:t>1</a:t>
            </a:r>
            <a:r>
              <a:rPr kumimoji="1" lang="zh-CN" altLang="en-US" sz="2800" b="0" dirty="0" smtClean="0">
                <a:solidFill>
                  <a:schemeClr val="tx1"/>
                </a:solidFill>
                <a:latin typeface="华文楷体" panose="02010600040101010101" pitchFamily="2" charset="-122"/>
                <a:ea typeface="华文楷体" panose="02010600040101010101" pitchFamily="2" charset="-122"/>
              </a:rPr>
              <a:t> </a:t>
            </a:r>
            <a:r>
              <a:rPr kumimoji="1" lang="zh-CN" altLang="en-US" sz="2800" b="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a:t>
            </a:r>
            <a:r>
              <a:rPr kumimoji="1" lang="zh-CN" altLang="en-US" sz="280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 </a:t>
            </a:r>
            <a:endParaRPr lang="zh-CN" altLang="en-US" baseline="-25000" dirty="0">
              <a:solidFill>
                <a:schemeClr val="tx1"/>
              </a:solidFill>
              <a:latin typeface="楷体_GB2312" pitchFamily="49" charset="-122"/>
            </a:endParaRPr>
          </a:p>
        </p:txBody>
      </p:sp>
      <p:grpSp>
        <p:nvGrpSpPr>
          <p:cNvPr id="4" name="组合 3"/>
          <p:cNvGrpSpPr/>
          <p:nvPr/>
        </p:nvGrpSpPr>
        <p:grpSpPr>
          <a:xfrm>
            <a:off x="989955" y="5922323"/>
            <a:ext cx="1469301" cy="596753"/>
            <a:chOff x="333345" y="3065118"/>
            <a:chExt cx="1469299" cy="596752"/>
          </a:xfrm>
        </p:grpSpPr>
        <p:sp>
          <p:nvSpPr>
            <p:cNvPr id="7" name="Text Box 47"/>
            <p:cNvSpPr txBox="1">
              <a:spLocks noChangeArrowheads="1"/>
            </p:cNvSpPr>
            <p:nvPr/>
          </p:nvSpPr>
          <p:spPr bwMode="auto">
            <a:xfrm>
              <a:off x="797242" y="3065118"/>
              <a:ext cx="1005402" cy="584774"/>
            </a:xfrm>
            <a:prstGeom prst="rect">
              <a:avLst/>
            </a:prstGeom>
            <a:noFill/>
            <a:ln w="9525">
              <a:noFill/>
              <a:miter lim="800000"/>
            </a:ln>
            <a:effectLst/>
          </p:spPr>
          <p:txBody>
            <a:bodyPr wrap="none">
              <a:spAutoFit/>
            </a:bodyPr>
            <a:p>
              <a:r>
                <a:rPr kumimoji="1" lang="zh-CN" altLang="en-US" sz="3200"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注意</a:t>
              </a:r>
              <a:endParaRPr kumimoji="1" lang="zh-CN" altLang="en-US" sz="3200"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p:txBody>
        </p:sp>
        <p:grpSp>
          <p:nvGrpSpPr>
            <p:cNvPr id="9" name="组合 15"/>
            <p:cNvGrpSpPr/>
            <p:nvPr/>
          </p:nvGrpSpPr>
          <p:grpSpPr>
            <a:xfrm>
              <a:off x="333345" y="3109916"/>
              <a:ext cx="655770" cy="551954"/>
              <a:chOff x="6691327" y="3681420"/>
              <a:chExt cx="655770" cy="551954"/>
            </a:xfrm>
          </p:grpSpPr>
          <p:sp>
            <p:nvSpPr>
              <p:cNvPr id="10" name="等腰三角形 9"/>
              <p:cNvSpPr/>
              <p:nvPr/>
            </p:nvSpPr>
            <p:spPr>
              <a:xfrm>
                <a:off x="6691327" y="3681420"/>
                <a:ext cx="576000" cy="504000"/>
              </a:xfrm>
              <a:prstGeom prst="triangle">
                <a:avLst/>
              </a:prstGeom>
              <a:solidFill>
                <a:schemeClr val="accent6">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3200"/>
              </a:p>
            </p:txBody>
          </p:sp>
          <p:sp>
            <p:nvSpPr>
              <p:cNvPr id="11" name="TextBox 91"/>
              <p:cNvSpPr txBox="1"/>
              <p:nvPr/>
            </p:nvSpPr>
            <p:spPr>
              <a:xfrm>
                <a:off x="6803359" y="3710155"/>
                <a:ext cx="543738" cy="523219"/>
              </a:xfrm>
              <a:prstGeom prst="rect">
                <a:avLst/>
              </a:prstGeom>
              <a:noFill/>
            </p:spPr>
            <p:txBody>
              <a:bodyPr wrap="none" rtlCol="0">
                <a:spAutoFit/>
              </a:bodyPr>
              <a:p>
                <a:pPr algn="ctr"/>
                <a:r>
                  <a:rPr lang="zh-CN" altLang="en-US" sz="2800" dirty="0">
                    <a:solidFill>
                      <a:schemeClr val="accent2">
                        <a:lumMod val="75000"/>
                      </a:schemeClr>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rPr>
                  <a:t>！</a:t>
                </a:r>
                <a:endParaRPr lang="zh-CN" altLang="en-US" sz="2800" dirty="0">
                  <a:solidFill>
                    <a:schemeClr val="accent2">
                      <a:lumMod val="75000"/>
                    </a:schemeClr>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endParaRPr>
              </a:p>
            </p:txBody>
          </p:sp>
        </p:grpSp>
      </p:grpSp>
      <p:grpSp>
        <p:nvGrpSpPr>
          <p:cNvPr id="6" name="组合 5"/>
          <p:cNvGrpSpPr/>
          <p:nvPr/>
        </p:nvGrpSpPr>
        <p:grpSpPr>
          <a:xfrm>
            <a:off x="659765" y="1637030"/>
            <a:ext cx="3835400" cy="2679700"/>
            <a:chOff x="1075" y="2113"/>
            <a:chExt cx="6040" cy="4220"/>
          </a:xfrm>
        </p:grpSpPr>
        <p:sp>
          <p:nvSpPr>
            <p:cNvPr id="40994" name="Text Box 121"/>
            <p:cNvSpPr txBox="1"/>
            <p:nvPr/>
          </p:nvSpPr>
          <p:spPr>
            <a:xfrm>
              <a:off x="5953" y="2905"/>
              <a:ext cx="65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0995" name="Text Box 122"/>
            <p:cNvSpPr txBox="1"/>
            <p:nvPr/>
          </p:nvSpPr>
          <p:spPr>
            <a:xfrm>
              <a:off x="5953" y="4153"/>
              <a:ext cx="65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0996" name="Line 123"/>
            <p:cNvSpPr/>
            <p:nvPr/>
          </p:nvSpPr>
          <p:spPr bwMode="auto">
            <a:xfrm>
              <a:off x="5273" y="2905"/>
              <a:ext cx="1133"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40997" name="Line 124"/>
            <p:cNvSpPr/>
            <p:nvPr/>
          </p:nvSpPr>
          <p:spPr bwMode="auto">
            <a:xfrm>
              <a:off x="5273" y="5060"/>
              <a:ext cx="1133"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40998" name="Rectangle 126"/>
            <p:cNvSpPr/>
            <p:nvPr/>
          </p:nvSpPr>
          <p:spPr bwMode="auto">
            <a:xfrm>
              <a:off x="1983" y="2818"/>
              <a:ext cx="2835" cy="2268"/>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p>
              <a:endParaRPr lang="zh-CN" altLang="en-US" dirty="0">
                <a:solidFill>
                  <a:schemeClr val="tx1"/>
                </a:solidFill>
                <a:latin typeface="Arial" panose="020B0604020202020204" pitchFamily="34" charset="0"/>
              </a:endParaRPr>
            </a:p>
          </p:txBody>
        </p:sp>
        <p:sp>
          <p:nvSpPr>
            <p:cNvPr id="40999" name="Text Box 130"/>
            <p:cNvSpPr txBox="1"/>
            <p:nvPr/>
          </p:nvSpPr>
          <p:spPr>
            <a:xfrm>
              <a:off x="6065" y="3585"/>
              <a:ext cx="105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baseline="-25000" dirty="0">
                  <a:solidFill>
                    <a:schemeClr val="tx1"/>
                  </a:solidFill>
                  <a:latin typeface="Times New Roman" panose="02020603050405020304" pitchFamily="18" charset="0"/>
                  <a:ea typeface="宋体" panose="02010600030101010101" pitchFamily="2" charset="-122"/>
                </a:rPr>
                <a:t>2</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41000" name="Rectangle 131"/>
            <p:cNvSpPr/>
            <p:nvPr/>
          </p:nvSpPr>
          <p:spPr>
            <a:xfrm>
              <a:off x="3458" y="2478"/>
              <a:ext cx="1838" cy="2948"/>
            </a:xfrm>
            <a:prstGeom prst="rect">
              <a:avLst/>
            </a:prstGeom>
            <a:solidFill>
              <a:schemeClr val="tx2">
                <a:lumMod val="20000"/>
                <a:lumOff val="80000"/>
              </a:schemeClr>
            </a:solidFill>
            <a:ln w="38100">
              <a:noFill/>
            </a:ln>
          </p:spPr>
          <p:txBody>
            <a:bodyPr wrap="none" anchor="ctr" anchorCtr="0"/>
            <a:p>
              <a:pPr algn="ctr"/>
              <a:r>
                <a:rPr lang="zh-CN" altLang="en-US" dirty="0">
                  <a:solidFill>
                    <a:schemeClr val="tx1"/>
                  </a:solidFill>
                  <a:latin typeface="Arial" panose="020B0604020202020204" pitchFamily="34" charset="0"/>
                </a:rPr>
                <a:t>线性</a:t>
              </a:r>
              <a:endParaRPr lang="zh-CN" altLang="en-US" dirty="0">
                <a:solidFill>
                  <a:schemeClr val="tx1"/>
                </a:solidFill>
                <a:latin typeface="Arial" panose="020B0604020202020204" pitchFamily="34" charset="0"/>
              </a:endParaRPr>
            </a:p>
            <a:p>
              <a:pPr algn="ctr"/>
              <a:r>
                <a:rPr lang="zh-CN" altLang="en-US" dirty="0">
                  <a:solidFill>
                    <a:schemeClr val="tx1"/>
                  </a:solidFill>
                  <a:latin typeface="Arial" panose="020B0604020202020204" pitchFamily="34" charset="0"/>
                </a:rPr>
                <a:t>电阻</a:t>
              </a:r>
              <a:endParaRPr lang="zh-CN" altLang="en-US" dirty="0">
                <a:solidFill>
                  <a:schemeClr val="tx1"/>
                </a:solidFill>
                <a:latin typeface="Arial" panose="020B0604020202020204" pitchFamily="34" charset="0"/>
              </a:endParaRPr>
            </a:p>
            <a:p>
              <a:pPr algn="ctr"/>
              <a:r>
                <a:rPr lang="zh-CN" altLang="en-US" dirty="0">
                  <a:solidFill>
                    <a:schemeClr val="tx1"/>
                  </a:solidFill>
                  <a:latin typeface="Arial" panose="020B0604020202020204" pitchFamily="34" charset="0"/>
                </a:rPr>
                <a:t>网络</a:t>
              </a:r>
              <a:endParaRPr lang="zh-CN" altLang="en-US" dirty="0">
                <a:solidFill>
                  <a:schemeClr val="tx1"/>
                </a:solidFill>
                <a:latin typeface="Arial" panose="020B0604020202020204" pitchFamily="34" charset="0"/>
              </a:endParaRPr>
            </a:p>
            <a:p>
              <a:pPr algn="ctr"/>
              <a:r>
                <a:rPr lang="en-US" altLang="zh-CN" b="0" dirty="0">
                  <a:solidFill>
                    <a:schemeClr val="tx1"/>
                  </a:solidFill>
                  <a:latin typeface="Times New Roman" panose="02020603050405020304" pitchFamily="18" charset="0"/>
                  <a:ea typeface="仿宋_GB2312" pitchFamily="49" charset="-122"/>
                </a:rPr>
                <a:t>N</a:t>
              </a:r>
              <a:r>
                <a:rPr lang="en-US" altLang="zh-CN" b="0" i="1" baseline="-25000" dirty="0">
                  <a:solidFill>
                    <a:schemeClr val="tx1"/>
                  </a:solidFill>
                  <a:latin typeface="Times New Roman" panose="02020603050405020304" pitchFamily="18" charset="0"/>
                  <a:ea typeface="仿宋_GB2312" pitchFamily="49" charset="-122"/>
                </a:rPr>
                <a:t>R</a:t>
              </a:r>
              <a:endParaRPr lang="en-US" altLang="zh-CN" b="0" i="1" baseline="-25000" dirty="0">
                <a:solidFill>
                  <a:schemeClr val="tx1"/>
                </a:solidFill>
                <a:latin typeface="Times New Roman" panose="02020603050405020304" pitchFamily="18" charset="0"/>
                <a:ea typeface="仿宋_GB2312" pitchFamily="49" charset="-122"/>
              </a:endParaRPr>
            </a:p>
          </p:txBody>
        </p:sp>
        <p:sp>
          <p:nvSpPr>
            <p:cNvPr id="41001" name="Text Box 132"/>
            <p:cNvSpPr txBox="1"/>
            <p:nvPr/>
          </p:nvSpPr>
          <p:spPr>
            <a:xfrm>
              <a:off x="1075" y="2793"/>
              <a:ext cx="1135"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r>
                <a:rPr lang="en-US" altLang="zh-CN" b="0" baseline="-25000" dirty="0">
                  <a:solidFill>
                    <a:schemeClr val="tx1"/>
                  </a:solidFill>
                  <a:latin typeface="Times New Roman" panose="02020603050405020304" pitchFamily="18" charset="0"/>
                  <a:ea typeface="宋体" panose="02010600030101010101" pitchFamily="2" charset="-122"/>
                </a:rPr>
                <a:t>S1</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41002" name="Text Box 133"/>
            <p:cNvSpPr txBox="1"/>
            <p:nvPr/>
          </p:nvSpPr>
          <p:spPr>
            <a:xfrm>
              <a:off x="1870" y="2113"/>
              <a:ext cx="788"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1003" name="Text Box 134"/>
            <p:cNvSpPr txBox="1"/>
            <p:nvPr/>
          </p:nvSpPr>
          <p:spPr>
            <a:xfrm>
              <a:off x="1870" y="4973"/>
              <a:ext cx="788"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1004" name="Text Box 135"/>
            <p:cNvSpPr txBox="1"/>
            <p:nvPr/>
          </p:nvSpPr>
          <p:spPr>
            <a:xfrm>
              <a:off x="6178" y="2138"/>
              <a:ext cx="92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c</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1005" name="Text Box 136"/>
            <p:cNvSpPr txBox="1"/>
            <p:nvPr/>
          </p:nvSpPr>
          <p:spPr>
            <a:xfrm>
              <a:off x="6180" y="5060"/>
              <a:ext cx="918"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d</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1006" name="Text Box 137"/>
            <p:cNvSpPr txBox="1"/>
            <p:nvPr/>
          </p:nvSpPr>
          <p:spPr>
            <a:xfrm>
              <a:off x="3798" y="5515"/>
              <a:ext cx="1050" cy="818"/>
            </a:xfrm>
            <a:prstGeom prst="rect">
              <a:avLst/>
            </a:prstGeom>
            <a:gradFill rotWithShape="1">
              <a:gsLst>
                <a:gs pos="0">
                  <a:srgbClr val="0099FF"/>
                </a:gs>
                <a:gs pos="100000">
                  <a:schemeClr val="bg1"/>
                </a:gs>
              </a:gsLst>
              <a:lin ang="5400000" scaled="1"/>
              <a:tileRect/>
            </a:grad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1007" name="Oval 138"/>
            <p:cNvSpPr/>
            <p:nvPr/>
          </p:nvSpPr>
          <p:spPr bwMode="auto">
            <a:xfrm>
              <a:off x="6405" y="2793"/>
              <a:ext cx="228" cy="228"/>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41008" name="Oval 139"/>
            <p:cNvSpPr/>
            <p:nvPr/>
          </p:nvSpPr>
          <p:spPr bwMode="auto">
            <a:xfrm>
              <a:off x="6405" y="4948"/>
              <a:ext cx="228" cy="228"/>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41009" name="Line 125"/>
            <p:cNvSpPr/>
            <p:nvPr/>
          </p:nvSpPr>
          <p:spPr>
            <a:xfrm flipV="1">
              <a:off x="1983" y="3020"/>
              <a:ext cx="0" cy="1133"/>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pSp>
          <p:nvGrpSpPr>
            <p:cNvPr id="73" name="组合 72"/>
            <p:cNvGrpSpPr/>
            <p:nvPr/>
          </p:nvGrpSpPr>
          <p:grpSpPr>
            <a:xfrm>
              <a:off x="1529" y="4040"/>
              <a:ext cx="908" cy="908"/>
              <a:chOff x="5907581" y="4495572"/>
              <a:chExt cx="576263" cy="576263"/>
            </a:xfrm>
          </p:grpSpPr>
          <p:sp>
            <p:nvSpPr>
              <p:cNvPr id="74"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75" name="直接连接符 74"/>
              <p:cNvCxnSpPr>
                <a:stCxn id="74" idx="4"/>
                <a:endCxn id="74"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4" name="组合 13"/>
          <p:cNvGrpSpPr/>
          <p:nvPr/>
        </p:nvGrpSpPr>
        <p:grpSpPr>
          <a:xfrm>
            <a:off x="4876800" y="1598930"/>
            <a:ext cx="3456940" cy="2750185"/>
            <a:chOff x="7680" y="2518"/>
            <a:chExt cx="5444" cy="4331"/>
          </a:xfrm>
        </p:grpSpPr>
        <p:sp>
          <p:nvSpPr>
            <p:cNvPr id="40982" name="Text Box 152"/>
            <p:cNvSpPr txBox="1"/>
            <p:nvPr/>
          </p:nvSpPr>
          <p:spPr>
            <a:xfrm>
              <a:off x="7880" y="2518"/>
              <a:ext cx="788"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grpSp>
          <p:nvGrpSpPr>
            <p:cNvPr id="8" name="组合 7"/>
            <p:cNvGrpSpPr/>
            <p:nvPr/>
          </p:nvGrpSpPr>
          <p:grpSpPr>
            <a:xfrm>
              <a:off x="7680" y="2633"/>
              <a:ext cx="5445" cy="4216"/>
              <a:chOff x="7653" y="2228"/>
              <a:chExt cx="5445" cy="4216"/>
            </a:xfrm>
          </p:grpSpPr>
          <p:sp>
            <p:nvSpPr>
              <p:cNvPr id="40975" name="Text Box 141"/>
              <p:cNvSpPr txBox="1"/>
              <p:nvPr/>
            </p:nvSpPr>
            <p:spPr>
              <a:xfrm>
                <a:off x="7880" y="2908"/>
                <a:ext cx="655"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0976" name="Text Box 142"/>
              <p:cNvSpPr txBox="1"/>
              <p:nvPr/>
            </p:nvSpPr>
            <p:spPr>
              <a:xfrm>
                <a:off x="7880" y="4268"/>
                <a:ext cx="655"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0977" name="Line 143"/>
              <p:cNvSpPr/>
              <p:nvPr/>
            </p:nvSpPr>
            <p:spPr bwMode="auto">
              <a:xfrm>
                <a:off x="7993" y="2908"/>
                <a:ext cx="1133"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40978" name="Line 144"/>
              <p:cNvSpPr/>
              <p:nvPr/>
            </p:nvSpPr>
            <p:spPr bwMode="auto">
              <a:xfrm>
                <a:off x="7993" y="5063"/>
                <a:ext cx="1133"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40979" name="Rectangle 146"/>
              <p:cNvSpPr/>
              <p:nvPr/>
            </p:nvSpPr>
            <p:spPr bwMode="auto">
              <a:xfrm>
                <a:off x="9808" y="2908"/>
                <a:ext cx="2835" cy="2267"/>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p>
                <a:endParaRPr lang="zh-CN" altLang="en-US" dirty="0">
                  <a:solidFill>
                    <a:schemeClr val="tx1"/>
                  </a:solidFill>
                  <a:latin typeface="Arial" panose="020B0604020202020204" pitchFamily="34" charset="0"/>
                </a:endParaRPr>
              </a:p>
            </p:txBody>
          </p:sp>
          <p:sp>
            <p:nvSpPr>
              <p:cNvPr id="40980" name="Text Box 150"/>
              <p:cNvSpPr txBox="1"/>
              <p:nvPr/>
            </p:nvSpPr>
            <p:spPr>
              <a:xfrm>
                <a:off x="7653" y="3588"/>
                <a:ext cx="1050" cy="817"/>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baseline="-25000" dirty="0">
                    <a:solidFill>
                      <a:schemeClr val="tx1"/>
                    </a:solidFill>
                    <a:latin typeface="Times New Roman" panose="02020603050405020304" pitchFamily="18" charset="0"/>
                    <a:ea typeface="宋体" panose="02010600030101010101" pitchFamily="2" charset="-122"/>
                  </a:rPr>
                  <a:t>1</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40981" name="Rectangle 151"/>
              <p:cNvSpPr/>
              <p:nvPr/>
            </p:nvSpPr>
            <p:spPr>
              <a:xfrm>
                <a:off x="9128" y="2593"/>
                <a:ext cx="1838" cy="2947"/>
              </a:xfrm>
              <a:prstGeom prst="rect">
                <a:avLst/>
              </a:prstGeom>
              <a:solidFill>
                <a:schemeClr val="tx2">
                  <a:lumMod val="20000"/>
                  <a:lumOff val="80000"/>
                </a:schemeClr>
              </a:solidFill>
              <a:ln w="38100">
                <a:noFill/>
              </a:ln>
            </p:spPr>
            <p:txBody>
              <a:bodyPr wrap="none" anchor="ctr" anchorCtr="0"/>
              <a:p>
                <a:pPr algn="ctr"/>
                <a:r>
                  <a:rPr lang="zh-CN" altLang="en-US" dirty="0">
                    <a:solidFill>
                      <a:schemeClr val="tx1"/>
                    </a:solidFill>
                    <a:latin typeface="Arial" panose="020B0604020202020204" pitchFamily="34" charset="0"/>
                  </a:rPr>
                  <a:t>线性</a:t>
                </a:r>
                <a:endParaRPr lang="zh-CN" altLang="en-US" dirty="0">
                  <a:solidFill>
                    <a:schemeClr val="tx1"/>
                  </a:solidFill>
                  <a:latin typeface="Arial" panose="020B0604020202020204" pitchFamily="34" charset="0"/>
                </a:endParaRPr>
              </a:p>
              <a:p>
                <a:pPr algn="ctr"/>
                <a:r>
                  <a:rPr lang="zh-CN" altLang="en-US" dirty="0">
                    <a:solidFill>
                      <a:schemeClr val="tx1"/>
                    </a:solidFill>
                    <a:latin typeface="Arial" panose="020B0604020202020204" pitchFamily="34" charset="0"/>
                  </a:rPr>
                  <a:t>电阻</a:t>
                </a:r>
                <a:endParaRPr lang="zh-CN" altLang="en-US" dirty="0">
                  <a:solidFill>
                    <a:schemeClr val="tx1"/>
                  </a:solidFill>
                  <a:latin typeface="Arial" panose="020B0604020202020204" pitchFamily="34" charset="0"/>
                </a:endParaRPr>
              </a:p>
              <a:p>
                <a:pPr algn="ctr"/>
                <a:r>
                  <a:rPr lang="zh-CN" altLang="en-US" dirty="0">
                    <a:solidFill>
                      <a:schemeClr val="tx1"/>
                    </a:solidFill>
                    <a:latin typeface="Arial" panose="020B0604020202020204" pitchFamily="34" charset="0"/>
                  </a:rPr>
                  <a:t>网络</a:t>
                </a:r>
                <a:endParaRPr lang="zh-CN" altLang="en-US" dirty="0">
                  <a:solidFill>
                    <a:schemeClr val="tx1"/>
                  </a:solidFill>
                  <a:latin typeface="Arial" panose="020B0604020202020204" pitchFamily="34" charset="0"/>
                </a:endParaRPr>
              </a:p>
              <a:p>
                <a:pPr algn="ctr"/>
                <a:r>
                  <a:rPr lang="en-US" altLang="zh-CN" b="0" dirty="0">
                    <a:solidFill>
                      <a:schemeClr val="tx1"/>
                    </a:solidFill>
                    <a:latin typeface="Times New Roman" panose="02020603050405020304" pitchFamily="18" charset="0"/>
                    <a:ea typeface="仿宋_GB2312" pitchFamily="49" charset="-122"/>
                  </a:rPr>
                  <a:t>N</a:t>
                </a:r>
                <a:r>
                  <a:rPr lang="en-US" altLang="zh-CN" b="0" i="1" baseline="-25000" dirty="0">
                    <a:solidFill>
                      <a:schemeClr val="tx1"/>
                    </a:solidFill>
                    <a:latin typeface="Times New Roman" panose="02020603050405020304" pitchFamily="18" charset="0"/>
                    <a:ea typeface="仿宋_GB2312" pitchFamily="49" charset="-122"/>
                  </a:rPr>
                  <a:t>R</a:t>
                </a:r>
                <a:endParaRPr lang="en-US" altLang="zh-CN" b="0" i="1" baseline="-25000" dirty="0">
                  <a:solidFill>
                    <a:schemeClr val="tx1"/>
                  </a:solidFill>
                  <a:latin typeface="Times New Roman" panose="02020603050405020304" pitchFamily="18" charset="0"/>
                  <a:ea typeface="仿宋_GB2312" pitchFamily="49" charset="-122"/>
                </a:endParaRPr>
              </a:p>
            </p:txBody>
          </p:sp>
          <p:sp>
            <p:nvSpPr>
              <p:cNvPr id="40983" name="Text Box 153"/>
              <p:cNvSpPr txBox="1"/>
              <p:nvPr/>
            </p:nvSpPr>
            <p:spPr>
              <a:xfrm>
                <a:off x="7880" y="4948"/>
                <a:ext cx="788"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0984" name="Text Box 154"/>
              <p:cNvSpPr txBox="1"/>
              <p:nvPr/>
            </p:nvSpPr>
            <p:spPr>
              <a:xfrm>
                <a:off x="11963" y="2228"/>
                <a:ext cx="920"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c</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0985" name="Text Box 155"/>
              <p:cNvSpPr txBox="1"/>
              <p:nvPr/>
            </p:nvSpPr>
            <p:spPr>
              <a:xfrm>
                <a:off x="11963" y="5063"/>
                <a:ext cx="918"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d</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0986" name="Oval 156"/>
              <p:cNvSpPr/>
              <p:nvPr/>
            </p:nvSpPr>
            <p:spPr bwMode="auto">
              <a:xfrm>
                <a:off x="7768" y="2793"/>
                <a:ext cx="228" cy="227"/>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40987" name="Oval 157"/>
              <p:cNvSpPr/>
              <p:nvPr/>
            </p:nvSpPr>
            <p:spPr bwMode="auto">
              <a:xfrm>
                <a:off x="7765" y="4948"/>
                <a:ext cx="228" cy="227"/>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40988" name="Text Box 158"/>
              <p:cNvSpPr txBox="1"/>
              <p:nvPr/>
            </p:nvSpPr>
            <p:spPr>
              <a:xfrm>
                <a:off x="9580" y="5628"/>
                <a:ext cx="1100" cy="817"/>
              </a:xfrm>
              <a:prstGeom prst="rect">
                <a:avLst/>
              </a:prstGeom>
              <a:gradFill rotWithShape="1">
                <a:gsLst>
                  <a:gs pos="0">
                    <a:srgbClr val="0099FF"/>
                  </a:gs>
                  <a:gs pos="100000">
                    <a:schemeClr val="bg1"/>
                  </a:gs>
                </a:gsLst>
                <a:lin ang="5400000" scaled="1"/>
                <a:tileRect/>
              </a:gradFill>
              <a:ln w="38100">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0989" name="Text Box 163"/>
              <p:cNvSpPr txBox="1"/>
              <p:nvPr/>
            </p:nvSpPr>
            <p:spPr>
              <a:xfrm>
                <a:off x="11170" y="3585"/>
                <a:ext cx="905" cy="817"/>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仿宋_GB2312" pitchFamily="49" charset="-122"/>
                  </a:rPr>
                  <a:t>i</a:t>
                </a:r>
                <a:r>
                  <a:rPr lang="en-US" altLang="zh-CN" b="0" baseline="-25000" dirty="0">
                    <a:solidFill>
                      <a:schemeClr val="tx1"/>
                    </a:solidFill>
                    <a:latin typeface="Times New Roman" panose="02020603050405020304" pitchFamily="18" charset="0"/>
                    <a:ea typeface="仿宋_GB2312" pitchFamily="49" charset="-122"/>
                  </a:rPr>
                  <a:t>S2</a:t>
                </a:r>
                <a:endParaRPr lang="en-US" altLang="zh-CN" b="0" baseline="-25000" dirty="0">
                  <a:solidFill>
                    <a:schemeClr val="tx1"/>
                  </a:solidFill>
                  <a:latin typeface="Times New Roman" panose="02020603050405020304" pitchFamily="18" charset="0"/>
                  <a:ea typeface="仿宋_GB2312" pitchFamily="49" charset="-122"/>
                </a:endParaRPr>
              </a:p>
            </p:txBody>
          </p:sp>
          <p:sp>
            <p:nvSpPr>
              <p:cNvPr id="40990" name="Line 145"/>
              <p:cNvSpPr/>
              <p:nvPr/>
            </p:nvSpPr>
            <p:spPr>
              <a:xfrm flipV="1">
                <a:off x="12643" y="3133"/>
                <a:ext cx="0" cy="1132"/>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pSp>
            <p:nvGrpSpPr>
              <p:cNvPr id="5" name="组合 4"/>
              <p:cNvGrpSpPr/>
              <p:nvPr/>
            </p:nvGrpSpPr>
            <p:grpSpPr>
              <a:xfrm>
                <a:off x="12190" y="3812"/>
                <a:ext cx="908" cy="908"/>
                <a:chOff x="5907581" y="4495572"/>
                <a:chExt cx="576263" cy="576263"/>
              </a:xfrm>
            </p:grpSpPr>
            <p:sp>
              <p:nvSpPr>
                <p:cNvPr id="12"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13" name="直接连接符 12"/>
                <p:cNvCxnSpPr>
                  <a:stCxn id="12" idx="4"/>
                  <a:endCxn id="12"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6433"/>
                                        </p:tgtEl>
                                        <p:attrNameLst>
                                          <p:attrName>style.visibility</p:attrName>
                                        </p:attrNameLst>
                                      </p:cBhvr>
                                      <p:to>
                                        <p:strVal val="visible"/>
                                      </p:to>
                                    </p:set>
                                    <p:anim calcmode="lin" valueType="num">
                                      <p:cBhvr additive="base">
                                        <p:cTn id="7" dur="500" fill="hold"/>
                                        <p:tgtEl>
                                          <p:spTgt spid="16433"/>
                                        </p:tgtEl>
                                        <p:attrNameLst>
                                          <p:attrName>ppt_x</p:attrName>
                                        </p:attrNameLst>
                                      </p:cBhvr>
                                      <p:tavLst>
                                        <p:tav tm="0">
                                          <p:val>
                                            <p:strVal val="0-#ppt_w/2"/>
                                          </p:val>
                                        </p:tav>
                                        <p:tav tm="100000">
                                          <p:val>
                                            <p:strVal val="#ppt_x"/>
                                          </p:val>
                                        </p:tav>
                                      </p:tavLst>
                                    </p:anim>
                                    <p:anim calcmode="lin" valueType="num">
                                      <p:cBhvr additive="base">
                                        <p:cTn id="8" dur="500" fill="hold"/>
                                        <p:tgtEl>
                                          <p:spTgt spid="1643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linds(horizontal)">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500"/>
                                        <p:tgtEl>
                                          <p:spTgt spid="6"/>
                                        </p:tgtEl>
                                      </p:cBhvr>
                                    </p:animEffect>
                                  </p:childTnLst>
                                </p:cTn>
                              </p:par>
                            </p:childTnLst>
                          </p:cTn>
                        </p:par>
                        <p:par>
                          <p:cTn id="19" fill="hold">
                            <p:stCondLst>
                              <p:cond delay="500"/>
                            </p:stCondLst>
                            <p:childTnLst>
                              <p:par>
                                <p:cTn id="20" presetID="22" presetClass="entr" presetSubtype="8" fill="hold" nodeType="after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489"/>
                                        </p:tgtEl>
                                        <p:attrNameLst>
                                          <p:attrName>style.visibility</p:attrName>
                                        </p:attrNameLst>
                                      </p:cBhvr>
                                      <p:to>
                                        <p:strVal val="visible"/>
                                      </p:to>
                                    </p:set>
                                    <p:animEffect transition="in" filter="wipe(left)">
                                      <p:cBhvr>
                                        <p:cTn id="27" dur="2000"/>
                                        <p:tgtEl>
                                          <p:spTgt spid="16489"/>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nodeType="clickEffect">
                                  <p:stCondLst>
                                    <p:cond delay="0"/>
                                  </p:stCondLst>
                                  <p:childTnLst>
                                    <p:set>
                                      <p:cBhvr>
                                        <p:cTn id="31" dur="1" fill="hold">
                                          <p:stCondLst>
                                            <p:cond delay="0"/>
                                          </p:stCondLst>
                                        </p:cTn>
                                        <p:tgtEl>
                                          <p:spTgt spid="16390"/>
                                        </p:tgtEl>
                                        <p:attrNameLst>
                                          <p:attrName>style.visibility</p:attrName>
                                        </p:attrNameLst>
                                      </p:cBhvr>
                                      <p:to>
                                        <p:strVal val="visible"/>
                                      </p:to>
                                    </p:set>
                                    <p:animEffect transition="in" filter="strips(downRight)">
                                      <p:cBhvr>
                                        <p:cTn id="32" dur="3000"/>
                                        <p:tgtEl>
                                          <p:spTgt spid="16390"/>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blinds(horizontal)">
                                      <p:cBhvr>
                                        <p:cTn id="37" dur="500"/>
                                        <p:tgtEl>
                                          <p:spTgt spid="4"/>
                                        </p:tgtEl>
                                      </p:cBhvr>
                                    </p:animEffect>
                                  </p:childTnLst>
                                </p:cTn>
                              </p:par>
                            </p:childTnLst>
                          </p:cTn>
                        </p:par>
                        <p:par>
                          <p:cTn id="38" fill="hold">
                            <p:stCondLst>
                              <p:cond delay="500"/>
                            </p:stCondLst>
                            <p:childTnLst>
                              <p:par>
                                <p:cTn id="39" presetID="23" presetClass="entr" presetSubtype="32" fill="hold" grpId="0" nodeType="afterEffect">
                                  <p:stCondLst>
                                    <p:cond delay="0"/>
                                  </p:stCondLst>
                                  <p:childTnLst>
                                    <p:set>
                                      <p:cBhvr>
                                        <p:cTn id="40" dur="1" fill="hold">
                                          <p:stCondLst>
                                            <p:cond delay="0"/>
                                          </p:stCondLst>
                                        </p:cTn>
                                        <p:tgtEl>
                                          <p:spTgt spid="16490"/>
                                        </p:tgtEl>
                                        <p:attrNameLst>
                                          <p:attrName>style.visibility</p:attrName>
                                        </p:attrNameLst>
                                      </p:cBhvr>
                                      <p:to>
                                        <p:strVal val="visible"/>
                                      </p:to>
                                    </p:set>
                                    <p:anim calcmode="lin" valueType="num">
                                      <p:cBhvr>
                                        <p:cTn id="41" dur="1000" fill="hold"/>
                                        <p:tgtEl>
                                          <p:spTgt spid="16490"/>
                                        </p:tgtEl>
                                        <p:attrNameLst>
                                          <p:attrName>ppt_w</p:attrName>
                                        </p:attrNameLst>
                                      </p:cBhvr>
                                      <p:tavLst>
                                        <p:tav tm="0">
                                          <p:val>
                                            <p:strVal val="4*#ppt_w"/>
                                          </p:val>
                                        </p:tav>
                                        <p:tav tm="100000">
                                          <p:val>
                                            <p:strVal val="#ppt_w"/>
                                          </p:val>
                                        </p:tav>
                                      </p:tavLst>
                                    </p:anim>
                                    <p:anim calcmode="lin" valueType="num">
                                      <p:cBhvr>
                                        <p:cTn id="42" dur="1000" fill="hold"/>
                                        <p:tgtEl>
                                          <p:spTgt spid="16490"/>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33" grpId="0" bldLvl="0" animBg="1"/>
      <p:bldP spid="16489" grpId="0"/>
      <p:bldP spid="16490"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*4-6 互易定理</a:t>
            </a:r>
            <a:endParaRPr lang="zh-CN" altLang="en-US"/>
          </a:p>
        </p:txBody>
      </p:sp>
      <p:graphicFrame>
        <p:nvGraphicFramePr>
          <p:cNvPr id="15362" name="Object 2"/>
          <p:cNvGraphicFramePr/>
          <p:nvPr/>
        </p:nvGraphicFramePr>
        <p:xfrm>
          <a:off x="3913188" y="4794250"/>
          <a:ext cx="4437062" cy="1209675"/>
        </p:xfrm>
        <a:graphic>
          <a:graphicData uri="http://schemas.openxmlformats.org/presentationml/2006/ole">
            <mc:AlternateContent xmlns:mc="http://schemas.openxmlformats.org/markup-compatibility/2006">
              <mc:Choice xmlns:v="urn:schemas-microsoft-com:vml" Requires="v">
                <p:oleObj spid="_x0000_s3212" name="" r:id="rId1" imgW="1815465" imgH="495300" progId="Equation.3">
                  <p:embed/>
                </p:oleObj>
              </mc:Choice>
              <mc:Fallback>
                <p:oleObj name="" r:id="rId1" imgW="1815465" imgH="495300" progId="Equation.3">
                  <p:embed/>
                  <p:pic>
                    <p:nvPicPr>
                      <p:cNvPr id="0" name="图片 3211"/>
                      <p:cNvPicPr/>
                      <p:nvPr/>
                    </p:nvPicPr>
                    <p:blipFill>
                      <a:blip r:embed="rId2"/>
                      <a:stretch>
                        <a:fillRect/>
                      </a:stretch>
                    </p:blipFill>
                    <p:spPr>
                      <a:xfrm>
                        <a:off x="3913188" y="4794250"/>
                        <a:ext cx="4437062" cy="1209675"/>
                      </a:xfrm>
                      <a:prstGeom prst="rect">
                        <a:avLst/>
                      </a:prstGeom>
                      <a:gradFill rotWithShape="1">
                        <a:gsLst>
                          <a:gs pos="0">
                            <a:srgbClr val="FFCC99"/>
                          </a:gs>
                          <a:gs pos="100000">
                            <a:srgbClr val="FFFFFF"/>
                          </a:gs>
                        </a:gsLst>
                        <a:lin ang="5400000" scaled="1"/>
                        <a:tileRect/>
                      </a:gradFill>
                      <a:ln w="38100">
                        <a:noFill/>
                        <a:miter/>
                      </a:ln>
                    </p:spPr>
                  </p:pic>
                </p:oleObj>
              </mc:Fallback>
            </mc:AlternateContent>
          </a:graphicData>
        </a:graphic>
      </p:graphicFrame>
      <p:sp>
        <p:nvSpPr>
          <p:cNvPr id="15365" name="Text Box 5"/>
          <p:cNvSpPr txBox="1"/>
          <p:nvPr/>
        </p:nvSpPr>
        <p:spPr>
          <a:xfrm>
            <a:off x="395288" y="815975"/>
            <a:ext cx="1800225" cy="521970"/>
          </a:xfrm>
          <a:prstGeom prst="rect">
            <a:avLst/>
          </a:prstGeom>
          <a:noFill/>
          <a:ln w="28575" cap="flat" cmpd="sng">
            <a:solidFill>
              <a:srgbClr val="FF0000"/>
            </a:solidFill>
            <a:prstDash val="solid"/>
            <a:miter/>
            <a:headEnd type="none" w="med" len="med"/>
            <a:tailEnd type="none" w="med" len="med"/>
          </a:ln>
        </p:spPr>
        <p:txBody>
          <a:bodyPr>
            <a:spAutoFit/>
          </a:bodyPr>
          <a:p>
            <a:pPr>
              <a:spcBef>
                <a:spcPct val="50000"/>
              </a:spcBef>
              <a:buFont typeface="Wingdings" panose="05000000000000000000" pitchFamily="2" charset="2"/>
              <a:buChar char="l"/>
            </a:pPr>
            <a:r>
              <a:rPr kumimoji="1" lang="zh-CN" altLang="en-US" sz="2800" dirty="0" smtClean="0">
                <a:solidFill>
                  <a:schemeClr val="tx2"/>
                </a:solidFill>
                <a:latin typeface="华文中宋" panose="02010600040101010101" pitchFamily="2" charset="-122"/>
                <a:ea typeface="华文中宋" panose="02010600040101010101" pitchFamily="2" charset="-122"/>
              </a:rPr>
              <a:t> 情况3 </a:t>
            </a:r>
            <a:endParaRPr kumimoji="1" lang="zh-CN" altLang="en-US" sz="2800" dirty="0" smtClean="0">
              <a:solidFill>
                <a:schemeClr val="tx2"/>
              </a:solidFill>
              <a:latin typeface="华文中宋" panose="02010600040101010101" pitchFamily="2" charset="-122"/>
              <a:ea typeface="华文中宋" panose="02010600040101010101" pitchFamily="2" charset="-122"/>
            </a:endParaRPr>
          </a:p>
        </p:txBody>
      </p:sp>
      <p:sp>
        <p:nvSpPr>
          <p:cNvPr id="15414" name="Rectangle 54"/>
          <p:cNvSpPr/>
          <p:nvPr/>
        </p:nvSpPr>
        <p:spPr>
          <a:xfrm>
            <a:off x="395288" y="4722813"/>
            <a:ext cx="3095625" cy="1124585"/>
          </a:xfrm>
          <a:prstGeom prst="rect">
            <a:avLst/>
          </a:prstGeom>
          <a:noFill/>
          <a:ln w="9525">
            <a:noFill/>
          </a:ln>
        </p:spPr>
        <p:txBody>
          <a:bodyPr>
            <a:spAutoFit/>
          </a:bodyPr>
          <a:p>
            <a:pPr>
              <a:lnSpc>
                <a:spcPct val="120000"/>
              </a:lnSpc>
              <a:spcBef>
                <a:spcPct val="50000"/>
              </a:spcBef>
            </a:pPr>
            <a:r>
              <a:rPr kumimoji="1" lang="zh-CN" altLang="en-US" sz="2800" dirty="0" smtClean="0">
                <a:latin typeface="华文楷体" panose="02010600040101010101" pitchFamily="2" charset="-122"/>
                <a:ea typeface="华文楷体" panose="02010600040101010101" pitchFamily="2" charset="-122"/>
              </a:rPr>
              <a:t>则端口电压、电流在数值上满足关系</a:t>
            </a:r>
            <a:endParaRPr kumimoji="1" lang="zh-CN" altLang="en-US" sz="2800" dirty="0" smtClean="0">
              <a:latin typeface="华文楷体" panose="02010600040101010101" pitchFamily="2" charset="-122"/>
              <a:ea typeface="华文楷体" panose="02010600040101010101" pitchFamily="2" charset="-122"/>
            </a:endParaRPr>
          </a:p>
        </p:txBody>
      </p:sp>
      <p:sp>
        <p:nvSpPr>
          <p:cNvPr id="15415" name="Text Box 55"/>
          <p:cNvSpPr txBox="1"/>
          <p:nvPr/>
        </p:nvSpPr>
        <p:spPr>
          <a:xfrm>
            <a:off x="2771775" y="6091238"/>
            <a:ext cx="4267200" cy="521970"/>
          </a:xfrm>
          <a:prstGeom prst="rect">
            <a:avLst/>
          </a:prstGeom>
          <a:noFill/>
          <a:ln w="9525">
            <a:noFill/>
          </a:ln>
        </p:spPr>
        <p:txBody>
          <a:bodyPr>
            <a:spAutoFit/>
          </a:bodyPr>
          <a:p>
            <a:pPr>
              <a:spcBef>
                <a:spcPct val="50000"/>
              </a:spcBef>
            </a:pPr>
            <a:r>
              <a:rPr kumimoji="1" lang="zh-CN" altLang="en-US" sz="280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当 </a:t>
            </a:r>
            <a:r>
              <a:rPr kumimoji="1" lang="zh-CN" altLang="en-US" sz="2800" b="0" i="1"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b="0" baseline="-25000" dirty="0">
                <a:solidFill>
                  <a:schemeClr val="tx1"/>
                </a:solidFill>
                <a:latin typeface="Times New Roman" panose="02020603050405020304" pitchFamily="18" charset="0"/>
                <a:cs typeface="Times New Roman" panose="02020603050405020304" pitchFamily="18" charset="0"/>
              </a:rPr>
              <a:t>S1 </a:t>
            </a:r>
            <a:r>
              <a:rPr kumimoji="1" lang="zh-CN" altLang="en-US" sz="2800" b="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800" b="0" i="1"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u</a:t>
            </a:r>
            <a:r>
              <a:rPr lang="en-US" altLang="zh-CN" b="0" baseline="-25000" dirty="0">
                <a:solidFill>
                  <a:schemeClr val="tx1"/>
                </a:solidFill>
                <a:latin typeface="Times New Roman" panose="02020603050405020304" pitchFamily="18" charset="0"/>
                <a:cs typeface="Times New Roman" panose="02020603050405020304" pitchFamily="18" charset="0"/>
              </a:rPr>
              <a:t>S2</a:t>
            </a:r>
            <a:r>
              <a:rPr lang="en-US" altLang="zh-CN" baseline="-25000" dirty="0">
                <a:solidFill>
                  <a:schemeClr val="tx1"/>
                </a:solidFill>
                <a:latin typeface="Times New Roman" panose="02020603050405020304" pitchFamily="18" charset="0"/>
                <a:cs typeface="Times New Roman" panose="02020603050405020304" pitchFamily="18" charset="0"/>
              </a:rPr>
              <a:t> </a:t>
            </a:r>
            <a:r>
              <a:rPr kumimoji="1" lang="zh-CN" altLang="en-US" sz="2800"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80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时，</a:t>
            </a:r>
            <a:r>
              <a:rPr kumimoji="1" lang="zh-CN" altLang="en-US" sz="2800" b="0" i="1"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b="0" baseline="-25000" dirty="0">
                <a:solidFill>
                  <a:schemeClr val="tx1"/>
                </a:solidFill>
                <a:latin typeface="Times New Roman" panose="02020603050405020304" pitchFamily="18" charset="0"/>
                <a:cs typeface="Times New Roman" panose="02020603050405020304" pitchFamily="18" charset="0"/>
              </a:rPr>
              <a:t>2 </a:t>
            </a:r>
            <a:r>
              <a:rPr kumimoji="1" lang="zh-CN" altLang="en-US" sz="2800" b="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800" b="0" i="1"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u</a:t>
            </a:r>
            <a:r>
              <a:rPr lang="en-US" altLang="zh-CN" b="0" baseline="-25000" dirty="0">
                <a:solidFill>
                  <a:schemeClr val="tx1"/>
                </a:solidFill>
                <a:latin typeface="Times New Roman" panose="02020603050405020304" pitchFamily="18" charset="0"/>
                <a:cs typeface="Times New Roman" panose="02020603050405020304" pitchFamily="18" charset="0"/>
              </a:rPr>
              <a:t>1 </a:t>
            </a:r>
            <a:r>
              <a:rPr kumimoji="1" lang="zh-CN" altLang="en-US" sz="2800" b="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a:t>
            </a:r>
            <a:endParaRPr lang="zh-CN" altLang="en-US" b="0" dirty="0">
              <a:solidFill>
                <a:schemeClr val="tx1"/>
              </a:solidFill>
              <a:latin typeface="Times New Roman" panose="02020603050405020304" pitchFamily="18" charset="0"/>
              <a:cs typeface="Times New Roman" panose="02020603050405020304" pitchFamily="18" charset="0"/>
            </a:endParaRPr>
          </a:p>
        </p:txBody>
      </p:sp>
      <p:grpSp>
        <p:nvGrpSpPr>
          <p:cNvPr id="10" name="Group 147"/>
          <p:cNvGrpSpPr/>
          <p:nvPr/>
        </p:nvGrpSpPr>
        <p:grpSpPr>
          <a:xfrm>
            <a:off x="2484438" y="652463"/>
            <a:ext cx="5880100" cy="1385887"/>
            <a:chOff x="1565" y="255"/>
            <a:chExt cx="3704" cy="873"/>
          </a:xfrm>
        </p:grpSpPr>
        <p:sp>
          <p:nvSpPr>
            <p:cNvPr id="41997" name="Text Box 7"/>
            <p:cNvSpPr txBox="1"/>
            <p:nvPr/>
          </p:nvSpPr>
          <p:spPr>
            <a:xfrm>
              <a:off x="1565" y="436"/>
              <a:ext cx="363" cy="600"/>
            </a:xfrm>
            <a:prstGeom prst="rect">
              <a:avLst/>
            </a:prstGeom>
            <a:solidFill>
              <a:schemeClr val="tx2">
                <a:lumMod val="60000"/>
                <a:lumOff val="40000"/>
              </a:schemeClr>
            </a:solid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激励</a:t>
              </a:r>
              <a:endParaRPr lang="zh-CN" altLang="en-US" dirty="0">
                <a:latin typeface="楷体_GB2312" pitchFamily="49" charset="-122"/>
              </a:endParaRPr>
            </a:p>
          </p:txBody>
        </p:sp>
        <p:sp>
          <p:nvSpPr>
            <p:cNvPr id="41998" name="Text Box 8"/>
            <p:cNvSpPr txBox="1"/>
            <p:nvPr/>
          </p:nvSpPr>
          <p:spPr>
            <a:xfrm>
              <a:off x="2562" y="391"/>
              <a:ext cx="907" cy="329"/>
            </a:xfrm>
            <a:prstGeom prst="rect">
              <a:avLst/>
            </a:prstGeom>
            <a:solidFill>
              <a:schemeClr val="tx2">
                <a:lumMod val="60000"/>
                <a:lumOff val="40000"/>
              </a:schemeClr>
            </a:solid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电流源</a:t>
              </a:r>
              <a:endParaRPr kumimoji="1" lang="zh-CN" altLang="en-US" sz="2800" dirty="0" smtClean="0">
                <a:latin typeface="华文楷体" panose="02010600040101010101" pitchFamily="2" charset="-122"/>
                <a:ea typeface="华文楷体" panose="02010600040101010101" pitchFamily="2" charset="-122"/>
              </a:endParaRPr>
            </a:p>
          </p:txBody>
        </p:sp>
        <p:sp>
          <p:nvSpPr>
            <p:cNvPr id="41999" name="AutoShape 9"/>
            <p:cNvSpPr/>
            <p:nvPr/>
          </p:nvSpPr>
          <p:spPr>
            <a:xfrm>
              <a:off x="1973" y="572"/>
              <a:ext cx="499" cy="91"/>
            </a:xfrm>
            <a:prstGeom prst="leftRightArrow">
              <a:avLst>
                <a:gd name="adj1" fmla="val 50000"/>
                <a:gd name="adj2" fmla="val 109670"/>
              </a:avLst>
            </a:prstGeom>
            <a:solidFill>
              <a:srgbClr val="00CCFF"/>
            </a:solidFill>
            <a:ln w="9525" cap="flat" cmpd="sng">
              <a:solidFill>
                <a:srgbClr val="00CC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2000" name="AutoShape 56"/>
            <p:cNvSpPr/>
            <p:nvPr/>
          </p:nvSpPr>
          <p:spPr>
            <a:xfrm>
              <a:off x="1973" y="981"/>
              <a:ext cx="499" cy="91"/>
            </a:xfrm>
            <a:prstGeom prst="leftRightArrow">
              <a:avLst>
                <a:gd name="adj1" fmla="val 50000"/>
                <a:gd name="adj2" fmla="val 109670"/>
              </a:avLst>
            </a:prstGeom>
            <a:solidFill>
              <a:srgbClr val="00CCFF"/>
            </a:solidFill>
            <a:ln w="9525" cap="flat" cmpd="sng">
              <a:solidFill>
                <a:srgbClr val="00CC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2001" name="Text Box 59"/>
            <p:cNvSpPr txBox="1"/>
            <p:nvPr/>
          </p:nvSpPr>
          <p:spPr>
            <a:xfrm>
              <a:off x="2562" y="799"/>
              <a:ext cx="908" cy="329"/>
            </a:xfrm>
            <a:prstGeom prst="rect">
              <a:avLst/>
            </a:prstGeom>
            <a:solidFill>
              <a:schemeClr val="tx2">
                <a:lumMod val="60000"/>
                <a:lumOff val="40000"/>
              </a:schemeClr>
            </a:solid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电压源</a:t>
              </a:r>
              <a:endParaRPr kumimoji="1" lang="zh-CN" altLang="en-US" sz="2800" dirty="0" smtClean="0">
                <a:latin typeface="华文楷体" panose="02010600040101010101" pitchFamily="2" charset="-122"/>
                <a:ea typeface="华文楷体" panose="02010600040101010101" pitchFamily="2" charset="-122"/>
              </a:endParaRPr>
            </a:p>
          </p:txBody>
        </p:sp>
        <p:sp>
          <p:nvSpPr>
            <p:cNvPr id="42002" name="Text Box 64"/>
            <p:cNvSpPr txBox="1"/>
            <p:nvPr/>
          </p:nvSpPr>
          <p:spPr>
            <a:xfrm>
              <a:off x="1927" y="663"/>
              <a:ext cx="590" cy="329"/>
            </a:xfrm>
            <a:prstGeom prst="rect">
              <a:avLst/>
            </a:prstGeom>
            <a:noFill/>
            <a:ln w="9525">
              <a:noFill/>
            </a:ln>
          </p:spPr>
          <p:txBody>
            <a:bodyPr>
              <a:spAutoFit/>
            </a:bodyPr>
            <a:p>
              <a:pPr>
                <a:spcBef>
                  <a:spcPct val="50000"/>
                </a:spcBef>
              </a:pPr>
              <a:r>
                <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rPr>
                <a:t>图</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(b)</a:t>
              </a:r>
              <a:endPar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2003" name="Text Box 65"/>
            <p:cNvSpPr txBox="1"/>
            <p:nvPr/>
          </p:nvSpPr>
          <p:spPr>
            <a:xfrm>
              <a:off x="1973" y="255"/>
              <a:ext cx="726" cy="329"/>
            </a:xfrm>
            <a:prstGeom prst="rect">
              <a:avLst/>
            </a:prstGeom>
            <a:noFill/>
            <a:ln w="9525">
              <a:noFill/>
            </a:ln>
          </p:spPr>
          <p:txBody>
            <a:bodyPr>
              <a:spAutoFit/>
            </a:bodyPr>
            <a:p>
              <a:pPr>
                <a:spcBef>
                  <a:spcPct val="50000"/>
                </a:spcBef>
              </a:pPr>
              <a:r>
                <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rPr>
                <a:t>图</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(a)</a:t>
              </a:r>
              <a:endPar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2004" name="Text Box 11"/>
            <p:cNvSpPr txBox="1"/>
            <p:nvPr/>
          </p:nvSpPr>
          <p:spPr>
            <a:xfrm>
              <a:off x="4649" y="391"/>
              <a:ext cx="620" cy="329"/>
            </a:xfrm>
            <a:prstGeom prst="rect">
              <a:avLst/>
            </a:prstGeom>
            <a:solidFill>
              <a:schemeClr val="tx2">
                <a:lumMod val="60000"/>
                <a:lumOff val="40000"/>
              </a:schemeClr>
            </a:solid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电流</a:t>
              </a:r>
              <a:endParaRPr kumimoji="1" lang="zh-CN" altLang="en-US" sz="2800" dirty="0" smtClean="0">
                <a:latin typeface="华文楷体" panose="02010600040101010101" pitchFamily="2" charset="-122"/>
                <a:ea typeface="华文楷体" panose="02010600040101010101" pitchFamily="2" charset="-122"/>
              </a:endParaRPr>
            </a:p>
          </p:txBody>
        </p:sp>
        <p:sp>
          <p:nvSpPr>
            <p:cNvPr id="42005" name="Text Box 12"/>
            <p:cNvSpPr txBox="1"/>
            <p:nvPr/>
          </p:nvSpPr>
          <p:spPr>
            <a:xfrm>
              <a:off x="3696" y="436"/>
              <a:ext cx="362" cy="600"/>
            </a:xfrm>
            <a:prstGeom prst="rect">
              <a:avLst/>
            </a:prstGeom>
            <a:solidFill>
              <a:schemeClr val="tx2">
                <a:lumMod val="60000"/>
                <a:lumOff val="40000"/>
              </a:schemeClr>
            </a:solid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响应</a:t>
              </a:r>
              <a:endParaRPr kumimoji="1" lang="zh-CN" altLang="en-US" sz="2800" dirty="0" smtClean="0">
                <a:latin typeface="华文楷体" panose="02010600040101010101" pitchFamily="2" charset="-122"/>
                <a:ea typeface="华文楷体" panose="02010600040101010101" pitchFamily="2" charset="-122"/>
              </a:endParaRPr>
            </a:p>
          </p:txBody>
        </p:sp>
        <p:sp>
          <p:nvSpPr>
            <p:cNvPr id="42006" name="Text Box 67"/>
            <p:cNvSpPr txBox="1"/>
            <p:nvPr/>
          </p:nvSpPr>
          <p:spPr>
            <a:xfrm>
              <a:off x="4649" y="799"/>
              <a:ext cx="620" cy="329"/>
            </a:xfrm>
            <a:prstGeom prst="rect">
              <a:avLst/>
            </a:prstGeom>
            <a:solidFill>
              <a:schemeClr val="tx2">
                <a:lumMod val="60000"/>
                <a:lumOff val="40000"/>
              </a:schemeClr>
            </a:solid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电压</a:t>
              </a:r>
              <a:endParaRPr kumimoji="1" lang="zh-CN" altLang="en-US" sz="2800" dirty="0" smtClean="0">
                <a:latin typeface="华文楷体" panose="02010600040101010101" pitchFamily="2" charset="-122"/>
                <a:ea typeface="华文楷体" panose="02010600040101010101" pitchFamily="2" charset="-122"/>
              </a:endParaRPr>
            </a:p>
          </p:txBody>
        </p:sp>
        <p:sp>
          <p:nvSpPr>
            <p:cNvPr id="42007" name="AutoShape 94"/>
            <p:cNvSpPr/>
            <p:nvPr/>
          </p:nvSpPr>
          <p:spPr>
            <a:xfrm>
              <a:off x="4105" y="572"/>
              <a:ext cx="499" cy="91"/>
            </a:xfrm>
            <a:prstGeom prst="leftRightArrow">
              <a:avLst>
                <a:gd name="adj1" fmla="val 50000"/>
                <a:gd name="adj2" fmla="val 109670"/>
              </a:avLst>
            </a:prstGeom>
            <a:solidFill>
              <a:srgbClr val="00CCFF"/>
            </a:solidFill>
            <a:ln w="9525" cap="flat" cmpd="sng">
              <a:solidFill>
                <a:srgbClr val="00CC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2008" name="AutoShape 95"/>
            <p:cNvSpPr/>
            <p:nvPr/>
          </p:nvSpPr>
          <p:spPr>
            <a:xfrm>
              <a:off x="4105" y="935"/>
              <a:ext cx="499" cy="91"/>
            </a:xfrm>
            <a:prstGeom prst="leftRightArrow">
              <a:avLst>
                <a:gd name="adj1" fmla="val 50000"/>
                <a:gd name="adj2" fmla="val 109670"/>
              </a:avLst>
            </a:prstGeom>
            <a:solidFill>
              <a:srgbClr val="00CCFF"/>
            </a:solidFill>
            <a:ln w="9525" cap="flat" cmpd="sng">
              <a:solidFill>
                <a:srgbClr val="00CC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2009" name="Text Box 145"/>
            <p:cNvSpPr txBox="1"/>
            <p:nvPr/>
          </p:nvSpPr>
          <p:spPr>
            <a:xfrm>
              <a:off x="4014" y="255"/>
              <a:ext cx="726" cy="329"/>
            </a:xfrm>
            <a:prstGeom prst="rect">
              <a:avLst/>
            </a:prstGeom>
            <a:noFill/>
            <a:ln w="9525">
              <a:noFill/>
            </a:ln>
          </p:spPr>
          <p:txBody>
            <a:bodyPr>
              <a:spAutoFit/>
            </a:bodyPr>
            <a:p>
              <a:pPr lvl="0" algn="l">
                <a:spcBef>
                  <a:spcPct val="50000"/>
                </a:spcBef>
                <a:buClrTx/>
                <a:buSzTx/>
                <a:buFontTx/>
              </a:pPr>
              <a:r>
                <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sym typeface="+mn-ea"/>
                </a:rPr>
                <a:t>图</a:t>
              </a:r>
              <a:r>
                <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sym typeface="+mn-ea"/>
                </a:rPr>
                <a:t>(a)</a:t>
              </a:r>
              <a:endPar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sym typeface="+mn-ea"/>
              </a:endParaRPr>
            </a:p>
          </p:txBody>
        </p:sp>
        <p:sp>
          <p:nvSpPr>
            <p:cNvPr id="42010" name="Text Box 146"/>
            <p:cNvSpPr txBox="1"/>
            <p:nvPr/>
          </p:nvSpPr>
          <p:spPr>
            <a:xfrm>
              <a:off x="4014" y="654"/>
              <a:ext cx="590" cy="329"/>
            </a:xfrm>
            <a:prstGeom prst="rect">
              <a:avLst/>
            </a:prstGeom>
            <a:noFill/>
            <a:ln w="9525">
              <a:noFill/>
            </a:ln>
          </p:spPr>
          <p:txBody>
            <a:bodyPr>
              <a:spAutoFit/>
            </a:bodyPr>
            <a:p>
              <a:pPr lvl="0" algn="l">
                <a:spcBef>
                  <a:spcPct val="50000"/>
                </a:spcBef>
                <a:buClrTx/>
                <a:buSzTx/>
                <a:buFontTx/>
              </a:pPr>
              <a:r>
                <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sym typeface="+mn-ea"/>
                </a:rPr>
                <a:t>图</a:t>
              </a:r>
              <a:r>
                <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sym typeface="+mn-ea"/>
                </a:rPr>
                <a:t>(b)</a:t>
              </a:r>
              <a:endPar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sym typeface="+mn-ea"/>
              </a:endParaRPr>
            </a:p>
          </p:txBody>
        </p:sp>
      </p:grpSp>
      <p:grpSp>
        <p:nvGrpSpPr>
          <p:cNvPr id="12" name="组合 11"/>
          <p:cNvGrpSpPr/>
          <p:nvPr/>
        </p:nvGrpSpPr>
        <p:grpSpPr>
          <a:xfrm>
            <a:off x="583555" y="6004873"/>
            <a:ext cx="1469301" cy="596753"/>
            <a:chOff x="333345" y="3065118"/>
            <a:chExt cx="1469299" cy="596752"/>
          </a:xfrm>
        </p:grpSpPr>
        <p:sp>
          <p:nvSpPr>
            <p:cNvPr id="13" name="Text Box 47"/>
            <p:cNvSpPr txBox="1">
              <a:spLocks noChangeArrowheads="1"/>
            </p:cNvSpPr>
            <p:nvPr/>
          </p:nvSpPr>
          <p:spPr bwMode="auto">
            <a:xfrm>
              <a:off x="797242" y="3065118"/>
              <a:ext cx="1005402" cy="584774"/>
            </a:xfrm>
            <a:prstGeom prst="rect">
              <a:avLst/>
            </a:prstGeom>
            <a:noFill/>
            <a:ln w="9525">
              <a:noFill/>
              <a:miter lim="800000"/>
            </a:ln>
            <a:effectLst/>
          </p:spPr>
          <p:txBody>
            <a:bodyPr wrap="none">
              <a:spAutoFit/>
            </a:bodyPr>
            <a:p>
              <a:r>
                <a:rPr kumimoji="1" lang="zh-CN" altLang="en-US" sz="3200"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注意</a:t>
              </a:r>
              <a:endParaRPr kumimoji="1" lang="zh-CN" altLang="en-US" sz="3200"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p:txBody>
        </p:sp>
        <p:grpSp>
          <p:nvGrpSpPr>
            <p:cNvPr id="14" name="组合 15"/>
            <p:cNvGrpSpPr/>
            <p:nvPr/>
          </p:nvGrpSpPr>
          <p:grpSpPr>
            <a:xfrm>
              <a:off x="333345" y="3109916"/>
              <a:ext cx="655770" cy="551954"/>
              <a:chOff x="6691327" y="3681420"/>
              <a:chExt cx="655770" cy="551954"/>
            </a:xfrm>
          </p:grpSpPr>
          <p:sp>
            <p:nvSpPr>
              <p:cNvPr id="15" name="等腰三角形 14"/>
              <p:cNvSpPr/>
              <p:nvPr/>
            </p:nvSpPr>
            <p:spPr>
              <a:xfrm>
                <a:off x="6691327" y="3681420"/>
                <a:ext cx="576000" cy="504000"/>
              </a:xfrm>
              <a:prstGeom prst="triangle">
                <a:avLst/>
              </a:prstGeom>
              <a:solidFill>
                <a:schemeClr val="accent6">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3200"/>
              </a:p>
            </p:txBody>
          </p:sp>
          <p:sp>
            <p:nvSpPr>
              <p:cNvPr id="16" name="TextBox 91"/>
              <p:cNvSpPr txBox="1"/>
              <p:nvPr/>
            </p:nvSpPr>
            <p:spPr>
              <a:xfrm>
                <a:off x="6803359" y="3710155"/>
                <a:ext cx="543738" cy="523219"/>
              </a:xfrm>
              <a:prstGeom prst="rect">
                <a:avLst/>
              </a:prstGeom>
              <a:noFill/>
            </p:spPr>
            <p:txBody>
              <a:bodyPr wrap="none" rtlCol="0">
                <a:spAutoFit/>
              </a:bodyPr>
              <a:p>
                <a:pPr algn="ctr"/>
                <a:r>
                  <a:rPr lang="zh-CN" altLang="en-US" sz="2800" dirty="0">
                    <a:solidFill>
                      <a:schemeClr val="accent2">
                        <a:lumMod val="75000"/>
                      </a:schemeClr>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rPr>
                  <a:t>！</a:t>
                </a:r>
                <a:endParaRPr lang="zh-CN" altLang="en-US" sz="2800" dirty="0">
                  <a:solidFill>
                    <a:schemeClr val="accent2">
                      <a:lumMod val="75000"/>
                    </a:schemeClr>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endParaRPr>
              </a:p>
            </p:txBody>
          </p:sp>
        </p:grpSp>
      </p:grpSp>
      <p:grpSp>
        <p:nvGrpSpPr>
          <p:cNvPr id="3" name="组合 2"/>
          <p:cNvGrpSpPr/>
          <p:nvPr/>
        </p:nvGrpSpPr>
        <p:grpSpPr>
          <a:xfrm>
            <a:off x="394335" y="1983105"/>
            <a:ext cx="3835400" cy="2679700"/>
            <a:chOff x="963" y="2793"/>
            <a:chExt cx="6040" cy="4220"/>
          </a:xfrm>
        </p:grpSpPr>
        <p:sp>
          <p:nvSpPr>
            <p:cNvPr id="42013" name="Rectangle 106"/>
            <p:cNvSpPr/>
            <p:nvPr/>
          </p:nvSpPr>
          <p:spPr bwMode="auto">
            <a:xfrm>
              <a:off x="1758" y="3498"/>
              <a:ext cx="4878" cy="2268"/>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42014" name="Text Box 103"/>
            <p:cNvSpPr txBox="1"/>
            <p:nvPr/>
          </p:nvSpPr>
          <p:spPr>
            <a:xfrm>
              <a:off x="5953" y="4153"/>
              <a:ext cx="105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r>
                <a:rPr lang="en-US" altLang="zh-CN" b="0" baseline="-25000" dirty="0">
                  <a:solidFill>
                    <a:schemeClr val="tx1"/>
                  </a:solidFill>
                  <a:latin typeface="Times New Roman" panose="02020603050405020304" pitchFamily="18" charset="0"/>
                  <a:ea typeface="宋体" panose="02010600030101010101" pitchFamily="2" charset="-122"/>
                </a:rPr>
                <a:t>2</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42015" name="Line 104"/>
            <p:cNvSpPr/>
            <p:nvPr/>
          </p:nvSpPr>
          <p:spPr>
            <a:xfrm flipH="1">
              <a:off x="6633" y="4153"/>
              <a:ext cx="0" cy="905"/>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42016" name="Rectangle 110"/>
            <p:cNvSpPr/>
            <p:nvPr/>
          </p:nvSpPr>
          <p:spPr>
            <a:xfrm>
              <a:off x="3233" y="3158"/>
              <a:ext cx="1838" cy="2948"/>
            </a:xfrm>
            <a:prstGeom prst="rect">
              <a:avLst/>
            </a:prstGeom>
            <a:solidFill>
              <a:schemeClr val="tx2">
                <a:lumMod val="20000"/>
                <a:lumOff val="80000"/>
              </a:schemeClr>
            </a:solidFill>
            <a:ln w="38100">
              <a:noFill/>
            </a:ln>
          </p:spPr>
          <p:txBody>
            <a:bodyPr wrap="none" anchor="ctr" anchorCtr="0"/>
            <a:p>
              <a:pPr algn="ctr"/>
              <a:r>
                <a:rPr lang="zh-CN" altLang="en-US" dirty="0">
                  <a:solidFill>
                    <a:schemeClr val="tx1"/>
                  </a:solidFill>
                  <a:latin typeface="Arial" panose="020B0604020202020204" pitchFamily="34" charset="0"/>
                </a:rPr>
                <a:t>线性</a:t>
              </a:r>
              <a:endParaRPr lang="zh-CN" altLang="en-US" dirty="0">
                <a:solidFill>
                  <a:schemeClr val="tx1"/>
                </a:solidFill>
                <a:latin typeface="Arial" panose="020B0604020202020204" pitchFamily="34" charset="0"/>
              </a:endParaRPr>
            </a:p>
            <a:p>
              <a:pPr algn="ctr"/>
              <a:r>
                <a:rPr lang="zh-CN" altLang="en-US" dirty="0">
                  <a:solidFill>
                    <a:schemeClr val="tx1"/>
                  </a:solidFill>
                  <a:latin typeface="Arial" panose="020B0604020202020204" pitchFamily="34" charset="0"/>
                </a:rPr>
                <a:t>电阻</a:t>
              </a:r>
              <a:endParaRPr lang="zh-CN" altLang="en-US" dirty="0">
                <a:solidFill>
                  <a:schemeClr val="tx1"/>
                </a:solidFill>
                <a:latin typeface="Arial" panose="020B0604020202020204" pitchFamily="34" charset="0"/>
              </a:endParaRPr>
            </a:p>
            <a:p>
              <a:pPr algn="ctr"/>
              <a:r>
                <a:rPr lang="zh-CN" altLang="en-US" dirty="0">
                  <a:solidFill>
                    <a:schemeClr val="tx1"/>
                  </a:solidFill>
                  <a:latin typeface="Arial" panose="020B0604020202020204" pitchFamily="34" charset="0"/>
                </a:rPr>
                <a:t>网络</a:t>
              </a:r>
              <a:endParaRPr lang="zh-CN" altLang="en-US" dirty="0">
                <a:solidFill>
                  <a:schemeClr val="tx1"/>
                </a:solidFill>
                <a:latin typeface="Arial" panose="020B0604020202020204" pitchFamily="34" charset="0"/>
              </a:endParaRPr>
            </a:p>
            <a:p>
              <a:pPr algn="ctr"/>
              <a:r>
                <a:rPr lang="en-US" altLang="zh-CN" b="0" dirty="0">
                  <a:solidFill>
                    <a:schemeClr val="tx1"/>
                  </a:solidFill>
                  <a:latin typeface="Times New Roman" panose="02020603050405020304" pitchFamily="18" charset="0"/>
                  <a:ea typeface="仿宋_GB2312" pitchFamily="49" charset="-122"/>
                </a:rPr>
                <a:t>N</a:t>
              </a:r>
              <a:r>
                <a:rPr lang="en-US" altLang="zh-CN" b="0" i="1" baseline="-25000" dirty="0">
                  <a:solidFill>
                    <a:schemeClr val="tx1"/>
                  </a:solidFill>
                  <a:latin typeface="Times New Roman" panose="02020603050405020304" pitchFamily="18" charset="0"/>
                  <a:ea typeface="仿宋_GB2312" pitchFamily="49" charset="-122"/>
                </a:rPr>
                <a:t>R</a:t>
              </a:r>
              <a:endParaRPr lang="en-US" altLang="zh-CN" b="0" i="1" baseline="-25000" dirty="0">
                <a:solidFill>
                  <a:schemeClr val="tx1"/>
                </a:solidFill>
                <a:latin typeface="Times New Roman" panose="02020603050405020304" pitchFamily="18" charset="0"/>
                <a:ea typeface="仿宋_GB2312" pitchFamily="49" charset="-122"/>
              </a:endParaRPr>
            </a:p>
          </p:txBody>
        </p:sp>
        <p:sp>
          <p:nvSpPr>
            <p:cNvPr id="42017" name="Text Box 111"/>
            <p:cNvSpPr txBox="1"/>
            <p:nvPr/>
          </p:nvSpPr>
          <p:spPr>
            <a:xfrm>
              <a:off x="963" y="3360"/>
              <a:ext cx="102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r>
                <a:rPr lang="en-US" altLang="zh-CN" b="0" baseline="-25000" dirty="0">
                  <a:solidFill>
                    <a:schemeClr val="tx1"/>
                  </a:solidFill>
                  <a:latin typeface="Times New Roman" panose="02020603050405020304" pitchFamily="18" charset="0"/>
                  <a:ea typeface="宋体" panose="02010600030101010101" pitchFamily="2" charset="-122"/>
                </a:rPr>
                <a:t>S1</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42018" name="Text Box 112"/>
            <p:cNvSpPr txBox="1"/>
            <p:nvPr/>
          </p:nvSpPr>
          <p:spPr>
            <a:xfrm>
              <a:off x="1645" y="2793"/>
              <a:ext cx="788"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2019" name="Text Box 113"/>
            <p:cNvSpPr txBox="1"/>
            <p:nvPr/>
          </p:nvSpPr>
          <p:spPr>
            <a:xfrm>
              <a:off x="1645" y="5653"/>
              <a:ext cx="788"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2020" name="Text Box 114"/>
            <p:cNvSpPr txBox="1"/>
            <p:nvPr/>
          </p:nvSpPr>
          <p:spPr>
            <a:xfrm>
              <a:off x="6068" y="2793"/>
              <a:ext cx="92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c</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2021" name="Text Box 115"/>
            <p:cNvSpPr txBox="1"/>
            <p:nvPr/>
          </p:nvSpPr>
          <p:spPr>
            <a:xfrm>
              <a:off x="6068" y="5740"/>
              <a:ext cx="918"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d</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2022" name="Text Box 116"/>
            <p:cNvSpPr txBox="1"/>
            <p:nvPr/>
          </p:nvSpPr>
          <p:spPr>
            <a:xfrm>
              <a:off x="3573" y="6195"/>
              <a:ext cx="1050" cy="818"/>
            </a:xfrm>
            <a:prstGeom prst="rect">
              <a:avLst/>
            </a:prstGeom>
            <a:gradFill rotWithShape="1">
              <a:gsLst>
                <a:gs pos="0">
                  <a:srgbClr val="0099FF"/>
                </a:gs>
                <a:gs pos="100000">
                  <a:schemeClr val="bg1"/>
                </a:gs>
              </a:gsLst>
              <a:lin ang="5400000" scaled="1"/>
              <a:tileRect/>
            </a:grad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2023" name="Line 105"/>
            <p:cNvSpPr/>
            <p:nvPr/>
          </p:nvSpPr>
          <p:spPr>
            <a:xfrm flipV="1">
              <a:off x="1758" y="3585"/>
              <a:ext cx="0" cy="1133"/>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pSp>
          <p:nvGrpSpPr>
            <p:cNvPr id="73" name="组合 72"/>
            <p:cNvGrpSpPr/>
            <p:nvPr/>
          </p:nvGrpSpPr>
          <p:grpSpPr>
            <a:xfrm>
              <a:off x="1305" y="4290"/>
              <a:ext cx="908" cy="908"/>
              <a:chOff x="5907581" y="4495572"/>
              <a:chExt cx="576263" cy="576263"/>
            </a:xfrm>
          </p:grpSpPr>
          <p:sp>
            <p:nvSpPr>
              <p:cNvPr id="74"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75" name="直接连接符 74"/>
              <p:cNvCxnSpPr>
                <a:stCxn id="74" idx="4"/>
                <a:endCxn id="74"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 name="组合 3"/>
          <p:cNvGrpSpPr/>
          <p:nvPr/>
        </p:nvGrpSpPr>
        <p:grpSpPr>
          <a:xfrm>
            <a:off x="4712335" y="1964055"/>
            <a:ext cx="4124325" cy="2677160"/>
            <a:chOff x="7313" y="2793"/>
            <a:chExt cx="6495" cy="4216"/>
          </a:xfrm>
        </p:grpSpPr>
        <p:sp>
          <p:nvSpPr>
            <p:cNvPr id="42027" name="Text Box 118"/>
            <p:cNvSpPr txBox="1"/>
            <p:nvPr/>
          </p:nvSpPr>
          <p:spPr>
            <a:xfrm>
              <a:off x="12303" y="3358"/>
              <a:ext cx="655"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2028" name="Text Box 119"/>
            <p:cNvSpPr txBox="1"/>
            <p:nvPr/>
          </p:nvSpPr>
          <p:spPr>
            <a:xfrm>
              <a:off x="12303" y="4945"/>
              <a:ext cx="655"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2029" name="Text Box 120"/>
            <p:cNvSpPr txBox="1"/>
            <p:nvPr/>
          </p:nvSpPr>
          <p:spPr>
            <a:xfrm>
              <a:off x="12758" y="4153"/>
              <a:ext cx="1050" cy="817"/>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baseline="-25000" dirty="0">
                  <a:solidFill>
                    <a:schemeClr val="tx1"/>
                  </a:solidFill>
                  <a:latin typeface="Times New Roman" panose="02020603050405020304" pitchFamily="18" charset="0"/>
                  <a:ea typeface="宋体" panose="02010600030101010101" pitchFamily="2" charset="-122"/>
                </a:rPr>
                <a:t>S2</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42030" name="Text Box 121"/>
            <p:cNvSpPr txBox="1"/>
            <p:nvPr/>
          </p:nvSpPr>
          <p:spPr>
            <a:xfrm>
              <a:off x="7540" y="3473"/>
              <a:ext cx="655"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2031" name="Text Box 122"/>
            <p:cNvSpPr txBox="1"/>
            <p:nvPr/>
          </p:nvSpPr>
          <p:spPr>
            <a:xfrm>
              <a:off x="7540" y="4833"/>
              <a:ext cx="655"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2032" name="Line 123"/>
            <p:cNvSpPr/>
            <p:nvPr/>
          </p:nvSpPr>
          <p:spPr bwMode="auto">
            <a:xfrm>
              <a:off x="7653" y="3473"/>
              <a:ext cx="1133"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42033" name="Line 124"/>
            <p:cNvSpPr/>
            <p:nvPr/>
          </p:nvSpPr>
          <p:spPr bwMode="auto">
            <a:xfrm>
              <a:off x="7653" y="5628"/>
              <a:ext cx="1133"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42034" name="Rectangle 125"/>
            <p:cNvSpPr/>
            <p:nvPr/>
          </p:nvSpPr>
          <p:spPr bwMode="auto">
            <a:xfrm>
              <a:off x="9468" y="3473"/>
              <a:ext cx="2835" cy="2267"/>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42036" name="Text Box 129"/>
            <p:cNvSpPr txBox="1"/>
            <p:nvPr/>
          </p:nvSpPr>
          <p:spPr>
            <a:xfrm>
              <a:off x="7313" y="4153"/>
              <a:ext cx="1050" cy="817"/>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baseline="-25000" dirty="0">
                  <a:solidFill>
                    <a:schemeClr val="tx1"/>
                  </a:solidFill>
                  <a:latin typeface="Times New Roman" panose="02020603050405020304" pitchFamily="18" charset="0"/>
                  <a:ea typeface="宋体" panose="02010600030101010101" pitchFamily="2" charset="-122"/>
                </a:rPr>
                <a:t>1</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42037" name="Rectangle 130"/>
            <p:cNvSpPr/>
            <p:nvPr/>
          </p:nvSpPr>
          <p:spPr>
            <a:xfrm>
              <a:off x="8788" y="3158"/>
              <a:ext cx="1838" cy="2947"/>
            </a:xfrm>
            <a:prstGeom prst="rect">
              <a:avLst/>
            </a:prstGeom>
            <a:solidFill>
              <a:schemeClr val="tx2">
                <a:lumMod val="20000"/>
                <a:lumOff val="80000"/>
              </a:schemeClr>
            </a:solidFill>
            <a:ln w="38100">
              <a:noFill/>
            </a:ln>
          </p:spPr>
          <p:txBody>
            <a:bodyPr wrap="none" anchor="ctr" anchorCtr="0"/>
            <a:p>
              <a:pPr algn="ctr"/>
              <a:r>
                <a:rPr lang="zh-CN" altLang="en-US" dirty="0">
                  <a:solidFill>
                    <a:schemeClr val="tx1"/>
                  </a:solidFill>
                  <a:latin typeface="Arial" panose="020B0604020202020204" pitchFamily="34" charset="0"/>
                </a:rPr>
                <a:t>线性</a:t>
              </a:r>
              <a:endParaRPr lang="zh-CN" altLang="en-US" dirty="0">
                <a:solidFill>
                  <a:schemeClr val="tx1"/>
                </a:solidFill>
                <a:latin typeface="Arial" panose="020B0604020202020204" pitchFamily="34" charset="0"/>
              </a:endParaRPr>
            </a:p>
            <a:p>
              <a:pPr algn="ctr"/>
              <a:r>
                <a:rPr lang="zh-CN" altLang="en-US" dirty="0">
                  <a:solidFill>
                    <a:schemeClr val="tx1"/>
                  </a:solidFill>
                  <a:latin typeface="Arial" panose="020B0604020202020204" pitchFamily="34" charset="0"/>
                </a:rPr>
                <a:t>电阻</a:t>
              </a:r>
              <a:endParaRPr lang="zh-CN" altLang="en-US" dirty="0">
                <a:solidFill>
                  <a:schemeClr val="tx1"/>
                </a:solidFill>
                <a:latin typeface="Arial" panose="020B0604020202020204" pitchFamily="34" charset="0"/>
              </a:endParaRPr>
            </a:p>
            <a:p>
              <a:pPr algn="ctr"/>
              <a:r>
                <a:rPr lang="zh-CN" altLang="en-US" dirty="0">
                  <a:solidFill>
                    <a:schemeClr val="tx1"/>
                  </a:solidFill>
                  <a:latin typeface="Arial" panose="020B0604020202020204" pitchFamily="34" charset="0"/>
                </a:rPr>
                <a:t>网络</a:t>
              </a:r>
              <a:endParaRPr lang="zh-CN" altLang="en-US" dirty="0">
                <a:solidFill>
                  <a:schemeClr val="tx1"/>
                </a:solidFill>
                <a:latin typeface="Arial" panose="020B0604020202020204" pitchFamily="34" charset="0"/>
              </a:endParaRPr>
            </a:p>
            <a:p>
              <a:pPr algn="ctr"/>
              <a:r>
                <a:rPr lang="en-US" altLang="zh-CN" b="0" dirty="0">
                  <a:solidFill>
                    <a:schemeClr val="tx1"/>
                  </a:solidFill>
                  <a:latin typeface="Times New Roman" panose="02020603050405020304" pitchFamily="18" charset="0"/>
                  <a:ea typeface="仿宋_GB2312" pitchFamily="49" charset="-122"/>
                </a:rPr>
                <a:t>N</a:t>
              </a:r>
              <a:r>
                <a:rPr lang="en-US" altLang="zh-CN" b="0" i="1" baseline="-25000" dirty="0">
                  <a:solidFill>
                    <a:schemeClr val="tx1"/>
                  </a:solidFill>
                  <a:latin typeface="Times New Roman" panose="02020603050405020304" pitchFamily="18" charset="0"/>
                  <a:ea typeface="仿宋_GB2312" pitchFamily="49" charset="-122"/>
                </a:rPr>
                <a:t>R</a:t>
              </a:r>
              <a:endParaRPr lang="en-US" altLang="zh-CN" b="0" i="1" baseline="-25000" dirty="0">
                <a:solidFill>
                  <a:schemeClr val="tx1"/>
                </a:solidFill>
                <a:latin typeface="Times New Roman" panose="02020603050405020304" pitchFamily="18" charset="0"/>
                <a:ea typeface="仿宋_GB2312" pitchFamily="49" charset="-122"/>
              </a:endParaRPr>
            </a:p>
          </p:txBody>
        </p:sp>
        <p:sp>
          <p:nvSpPr>
            <p:cNvPr id="42038" name="Text Box 131"/>
            <p:cNvSpPr txBox="1"/>
            <p:nvPr/>
          </p:nvSpPr>
          <p:spPr>
            <a:xfrm>
              <a:off x="7540" y="2840"/>
              <a:ext cx="788"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2039" name="Text Box 132"/>
            <p:cNvSpPr txBox="1"/>
            <p:nvPr/>
          </p:nvSpPr>
          <p:spPr>
            <a:xfrm>
              <a:off x="7540" y="5513"/>
              <a:ext cx="788"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2040" name="Text Box 133"/>
            <p:cNvSpPr txBox="1"/>
            <p:nvPr/>
          </p:nvSpPr>
          <p:spPr>
            <a:xfrm>
              <a:off x="11623" y="2793"/>
              <a:ext cx="920"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c</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2041" name="Text Box 134"/>
            <p:cNvSpPr txBox="1"/>
            <p:nvPr/>
          </p:nvSpPr>
          <p:spPr>
            <a:xfrm>
              <a:off x="11623" y="5628"/>
              <a:ext cx="918"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d</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2042" name="Oval 135"/>
            <p:cNvSpPr/>
            <p:nvPr/>
          </p:nvSpPr>
          <p:spPr bwMode="auto">
            <a:xfrm>
              <a:off x="7428" y="3358"/>
              <a:ext cx="228" cy="227"/>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p>
              <a:endParaRPr lang="zh-CN" altLang="en-US" dirty="0">
                <a:solidFill>
                  <a:schemeClr val="tx1"/>
                </a:solidFill>
                <a:latin typeface="Arial" panose="020B0604020202020204" pitchFamily="34" charset="0"/>
              </a:endParaRPr>
            </a:p>
          </p:txBody>
        </p:sp>
        <p:sp>
          <p:nvSpPr>
            <p:cNvPr id="42043" name="Oval 136"/>
            <p:cNvSpPr/>
            <p:nvPr/>
          </p:nvSpPr>
          <p:spPr bwMode="auto">
            <a:xfrm>
              <a:off x="7425" y="5513"/>
              <a:ext cx="228" cy="227"/>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42044" name="Text Box 137"/>
            <p:cNvSpPr txBox="1"/>
            <p:nvPr/>
          </p:nvSpPr>
          <p:spPr>
            <a:xfrm>
              <a:off x="9240" y="6193"/>
              <a:ext cx="1100" cy="817"/>
            </a:xfrm>
            <a:prstGeom prst="rect">
              <a:avLst/>
            </a:prstGeom>
            <a:gradFill rotWithShape="1">
              <a:gsLst>
                <a:gs pos="0">
                  <a:srgbClr val="0099FF"/>
                </a:gs>
                <a:gs pos="100000">
                  <a:schemeClr val="bg1"/>
                </a:gs>
              </a:gsLst>
              <a:lin ang="5400000" scaled="1"/>
              <a:tileRect/>
            </a:gradFill>
            <a:ln w="38100">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grpSp>
          <p:nvGrpSpPr>
            <p:cNvPr id="79" name="组合 78"/>
            <p:cNvGrpSpPr/>
            <p:nvPr/>
          </p:nvGrpSpPr>
          <p:grpSpPr>
            <a:xfrm>
              <a:off x="11850" y="4063"/>
              <a:ext cx="908" cy="908"/>
              <a:chOff x="505193" y="3720552"/>
              <a:chExt cx="432197" cy="432197"/>
            </a:xfrm>
            <a:solidFill>
              <a:schemeClr val="accent6">
                <a:lumMod val="40000"/>
                <a:lumOff val="60000"/>
              </a:schemeClr>
            </a:solidFill>
          </p:grpSpPr>
          <p:sp>
            <p:nvSpPr>
              <p:cNvPr id="80"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81" name="直接连接符 80"/>
              <p:cNvCxnSpPr>
                <a:stCxn id="80" idx="0"/>
                <a:endCxn id="80"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5365"/>
                                        </p:tgtEl>
                                        <p:attrNameLst>
                                          <p:attrName>style.visibility</p:attrName>
                                        </p:attrNameLst>
                                      </p:cBhvr>
                                      <p:to>
                                        <p:strVal val="visible"/>
                                      </p:to>
                                    </p:set>
                                    <p:anim calcmode="lin" valueType="num">
                                      <p:cBhvr additive="base">
                                        <p:cTn id="7" dur="500" fill="hold"/>
                                        <p:tgtEl>
                                          <p:spTgt spid="15365"/>
                                        </p:tgtEl>
                                        <p:attrNameLst>
                                          <p:attrName>ppt_x</p:attrName>
                                        </p:attrNameLst>
                                      </p:cBhvr>
                                      <p:tavLst>
                                        <p:tav tm="0">
                                          <p:val>
                                            <p:strVal val="0-#ppt_w/2"/>
                                          </p:val>
                                        </p:tav>
                                        <p:tav tm="100000">
                                          <p:val>
                                            <p:strVal val="#ppt_x"/>
                                          </p:val>
                                        </p:tav>
                                      </p:tavLst>
                                    </p:anim>
                                    <p:anim calcmode="lin" valueType="num">
                                      <p:cBhvr additive="base">
                                        <p:cTn id="8" dur="500" fill="hold"/>
                                        <p:tgtEl>
                                          <p:spTgt spid="1536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linds(horizontal)">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blinds(horizontal)">
                                      <p:cBhvr>
                                        <p:cTn id="18" dur="500"/>
                                        <p:tgtEl>
                                          <p:spTgt spid="3"/>
                                        </p:tgtEl>
                                      </p:cBhvr>
                                    </p:animEffect>
                                  </p:childTnLst>
                                </p:cTn>
                              </p:par>
                              <p:par>
                                <p:cTn id="19" presetID="22" presetClass="entr" presetSubtype="8" fill="hold" nodeType="with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left)">
                                      <p:cBhvr>
                                        <p:cTn id="21" dur="5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5414"/>
                                        </p:tgtEl>
                                        <p:attrNameLst>
                                          <p:attrName>style.visibility</p:attrName>
                                        </p:attrNameLst>
                                      </p:cBhvr>
                                      <p:to>
                                        <p:strVal val="visible"/>
                                      </p:to>
                                    </p:set>
                                    <p:animEffect transition="in" filter="wipe(left)">
                                      <p:cBhvr>
                                        <p:cTn id="26" dur="2000"/>
                                        <p:tgtEl>
                                          <p:spTgt spid="15414"/>
                                        </p:tgtEl>
                                      </p:cBhvr>
                                    </p:animEffect>
                                  </p:childTnLst>
                                </p:cTn>
                              </p:par>
                            </p:childTnLst>
                          </p:cTn>
                        </p:par>
                      </p:childTnLst>
                    </p:cTn>
                  </p:par>
                  <p:par>
                    <p:cTn id="27" fill="hold">
                      <p:stCondLst>
                        <p:cond delay="indefinite"/>
                      </p:stCondLst>
                      <p:childTnLst>
                        <p:par>
                          <p:cTn id="28" fill="hold">
                            <p:stCondLst>
                              <p:cond delay="0"/>
                            </p:stCondLst>
                            <p:childTnLst>
                              <p:par>
                                <p:cTn id="29" presetID="18" presetClass="entr" presetSubtype="6" fill="hold" nodeType="clickEffect">
                                  <p:stCondLst>
                                    <p:cond delay="0"/>
                                  </p:stCondLst>
                                  <p:childTnLst>
                                    <p:set>
                                      <p:cBhvr>
                                        <p:cTn id="30" dur="1" fill="hold">
                                          <p:stCondLst>
                                            <p:cond delay="0"/>
                                          </p:stCondLst>
                                        </p:cTn>
                                        <p:tgtEl>
                                          <p:spTgt spid="15362"/>
                                        </p:tgtEl>
                                        <p:attrNameLst>
                                          <p:attrName>style.visibility</p:attrName>
                                        </p:attrNameLst>
                                      </p:cBhvr>
                                      <p:to>
                                        <p:strVal val="visible"/>
                                      </p:to>
                                    </p:set>
                                    <p:animEffect transition="in" filter="strips(downRight)">
                                      <p:cBhvr>
                                        <p:cTn id="31" dur="3000"/>
                                        <p:tgtEl>
                                          <p:spTgt spid="15362"/>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blinds(horizontal)">
                                      <p:cBhvr>
                                        <p:cTn id="36" dur="500"/>
                                        <p:tgtEl>
                                          <p:spTgt spid="12"/>
                                        </p:tgtEl>
                                      </p:cBhvr>
                                    </p:animEffect>
                                  </p:childTnLst>
                                </p:cTn>
                              </p:par>
                            </p:childTnLst>
                          </p:cTn>
                        </p:par>
                        <p:par>
                          <p:cTn id="37" fill="hold">
                            <p:stCondLst>
                              <p:cond delay="500"/>
                            </p:stCondLst>
                            <p:childTnLst>
                              <p:par>
                                <p:cTn id="38" presetID="23" presetClass="entr" presetSubtype="32" fill="hold" grpId="0" nodeType="afterEffect">
                                  <p:stCondLst>
                                    <p:cond delay="0"/>
                                  </p:stCondLst>
                                  <p:childTnLst>
                                    <p:set>
                                      <p:cBhvr>
                                        <p:cTn id="39" dur="1" fill="hold">
                                          <p:stCondLst>
                                            <p:cond delay="0"/>
                                          </p:stCondLst>
                                        </p:cTn>
                                        <p:tgtEl>
                                          <p:spTgt spid="15415"/>
                                        </p:tgtEl>
                                        <p:attrNameLst>
                                          <p:attrName>style.visibility</p:attrName>
                                        </p:attrNameLst>
                                      </p:cBhvr>
                                      <p:to>
                                        <p:strVal val="visible"/>
                                      </p:to>
                                    </p:set>
                                    <p:anim calcmode="lin" valueType="num">
                                      <p:cBhvr>
                                        <p:cTn id="40" dur="1000" fill="hold"/>
                                        <p:tgtEl>
                                          <p:spTgt spid="15415"/>
                                        </p:tgtEl>
                                        <p:attrNameLst>
                                          <p:attrName>ppt_w</p:attrName>
                                        </p:attrNameLst>
                                      </p:cBhvr>
                                      <p:tavLst>
                                        <p:tav tm="0">
                                          <p:val>
                                            <p:strVal val="4*#ppt_w"/>
                                          </p:val>
                                        </p:tav>
                                        <p:tav tm="100000">
                                          <p:val>
                                            <p:strVal val="#ppt_w"/>
                                          </p:val>
                                        </p:tav>
                                      </p:tavLst>
                                    </p:anim>
                                    <p:anim calcmode="lin" valueType="num">
                                      <p:cBhvr>
                                        <p:cTn id="41" dur="1000" fill="hold"/>
                                        <p:tgtEl>
                                          <p:spTgt spid="15415"/>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5" grpId="0" bldLvl="0" animBg="1"/>
      <p:bldP spid="15414" grpId="0"/>
      <p:bldP spid="15415"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*4-6 互易定理</a:t>
            </a:r>
            <a:endParaRPr lang="zh-CN" altLang="en-US"/>
          </a:p>
        </p:txBody>
      </p:sp>
      <p:sp>
        <p:nvSpPr>
          <p:cNvPr id="14340" name="Text Box 4"/>
          <p:cNvSpPr txBox="1"/>
          <p:nvPr/>
        </p:nvSpPr>
        <p:spPr>
          <a:xfrm>
            <a:off x="539750" y="4129088"/>
            <a:ext cx="8001000" cy="1124585"/>
          </a:xfrm>
          <a:prstGeom prst="rect">
            <a:avLst/>
          </a:prstGeom>
          <a:noFill/>
          <a:ln w="9525">
            <a:noFill/>
          </a:ln>
        </p:spPr>
        <p:txBody>
          <a:bodyPr>
            <a:spAutoFit/>
          </a:bodyPr>
          <a:p>
            <a:pPr marL="476250" indent="-476250" algn="just">
              <a:lnSpc>
                <a:spcPct val="120000"/>
              </a:lnSpc>
              <a:buAutoNum type="circleNumDbPlain" startAt="3"/>
            </a:pPr>
            <a:r>
              <a:rPr kumimoji="1" lang="zh-CN" altLang="en-US" sz="2800" dirty="0" smtClean="0">
                <a:latin typeface="华文楷体" panose="02010600040101010101" pitchFamily="2" charset="-122"/>
                <a:ea typeface="华文楷体" panose="02010600040101010101" pitchFamily="2" charset="-122"/>
              </a:rPr>
              <a:t>互易定理只适用于线性电阻网络在单一电源激励下，端口两个支路的电压、电流关系。</a:t>
            </a:r>
            <a:endParaRPr kumimoji="1" lang="zh-CN" altLang="en-US" sz="2800" dirty="0" smtClean="0">
              <a:latin typeface="华文楷体" panose="02010600040101010101" pitchFamily="2" charset="-122"/>
              <a:ea typeface="华文楷体" panose="02010600040101010101" pitchFamily="2" charset="-122"/>
            </a:endParaRPr>
          </a:p>
        </p:txBody>
      </p:sp>
      <p:sp>
        <p:nvSpPr>
          <p:cNvPr id="14345" name="Text Box 9"/>
          <p:cNvSpPr txBox="1"/>
          <p:nvPr/>
        </p:nvSpPr>
        <p:spPr>
          <a:xfrm>
            <a:off x="539750" y="1606550"/>
            <a:ext cx="7632700" cy="1124585"/>
          </a:xfrm>
          <a:prstGeom prst="rect">
            <a:avLst/>
          </a:prstGeom>
          <a:noFill/>
          <a:ln w="9525">
            <a:noFill/>
          </a:ln>
        </p:spPr>
        <p:txBody>
          <a:bodyPr>
            <a:spAutoFit/>
          </a:bodyPr>
          <a:p>
            <a:pPr marL="476250" indent="-476250" algn="just">
              <a:lnSpc>
                <a:spcPct val="120000"/>
              </a:lnSpc>
              <a:spcBef>
                <a:spcPct val="50000"/>
              </a:spcBef>
              <a:buAutoNum type="circleNumDbPlain"/>
            </a:pPr>
            <a:r>
              <a:rPr kumimoji="1" lang="zh-CN" altLang="en-US" sz="2800" dirty="0" smtClean="0">
                <a:latin typeface="华文楷体" panose="02010600040101010101" pitchFamily="2" charset="-122"/>
                <a:ea typeface="华文楷体" panose="02010600040101010101" pitchFamily="2" charset="-122"/>
              </a:rPr>
              <a:t>互易前后应保持网络的拓扑结构不变，仅理想电源搬移。</a:t>
            </a:r>
            <a:endParaRPr kumimoji="1" lang="zh-CN" altLang="en-US" sz="2800" dirty="0" smtClean="0">
              <a:latin typeface="华文楷体" panose="02010600040101010101" pitchFamily="2" charset="-122"/>
              <a:ea typeface="华文楷体" panose="02010600040101010101" pitchFamily="2" charset="-122"/>
            </a:endParaRPr>
          </a:p>
        </p:txBody>
      </p:sp>
      <p:sp>
        <p:nvSpPr>
          <p:cNvPr id="14346" name="Text Box 10"/>
          <p:cNvSpPr txBox="1"/>
          <p:nvPr/>
        </p:nvSpPr>
        <p:spPr>
          <a:xfrm>
            <a:off x="539750" y="2863850"/>
            <a:ext cx="8281988" cy="1124585"/>
          </a:xfrm>
          <a:prstGeom prst="rect">
            <a:avLst/>
          </a:prstGeom>
          <a:noFill/>
          <a:ln w="9525">
            <a:noFill/>
          </a:ln>
        </p:spPr>
        <p:txBody>
          <a:bodyPr>
            <a:spAutoFit/>
          </a:bodyPr>
          <a:p>
            <a:pPr marL="342900" indent="-342900">
              <a:lnSpc>
                <a:spcPct val="120000"/>
              </a:lnSpc>
              <a:spcBef>
                <a:spcPct val="20000"/>
              </a:spcBef>
              <a:buAutoNum type="circleNumDbPlain" startAt="2"/>
            </a:pPr>
            <a:r>
              <a:rPr kumimoji="1" lang="zh-CN" altLang="en-US" sz="2800" dirty="0" smtClean="0">
                <a:latin typeface="华文楷体" panose="02010600040101010101" pitchFamily="2" charset="-122"/>
                <a:ea typeface="华文楷体" panose="02010600040101010101" pitchFamily="2" charset="-122"/>
              </a:rPr>
              <a:t>互易前后端口处的激励和响应的极性保持一致    （要么都关联，要么都非关联)。</a:t>
            </a:r>
            <a:endParaRPr kumimoji="1" lang="zh-CN" altLang="en-US" sz="2800" dirty="0" smtClean="0">
              <a:latin typeface="华文楷体" panose="02010600040101010101" pitchFamily="2" charset="-122"/>
              <a:ea typeface="华文楷体" panose="02010600040101010101" pitchFamily="2" charset="-122"/>
            </a:endParaRPr>
          </a:p>
        </p:txBody>
      </p:sp>
      <p:sp>
        <p:nvSpPr>
          <p:cNvPr id="14347" name="Text Box 11"/>
          <p:cNvSpPr txBox="1"/>
          <p:nvPr/>
        </p:nvSpPr>
        <p:spPr>
          <a:xfrm>
            <a:off x="539750" y="5429250"/>
            <a:ext cx="7920038" cy="521970"/>
          </a:xfrm>
          <a:prstGeom prst="rect">
            <a:avLst/>
          </a:prstGeom>
          <a:noFill/>
          <a:ln w="9525">
            <a:noFill/>
          </a:ln>
        </p:spPr>
        <p:txBody>
          <a:bodyPr>
            <a:spAutoFit/>
          </a:bodyPr>
          <a:p>
            <a:pPr marL="342900" indent="-342900">
              <a:spcBef>
                <a:spcPct val="50000"/>
              </a:spcBef>
              <a:buAutoNum type="circleNumDbPlain" startAt="4"/>
            </a:pPr>
            <a:r>
              <a:rPr kumimoji="1" lang="zh-CN" altLang="en-US" sz="2800" dirty="0" smtClean="0">
                <a:latin typeface="华文楷体" panose="02010600040101010101" pitchFamily="2" charset="-122"/>
                <a:ea typeface="华文楷体" panose="02010600040101010101" pitchFamily="2" charset="-122"/>
              </a:rPr>
              <a:t>含有受控源的网络，互易定理一般不成立。</a:t>
            </a:r>
            <a:endParaRPr kumimoji="1" lang="zh-CN" altLang="en-US" sz="2800" dirty="0" smtClean="0">
              <a:latin typeface="华文楷体" panose="02010600040101010101" pitchFamily="2" charset="-122"/>
              <a:ea typeface="华文楷体" panose="02010600040101010101" pitchFamily="2" charset="-122"/>
            </a:endParaRPr>
          </a:p>
        </p:txBody>
      </p:sp>
      <p:sp>
        <p:nvSpPr>
          <p:cNvPr id="14348" name="Text Box 12" descr="绿色大理石"/>
          <p:cNvSpPr txBox="1"/>
          <p:nvPr/>
        </p:nvSpPr>
        <p:spPr>
          <a:xfrm>
            <a:off x="646113" y="949325"/>
            <a:ext cx="5567362" cy="521970"/>
          </a:xfrm>
          <a:prstGeom prst="rect">
            <a:avLst/>
          </a:prstGeom>
          <a:blipFill rotWithShape="1">
            <a:blip r:embed="rId1"/>
          </a:blipFill>
          <a:ln w="9525">
            <a:noFill/>
          </a:ln>
        </p:spPr>
        <p:txBody>
          <a:bodyPr>
            <a:spAutoFit/>
          </a:bodyPr>
          <a:p>
            <a:pPr>
              <a:spcBef>
                <a:spcPct val="50000"/>
              </a:spcBef>
            </a:pPr>
            <a:r>
              <a:rPr kumimoji="1" lang="zh-CN" altLang="en-US" sz="2800" dirty="0" smtClean="0">
                <a:solidFill>
                  <a:schemeClr val="bg1"/>
                </a:solidFill>
                <a:latin typeface="华文楷体" panose="02010600040101010101" pitchFamily="2" charset="-122"/>
                <a:ea typeface="华文楷体" panose="02010600040101010101" pitchFamily="2" charset="-122"/>
              </a:rPr>
              <a:t>应用互易定理分析电路时应注意：</a:t>
            </a:r>
            <a:endParaRPr kumimoji="1" lang="zh-CN" altLang="en-US" sz="2800" dirty="0" smtClean="0">
              <a:solidFill>
                <a:schemeClr val="bg1"/>
              </a:solidFill>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4348"/>
                                        </p:tgtEl>
                                        <p:attrNameLst>
                                          <p:attrName>style.visibility</p:attrName>
                                        </p:attrNameLst>
                                      </p:cBhvr>
                                      <p:to>
                                        <p:strVal val="visible"/>
                                      </p:to>
                                    </p:set>
                                    <p:anim calcmode="lin" valueType="num">
                                      <p:cBhvr additive="base">
                                        <p:cTn id="7" dur="500" fill="hold"/>
                                        <p:tgtEl>
                                          <p:spTgt spid="14348"/>
                                        </p:tgtEl>
                                        <p:attrNameLst>
                                          <p:attrName>ppt_x</p:attrName>
                                        </p:attrNameLst>
                                      </p:cBhvr>
                                      <p:tavLst>
                                        <p:tav tm="0">
                                          <p:val>
                                            <p:strVal val="0-#ppt_w/2"/>
                                          </p:val>
                                        </p:tav>
                                        <p:tav tm="100000">
                                          <p:val>
                                            <p:strVal val="#ppt_x"/>
                                          </p:val>
                                        </p:tav>
                                      </p:tavLst>
                                    </p:anim>
                                    <p:anim calcmode="lin" valueType="num">
                                      <p:cBhvr additive="base">
                                        <p:cTn id="8" dur="500" fill="hold"/>
                                        <p:tgtEl>
                                          <p:spTgt spid="1434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iterate type="lt">
                                    <p:tmPct val="100000"/>
                                  </p:iterate>
                                  <p:childTnLst>
                                    <p:set>
                                      <p:cBhvr>
                                        <p:cTn id="12" dur="1" fill="hold">
                                          <p:stCondLst>
                                            <p:cond delay="0"/>
                                          </p:stCondLst>
                                        </p:cTn>
                                        <p:tgtEl>
                                          <p:spTgt spid="14345"/>
                                        </p:tgtEl>
                                        <p:attrNameLst>
                                          <p:attrName>style.visibility</p:attrName>
                                        </p:attrNameLst>
                                      </p:cBhvr>
                                      <p:to>
                                        <p:strVal val="visible"/>
                                      </p:to>
                                    </p:set>
                                    <p:animEffect transition="in" filter="box(out)">
                                      <p:cBhvr>
                                        <p:cTn id="13" dur="75"/>
                                        <p:tgtEl>
                                          <p:spTgt spid="14345"/>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iterate type="lt">
                                    <p:tmPct val="100000"/>
                                  </p:iterate>
                                  <p:childTnLst>
                                    <p:set>
                                      <p:cBhvr>
                                        <p:cTn id="17" dur="1" fill="hold">
                                          <p:stCondLst>
                                            <p:cond delay="0"/>
                                          </p:stCondLst>
                                        </p:cTn>
                                        <p:tgtEl>
                                          <p:spTgt spid="14346"/>
                                        </p:tgtEl>
                                        <p:attrNameLst>
                                          <p:attrName>style.visibility</p:attrName>
                                        </p:attrNameLst>
                                      </p:cBhvr>
                                      <p:to>
                                        <p:strVal val="visible"/>
                                      </p:to>
                                    </p:set>
                                    <p:animEffect transition="in" filter="box(in)">
                                      <p:cBhvr>
                                        <p:cTn id="18" dur="75"/>
                                        <p:tgtEl>
                                          <p:spTgt spid="14346"/>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iterate type="lt">
                                    <p:tmPct val="100000"/>
                                  </p:iterate>
                                  <p:childTnLst>
                                    <p:set>
                                      <p:cBhvr>
                                        <p:cTn id="22" dur="1" fill="hold">
                                          <p:stCondLst>
                                            <p:cond delay="0"/>
                                          </p:stCondLst>
                                        </p:cTn>
                                        <p:tgtEl>
                                          <p:spTgt spid="14340"/>
                                        </p:tgtEl>
                                        <p:attrNameLst>
                                          <p:attrName>style.visibility</p:attrName>
                                        </p:attrNameLst>
                                      </p:cBhvr>
                                      <p:to>
                                        <p:strVal val="visible"/>
                                      </p:to>
                                    </p:set>
                                    <p:animEffect transition="in" filter="box(out)">
                                      <p:cBhvr>
                                        <p:cTn id="23" dur="75"/>
                                        <p:tgtEl>
                                          <p:spTgt spid="14340"/>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iterate type="lt">
                                    <p:tmPct val="100000"/>
                                  </p:iterate>
                                  <p:childTnLst>
                                    <p:set>
                                      <p:cBhvr>
                                        <p:cTn id="27" dur="1" fill="hold">
                                          <p:stCondLst>
                                            <p:cond delay="0"/>
                                          </p:stCondLst>
                                        </p:cTn>
                                        <p:tgtEl>
                                          <p:spTgt spid="14347"/>
                                        </p:tgtEl>
                                        <p:attrNameLst>
                                          <p:attrName>style.visibility</p:attrName>
                                        </p:attrNameLst>
                                      </p:cBhvr>
                                      <p:to>
                                        <p:strVal val="visible"/>
                                      </p:to>
                                    </p:set>
                                    <p:animEffect transition="in" filter="box(out)">
                                      <p:cBhvr>
                                        <p:cTn id="28" dur="75"/>
                                        <p:tgtEl>
                                          <p:spTgt spid="143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0" grpId="0"/>
      <p:bldP spid="14345" grpId="0"/>
      <p:bldP spid="14346" grpId="0"/>
      <p:bldP spid="14347" grpId="0"/>
      <p:bldP spid="14348" grpId="0" bldLvl="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*4-6 互易定理</a:t>
            </a:r>
            <a:endParaRPr lang="zh-CN" altLang="en-US"/>
          </a:p>
        </p:txBody>
      </p:sp>
      <p:sp>
        <p:nvSpPr>
          <p:cNvPr id="134147" name="Text Box 3"/>
          <p:cNvSpPr txBox="1"/>
          <p:nvPr/>
        </p:nvSpPr>
        <p:spPr>
          <a:xfrm>
            <a:off x="1613535" y="673100"/>
            <a:ext cx="5184775" cy="521970"/>
          </a:xfrm>
          <a:prstGeom prst="rect">
            <a:avLst/>
          </a:prstGeom>
          <a:noFill/>
          <a:ln w="9525">
            <a:noFill/>
          </a:ln>
        </p:spPr>
        <p:txBody>
          <a:bodyPr>
            <a:spAutoFit/>
          </a:bodyPr>
          <a:p>
            <a:pPr lvl="0" algn="l">
              <a:spcBef>
                <a:spcPct val="50000"/>
              </a:spcBef>
              <a:buClrTx/>
              <a:buSzTx/>
              <a:buFontTx/>
            </a:pPr>
            <a:r>
              <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sym typeface="+mn-ea"/>
              </a:rPr>
              <a:t>求</a:t>
            </a:r>
            <a:r>
              <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sym typeface="+mn-ea"/>
              </a:rPr>
              <a:t>(a)</a:t>
            </a:r>
            <a:r>
              <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sym typeface="+mn-ea"/>
              </a:rPr>
              <a:t>图电流</a:t>
            </a:r>
            <a:r>
              <a:rPr kumimoji="1" lang="zh-CN" altLang="en-US" sz="2800" i="1" dirty="0" smtClean="0">
                <a:latin typeface="Times New Roman" panose="02020603050405020304" pitchFamily="18" charset="0"/>
                <a:ea typeface="华文楷体" panose="02010600040101010101" pitchFamily="2" charset="-122"/>
                <a:cs typeface="Times New Roman" panose="02020603050405020304" pitchFamily="18" charset="0"/>
                <a:sym typeface="+mn-ea"/>
              </a:rPr>
              <a:t>I</a:t>
            </a:r>
            <a:r>
              <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sym typeface="+mn-ea"/>
              </a:rPr>
              <a:t>、</a:t>
            </a:r>
            <a:r>
              <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sym typeface="+mn-ea"/>
              </a:rPr>
              <a:t>(b)</a:t>
            </a:r>
            <a:r>
              <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sym typeface="+mn-ea"/>
              </a:rPr>
              <a:t>图电压</a:t>
            </a:r>
            <a:r>
              <a:rPr kumimoji="1" lang="zh-CN" altLang="en-US" sz="2800" i="1" dirty="0" smtClean="0">
                <a:latin typeface="Times New Roman" panose="02020603050405020304" pitchFamily="18" charset="0"/>
                <a:ea typeface="华文楷体" panose="02010600040101010101" pitchFamily="2" charset="-122"/>
                <a:cs typeface="Times New Roman" panose="02020603050405020304" pitchFamily="18" charset="0"/>
                <a:sym typeface="+mn-ea"/>
              </a:rPr>
              <a:t>U</a:t>
            </a:r>
            <a:r>
              <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sym typeface="+mn-ea"/>
              </a:rPr>
              <a:t>。</a:t>
            </a:r>
            <a:endPar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sym typeface="+mn-ea"/>
            </a:endParaRPr>
          </a:p>
        </p:txBody>
      </p:sp>
      <p:sp>
        <p:nvSpPr>
          <p:cNvPr id="134149" name="Text Box 5"/>
          <p:cNvSpPr txBox="1"/>
          <p:nvPr/>
        </p:nvSpPr>
        <p:spPr>
          <a:xfrm>
            <a:off x="1187450" y="4351338"/>
            <a:ext cx="3889375" cy="521970"/>
          </a:xfrm>
          <a:prstGeom prst="rect">
            <a:avLst/>
          </a:prstGeom>
          <a:no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利用互易定理</a:t>
            </a:r>
            <a:endParaRPr kumimoji="1" lang="zh-CN" altLang="en-US" sz="2800" dirty="0" smtClean="0">
              <a:latin typeface="华文楷体" panose="02010600040101010101" pitchFamily="2" charset="-122"/>
              <a:ea typeface="华文楷体" panose="02010600040101010101" pitchFamily="2" charset="-122"/>
            </a:endParaRPr>
          </a:p>
        </p:txBody>
      </p:sp>
      <p:sp>
        <p:nvSpPr>
          <p:cNvPr id="3" name="Text Box 22"/>
          <p:cNvSpPr txBox="1">
            <a:spLocks noChangeArrowheads="1"/>
          </p:cNvSpPr>
          <p:nvPr/>
        </p:nvSpPr>
        <p:spPr bwMode="auto">
          <a:xfrm>
            <a:off x="277495" y="673100"/>
            <a:ext cx="1225550" cy="575945"/>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例</a:t>
            </a:r>
            <a:r>
              <a:rPr kumimoji="1" lang="en-US" altLang="zh-CN" sz="3200" dirty="0">
                <a:solidFill>
                  <a:schemeClr val="bg1"/>
                </a:solidFill>
                <a:latin typeface="华文新魏" panose="02010800040101010101" pitchFamily="2" charset="-122"/>
                <a:ea typeface="华文新魏" panose="02010800040101010101" pitchFamily="2" charset="-122"/>
              </a:rPr>
              <a:t>6-1</a:t>
            </a:r>
            <a:endParaRPr kumimoji="1" lang="en-US" altLang="zh-CN" sz="3200" dirty="0">
              <a:solidFill>
                <a:schemeClr val="bg1"/>
              </a:solidFill>
              <a:latin typeface="华文新魏" panose="02010800040101010101" pitchFamily="2" charset="-122"/>
              <a:ea typeface="华文新魏" panose="02010800040101010101" pitchFamily="2" charset="-122"/>
            </a:endParaRPr>
          </a:p>
        </p:txBody>
      </p:sp>
      <p:sp>
        <p:nvSpPr>
          <p:cNvPr id="10" name="Text Box 22"/>
          <p:cNvSpPr txBox="1">
            <a:spLocks noChangeArrowheads="1"/>
          </p:cNvSpPr>
          <p:nvPr/>
        </p:nvSpPr>
        <p:spPr bwMode="auto">
          <a:xfrm>
            <a:off x="338369" y="4297833"/>
            <a:ext cx="648000" cy="576000"/>
          </a:xfrm>
          <a:prstGeom prst="rect">
            <a:avLst/>
          </a:pr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解</a:t>
            </a:r>
            <a:endParaRPr kumimoji="1" lang="zh-CN" altLang="en-US" sz="3200" dirty="0">
              <a:solidFill>
                <a:schemeClr val="bg1"/>
              </a:solidFill>
              <a:latin typeface="华文新魏" panose="02010800040101010101" pitchFamily="2" charset="-122"/>
              <a:ea typeface="华文新魏" panose="02010800040101010101" pitchFamily="2" charset="-122"/>
            </a:endParaRPr>
          </a:p>
        </p:txBody>
      </p:sp>
      <p:graphicFrame>
        <p:nvGraphicFramePr>
          <p:cNvPr id="5" name="对象 4"/>
          <p:cNvGraphicFramePr/>
          <p:nvPr/>
        </p:nvGraphicFramePr>
        <p:xfrm>
          <a:off x="754380" y="5013960"/>
          <a:ext cx="3801745" cy="1437005"/>
        </p:xfrm>
        <a:graphic>
          <a:graphicData uri="http://schemas.openxmlformats.org/presentationml/2006/ole">
            <mc:AlternateContent xmlns:mc="http://schemas.openxmlformats.org/markup-compatibility/2006">
              <mc:Choice xmlns:v="urn:schemas-microsoft-com:vml" Requires="v">
                <p:oleObj spid="_x0000_s6" name="" r:id="rId1" imgW="1587500" imgH="584200" progId="Equation.KSEE3">
                  <p:embed/>
                </p:oleObj>
              </mc:Choice>
              <mc:Fallback>
                <p:oleObj name="" r:id="rId1" imgW="1587500" imgH="584200" progId="Equation.KSEE3">
                  <p:embed/>
                  <p:pic>
                    <p:nvPicPr>
                      <p:cNvPr id="0" name="图片 5"/>
                      <p:cNvPicPr/>
                      <p:nvPr/>
                    </p:nvPicPr>
                    <p:blipFill>
                      <a:blip r:embed="rId2"/>
                      <a:stretch>
                        <a:fillRect/>
                      </a:stretch>
                    </p:blipFill>
                    <p:spPr>
                      <a:xfrm>
                        <a:off x="754380" y="5013960"/>
                        <a:ext cx="3801745" cy="1437005"/>
                      </a:xfrm>
                      <a:prstGeom prst="rect">
                        <a:avLst/>
                      </a:prstGeom>
                    </p:spPr>
                  </p:pic>
                </p:oleObj>
              </mc:Fallback>
            </mc:AlternateContent>
          </a:graphicData>
        </a:graphic>
      </p:graphicFrame>
      <p:grpSp>
        <p:nvGrpSpPr>
          <p:cNvPr id="122" name="组合 121"/>
          <p:cNvGrpSpPr/>
          <p:nvPr/>
        </p:nvGrpSpPr>
        <p:grpSpPr>
          <a:xfrm>
            <a:off x="713740" y="1538605"/>
            <a:ext cx="3345180" cy="2429510"/>
            <a:chOff x="-181" y="3880"/>
            <a:chExt cx="5268" cy="3826"/>
          </a:xfrm>
        </p:grpSpPr>
        <p:sp>
          <p:nvSpPr>
            <p:cNvPr id="43052" name="Line 114"/>
            <p:cNvSpPr/>
            <p:nvPr/>
          </p:nvSpPr>
          <p:spPr bwMode="auto">
            <a:xfrm>
              <a:off x="2661" y="4053"/>
              <a:ext cx="0" cy="2835"/>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grpSp>
          <p:nvGrpSpPr>
            <p:cNvPr id="121" name="组合 120"/>
            <p:cNvGrpSpPr/>
            <p:nvPr/>
          </p:nvGrpSpPr>
          <p:grpSpPr>
            <a:xfrm>
              <a:off x="-181" y="3880"/>
              <a:ext cx="5268" cy="3826"/>
              <a:chOff x="713" y="2410"/>
              <a:chExt cx="5268" cy="3826"/>
            </a:xfrm>
          </p:grpSpPr>
          <p:sp>
            <p:nvSpPr>
              <p:cNvPr id="43048" name="Text Box 110"/>
              <p:cNvSpPr txBox="1"/>
              <p:nvPr/>
            </p:nvSpPr>
            <p:spPr>
              <a:xfrm>
                <a:off x="4016" y="2695"/>
                <a:ext cx="1268"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43049" name="Text Box 111"/>
              <p:cNvSpPr txBox="1"/>
              <p:nvPr/>
            </p:nvSpPr>
            <p:spPr>
              <a:xfrm>
                <a:off x="2429" y="3603"/>
                <a:ext cx="1268"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6</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43050" name="Text Box 112"/>
              <p:cNvSpPr txBox="1"/>
              <p:nvPr/>
            </p:nvSpPr>
            <p:spPr>
              <a:xfrm>
                <a:off x="5324" y="3557"/>
                <a:ext cx="537" cy="725"/>
              </a:xfrm>
              <a:prstGeom prst="rect">
                <a:avLst/>
              </a:prstGeom>
              <a:noFill/>
              <a:ln w="9525">
                <a:noFill/>
              </a:ln>
            </p:spPr>
            <p:txBody>
              <a:bodyPr wrap="square">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43051" name="Rectangle 113"/>
              <p:cNvSpPr/>
              <p:nvPr/>
            </p:nvSpPr>
            <p:spPr bwMode="auto">
              <a:xfrm>
                <a:off x="1179" y="2583"/>
                <a:ext cx="4795" cy="2835"/>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43053" name="Text Box 115"/>
              <p:cNvSpPr txBox="1"/>
              <p:nvPr/>
            </p:nvSpPr>
            <p:spPr>
              <a:xfrm>
                <a:off x="1588" y="3741"/>
                <a:ext cx="953"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3054" name="Text Box 116"/>
              <p:cNvSpPr txBox="1"/>
              <p:nvPr/>
            </p:nvSpPr>
            <p:spPr>
              <a:xfrm>
                <a:off x="1656" y="4763"/>
                <a:ext cx="793"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3055" name="Text Box 117"/>
              <p:cNvSpPr txBox="1"/>
              <p:nvPr/>
            </p:nvSpPr>
            <p:spPr>
              <a:xfrm>
                <a:off x="1524" y="4303"/>
                <a:ext cx="1250" cy="725"/>
              </a:xfrm>
              <a:prstGeom prst="rect">
                <a:avLst/>
              </a:prstGeom>
              <a:noFill/>
              <a:ln w="9525">
                <a:noFill/>
              </a:ln>
            </p:spPr>
            <p:txBody>
              <a:bodyPr wrap="square">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12V</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3056" name="Text Box 118"/>
              <p:cNvSpPr txBox="1"/>
              <p:nvPr/>
            </p:nvSpPr>
            <p:spPr>
              <a:xfrm>
                <a:off x="1327" y="3150"/>
                <a:ext cx="1122" cy="725"/>
              </a:xfrm>
              <a:prstGeom prst="rect">
                <a:avLst/>
              </a:prstGeom>
              <a:noFill/>
              <a:ln w="9525">
                <a:noFill/>
              </a:ln>
            </p:spPr>
            <p:txBody>
              <a:bodyPr wrap="square">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2</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43057" name="Text Box 119"/>
              <p:cNvSpPr txBox="1"/>
              <p:nvPr/>
            </p:nvSpPr>
            <p:spPr>
              <a:xfrm>
                <a:off x="2881" y="5418"/>
                <a:ext cx="15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(a)</a:t>
                </a:r>
                <a:endParaRPr lang="en-US" altLang="zh-CN" b="0" dirty="0">
                  <a:solidFill>
                    <a:schemeClr val="tx1"/>
                  </a:solidFill>
                  <a:latin typeface="Times New Roman" panose="02020603050405020304" pitchFamily="18" charset="0"/>
                  <a:ea typeface="仿宋_GB2312" pitchFamily="49" charset="-122"/>
                </a:endParaRPr>
              </a:p>
            </p:txBody>
          </p:sp>
          <p:sp>
            <p:nvSpPr>
              <p:cNvPr id="43058" name="Text Box 120"/>
              <p:cNvSpPr txBox="1"/>
              <p:nvPr/>
            </p:nvSpPr>
            <p:spPr>
              <a:xfrm>
                <a:off x="2086" y="2698"/>
                <a:ext cx="147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4</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43059" name="Rectangle 121"/>
              <p:cNvSpPr/>
              <p:nvPr/>
            </p:nvSpPr>
            <p:spPr bwMode="auto">
              <a:xfrm>
                <a:off x="2199" y="2410"/>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43060" name="Rectangle 122"/>
              <p:cNvSpPr/>
              <p:nvPr/>
            </p:nvSpPr>
            <p:spPr bwMode="auto">
              <a:xfrm>
                <a:off x="4129" y="2425"/>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43061" name="Rectangle 123"/>
              <p:cNvSpPr/>
              <p:nvPr/>
            </p:nvSpPr>
            <p:spPr bwMode="auto">
              <a:xfrm>
                <a:off x="999" y="3150"/>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43062" name="Rectangle 124"/>
              <p:cNvSpPr/>
              <p:nvPr/>
            </p:nvSpPr>
            <p:spPr bwMode="auto">
              <a:xfrm>
                <a:off x="3386" y="3603"/>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43064" name="Line 128"/>
              <p:cNvSpPr/>
              <p:nvPr/>
            </p:nvSpPr>
            <p:spPr>
              <a:xfrm>
                <a:off x="5981" y="3148"/>
                <a:ext cx="0" cy="102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pSp>
            <p:nvGrpSpPr>
              <p:cNvPr id="79" name="组合 78"/>
              <p:cNvGrpSpPr/>
              <p:nvPr/>
            </p:nvGrpSpPr>
            <p:grpSpPr>
              <a:xfrm rot="0">
                <a:off x="713" y="4195"/>
                <a:ext cx="908" cy="908"/>
                <a:chOff x="-1789076" y="3958546"/>
                <a:chExt cx="432197" cy="432197"/>
              </a:xfrm>
              <a:solidFill>
                <a:schemeClr val="accent6">
                  <a:lumMod val="40000"/>
                  <a:lumOff val="60000"/>
                </a:schemeClr>
              </a:solidFill>
            </p:grpSpPr>
            <p:sp>
              <p:nvSpPr>
                <p:cNvPr id="80" name="Oval 953"/>
                <p:cNvSpPr>
                  <a:spLocks noChangeArrowheads="1"/>
                </p:cNvSpPr>
                <p:nvPr/>
              </p:nvSpPr>
              <p:spPr bwMode="auto">
                <a:xfrm>
                  <a:off x="-1789076" y="3958546"/>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81" name="直接连接符 80"/>
                <p:cNvCxnSpPr>
                  <a:stCxn id="80" idx="0"/>
                  <a:endCxn id="80" idx="4"/>
                </p:cNvCxnSpPr>
                <p:nvPr/>
              </p:nvCxnSpPr>
              <p:spPr>
                <a:xfrm>
                  <a:off x="-1572977" y="3958546"/>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graphicFrame>
        <p:nvGraphicFramePr>
          <p:cNvPr id="13" name="对象 12"/>
          <p:cNvGraphicFramePr/>
          <p:nvPr/>
        </p:nvGraphicFramePr>
        <p:xfrm>
          <a:off x="5272405" y="5336540"/>
          <a:ext cx="2494915" cy="436245"/>
        </p:xfrm>
        <a:graphic>
          <a:graphicData uri="http://schemas.openxmlformats.org/presentationml/2006/ole">
            <mc:AlternateContent xmlns:mc="http://schemas.openxmlformats.org/markup-compatibility/2006">
              <mc:Choice xmlns:v="urn:schemas-microsoft-com:vml" Requires="v">
                <p:oleObj spid="_x0000_s14" name="" r:id="rId3" imgW="1041400" imgH="177165" progId="Equation.KSEE3">
                  <p:embed/>
                </p:oleObj>
              </mc:Choice>
              <mc:Fallback>
                <p:oleObj name="" r:id="rId3" imgW="1041400" imgH="177165" progId="Equation.KSEE3">
                  <p:embed/>
                  <p:pic>
                    <p:nvPicPr>
                      <p:cNvPr id="0" name="图片 5"/>
                      <p:cNvPicPr/>
                      <p:nvPr/>
                    </p:nvPicPr>
                    <p:blipFill>
                      <a:blip r:embed="rId4"/>
                      <a:stretch>
                        <a:fillRect/>
                      </a:stretch>
                    </p:blipFill>
                    <p:spPr>
                      <a:xfrm>
                        <a:off x="5272405" y="5336540"/>
                        <a:ext cx="2494915" cy="436245"/>
                      </a:xfrm>
                      <a:prstGeom prst="rect">
                        <a:avLst/>
                      </a:prstGeom>
                    </p:spPr>
                  </p:pic>
                </p:oleObj>
              </mc:Fallback>
            </mc:AlternateContent>
          </a:graphicData>
        </a:graphic>
      </p:graphicFrame>
      <p:grpSp>
        <p:nvGrpSpPr>
          <p:cNvPr id="15" name="组合 14"/>
          <p:cNvGrpSpPr/>
          <p:nvPr/>
        </p:nvGrpSpPr>
        <p:grpSpPr>
          <a:xfrm>
            <a:off x="640080" y="1430655"/>
            <a:ext cx="3672205" cy="2567305"/>
            <a:chOff x="850" y="1953"/>
            <a:chExt cx="5783" cy="4043"/>
          </a:xfrm>
        </p:grpSpPr>
        <p:grpSp>
          <p:nvGrpSpPr>
            <p:cNvPr id="16" name="Group 107"/>
            <p:cNvGrpSpPr/>
            <p:nvPr/>
          </p:nvGrpSpPr>
          <p:grpSpPr>
            <a:xfrm>
              <a:off x="1078" y="1998"/>
              <a:ext cx="5372" cy="3765"/>
              <a:chOff x="431" y="799"/>
              <a:chExt cx="2149" cy="1506"/>
            </a:xfrm>
          </p:grpSpPr>
          <p:sp>
            <p:nvSpPr>
              <p:cNvPr id="17" name="Text Box 15"/>
              <p:cNvSpPr txBox="1"/>
              <p:nvPr>
                <p:custDataLst>
                  <p:tags r:id="rId5"/>
                </p:custDataLst>
              </p:nvPr>
            </p:nvSpPr>
            <p:spPr>
              <a:xfrm>
                <a:off x="1837" y="890"/>
                <a:ext cx="507"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1</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18" name="Text Box 16"/>
              <p:cNvSpPr txBox="1"/>
              <p:nvPr>
                <p:custDataLst>
                  <p:tags r:id="rId6"/>
                </p:custDataLst>
              </p:nvPr>
            </p:nvSpPr>
            <p:spPr>
              <a:xfrm>
                <a:off x="1610" y="1207"/>
                <a:ext cx="507"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6</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19" name="Text Box 18"/>
              <p:cNvSpPr txBox="1"/>
              <p:nvPr>
                <p:custDataLst>
                  <p:tags r:id="rId7"/>
                </p:custDataLst>
              </p:nvPr>
            </p:nvSpPr>
            <p:spPr>
              <a:xfrm>
                <a:off x="2200" y="1116"/>
                <a:ext cx="380" cy="327"/>
              </a:xfrm>
              <a:prstGeom prst="rect">
                <a:avLst/>
              </a:prstGeom>
              <a:noFill/>
              <a:ln w="9525">
                <a:noFill/>
              </a:ln>
            </p:spPr>
            <p:txBody>
              <a:bodyPr>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I</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20" name="Rectangle 19"/>
              <p:cNvSpPr/>
              <p:nvPr>
                <p:custDataLst>
                  <p:tags r:id="rId8"/>
                </p:custDataLst>
              </p:nvPr>
            </p:nvSpPr>
            <p:spPr>
              <a:xfrm>
                <a:off x="612" y="844"/>
                <a:ext cx="1918" cy="1134"/>
              </a:xfrm>
              <a:prstGeom prst="rect">
                <a:avLst/>
              </a:prstGeom>
              <a:noFill/>
              <a:ln w="28575" cap="flat" cmpd="sng">
                <a:solidFill>
                  <a:srgbClr val="FFCC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1" name="Line 20"/>
              <p:cNvSpPr/>
              <p:nvPr>
                <p:custDataLst>
                  <p:tags r:id="rId9"/>
                </p:custDataLst>
              </p:nvPr>
            </p:nvSpPr>
            <p:spPr>
              <a:xfrm>
                <a:off x="1565" y="844"/>
                <a:ext cx="0" cy="1134"/>
              </a:xfrm>
              <a:prstGeom prst="line">
                <a:avLst/>
              </a:prstGeom>
              <a:ln w="28575" cap="flat" cmpd="sng">
                <a:solidFill>
                  <a:srgbClr val="FFCC00"/>
                </a:solidFill>
                <a:prstDash val="solid"/>
                <a:headEnd type="oval" w="med" len="med"/>
                <a:tailEnd type="oval" w="med" len="med"/>
              </a:ln>
            </p:spPr>
          </p:sp>
          <p:sp>
            <p:nvSpPr>
              <p:cNvPr id="22" name="Text Box 21"/>
              <p:cNvSpPr txBox="1"/>
              <p:nvPr>
                <p:custDataLst>
                  <p:tags r:id="rId10"/>
                </p:custDataLst>
              </p:nvPr>
            </p:nvSpPr>
            <p:spPr>
              <a:xfrm>
                <a:off x="658" y="1207"/>
                <a:ext cx="381"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23" name="Text Box 22"/>
              <p:cNvSpPr txBox="1"/>
              <p:nvPr>
                <p:custDataLst>
                  <p:tags r:id="rId11"/>
                </p:custDataLst>
              </p:nvPr>
            </p:nvSpPr>
            <p:spPr>
              <a:xfrm>
                <a:off x="703" y="1706"/>
                <a:ext cx="317"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24" name="Text Box 23"/>
              <p:cNvSpPr txBox="1"/>
              <p:nvPr>
                <p:custDataLst>
                  <p:tags r:id="rId12"/>
                </p:custDataLst>
              </p:nvPr>
            </p:nvSpPr>
            <p:spPr>
              <a:xfrm>
                <a:off x="748" y="1479"/>
                <a:ext cx="720"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12V</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25" name="Text Box 24"/>
              <p:cNvSpPr txBox="1"/>
              <p:nvPr>
                <p:custDataLst>
                  <p:tags r:id="rId13"/>
                </p:custDataLst>
              </p:nvPr>
            </p:nvSpPr>
            <p:spPr>
              <a:xfrm>
                <a:off x="612" y="935"/>
                <a:ext cx="507"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2</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26" name="Text Box 25"/>
              <p:cNvSpPr txBox="1"/>
              <p:nvPr>
                <p:custDataLst>
                  <p:tags r:id="rId14"/>
                </p:custDataLst>
              </p:nvPr>
            </p:nvSpPr>
            <p:spPr>
              <a:xfrm>
                <a:off x="1293" y="1978"/>
                <a:ext cx="600"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仿宋_GB2312" pitchFamily="49" charset="-122"/>
                  </a:rPr>
                  <a:t>(a)</a:t>
                </a:r>
                <a:endParaRPr lang="en-US" altLang="zh-CN" b="0" dirty="0">
                  <a:solidFill>
                    <a:schemeClr val="bg1"/>
                  </a:solidFill>
                  <a:latin typeface="Times New Roman" panose="02020603050405020304" pitchFamily="18" charset="0"/>
                  <a:ea typeface="仿宋_GB2312" pitchFamily="49" charset="-122"/>
                </a:endParaRPr>
              </a:p>
            </p:txBody>
          </p:sp>
          <p:sp>
            <p:nvSpPr>
              <p:cNvPr id="27" name="Text Box 26"/>
              <p:cNvSpPr txBox="1"/>
              <p:nvPr>
                <p:custDataLst>
                  <p:tags r:id="rId15"/>
                </p:custDataLst>
              </p:nvPr>
            </p:nvSpPr>
            <p:spPr>
              <a:xfrm>
                <a:off x="975" y="890"/>
                <a:ext cx="590"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4</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28" name="Rectangle 27"/>
              <p:cNvSpPr/>
              <p:nvPr>
                <p:custDataLst>
                  <p:tags r:id="rId16"/>
                </p:custDataLst>
              </p:nvPr>
            </p:nvSpPr>
            <p:spPr>
              <a:xfrm>
                <a:off x="1020" y="799"/>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29" name="Rectangle 28"/>
              <p:cNvSpPr/>
              <p:nvPr>
                <p:custDataLst>
                  <p:tags r:id="rId17"/>
                </p:custDataLst>
              </p:nvPr>
            </p:nvSpPr>
            <p:spPr>
              <a:xfrm>
                <a:off x="1928" y="799"/>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30" name="Rectangle 29"/>
              <p:cNvSpPr/>
              <p:nvPr>
                <p:custDataLst>
                  <p:tags r:id="rId18"/>
                </p:custDataLst>
              </p:nvPr>
            </p:nvSpPr>
            <p:spPr>
              <a:xfrm>
                <a:off x="531" y="980"/>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31" name="Rectangle 30"/>
              <p:cNvSpPr/>
              <p:nvPr>
                <p:custDataLst>
                  <p:tags r:id="rId19"/>
                </p:custDataLst>
              </p:nvPr>
            </p:nvSpPr>
            <p:spPr>
              <a:xfrm>
                <a:off x="1483" y="1252"/>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grpSp>
            <p:nvGrpSpPr>
              <p:cNvPr id="32" name="Group 31"/>
              <p:cNvGrpSpPr/>
              <p:nvPr/>
            </p:nvGrpSpPr>
            <p:grpSpPr>
              <a:xfrm rot="5400000">
                <a:off x="431" y="1434"/>
                <a:ext cx="363" cy="363"/>
                <a:chOff x="4785" y="709"/>
                <a:chExt cx="363" cy="363"/>
              </a:xfrm>
            </p:grpSpPr>
            <p:sp>
              <p:nvSpPr>
                <p:cNvPr id="33" name="Oval 32"/>
                <p:cNvSpPr/>
                <p:nvPr>
                  <p:custDataLst>
                    <p:tags r:id="rId20"/>
                  </p:custDataLst>
                </p:nvPr>
              </p:nvSpPr>
              <p:spPr>
                <a:xfrm>
                  <a:off x="4785" y="709"/>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rot="10800000" vert="eaVert" wrap="none" anchor="ctr" anchorCtr="0"/>
                <a:p>
                  <a:pPr algn="ctr"/>
                  <a:endParaRPr lang="zh-CN" altLang="zh-CN" sz="2400" b="0" dirty="0">
                    <a:latin typeface="Arial" panose="020B0604020202020204" pitchFamily="34" charset="0"/>
                    <a:ea typeface="仿宋_GB2312" pitchFamily="49" charset="-122"/>
                  </a:endParaRPr>
                </a:p>
              </p:txBody>
            </p:sp>
            <p:sp>
              <p:nvSpPr>
                <p:cNvPr id="34" name="Line 33"/>
                <p:cNvSpPr/>
                <p:nvPr>
                  <p:custDataLst>
                    <p:tags r:id="rId21"/>
                  </p:custDataLst>
                </p:nvPr>
              </p:nvSpPr>
              <p:spPr>
                <a:xfrm>
                  <a:off x="4785" y="890"/>
                  <a:ext cx="363" cy="0"/>
                </a:xfrm>
                <a:prstGeom prst="line">
                  <a:avLst/>
                </a:prstGeom>
                <a:ln w="38100" cap="flat" cmpd="sng">
                  <a:solidFill>
                    <a:srgbClr val="FF9900"/>
                  </a:solidFill>
                  <a:prstDash val="solid"/>
                  <a:headEnd type="none" w="med" len="med"/>
                  <a:tailEnd type="none" w="med" len="med"/>
                </a:ln>
              </p:spPr>
            </p:sp>
          </p:grpSp>
          <p:sp>
            <p:nvSpPr>
              <p:cNvPr id="35" name="Line 17"/>
              <p:cNvSpPr/>
              <p:nvPr>
                <p:custDataLst>
                  <p:tags r:id="rId22"/>
                </p:custDataLst>
              </p:nvPr>
            </p:nvSpPr>
            <p:spPr>
              <a:xfrm>
                <a:off x="2536" y="1207"/>
                <a:ext cx="0" cy="408"/>
              </a:xfrm>
              <a:prstGeom prst="line">
                <a:avLst/>
              </a:prstGeom>
              <a:ln w="28575" cap="flat" cmpd="sng">
                <a:solidFill>
                  <a:srgbClr val="00FFFF"/>
                </a:solidFill>
                <a:prstDash val="solid"/>
                <a:headEnd type="none" w="med" len="med"/>
                <a:tailEnd type="triangle" w="med" len="med"/>
              </a:ln>
            </p:spPr>
          </p:sp>
        </p:grpSp>
        <p:sp>
          <p:nvSpPr>
            <p:cNvPr id="36" name="Rectangle 109"/>
            <p:cNvSpPr/>
            <p:nvPr>
              <p:custDataLst>
                <p:tags r:id="rId23"/>
              </p:custDataLst>
            </p:nvPr>
          </p:nvSpPr>
          <p:spPr>
            <a:xfrm>
              <a:off x="850" y="1953"/>
              <a:ext cx="5783" cy="3858"/>
            </a:xfrm>
            <a:prstGeom prst="rect">
              <a:avLst/>
            </a:prstGeom>
            <a:solidFill>
              <a:schemeClr val="bg2"/>
            </a:solidFill>
            <a:ln w="9525">
              <a:noFill/>
            </a:ln>
          </p:spPr>
          <p:txBody>
            <a:bodyPr wrap="none" anchor="ctr" anchorCtr="0"/>
            <a:p>
              <a:endParaRPr lang="zh-CN" altLang="en-US" dirty="0">
                <a:solidFill>
                  <a:schemeClr val="tx1"/>
                </a:solidFill>
                <a:latin typeface="Arial" panose="020B0604020202020204" pitchFamily="34" charset="0"/>
              </a:endParaRPr>
            </a:p>
          </p:txBody>
        </p:sp>
        <p:sp>
          <p:nvSpPr>
            <p:cNvPr id="37" name="Text Box 110"/>
            <p:cNvSpPr txBox="1"/>
            <p:nvPr>
              <p:custDataLst>
                <p:tags r:id="rId24"/>
              </p:custDataLst>
            </p:nvPr>
          </p:nvSpPr>
          <p:spPr>
            <a:xfrm>
              <a:off x="4025" y="2455"/>
              <a:ext cx="1268"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38" name="Text Box 111"/>
            <p:cNvSpPr txBox="1"/>
            <p:nvPr>
              <p:custDataLst>
                <p:tags r:id="rId25"/>
              </p:custDataLst>
            </p:nvPr>
          </p:nvSpPr>
          <p:spPr>
            <a:xfrm>
              <a:off x="2438" y="3363"/>
              <a:ext cx="1268"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6</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39" name="Text Box 112"/>
            <p:cNvSpPr txBox="1"/>
            <p:nvPr>
              <p:custDataLst>
                <p:tags r:id="rId26"/>
              </p:custDataLst>
            </p:nvPr>
          </p:nvSpPr>
          <p:spPr>
            <a:xfrm>
              <a:off x="1530" y="4043"/>
              <a:ext cx="95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40" name="Rectangle 113"/>
            <p:cNvSpPr/>
            <p:nvPr>
              <p:custDataLst>
                <p:tags r:id="rId27"/>
              </p:custDataLst>
            </p:nvPr>
          </p:nvSpPr>
          <p:spPr bwMode="auto">
            <a:xfrm>
              <a:off x="1188" y="2343"/>
              <a:ext cx="4795" cy="2835"/>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41" name="Line 114"/>
            <p:cNvSpPr/>
            <p:nvPr>
              <p:custDataLst>
                <p:tags r:id="rId28"/>
              </p:custDataLst>
            </p:nvPr>
          </p:nvSpPr>
          <p:spPr bwMode="auto">
            <a:xfrm>
              <a:off x="3570" y="2343"/>
              <a:ext cx="0" cy="2835"/>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42" name="Text Box 115"/>
            <p:cNvSpPr txBox="1"/>
            <p:nvPr>
              <p:custDataLst>
                <p:tags r:id="rId29"/>
              </p:custDataLst>
            </p:nvPr>
          </p:nvSpPr>
          <p:spPr>
            <a:xfrm>
              <a:off x="5273" y="2683"/>
              <a:ext cx="953"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3" name="Text Box 116"/>
            <p:cNvSpPr txBox="1"/>
            <p:nvPr>
              <p:custDataLst>
                <p:tags r:id="rId30"/>
              </p:custDataLst>
            </p:nvPr>
          </p:nvSpPr>
          <p:spPr>
            <a:xfrm>
              <a:off x="5273" y="4270"/>
              <a:ext cx="793"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4" name="Text Box 117"/>
            <p:cNvSpPr txBox="1"/>
            <p:nvPr>
              <p:custDataLst>
                <p:tags r:id="rId31"/>
              </p:custDataLst>
            </p:nvPr>
          </p:nvSpPr>
          <p:spPr>
            <a:xfrm>
              <a:off x="4519" y="3478"/>
              <a:ext cx="1267" cy="725"/>
            </a:xfrm>
            <a:prstGeom prst="rect">
              <a:avLst/>
            </a:prstGeom>
            <a:noFill/>
            <a:ln w="9525">
              <a:noFill/>
            </a:ln>
          </p:spPr>
          <p:txBody>
            <a:bodyPr wrap="square">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12V</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5" name="Text Box 118"/>
            <p:cNvSpPr txBox="1"/>
            <p:nvPr>
              <p:custDataLst>
                <p:tags r:id="rId32"/>
              </p:custDataLst>
            </p:nvPr>
          </p:nvSpPr>
          <p:spPr>
            <a:xfrm>
              <a:off x="1328" y="2910"/>
              <a:ext cx="1130" cy="725"/>
            </a:xfrm>
            <a:prstGeom prst="rect">
              <a:avLst/>
            </a:prstGeom>
            <a:noFill/>
            <a:ln w="9525">
              <a:noFill/>
            </a:ln>
          </p:spPr>
          <p:txBody>
            <a:bodyPr wrap="square">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2</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46" name="Text Box 119"/>
            <p:cNvSpPr txBox="1"/>
            <p:nvPr>
              <p:custDataLst>
                <p:tags r:id="rId33"/>
              </p:custDataLst>
            </p:nvPr>
          </p:nvSpPr>
          <p:spPr>
            <a:xfrm>
              <a:off x="2890" y="5178"/>
              <a:ext cx="15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(a)</a:t>
              </a:r>
              <a:endParaRPr lang="en-US" altLang="zh-CN" b="0" dirty="0">
                <a:solidFill>
                  <a:schemeClr val="tx1"/>
                </a:solidFill>
                <a:latin typeface="Times New Roman" panose="02020603050405020304" pitchFamily="18" charset="0"/>
                <a:ea typeface="仿宋_GB2312" pitchFamily="49" charset="-122"/>
              </a:endParaRPr>
            </a:p>
          </p:txBody>
        </p:sp>
        <p:sp>
          <p:nvSpPr>
            <p:cNvPr id="47" name="Text Box 120"/>
            <p:cNvSpPr txBox="1"/>
            <p:nvPr>
              <p:custDataLst>
                <p:tags r:id="rId34"/>
              </p:custDataLst>
            </p:nvPr>
          </p:nvSpPr>
          <p:spPr>
            <a:xfrm>
              <a:off x="2095" y="2458"/>
              <a:ext cx="147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4</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48" name="Rectangle 121"/>
            <p:cNvSpPr/>
            <p:nvPr>
              <p:custDataLst>
                <p:tags r:id="rId35"/>
              </p:custDataLst>
            </p:nvPr>
          </p:nvSpPr>
          <p:spPr bwMode="auto">
            <a:xfrm>
              <a:off x="2208" y="2170"/>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49" name="Rectangle 122"/>
            <p:cNvSpPr/>
            <p:nvPr>
              <p:custDataLst>
                <p:tags r:id="rId36"/>
              </p:custDataLst>
            </p:nvPr>
          </p:nvSpPr>
          <p:spPr bwMode="auto">
            <a:xfrm>
              <a:off x="4138" y="2170"/>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50" name="Rectangle 123"/>
            <p:cNvSpPr/>
            <p:nvPr>
              <p:custDataLst>
                <p:tags r:id="rId37"/>
              </p:custDataLst>
            </p:nvPr>
          </p:nvSpPr>
          <p:spPr bwMode="auto">
            <a:xfrm>
              <a:off x="1023" y="2910"/>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51" name="Rectangle 124"/>
            <p:cNvSpPr/>
            <p:nvPr>
              <p:custDataLst>
                <p:tags r:id="rId38"/>
              </p:custDataLst>
            </p:nvPr>
          </p:nvSpPr>
          <p:spPr bwMode="auto">
            <a:xfrm>
              <a:off x="3411" y="3363"/>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52" name="Line 128"/>
            <p:cNvSpPr/>
            <p:nvPr>
              <p:custDataLst>
                <p:tags r:id="rId39"/>
              </p:custDataLst>
            </p:nvPr>
          </p:nvSpPr>
          <p:spPr>
            <a:xfrm>
              <a:off x="1190" y="3928"/>
              <a:ext cx="0" cy="102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pSp>
          <p:nvGrpSpPr>
            <p:cNvPr id="53" name="组合 52"/>
            <p:cNvGrpSpPr/>
            <p:nvPr/>
          </p:nvGrpSpPr>
          <p:grpSpPr>
            <a:xfrm>
              <a:off x="5542" y="3455"/>
              <a:ext cx="908" cy="908"/>
              <a:chOff x="505193" y="3720552"/>
              <a:chExt cx="432197" cy="432197"/>
            </a:xfrm>
            <a:solidFill>
              <a:schemeClr val="accent6">
                <a:lumMod val="40000"/>
                <a:lumOff val="60000"/>
              </a:schemeClr>
            </a:solidFill>
          </p:grpSpPr>
          <p:sp>
            <p:nvSpPr>
              <p:cNvPr id="54" name="Oval 953"/>
              <p:cNvSpPr>
                <a:spLocks noChangeArrowheads="1"/>
              </p:cNvSpPr>
              <p:nvPr>
                <p:custDataLst>
                  <p:tags r:id="rId40"/>
                </p:custDataLst>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55" name="直接连接符 54"/>
              <p:cNvCxnSpPr>
                <a:stCxn id="54" idx="0"/>
                <a:endCxn id="54" idx="4"/>
              </p:cNvCxnSpPr>
              <p:nvPr>
                <p:custDataLst>
                  <p:tags r:id="rId41"/>
                </p:custDataLst>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 name="组合 3"/>
          <p:cNvGrpSpPr/>
          <p:nvPr/>
        </p:nvGrpSpPr>
        <p:grpSpPr>
          <a:xfrm>
            <a:off x="4747260" y="1541780"/>
            <a:ext cx="4033520" cy="2399030"/>
            <a:chOff x="7476" y="2428"/>
            <a:chExt cx="6352" cy="3778"/>
          </a:xfrm>
        </p:grpSpPr>
        <p:sp>
          <p:nvSpPr>
            <p:cNvPr id="43026" name="Text Box 133"/>
            <p:cNvSpPr txBox="1"/>
            <p:nvPr/>
          </p:nvSpPr>
          <p:spPr>
            <a:xfrm>
              <a:off x="9727" y="5388"/>
              <a:ext cx="1003"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grpSp>
          <p:nvGrpSpPr>
            <p:cNvPr id="120" name="组合 119"/>
            <p:cNvGrpSpPr/>
            <p:nvPr/>
          </p:nvGrpSpPr>
          <p:grpSpPr>
            <a:xfrm>
              <a:off x="7476" y="2428"/>
              <a:ext cx="6353" cy="2768"/>
              <a:chOff x="7400" y="2728"/>
              <a:chExt cx="6353" cy="2768"/>
            </a:xfrm>
          </p:grpSpPr>
          <p:sp>
            <p:nvSpPr>
              <p:cNvPr id="43027" name="Text Box 134"/>
              <p:cNvSpPr txBox="1"/>
              <p:nvPr/>
            </p:nvSpPr>
            <p:spPr>
              <a:xfrm>
                <a:off x="11294" y="3015"/>
                <a:ext cx="158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43036" name="Line 143"/>
              <p:cNvSpPr/>
              <p:nvPr/>
            </p:nvSpPr>
            <p:spPr bwMode="auto">
              <a:xfrm>
                <a:off x="10839" y="2903"/>
                <a:ext cx="0" cy="2495"/>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43025" name="Oval 132"/>
              <p:cNvSpPr/>
              <p:nvPr/>
            </p:nvSpPr>
            <p:spPr bwMode="auto">
              <a:xfrm>
                <a:off x="13004" y="5268"/>
                <a:ext cx="228" cy="228"/>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43028" name="Text Box 135"/>
              <p:cNvSpPr txBox="1"/>
              <p:nvPr/>
            </p:nvSpPr>
            <p:spPr>
              <a:xfrm>
                <a:off x="9402" y="3695"/>
                <a:ext cx="1049" cy="725"/>
              </a:xfrm>
              <a:prstGeom prst="rect">
                <a:avLst/>
              </a:prstGeom>
              <a:noFill/>
              <a:ln w="9525">
                <a:noFill/>
              </a:ln>
            </p:spPr>
            <p:txBody>
              <a:bodyPr wrap="square">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2</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43029" name="Text Box 136"/>
              <p:cNvSpPr txBox="1"/>
              <p:nvPr/>
            </p:nvSpPr>
            <p:spPr>
              <a:xfrm>
                <a:off x="9479" y="3013"/>
                <a:ext cx="1588"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4</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43030" name="Text Box 137"/>
              <p:cNvSpPr txBox="1"/>
              <p:nvPr/>
            </p:nvSpPr>
            <p:spPr>
              <a:xfrm>
                <a:off x="13033" y="3007"/>
                <a:ext cx="72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3031" name="Text Box 138"/>
              <p:cNvSpPr txBox="1"/>
              <p:nvPr/>
            </p:nvSpPr>
            <p:spPr>
              <a:xfrm>
                <a:off x="13033" y="4367"/>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3032" name="Text Box 139"/>
              <p:cNvSpPr txBox="1"/>
              <p:nvPr/>
            </p:nvSpPr>
            <p:spPr>
              <a:xfrm>
                <a:off x="12673" y="3826"/>
                <a:ext cx="96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43033" name="Text Box 140"/>
              <p:cNvSpPr txBox="1"/>
              <p:nvPr/>
            </p:nvSpPr>
            <p:spPr>
              <a:xfrm>
                <a:off x="10952" y="3695"/>
                <a:ext cx="158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6</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43034" name="Text Box 141"/>
              <p:cNvSpPr txBox="1"/>
              <p:nvPr/>
            </p:nvSpPr>
            <p:spPr>
              <a:xfrm>
                <a:off x="7915" y="3120"/>
                <a:ext cx="102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6A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3037" name="Line 144"/>
              <p:cNvSpPr/>
              <p:nvPr/>
            </p:nvSpPr>
            <p:spPr bwMode="auto">
              <a:xfrm flipH="1">
                <a:off x="7892" y="2903"/>
                <a:ext cx="5100" cy="1"/>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43038" name="Line 145"/>
              <p:cNvSpPr/>
              <p:nvPr/>
            </p:nvSpPr>
            <p:spPr bwMode="auto">
              <a:xfrm flipH="1">
                <a:off x="7892" y="5395"/>
                <a:ext cx="5098" cy="23"/>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43039" name="Rectangle 146"/>
              <p:cNvSpPr/>
              <p:nvPr/>
            </p:nvSpPr>
            <p:spPr bwMode="auto">
              <a:xfrm>
                <a:off x="10682" y="3695"/>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43042" name="Rectangle 149"/>
              <p:cNvSpPr/>
              <p:nvPr/>
            </p:nvSpPr>
            <p:spPr bwMode="auto">
              <a:xfrm>
                <a:off x="9592" y="2743"/>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114" name="Line 143"/>
              <p:cNvSpPr/>
              <p:nvPr>
                <p:custDataLst>
                  <p:tags r:id="rId42"/>
                </p:custDataLst>
              </p:nvPr>
            </p:nvSpPr>
            <p:spPr bwMode="auto">
              <a:xfrm>
                <a:off x="9254" y="2893"/>
                <a:ext cx="0" cy="2495"/>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12" name="Line 143"/>
              <p:cNvSpPr/>
              <p:nvPr>
                <p:custDataLst>
                  <p:tags r:id="rId43"/>
                </p:custDataLst>
              </p:nvPr>
            </p:nvSpPr>
            <p:spPr bwMode="auto">
              <a:xfrm>
                <a:off x="7878" y="2923"/>
                <a:ext cx="0" cy="2495"/>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111" name="Oval 953"/>
              <p:cNvSpPr>
                <a:spLocks noChangeArrowheads="1"/>
              </p:cNvSpPr>
              <p:nvPr>
                <p:custDataLst>
                  <p:tags r:id="rId44"/>
                </p:custDataLst>
              </p:nvPr>
            </p:nvSpPr>
            <p:spPr bwMode="auto">
              <a:xfrm rot="5400000">
                <a:off x="7400" y="3651"/>
                <a:ext cx="908" cy="908"/>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sp>
            <p:nvSpPr>
              <p:cNvPr id="115" name="Oval 132"/>
              <p:cNvSpPr/>
              <p:nvPr>
                <p:custDataLst>
                  <p:tags r:id="rId45"/>
                </p:custDataLst>
              </p:nvPr>
            </p:nvSpPr>
            <p:spPr bwMode="auto">
              <a:xfrm>
                <a:off x="13009" y="2798"/>
                <a:ext cx="228" cy="228"/>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116" name="Rectangle 146"/>
              <p:cNvSpPr/>
              <p:nvPr>
                <p:custDataLst>
                  <p:tags r:id="rId46"/>
                </p:custDataLst>
              </p:nvPr>
            </p:nvSpPr>
            <p:spPr bwMode="auto">
              <a:xfrm>
                <a:off x="9103" y="3713"/>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117" name="Line 150"/>
              <p:cNvSpPr/>
              <p:nvPr>
                <p:custDataLst>
                  <p:tags r:id="rId47"/>
                </p:custDataLst>
              </p:nvPr>
            </p:nvSpPr>
            <p:spPr>
              <a:xfrm rot="10800000" flipH="1">
                <a:off x="7897" y="3020"/>
                <a:ext cx="10" cy="632"/>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cxnSp>
            <p:nvCxnSpPr>
              <p:cNvPr id="118" name="直接连接符 117"/>
              <p:cNvCxnSpPr/>
              <p:nvPr>
                <p:custDataLst>
                  <p:tags r:id="rId48"/>
                </p:custDataLst>
              </p:nvPr>
            </p:nvCxnSpPr>
            <p:spPr>
              <a:xfrm>
                <a:off x="7400" y="4076"/>
                <a:ext cx="908"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3041" name="Rectangle 148"/>
              <p:cNvSpPr/>
              <p:nvPr/>
            </p:nvSpPr>
            <p:spPr bwMode="auto">
              <a:xfrm>
                <a:off x="11519" y="2728"/>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grpSp>
      </p:grpSp>
      <p:grpSp>
        <p:nvGrpSpPr>
          <p:cNvPr id="56" name="组合 55"/>
          <p:cNvGrpSpPr/>
          <p:nvPr/>
        </p:nvGrpSpPr>
        <p:grpSpPr>
          <a:xfrm>
            <a:off x="4604385" y="1361440"/>
            <a:ext cx="4248150" cy="2447925"/>
            <a:chOff x="7315" y="2095"/>
            <a:chExt cx="6690" cy="3855"/>
          </a:xfrm>
        </p:grpSpPr>
        <p:grpSp>
          <p:nvGrpSpPr>
            <p:cNvPr id="57" name="Group 55"/>
            <p:cNvGrpSpPr/>
            <p:nvPr/>
          </p:nvGrpSpPr>
          <p:grpSpPr>
            <a:xfrm>
              <a:off x="7540" y="2338"/>
              <a:ext cx="5948" cy="3312"/>
              <a:chOff x="3016" y="935"/>
              <a:chExt cx="2379" cy="1325"/>
            </a:xfrm>
          </p:grpSpPr>
          <p:sp>
            <p:nvSpPr>
              <p:cNvPr id="58" name="Oval 56"/>
              <p:cNvSpPr/>
              <p:nvPr>
                <p:custDataLst>
                  <p:tags r:id="rId49"/>
                </p:custDataLst>
              </p:nvPr>
            </p:nvSpPr>
            <p:spPr>
              <a:xfrm>
                <a:off x="5102" y="935"/>
                <a:ext cx="91" cy="91"/>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9" name="Oval 57"/>
              <p:cNvSpPr/>
              <p:nvPr>
                <p:custDataLst>
                  <p:tags r:id="rId50"/>
                </p:custDataLst>
              </p:nvPr>
            </p:nvSpPr>
            <p:spPr>
              <a:xfrm>
                <a:off x="5102" y="1933"/>
                <a:ext cx="91" cy="91"/>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0" name="Text Box 58"/>
              <p:cNvSpPr txBox="1"/>
              <p:nvPr>
                <p:custDataLst>
                  <p:tags r:id="rId51"/>
                </p:custDataLst>
              </p:nvPr>
            </p:nvSpPr>
            <p:spPr>
              <a:xfrm>
                <a:off x="3968" y="1933"/>
                <a:ext cx="401"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(b)</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61" name="Text Box 59"/>
              <p:cNvSpPr txBox="1"/>
              <p:nvPr>
                <p:custDataLst>
                  <p:tags r:id="rId52"/>
                </p:custDataLst>
              </p:nvPr>
            </p:nvSpPr>
            <p:spPr>
              <a:xfrm>
                <a:off x="4558" y="1025"/>
                <a:ext cx="634"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1</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62" name="Text Box 60"/>
              <p:cNvSpPr txBox="1"/>
              <p:nvPr>
                <p:custDataLst>
                  <p:tags r:id="rId53"/>
                </p:custDataLst>
              </p:nvPr>
            </p:nvSpPr>
            <p:spPr>
              <a:xfrm>
                <a:off x="3832" y="1298"/>
                <a:ext cx="543"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2</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63" name="Text Box 61"/>
              <p:cNvSpPr txBox="1"/>
              <p:nvPr>
                <p:custDataLst>
                  <p:tags r:id="rId54"/>
                </p:custDataLst>
              </p:nvPr>
            </p:nvSpPr>
            <p:spPr>
              <a:xfrm>
                <a:off x="3923" y="1025"/>
                <a:ext cx="635"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4</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64" name="Text Box 62"/>
              <p:cNvSpPr txBox="1"/>
              <p:nvPr>
                <p:custDataLst>
                  <p:tags r:id="rId55"/>
                </p:custDataLst>
              </p:nvPr>
            </p:nvSpPr>
            <p:spPr>
              <a:xfrm>
                <a:off x="5102" y="935"/>
                <a:ext cx="288"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65" name="Text Box 63"/>
              <p:cNvSpPr txBox="1"/>
              <p:nvPr>
                <p:custDataLst>
                  <p:tags r:id="rId56"/>
                </p:custDataLst>
              </p:nvPr>
            </p:nvSpPr>
            <p:spPr>
              <a:xfrm>
                <a:off x="5102" y="1615"/>
                <a:ext cx="240"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66" name="Text Box 64"/>
              <p:cNvSpPr txBox="1"/>
              <p:nvPr>
                <p:custDataLst>
                  <p:tags r:id="rId57"/>
                </p:custDataLst>
              </p:nvPr>
            </p:nvSpPr>
            <p:spPr>
              <a:xfrm>
                <a:off x="5011" y="1298"/>
                <a:ext cx="384" cy="327"/>
              </a:xfrm>
              <a:prstGeom prst="rect">
                <a:avLst/>
              </a:prstGeom>
              <a:noFill/>
              <a:ln w="9525">
                <a:noFill/>
              </a:ln>
            </p:spPr>
            <p:txBody>
              <a:bodyPr>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U</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67" name="Text Box 65"/>
              <p:cNvSpPr txBox="1"/>
              <p:nvPr>
                <p:custDataLst>
                  <p:tags r:id="rId58"/>
                </p:custDataLst>
              </p:nvPr>
            </p:nvSpPr>
            <p:spPr>
              <a:xfrm>
                <a:off x="4513" y="1298"/>
                <a:ext cx="634"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6</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68" name="Text Box 66"/>
              <p:cNvSpPr txBox="1"/>
              <p:nvPr>
                <p:custDataLst>
                  <p:tags r:id="rId59"/>
                </p:custDataLst>
              </p:nvPr>
            </p:nvSpPr>
            <p:spPr>
              <a:xfrm>
                <a:off x="3198" y="1026"/>
                <a:ext cx="454" cy="327"/>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rPr>
                  <a:t>6A</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69" name="Rectangle 67"/>
              <p:cNvSpPr/>
              <p:nvPr>
                <p:custDataLst>
                  <p:tags r:id="rId60"/>
                </p:custDataLst>
              </p:nvPr>
            </p:nvSpPr>
            <p:spPr>
              <a:xfrm>
                <a:off x="3197" y="980"/>
                <a:ext cx="1271" cy="998"/>
              </a:xfrm>
              <a:prstGeom prst="rect">
                <a:avLst/>
              </a:prstGeom>
              <a:noFill/>
              <a:ln w="28575" cap="flat" cmpd="sng">
                <a:solidFill>
                  <a:srgbClr val="FFCC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70" name="Line 68"/>
              <p:cNvSpPr/>
              <p:nvPr>
                <p:custDataLst>
                  <p:tags r:id="rId61"/>
                </p:custDataLst>
              </p:nvPr>
            </p:nvSpPr>
            <p:spPr>
              <a:xfrm>
                <a:off x="3832" y="980"/>
                <a:ext cx="0" cy="998"/>
              </a:xfrm>
              <a:prstGeom prst="line">
                <a:avLst/>
              </a:prstGeom>
              <a:ln w="28575" cap="flat" cmpd="sng">
                <a:solidFill>
                  <a:srgbClr val="FFCC00"/>
                </a:solidFill>
                <a:prstDash val="solid"/>
                <a:headEnd type="oval" w="med" len="med"/>
                <a:tailEnd type="oval" w="med" len="med"/>
              </a:ln>
            </p:spPr>
          </p:sp>
          <p:sp>
            <p:nvSpPr>
              <p:cNvPr id="71" name="Line 69"/>
              <p:cNvSpPr/>
              <p:nvPr>
                <p:custDataLst>
                  <p:tags r:id="rId62"/>
                </p:custDataLst>
              </p:nvPr>
            </p:nvSpPr>
            <p:spPr>
              <a:xfrm>
                <a:off x="4467" y="980"/>
                <a:ext cx="635" cy="0"/>
              </a:xfrm>
              <a:prstGeom prst="line">
                <a:avLst/>
              </a:prstGeom>
              <a:ln w="28575" cap="flat" cmpd="sng">
                <a:solidFill>
                  <a:srgbClr val="FFCC00"/>
                </a:solidFill>
                <a:prstDash val="solid"/>
                <a:headEnd type="oval" w="med" len="med"/>
                <a:tailEnd type="none" w="med" len="med"/>
              </a:ln>
            </p:spPr>
          </p:sp>
          <p:sp>
            <p:nvSpPr>
              <p:cNvPr id="72" name="Line 70"/>
              <p:cNvSpPr/>
              <p:nvPr>
                <p:custDataLst>
                  <p:tags r:id="rId63"/>
                </p:custDataLst>
              </p:nvPr>
            </p:nvSpPr>
            <p:spPr>
              <a:xfrm>
                <a:off x="4467" y="1978"/>
                <a:ext cx="635" cy="0"/>
              </a:xfrm>
              <a:prstGeom prst="line">
                <a:avLst/>
              </a:prstGeom>
              <a:ln w="28575" cap="flat" cmpd="sng">
                <a:solidFill>
                  <a:srgbClr val="FFCC00"/>
                </a:solidFill>
                <a:prstDash val="solid"/>
                <a:headEnd type="oval" w="med" len="med"/>
                <a:tailEnd type="none" w="med" len="med"/>
              </a:ln>
            </p:spPr>
          </p:sp>
          <p:sp>
            <p:nvSpPr>
              <p:cNvPr id="76" name="Rectangle 71"/>
              <p:cNvSpPr/>
              <p:nvPr>
                <p:custDataLst>
                  <p:tags r:id="rId64"/>
                </p:custDataLst>
              </p:nvPr>
            </p:nvSpPr>
            <p:spPr>
              <a:xfrm>
                <a:off x="4422" y="1298"/>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77" name="Rectangle 72"/>
              <p:cNvSpPr/>
              <p:nvPr>
                <p:custDataLst>
                  <p:tags r:id="rId65"/>
                </p:custDataLst>
              </p:nvPr>
            </p:nvSpPr>
            <p:spPr>
              <a:xfrm>
                <a:off x="3741" y="1298"/>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78" name="Rectangle 73"/>
              <p:cNvSpPr/>
              <p:nvPr>
                <p:custDataLst>
                  <p:tags r:id="rId66"/>
                </p:custDataLst>
              </p:nvPr>
            </p:nvSpPr>
            <p:spPr>
              <a:xfrm>
                <a:off x="4649" y="935"/>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82" name="Rectangle 74"/>
              <p:cNvSpPr/>
              <p:nvPr>
                <p:custDataLst>
                  <p:tags r:id="rId67"/>
                </p:custDataLst>
              </p:nvPr>
            </p:nvSpPr>
            <p:spPr>
              <a:xfrm>
                <a:off x="3968" y="935"/>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83" name="Line 75"/>
              <p:cNvSpPr/>
              <p:nvPr>
                <p:custDataLst>
                  <p:tags r:id="rId68"/>
                </p:custDataLst>
              </p:nvPr>
            </p:nvSpPr>
            <p:spPr>
              <a:xfrm rot="10800000">
                <a:off x="3198" y="1071"/>
                <a:ext cx="0" cy="318"/>
              </a:xfrm>
              <a:prstGeom prst="line">
                <a:avLst/>
              </a:prstGeom>
              <a:ln w="28575" cap="flat" cmpd="sng">
                <a:solidFill>
                  <a:srgbClr val="66FFFF"/>
                </a:solidFill>
                <a:prstDash val="solid"/>
                <a:headEnd type="none" w="med" len="med"/>
                <a:tailEnd type="triangle" w="med" len="med"/>
              </a:ln>
            </p:spPr>
          </p:sp>
          <p:grpSp>
            <p:nvGrpSpPr>
              <p:cNvPr id="84" name="Group 76"/>
              <p:cNvGrpSpPr/>
              <p:nvPr/>
            </p:nvGrpSpPr>
            <p:grpSpPr>
              <a:xfrm>
                <a:off x="3016" y="1389"/>
                <a:ext cx="363" cy="363"/>
                <a:chOff x="4785" y="709"/>
                <a:chExt cx="363" cy="363"/>
              </a:xfrm>
            </p:grpSpPr>
            <p:sp>
              <p:nvSpPr>
                <p:cNvPr id="85" name="Oval 77"/>
                <p:cNvSpPr/>
                <p:nvPr>
                  <p:custDataLst>
                    <p:tags r:id="rId69"/>
                  </p:custDataLst>
                </p:nvPr>
              </p:nvSpPr>
              <p:spPr>
                <a:xfrm>
                  <a:off x="4785" y="709"/>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86" name="Line 78"/>
                <p:cNvSpPr/>
                <p:nvPr>
                  <p:custDataLst>
                    <p:tags r:id="rId70"/>
                  </p:custDataLst>
                </p:nvPr>
              </p:nvSpPr>
              <p:spPr>
                <a:xfrm>
                  <a:off x="4785" y="890"/>
                  <a:ext cx="363" cy="0"/>
                </a:xfrm>
                <a:prstGeom prst="line">
                  <a:avLst/>
                </a:prstGeom>
                <a:ln w="38100" cap="flat" cmpd="sng">
                  <a:solidFill>
                    <a:srgbClr val="FF9900"/>
                  </a:solidFill>
                  <a:prstDash val="solid"/>
                  <a:headEnd type="none" w="med" len="med"/>
                  <a:tailEnd type="none" w="med" len="med"/>
                </a:ln>
              </p:spPr>
            </p:sp>
          </p:grpSp>
        </p:grpSp>
        <p:sp>
          <p:nvSpPr>
            <p:cNvPr id="87" name="Rectangle 130"/>
            <p:cNvSpPr/>
            <p:nvPr>
              <p:custDataLst>
                <p:tags r:id="rId71"/>
              </p:custDataLst>
            </p:nvPr>
          </p:nvSpPr>
          <p:spPr>
            <a:xfrm>
              <a:off x="7315" y="2095"/>
              <a:ext cx="6690" cy="3855"/>
            </a:xfrm>
            <a:prstGeom prst="rect">
              <a:avLst/>
            </a:prstGeom>
            <a:solidFill>
              <a:schemeClr val="bg2"/>
            </a:solidFill>
            <a:ln w="9525">
              <a:noFill/>
            </a:ln>
          </p:spPr>
          <p:txBody>
            <a:bodyPr wrap="none" anchor="ctr" anchorCtr="0"/>
            <a:p>
              <a:endParaRPr lang="zh-CN" altLang="en-US" dirty="0">
                <a:solidFill>
                  <a:schemeClr val="tx1"/>
                </a:solidFill>
                <a:latin typeface="Arial" panose="020B0604020202020204" pitchFamily="34" charset="0"/>
              </a:endParaRPr>
            </a:p>
          </p:txBody>
        </p:sp>
        <p:sp>
          <p:nvSpPr>
            <p:cNvPr id="90" name="Text Box 133"/>
            <p:cNvSpPr txBox="1"/>
            <p:nvPr>
              <p:custDataLst>
                <p:tags r:id="rId72"/>
              </p:custDataLst>
            </p:nvPr>
          </p:nvSpPr>
          <p:spPr>
            <a:xfrm>
              <a:off x="9583" y="5043"/>
              <a:ext cx="1003"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91" name="Text Box 134"/>
            <p:cNvSpPr txBox="1"/>
            <p:nvPr>
              <p:custDataLst>
                <p:tags r:id="rId73"/>
              </p:custDataLst>
            </p:nvPr>
          </p:nvSpPr>
          <p:spPr>
            <a:xfrm>
              <a:off x="11285" y="2775"/>
              <a:ext cx="158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92" name="Text Box 135"/>
            <p:cNvSpPr txBox="1"/>
            <p:nvPr>
              <p:custDataLst>
                <p:tags r:id="rId74"/>
              </p:custDataLst>
            </p:nvPr>
          </p:nvSpPr>
          <p:spPr>
            <a:xfrm>
              <a:off x="9393" y="3455"/>
              <a:ext cx="1049" cy="725"/>
            </a:xfrm>
            <a:prstGeom prst="rect">
              <a:avLst/>
            </a:prstGeom>
            <a:noFill/>
            <a:ln w="9525">
              <a:noFill/>
            </a:ln>
          </p:spPr>
          <p:txBody>
            <a:bodyPr wrap="square">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2</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93" name="Text Box 136"/>
            <p:cNvSpPr txBox="1"/>
            <p:nvPr>
              <p:custDataLst>
                <p:tags r:id="rId75"/>
              </p:custDataLst>
            </p:nvPr>
          </p:nvSpPr>
          <p:spPr>
            <a:xfrm>
              <a:off x="9470" y="2773"/>
              <a:ext cx="1588"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4</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94" name="Text Box 137"/>
            <p:cNvSpPr txBox="1"/>
            <p:nvPr>
              <p:custDataLst>
                <p:tags r:id="rId76"/>
              </p:custDataLst>
            </p:nvPr>
          </p:nvSpPr>
          <p:spPr>
            <a:xfrm>
              <a:off x="7428" y="2775"/>
              <a:ext cx="72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95" name="Text Box 138"/>
            <p:cNvSpPr txBox="1"/>
            <p:nvPr>
              <p:custDataLst>
                <p:tags r:id="rId77"/>
              </p:custDataLst>
            </p:nvPr>
          </p:nvSpPr>
          <p:spPr>
            <a:xfrm>
              <a:off x="7428" y="4135"/>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96" name="Text Box 139"/>
            <p:cNvSpPr txBox="1"/>
            <p:nvPr>
              <p:custDataLst>
                <p:tags r:id="rId78"/>
              </p:custDataLst>
            </p:nvPr>
          </p:nvSpPr>
          <p:spPr>
            <a:xfrm>
              <a:off x="7428" y="3568"/>
              <a:ext cx="96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97" name="Text Box 140"/>
            <p:cNvSpPr txBox="1"/>
            <p:nvPr>
              <p:custDataLst>
                <p:tags r:id="rId79"/>
              </p:custDataLst>
            </p:nvPr>
          </p:nvSpPr>
          <p:spPr>
            <a:xfrm>
              <a:off x="10943" y="3455"/>
              <a:ext cx="158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6</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98" name="Text Box 141"/>
            <p:cNvSpPr txBox="1"/>
            <p:nvPr>
              <p:custDataLst>
                <p:tags r:id="rId80"/>
              </p:custDataLst>
            </p:nvPr>
          </p:nvSpPr>
          <p:spPr>
            <a:xfrm>
              <a:off x="12753" y="2753"/>
              <a:ext cx="102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6A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99" name="Rectangle 142"/>
            <p:cNvSpPr/>
            <p:nvPr>
              <p:custDataLst>
                <p:tags r:id="rId81"/>
              </p:custDataLst>
            </p:nvPr>
          </p:nvSpPr>
          <p:spPr bwMode="auto">
            <a:xfrm>
              <a:off x="9243" y="2663"/>
              <a:ext cx="3515" cy="2495"/>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p>
              <a:endParaRPr lang="zh-CN" altLang="en-US" dirty="0">
                <a:solidFill>
                  <a:schemeClr val="tx1"/>
                </a:solidFill>
                <a:latin typeface="Arial" panose="020B0604020202020204" pitchFamily="34" charset="0"/>
              </a:endParaRPr>
            </a:p>
          </p:txBody>
        </p:sp>
        <p:sp>
          <p:nvSpPr>
            <p:cNvPr id="100" name="Line 143"/>
            <p:cNvSpPr/>
            <p:nvPr>
              <p:custDataLst>
                <p:tags r:id="rId82"/>
              </p:custDataLst>
            </p:nvPr>
          </p:nvSpPr>
          <p:spPr bwMode="auto">
            <a:xfrm>
              <a:off x="10830" y="2663"/>
              <a:ext cx="0" cy="2495"/>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101" name="Line 144"/>
            <p:cNvSpPr/>
            <p:nvPr>
              <p:custDataLst>
                <p:tags r:id="rId83"/>
              </p:custDataLst>
            </p:nvPr>
          </p:nvSpPr>
          <p:spPr bwMode="auto">
            <a:xfrm flipH="1">
              <a:off x="7883" y="2663"/>
              <a:ext cx="1360" cy="0"/>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102" name="Line 145"/>
            <p:cNvSpPr/>
            <p:nvPr>
              <p:custDataLst>
                <p:tags r:id="rId84"/>
              </p:custDataLst>
            </p:nvPr>
          </p:nvSpPr>
          <p:spPr bwMode="auto">
            <a:xfrm flipH="1">
              <a:off x="7883" y="5155"/>
              <a:ext cx="1360" cy="0"/>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103" name="Rectangle 146"/>
            <p:cNvSpPr/>
            <p:nvPr>
              <p:custDataLst>
                <p:tags r:id="rId85"/>
              </p:custDataLst>
            </p:nvPr>
          </p:nvSpPr>
          <p:spPr bwMode="auto">
            <a:xfrm>
              <a:off x="10673" y="3455"/>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104" name="Rectangle 147"/>
            <p:cNvSpPr/>
            <p:nvPr>
              <p:custDataLst>
                <p:tags r:id="rId86"/>
              </p:custDataLst>
            </p:nvPr>
          </p:nvSpPr>
          <p:spPr bwMode="auto">
            <a:xfrm>
              <a:off x="9075" y="3455"/>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105" name="Rectangle 148"/>
            <p:cNvSpPr/>
            <p:nvPr>
              <p:custDataLst>
                <p:tags r:id="rId87"/>
              </p:custDataLst>
            </p:nvPr>
          </p:nvSpPr>
          <p:spPr bwMode="auto">
            <a:xfrm>
              <a:off x="11510" y="2488"/>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106" name="Rectangle 149"/>
            <p:cNvSpPr/>
            <p:nvPr>
              <p:custDataLst>
                <p:tags r:id="rId88"/>
              </p:custDataLst>
            </p:nvPr>
          </p:nvSpPr>
          <p:spPr bwMode="auto">
            <a:xfrm>
              <a:off x="9583" y="2503"/>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107" name="Line 150"/>
            <p:cNvSpPr/>
            <p:nvPr>
              <p:custDataLst>
                <p:tags r:id="rId89"/>
              </p:custDataLst>
            </p:nvPr>
          </p:nvSpPr>
          <p:spPr>
            <a:xfrm rot="10800000">
              <a:off x="12758" y="2775"/>
              <a:ext cx="0" cy="795"/>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pSp>
          <p:nvGrpSpPr>
            <p:cNvPr id="108" name="组合 107"/>
            <p:cNvGrpSpPr/>
            <p:nvPr/>
          </p:nvGrpSpPr>
          <p:grpSpPr>
            <a:xfrm>
              <a:off x="12303" y="3501"/>
              <a:ext cx="908" cy="908"/>
              <a:chOff x="5907581" y="4495572"/>
              <a:chExt cx="576263" cy="576263"/>
            </a:xfrm>
          </p:grpSpPr>
          <p:sp>
            <p:nvSpPr>
              <p:cNvPr id="109" name="Oval 953"/>
              <p:cNvSpPr>
                <a:spLocks noChangeArrowheads="1"/>
              </p:cNvSpPr>
              <p:nvPr>
                <p:custDataLst>
                  <p:tags r:id="rId90"/>
                </p:custDataLst>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110" name="直接连接符 109"/>
              <p:cNvCxnSpPr>
                <a:stCxn id="109" idx="4"/>
                <a:endCxn id="109" idx="0"/>
              </p:cNvCxnSpPr>
              <p:nvPr>
                <p:custDataLst>
                  <p:tags r:id="rId91"/>
                </p:custDataLst>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9" name="Oval 132"/>
            <p:cNvSpPr/>
            <p:nvPr>
              <p:custDataLst>
                <p:tags r:id="rId92"/>
              </p:custDataLst>
            </p:nvPr>
          </p:nvSpPr>
          <p:spPr bwMode="auto">
            <a:xfrm>
              <a:off x="7683" y="5043"/>
              <a:ext cx="228" cy="228"/>
            </a:xfrm>
            <a:prstGeom prst="ellipse">
              <a:avLst/>
            </a:prstGeom>
            <a:solidFill>
              <a:schemeClr val="bg2">
                <a:lumMod val="90000"/>
              </a:schemeClr>
            </a:solid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88" name="Oval 131"/>
            <p:cNvSpPr/>
            <p:nvPr>
              <p:custDataLst>
                <p:tags r:id="rId93"/>
              </p:custDataLst>
            </p:nvPr>
          </p:nvSpPr>
          <p:spPr bwMode="auto">
            <a:xfrm>
              <a:off x="7683" y="2548"/>
              <a:ext cx="228" cy="228"/>
            </a:xfrm>
            <a:prstGeom prst="ellipse">
              <a:avLst/>
            </a:prstGeom>
            <a:solidFill>
              <a:schemeClr val="bg2">
                <a:lumMod val="90000"/>
              </a:schemeClr>
            </a:solid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3"/>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122"/>
                                        </p:tgtEl>
                                        <p:attrNameLst>
                                          <p:attrName>style.visibility</p:attrName>
                                        </p:attrNameLst>
                                      </p:cBhvr>
                                      <p:to>
                                        <p:strVal val="visible"/>
                                      </p:to>
                                    </p:set>
                                    <p:animEffect transition="in" filter="blinds(horizontal)">
                                      <p:cBhvr>
                                        <p:cTn id="14" dur="500"/>
                                        <p:tgtEl>
                                          <p:spTgt spid="122"/>
                                        </p:tgtEl>
                                      </p:cBhvr>
                                    </p:animEffect>
                                  </p:childTnLst>
                                </p:cTn>
                              </p:par>
                            </p:childTnLst>
                          </p:cTn>
                        </p:par>
                        <p:par>
                          <p:cTn id="15" fill="hold">
                            <p:stCondLst>
                              <p:cond delay="1500"/>
                            </p:stCondLst>
                            <p:childTnLst>
                              <p:par>
                                <p:cTn id="16" presetID="3" presetClass="entr" presetSubtype="10"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blinds(horizontal)">
                                      <p:cBhvr>
                                        <p:cTn id="18" dur="500"/>
                                        <p:tgtEl>
                                          <p:spTgt spid="4"/>
                                        </p:tgtEl>
                                      </p:cBhvr>
                                    </p:animEffect>
                                  </p:childTnLst>
                                </p:cTn>
                              </p:par>
                            </p:childTnLst>
                          </p:cTn>
                        </p:par>
                        <p:par>
                          <p:cTn id="19" fill="hold">
                            <p:stCondLst>
                              <p:cond delay="2000"/>
                            </p:stCondLst>
                            <p:childTnLst>
                              <p:par>
                                <p:cTn id="20" presetID="2" presetClass="entr" presetSubtype="1" fill="hold" grpId="0" nodeType="afterEffect">
                                  <p:stCondLst>
                                    <p:cond delay="0"/>
                                  </p:stCondLst>
                                  <p:childTnLst>
                                    <p:set>
                                      <p:cBhvr>
                                        <p:cTn id="21" dur="1" fill="hold">
                                          <p:stCondLst>
                                            <p:cond delay="0"/>
                                          </p:stCondLst>
                                        </p:cTn>
                                        <p:tgtEl>
                                          <p:spTgt spid="134147"/>
                                        </p:tgtEl>
                                        <p:attrNameLst>
                                          <p:attrName>style.visibility</p:attrName>
                                        </p:attrNameLst>
                                      </p:cBhvr>
                                      <p:to>
                                        <p:strVal val="visible"/>
                                      </p:to>
                                    </p:set>
                                    <p:anim calcmode="lin" valueType="num">
                                      <p:cBhvr additive="base">
                                        <p:cTn id="22" dur="500" fill="hold"/>
                                        <p:tgtEl>
                                          <p:spTgt spid="134147"/>
                                        </p:tgtEl>
                                        <p:attrNameLst>
                                          <p:attrName>ppt_x</p:attrName>
                                        </p:attrNameLst>
                                      </p:cBhvr>
                                      <p:tavLst>
                                        <p:tav tm="0">
                                          <p:val>
                                            <p:strVal val="#ppt_x"/>
                                          </p:val>
                                        </p:tav>
                                        <p:tav tm="100000">
                                          <p:val>
                                            <p:strVal val="#ppt_x"/>
                                          </p:val>
                                        </p:tav>
                                      </p:tavLst>
                                    </p:anim>
                                    <p:anim calcmode="lin" valueType="num">
                                      <p:cBhvr additive="base">
                                        <p:cTn id="23" dur="500" fill="hold"/>
                                        <p:tgtEl>
                                          <p:spTgt spid="134147"/>
                                        </p:tgtEl>
                                        <p:attrNameLst>
                                          <p:attrName>ppt_y</p:attrName>
                                        </p:attrNameLst>
                                      </p:cBhvr>
                                      <p:tavLst>
                                        <p:tav tm="0">
                                          <p:val>
                                            <p:strVal val="0-#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5"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p:cTn id="28" dur="1000" fill="hold"/>
                                        <p:tgtEl>
                                          <p:spTgt spid="10"/>
                                        </p:tgtEl>
                                        <p:attrNameLst>
                                          <p:attrName>ppt_w</p:attrName>
                                        </p:attrNameLst>
                                      </p:cBhvr>
                                      <p:tavLst>
                                        <p:tav tm="0">
                                          <p:val>
                                            <p:fltVal val="0"/>
                                          </p:val>
                                        </p:tav>
                                        <p:tav tm="100000">
                                          <p:val>
                                            <p:strVal val="#ppt_w"/>
                                          </p:val>
                                        </p:tav>
                                      </p:tavLst>
                                    </p:anim>
                                    <p:anim calcmode="lin" valueType="num">
                                      <p:cBhvr>
                                        <p:cTn id="29" dur="1000" fill="hold"/>
                                        <p:tgtEl>
                                          <p:spTgt spid="10"/>
                                        </p:tgtEl>
                                        <p:attrNameLst>
                                          <p:attrName>ppt_h</p:attrName>
                                        </p:attrNameLst>
                                      </p:cBhvr>
                                      <p:tavLst>
                                        <p:tav tm="0">
                                          <p:val>
                                            <p:fltVal val="0"/>
                                          </p:val>
                                        </p:tav>
                                        <p:tav tm="100000">
                                          <p:val>
                                            <p:strVal val="#ppt_h"/>
                                          </p:val>
                                        </p:tav>
                                      </p:tavLst>
                                    </p:anim>
                                    <p:anim calcmode="lin" valueType="num">
                                      <p:cBhvr>
                                        <p:cTn id="30" dur="1000" fill="hold"/>
                                        <p:tgtEl>
                                          <p:spTgt spid="10"/>
                                        </p:tgtEl>
                                        <p:attrNameLst>
                                          <p:attrName>ppt_x</p:attrName>
                                        </p:attrNameLst>
                                      </p:cBhvr>
                                      <p:tavLst>
                                        <p:tav tm="0" fmla="#ppt_x+(cos(-2*pi*(1-$))*-#ppt_x-sin(-2*pi*(1-$))*(1-#ppt_y))*(1-$)">
                                          <p:val>
                                            <p:fltVal val="0"/>
                                          </p:val>
                                        </p:tav>
                                        <p:tav tm="100000">
                                          <p:val>
                                            <p:fltVal val="1"/>
                                          </p:val>
                                        </p:tav>
                                      </p:tavLst>
                                    </p:anim>
                                    <p:anim calcmode="lin" valueType="num">
                                      <p:cBhvr>
                                        <p:cTn id="31" dur="1000" fill="hold"/>
                                        <p:tgtEl>
                                          <p:spTgt spid="10"/>
                                        </p:tgtEl>
                                        <p:attrNameLst>
                                          <p:attrName>ppt_y</p:attrName>
                                        </p:attrNameLst>
                                      </p:cBhvr>
                                      <p:tavLst>
                                        <p:tav tm="0" fmla="#ppt_y+(sin(-2*pi*(1-$))*-#ppt_x+cos(-2*pi*(1-$))*(1-#ppt_y))*(1-$)">
                                          <p:val>
                                            <p:fltVal val="0"/>
                                          </p:val>
                                        </p:tav>
                                        <p:tav tm="100000">
                                          <p:val>
                                            <p:fltVal val="1"/>
                                          </p:val>
                                        </p:tav>
                                      </p:tavLst>
                                    </p:anim>
                                  </p:childTnLst>
                                </p:cTn>
                              </p:par>
                            </p:childTnLst>
                          </p:cTn>
                        </p:par>
                        <p:par>
                          <p:cTn id="32" fill="hold">
                            <p:stCondLst>
                              <p:cond delay="1000"/>
                            </p:stCondLst>
                            <p:childTnLst>
                              <p:par>
                                <p:cTn id="33" presetID="4" presetClass="entr" presetSubtype="32" fill="hold" grpId="0" nodeType="afterEffect">
                                  <p:stCondLst>
                                    <p:cond delay="0"/>
                                  </p:stCondLst>
                                  <p:iterate type="lt">
                                    <p:tmPct val="100000"/>
                                  </p:iterate>
                                  <p:childTnLst>
                                    <p:set>
                                      <p:cBhvr>
                                        <p:cTn id="34" dur="1" fill="hold">
                                          <p:stCondLst>
                                            <p:cond delay="0"/>
                                          </p:stCondLst>
                                        </p:cTn>
                                        <p:tgtEl>
                                          <p:spTgt spid="134149"/>
                                        </p:tgtEl>
                                        <p:attrNameLst>
                                          <p:attrName>style.visibility</p:attrName>
                                        </p:attrNameLst>
                                      </p:cBhvr>
                                      <p:to>
                                        <p:strVal val="visible"/>
                                      </p:to>
                                    </p:set>
                                    <p:animEffect transition="in" filter="box(out)">
                                      <p:cBhvr>
                                        <p:cTn id="35" dur="75"/>
                                        <p:tgtEl>
                                          <p:spTgt spid="134149"/>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blinds(horizontal)">
                                      <p:cBhvr>
                                        <p:cTn id="40" dur="500"/>
                                        <p:tgtEl>
                                          <p:spTgt spid="15"/>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5"/>
                                        </p:tgtEl>
                                        <p:attrNameLst>
                                          <p:attrName>style.visibility</p:attrName>
                                        </p:attrNameLst>
                                      </p:cBhvr>
                                      <p:to>
                                        <p:strVal val="visible"/>
                                      </p:to>
                                    </p:set>
                                    <p:animEffect transition="in" filter="wipe(left)">
                                      <p:cBhvr>
                                        <p:cTn id="45" dur="500"/>
                                        <p:tgtEl>
                                          <p:spTgt spid="5"/>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nodeType="clickEffect">
                                  <p:stCondLst>
                                    <p:cond delay="0"/>
                                  </p:stCondLst>
                                  <p:childTnLst>
                                    <p:set>
                                      <p:cBhvr>
                                        <p:cTn id="49" dur="1" fill="hold">
                                          <p:stCondLst>
                                            <p:cond delay="0"/>
                                          </p:stCondLst>
                                        </p:cTn>
                                        <p:tgtEl>
                                          <p:spTgt spid="56"/>
                                        </p:tgtEl>
                                        <p:attrNameLst>
                                          <p:attrName>style.visibility</p:attrName>
                                        </p:attrNameLst>
                                      </p:cBhvr>
                                      <p:to>
                                        <p:strVal val="visible"/>
                                      </p:to>
                                    </p:set>
                                    <p:animEffect transition="in" filter="wipe(up)">
                                      <p:cBhvr>
                                        <p:cTn id="50" dur="500"/>
                                        <p:tgtEl>
                                          <p:spTgt spid="56"/>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wipe(left)">
                                      <p:cBhvr>
                                        <p:cTn id="5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9" grpId="0"/>
      <p:bldP spid="10" grpId="0" bldLvl="0" animBg="1"/>
      <p:bldP spid="3" grpId="0" bldLvl="0" animBg="1"/>
      <p:bldP spid="134147"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*4-6 互易定理</a:t>
            </a:r>
            <a:endParaRPr lang="zh-CN" altLang="en-US"/>
          </a:p>
        </p:txBody>
      </p:sp>
      <p:sp>
        <p:nvSpPr>
          <p:cNvPr id="13340" name="Text Box 28"/>
          <p:cNvSpPr txBox="1"/>
          <p:nvPr/>
        </p:nvSpPr>
        <p:spPr>
          <a:xfrm>
            <a:off x="1839913" y="727075"/>
            <a:ext cx="1981200" cy="521970"/>
          </a:xfrm>
          <a:prstGeom prst="rect">
            <a:avLst/>
          </a:prstGeom>
          <a:noFill/>
          <a:ln w="9525">
            <a:noFill/>
          </a:ln>
        </p:spPr>
        <p:txBody>
          <a:bodyPr>
            <a:spAutoFit/>
          </a:bodyPr>
          <a:p>
            <a:pPr lvl="0" algn="l">
              <a:spcBef>
                <a:spcPct val="50000"/>
              </a:spcBef>
              <a:buClrTx/>
              <a:buSzTx/>
              <a:buFontTx/>
            </a:pPr>
            <a:r>
              <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sym typeface="+mn-ea"/>
              </a:rPr>
              <a:t>求电流</a:t>
            </a:r>
            <a:r>
              <a:rPr kumimoji="1" lang="zh-CN" altLang="en-US" sz="2800" i="1" dirty="0" smtClean="0">
                <a:latin typeface="Times New Roman" panose="02020603050405020304" pitchFamily="18" charset="0"/>
                <a:ea typeface="华文楷体" panose="02010600040101010101" pitchFamily="2" charset="-122"/>
                <a:cs typeface="Times New Roman" panose="02020603050405020304" pitchFamily="18" charset="0"/>
                <a:sym typeface="+mn-ea"/>
              </a:rPr>
              <a:t>I</a:t>
            </a:r>
            <a:r>
              <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sym typeface="+mn-ea"/>
              </a:rPr>
              <a:t> </a:t>
            </a:r>
            <a:r>
              <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sym typeface="+mn-ea"/>
              </a:rPr>
              <a:t>。</a:t>
            </a:r>
            <a:endPar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sym typeface="+mn-ea"/>
            </a:endParaRPr>
          </a:p>
        </p:txBody>
      </p:sp>
      <p:sp>
        <p:nvSpPr>
          <p:cNvPr id="13342" name="Text Box 30"/>
          <p:cNvSpPr txBox="1"/>
          <p:nvPr/>
        </p:nvSpPr>
        <p:spPr>
          <a:xfrm>
            <a:off x="1235075" y="1586865"/>
            <a:ext cx="3024188" cy="460375"/>
          </a:xfrm>
          <a:prstGeom prst="rect">
            <a:avLst/>
          </a:prstGeom>
          <a:noFill/>
          <a:ln w="9525">
            <a:noFill/>
          </a:ln>
        </p:spPr>
        <p:txBody>
          <a:bodyPr>
            <a:spAutoFit/>
          </a:bodyPr>
          <a:p>
            <a:pPr lvl="0" algn="l">
              <a:spcBef>
                <a:spcPct val="50000"/>
              </a:spcBef>
              <a:buClrTx/>
              <a:buSzTx/>
              <a:buFontTx/>
            </a:pPr>
            <a:r>
              <a:rPr kumimoji="1" lang="zh-CN" altLang="en-US" sz="2800" dirty="0" smtClean="0">
                <a:latin typeface="华文楷体" panose="02010600040101010101" pitchFamily="2" charset="-122"/>
                <a:ea typeface="华文楷体" panose="02010600040101010101" pitchFamily="2" charset="-122"/>
                <a:sym typeface="+mn-ea"/>
              </a:rPr>
              <a:t>利用互易定理</a:t>
            </a:r>
            <a:endParaRPr kumimoji="1" lang="zh-CN" altLang="en-US" sz="2800" dirty="0" smtClean="0">
              <a:latin typeface="华文楷体" panose="02010600040101010101" pitchFamily="2" charset="-122"/>
              <a:ea typeface="华文楷体" panose="02010600040101010101" pitchFamily="2" charset="-122"/>
              <a:sym typeface="+mn-ea"/>
            </a:endParaRPr>
          </a:p>
        </p:txBody>
      </p:sp>
      <p:sp>
        <p:nvSpPr>
          <p:cNvPr id="13343" name="Text Box 31"/>
          <p:cNvSpPr txBox="1"/>
          <p:nvPr/>
        </p:nvSpPr>
        <p:spPr>
          <a:xfrm>
            <a:off x="592138" y="4411663"/>
            <a:ext cx="4095750" cy="521970"/>
          </a:xfrm>
          <a:prstGeom prst="rect">
            <a:avLst/>
          </a:prstGeom>
          <a:noFill/>
          <a:ln w="9525">
            <a:noFill/>
          </a:ln>
        </p:spPr>
        <p:txBody>
          <a:bodyPr>
            <a:spAutoFit/>
          </a:bodyPr>
          <a:p>
            <a:pPr>
              <a:spcBef>
                <a:spcPct val="50000"/>
              </a:spcBef>
            </a:pP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I</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rPr>
              <a:t>1</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 = </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I </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2/(4+2)=2/3A</a:t>
            </a:r>
            <a:endPar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endParaRPr>
          </a:p>
        </p:txBody>
      </p:sp>
      <p:sp>
        <p:nvSpPr>
          <p:cNvPr id="13344" name="Text Box 32"/>
          <p:cNvSpPr txBox="1"/>
          <p:nvPr/>
        </p:nvSpPr>
        <p:spPr>
          <a:xfrm>
            <a:off x="592138" y="5059363"/>
            <a:ext cx="3951287" cy="521970"/>
          </a:xfrm>
          <a:prstGeom prst="rect">
            <a:avLst/>
          </a:prstGeom>
          <a:noFill/>
          <a:ln w="9525">
            <a:noFill/>
          </a:ln>
        </p:spPr>
        <p:txBody>
          <a:bodyPr>
            <a:spAutoFit/>
          </a:bodyPr>
          <a:p>
            <a:pPr>
              <a:spcBef>
                <a:spcPct val="50000"/>
              </a:spcBef>
            </a:pP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I</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rPr>
              <a:t>2</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 = </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I</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2/(1+2)=4/3A</a:t>
            </a:r>
            <a:endPar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endParaRPr>
          </a:p>
        </p:txBody>
      </p:sp>
      <p:sp>
        <p:nvSpPr>
          <p:cNvPr id="13345" name="Text Box 33"/>
          <p:cNvSpPr txBox="1"/>
          <p:nvPr/>
        </p:nvSpPr>
        <p:spPr>
          <a:xfrm>
            <a:off x="592138" y="5707063"/>
            <a:ext cx="3808412" cy="521970"/>
          </a:xfrm>
          <a:prstGeom prst="rect">
            <a:avLst/>
          </a:prstGeom>
          <a:noFill/>
          <a:ln w="9525">
            <a:noFill/>
          </a:ln>
        </p:spPr>
        <p:txBody>
          <a:bodyPr>
            <a:spAutoFit/>
          </a:bodyPr>
          <a:p>
            <a:pPr>
              <a:spcBef>
                <a:spcPct val="50000"/>
              </a:spcBef>
            </a:pP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I</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I</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rPr>
              <a:t>1</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800" b="0" i="1" dirty="0" smtClean="0">
                <a:latin typeface="Times New Roman" panose="02020603050405020304" pitchFamily="18" charset="0"/>
                <a:ea typeface="华文楷体" panose="02010600040101010101" pitchFamily="2" charset="-122"/>
                <a:cs typeface="Times New Roman" panose="02020603050405020304" pitchFamily="18" charset="0"/>
              </a:rPr>
              <a:t>I</a:t>
            </a:r>
            <a:r>
              <a:rPr kumimoji="1" lang="zh-CN" altLang="en-US" sz="2800" b="0" baseline="-25000" dirty="0" smtClean="0">
                <a:latin typeface="Times New Roman" panose="02020603050405020304" pitchFamily="18" charset="0"/>
                <a:ea typeface="华文楷体" panose="02010600040101010101" pitchFamily="2" charset="-122"/>
                <a:cs typeface="Times New Roman" panose="02020603050405020304" pitchFamily="18" charset="0"/>
              </a:rPr>
              <a:t>2</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 = - 2/3A</a:t>
            </a:r>
            <a:endPar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 name="Text Box 22"/>
          <p:cNvSpPr txBox="1">
            <a:spLocks noChangeArrowheads="1"/>
          </p:cNvSpPr>
          <p:nvPr/>
        </p:nvSpPr>
        <p:spPr bwMode="auto">
          <a:xfrm>
            <a:off x="258445" y="711200"/>
            <a:ext cx="1219200" cy="575945"/>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例</a:t>
            </a:r>
            <a:r>
              <a:rPr kumimoji="1" lang="en-US" altLang="zh-CN" sz="3200" dirty="0">
                <a:solidFill>
                  <a:schemeClr val="bg1"/>
                </a:solidFill>
                <a:latin typeface="华文新魏" panose="02010800040101010101" pitchFamily="2" charset="-122"/>
                <a:ea typeface="华文新魏" panose="02010800040101010101" pitchFamily="2" charset="-122"/>
              </a:rPr>
              <a:t>6-2</a:t>
            </a:r>
            <a:endParaRPr kumimoji="1" lang="en-US" altLang="zh-CN" sz="3200" dirty="0">
              <a:solidFill>
                <a:schemeClr val="bg1"/>
              </a:solidFill>
              <a:latin typeface="华文新魏" panose="02010800040101010101" pitchFamily="2" charset="-122"/>
              <a:ea typeface="华文新魏" panose="02010800040101010101" pitchFamily="2" charset="-122"/>
            </a:endParaRPr>
          </a:p>
        </p:txBody>
      </p:sp>
      <p:sp>
        <p:nvSpPr>
          <p:cNvPr id="10" name="Text Box 22"/>
          <p:cNvSpPr txBox="1">
            <a:spLocks noChangeArrowheads="1"/>
          </p:cNvSpPr>
          <p:nvPr/>
        </p:nvSpPr>
        <p:spPr bwMode="auto">
          <a:xfrm>
            <a:off x="334559" y="1527328"/>
            <a:ext cx="648000" cy="576000"/>
          </a:xfrm>
          <a:prstGeom prst="rect">
            <a:avLst/>
          </a:pr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解</a:t>
            </a:r>
            <a:endParaRPr kumimoji="1" lang="zh-CN" altLang="en-US" sz="3200" dirty="0">
              <a:solidFill>
                <a:schemeClr val="bg1"/>
              </a:solidFill>
              <a:latin typeface="华文新魏" panose="02010800040101010101" pitchFamily="2" charset="-122"/>
              <a:ea typeface="华文新魏" panose="02010800040101010101" pitchFamily="2" charset="-122"/>
            </a:endParaRPr>
          </a:p>
        </p:txBody>
      </p:sp>
      <p:graphicFrame>
        <p:nvGraphicFramePr>
          <p:cNvPr id="5" name="对象 4"/>
          <p:cNvGraphicFramePr/>
          <p:nvPr/>
        </p:nvGraphicFramePr>
        <p:xfrm>
          <a:off x="516255" y="2190750"/>
          <a:ext cx="3665855" cy="1909445"/>
        </p:xfrm>
        <a:graphic>
          <a:graphicData uri="http://schemas.openxmlformats.org/presentationml/2006/ole">
            <mc:AlternateContent xmlns:mc="http://schemas.openxmlformats.org/markup-compatibility/2006">
              <mc:Choice xmlns:v="urn:schemas-microsoft-com:vml" Requires="v">
                <p:oleObj spid="_x0000_s7" name="" r:id="rId1" imgW="1384300" imgH="990600" progId="Equation.KSEE3">
                  <p:embed/>
                </p:oleObj>
              </mc:Choice>
              <mc:Fallback>
                <p:oleObj name="" r:id="rId1" imgW="1384300" imgH="990600" progId="Equation.KSEE3">
                  <p:embed/>
                  <p:pic>
                    <p:nvPicPr>
                      <p:cNvPr id="0" name="图片 6"/>
                      <p:cNvPicPr/>
                      <p:nvPr/>
                    </p:nvPicPr>
                    <p:blipFill>
                      <a:blip r:embed="rId2"/>
                      <a:stretch>
                        <a:fillRect/>
                      </a:stretch>
                    </p:blipFill>
                    <p:spPr>
                      <a:xfrm>
                        <a:off x="516255" y="2190750"/>
                        <a:ext cx="3665855" cy="1909445"/>
                      </a:xfrm>
                      <a:prstGeom prst="rect">
                        <a:avLst/>
                      </a:prstGeom>
                    </p:spPr>
                  </p:pic>
                </p:oleObj>
              </mc:Fallback>
            </mc:AlternateContent>
          </a:graphicData>
        </a:graphic>
      </p:graphicFrame>
      <p:grpSp>
        <p:nvGrpSpPr>
          <p:cNvPr id="6" name="组合 5"/>
          <p:cNvGrpSpPr/>
          <p:nvPr/>
        </p:nvGrpSpPr>
        <p:grpSpPr>
          <a:xfrm>
            <a:off x="4400550" y="3688080"/>
            <a:ext cx="4685030" cy="2276475"/>
            <a:chOff x="6855" y="5445"/>
            <a:chExt cx="7378" cy="3585"/>
          </a:xfrm>
        </p:grpSpPr>
        <p:sp>
          <p:nvSpPr>
            <p:cNvPr id="44048" name="Rectangle 130"/>
            <p:cNvSpPr/>
            <p:nvPr/>
          </p:nvSpPr>
          <p:spPr bwMode="auto">
            <a:xfrm>
              <a:off x="7655" y="5558"/>
              <a:ext cx="4990" cy="3403"/>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44049" name="Text Box 68"/>
            <p:cNvSpPr txBox="1"/>
            <p:nvPr/>
          </p:nvSpPr>
          <p:spPr>
            <a:xfrm>
              <a:off x="12468" y="8310"/>
              <a:ext cx="1310" cy="720"/>
            </a:xfrm>
            <a:prstGeom prst="rect">
              <a:avLst/>
            </a:prstGeom>
            <a:noFill/>
            <a:ln w="9525">
              <a:noFill/>
            </a:ln>
          </p:spPr>
          <p:txBody>
            <a:bodyPr>
              <a:spAutoFit/>
            </a:bodyPr>
            <a:p>
              <a:pPr>
                <a:spcBef>
                  <a:spcPct val="50000"/>
                </a:spcBef>
              </a:pPr>
              <a:endParaRPr lang="zh-CN" altLang="zh-CN" sz="2400" dirty="0">
                <a:solidFill>
                  <a:schemeClr val="tx1"/>
                </a:solidFill>
                <a:latin typeface="Times New Roman" panose="02020603050405020304" pitchFamily="18" charset="0"/>
                <a:ea typeface="宋体" panose="02010600030101010101" pitchFamily="2" charset="-122"/>
              </a:endParaRPr>
            </a:p>
          </p:txBody>
        </p:sp>
        <p:sp>
          <p:nvSpPr>
            <p:cNvPr id="44050" name="Line 108"/>
            <p:cNvSpPr/>
            <p:nvPr/>
          </p:nvSpPr>
          <p:spPr>
            <a:xfrm>
              <a:off x="7653" y="6640"/>
              <a:ext cx="0" cy="60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44051" name="Text Box 109"/>
            <p:cNvSpPr txBox="1"/>
            <p:nvPr/>
          </p:nvSpPr>
          <p:spPr>
            <a:xfrm>
              <a:off x="7103" y="6434"/>
              <a:ext cx="72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r>
                <a:rPr lang="en-US" altLang="zh-CN" b="0" baseline="-25000" dirty="0">
                  <a:solidFill>
                    <a:schemeClr val="tx1"/>
                  </a:solidFill>
                  <a:latin typeface="Times New Roman" panose="02020603050405020304" pitchFamily="18" charset="0"/>
                  <a:ea typeface="宋体" panose="02010600030101010101" pitchFamily="2" charset="-122"/>
                </a:rPr>
                <a:t>1</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44052" name="Line 110"/>
            <p:cNvSpPr/>
            <p:nvPr/>
          </p:nvSpPr>
          <p:spPr>
            <a:xfrm>
              <a:off x="7653" y="7328"/>
              <a:ext cx="0" cy="455"/>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44053" name="Text Box 111"/>
            <p:cNvSpPr txBox="1"/>
            <p:nvPr/>
          </p:nvSpPr>
          <p:spPr>
            <a:xfrm>
              <a:off x="6959" y="7350"/>
              <a:ext cx="72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r>
                <a:rPr lang="en-US" altLang="zh-CN" b="0" baseline="-25000" dirty="0">
                  <a:solidFill>
                    <a:schemeClr val="tx1"/>
                  </a:solidFill>
                  <a:latin typeface="Times New Roman" panose="02020603050405020304" pitchFamily="18" charset="0"/>
                  <a:ea typeface="宋体" panose="02010600030101010101" pitchFamily="2" charset="-122"/>
                </a:rPr>
                <a:t>2</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44054" name="Text Box 113"/>
            <p:cNvSpPr txBox="1"/>
            <p:nvPr/>
          </p:nvSpPr>
          <p:spPr>
            <a:xfrm>
              <a:off x="12643" y="5445"/>
              <a:ext cx="72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44055" name="Line 115"/>
            <p:cNvSpPr/>
            <p:nvPr/>
          </p:nvSpPr>
          <p:spPr bwMode="auto">
            <a:xfrm>
              <a:off x="7655" y="7258"/>
              <a:ext cx="2948" cy="0"/>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44056" name="Text Box 116"/>
            <p:cNvSpPr txBox="1"/>
            <p:nvPr/>
          </p:nvSpPr>
          <p:spPr>
            <a:xfrm>
              <a:off x="10648" y="7598"/>
              <a:ext cx="136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2</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44057" name="Text Box 117"/>
            <p:cNvSpPr txBox="1"/>
            <p:nvPr/>
          </p:nvSpPr>
          <p:spPr>
            <a:xfrm>
              <a:off x="7768" y="7485"/>
              <a:ext cx="136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44058" name="Text Box 118"/>
            <p:cNvSpPr txBox="1"/>
            <p:nvPr/>
          </p:nvSpPr>
          <p:spPr>
            <a:xfrm>
              <a:off x="10670" y="5898"/>
              <a:ext cx="1303"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2</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44059" name="Text Box 119"/>
            <p:cNvSpPr txBox="1"/>
            <p:nvPr/>
          </p:nvSpPr>
          <p:spPr>
            <a:xfrm>
              <a:off x="7768" y="6010"/>
              <a:ext cx="136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4</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44060" name="Text Box 120"/>
            <p:cNvSpPr txBox="1"/>
            <p:nvPr/>
          </p:nvSpPr>
          <p:spPr>
            <a:xfrm>
              <a:off x="12643" y="6690"/>
              <a:ext cx="72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4061" name="Text Box 121"/>
            <p:cNvSpPr txBox="1"/>
            <p:nvPr/>
          </p:nvSpPr>
          <p:spPr>
            <a:xfrm>
              <a:off x="12758" y="8165"/>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4062" name="Text Box 122"/>
            <p:cNvSpPr txBox="1"/>
            <p:nvPr/>
          </p:nvSpPr>
          <p:spPr>
            <a:xfrm>
              <a:off x="13098" y="7485"/>
              <a:ext cx="113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8V</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4063" name="Text Box 123"/>
            <p:cNvSpPr txBox="1"/>
            <p:nvPr/>
          </p:nvSpPr>
          <p:spPr>
            <a:xfrm>
              <a:off x="11623" y="5853"/>
              <a:ext cx="1343"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2</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44064" name="Line 124"/>
            <p:cNvSpPr/>
            <p:nvPr/>
          </p:nvSpPr>
          <p:spPr>
            <a:xfrm>
              <a:off x="8707" y="7260"/>
              <a:ext cx="793"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44065" name="Text Box 125"/>
            <p:cNvSpPr txBox="1"/>
            <p:nvPr/>
          </p:nvSpPr>
          <p:spPr>
            <a:xfrm>
              <a:off x="8900" y="6303"/>
              <a:ext cx="60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44066" name="Text Box 126"/>
            <p:cNvSpPr txBox="1"/>
            <p:nvPr/>
          </p:nvSpPr>
          <p:spPr>
            <a:xfrm>
              <a:off x="6855" y="6782"/>
              <a:ext cx="68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4067" name="Text Box 127"/>
            <p:cNvSpPr txBox="1"/>
            <p:nvPr/>
          </p:nvSpPr>
          <p:spPr>
            <a:xfrm>
              <a:off x="10718" y="6918"/>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4068" name="Text Box 128"/>
            <p:cNvSpPr txBox="1"/>
            <p:nvPr/>
          </p:nvSpPr>
          <p:spPr>
            <a:xfrm>
              <a:off x="12075" y="6690"/>
              <a:ext cx="89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c</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4069" name="Text Box 129"/>
            <p:cNvSpPr txBox="1"/>
            <p:nvPr/>
          </p:nvSpPr>
          <p:spPr>
            <a:xfrm>
              <a:off x="12078" y="8165"/>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d</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4070" name="Line 131"/>
            <p:cNvSpPr/>
            <p:nvPr/>
          </p:nvSpPr>
          <p:spPr bwMode="auto">
            <a:xfrm>
              <a:off x="10603" y="5558"/>
              <a:ext cx="0" cy="3403"/>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44071" name="Rectangle 133"/>
            <p:cNvSpPr/>
            <p:nvPr/>
          </p:nvSpPr>
          <p:spPr bwMode="auto">
            <a:xfrm>
              <a:off x="10445" y="7600"/>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44072" name="Rectangle 134"/>
            <p:cNvSpPr/>
            <p:nvPr/>
          </p:nvSpPr>
          <p:spPr bwMode="auto">
            <a:xfrm>
              <a:off x="10445" y="5898"/>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44073" name="Rectangle 135"/>
            <p:cNvSpPr/>
            <p:nvPr/>
          </p:nvSpPr>
          <p:spPr bwMode="auto">
            <a:xfrm>
              <a:off x="7498" y="7778"/>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44074" name="Rectangle 136"/>
            <p:cNvSpPr/>
            <p:nvPr/>
          </p:nvSpPr>
          <p:spPr bwMode="auto">
            <a:xfrm>
              <a:off x="7543" y="5875"/>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44075" name="Line 112"/>
            <p:cNvSpPr/>
            <p:nvPr/>
          </p:nvSpPr>
          <p:spPr>
            <a:xfrm rot="10800000">
              <a:off x="12645" y="5558"/>
              <a:ext cx="0" cy="60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44076" name="Rectangle 132"/>
            <p:cNvSpPr/>
            <p:nvPr/>
          </p:nvSpPr>
          <p:spPr bwMode="auto">
            <a:xfrm>
              <a:off x="12463" y="6078"/>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grpSp>
          <p:nvGrpSpPr>
            <p:cNvPr id="79" name="组合 78"/>
            <p:cNvGrpSpPr/>
            <p:nvPr/>
          </p:nvGrpSpPr>
          <p:grpSpPr>
            <a:xfrm>
              <a:off x="12197" y="7328"/>
              <a:ext cx="908" cy="908"/>
              <a:chOff x="505193" y="3720552"/>
              <a:chExt cx="432197" cy="432197"/>
            </a:xfrm>
            <a:solidFill>
              <a:schemeClr val="accent6">
                <a:lumMod val="40000"/>
                <a:lumOff val="60000"/>
              </a:schemeClr>
            </a:solidFill>
          </p:grpSpPr>
          <p:sp>
            <p:nvSpPr>
              <p:cNvPr id="80"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81" name="直接连接符 80"/>
              <p:cNvCxnSpPr>
                <a:stCxn id="80" idx="0"/>
                <a:endCxn id="80"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 name="组合 3"/>
          <p:cNvGrpSpPr/>
          <p:nvPr/>
        </p:nvGrpSpPr>
        <p:grpSpPr>
          <a:xfrm>
            <a:off x="4691380" y="1096010"/>
            <a:ext cx="3921125" cy="2174875"/>
            <a:chOff x="7313" y="1318"/>
            <a:chExt cx="6175" cy="3425"/>
          </a:xfrm>
        </p:grpSpPr>
        <p:sp>
          <p:nvSpPr>
            <p:cNvPr id="44079" name="Rectangle 100"/>
            <p:cNvSpPr/>
            <p:nvPr/>
          </p:nvSpPr>
          <p:spPr bwMode="auto">
            <a:xfrm>
              <a:off x="7880" y="1318"/>
              <a:ext cx="4990" cy="3403"/>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44081" name="Line 85"/>
            <p:cNvSpPr/>
            <p:nvPr/>
          </p:nvSpPr>
          <p:spPr bwMode="auto">
            <a:xfrm>
              <a:off x="7880" y="3018"/>
              <a:ext cx="2947" cy="0"/>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44082" name="Text Box 86"/>
            <p:cNvSpPr txBox="1"/>
            <p:nvPr/>
          </p:nvSpPr>
          <p:spPr>
            <a:xfrm>
              <a:off x="10895" y="3358"/>
              <a:ext cx="136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2</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44083" name="Text Box 87"/>
            <p:cNvSpPr txBox="1"/>
            <p:nvPr/>
          </p:nvSpPr>
          <p:spPr>
            <a:xfrm>
              <a:off x="7903" y="3245"/>
              <a:ext cx="136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44084" name="Text Box 88"/>
            <p:cNvSpPr txBox="1"/>
            <p:nvPr/>
          </p:nvSpPr>
          <p:spPr>
            <a:xfrm>
              <a:off x="10895" y="1658"/>
              <a:ext cx="1302"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2</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44085" name="Text Box 89"/>
            <p:cNvSpPr txBox="1"/>
            <p:nvPr/>
          </p:nvSpPr>
          <p:spPr>
            <a:xfrm>
              <a:off x="7948" y="1770"/>
              <a:ext cx="136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4</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44086" name="Text Box 90"/>
            <p:cNvSpPr txBox="1"/>
            <p:nvPr/>
          </p:nvSpPr>
          <p:spPr>
            <a:xfrm>
              <a:off x="8220" y="2338"/>
              <a:ext cx="72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4087" name="Text Box 91"/>
            <p:cNvSpPr txBox="1"/>
            <p:nvPr/>
          </p:nvSpPr>
          <p:spPr>
            <a:xfrm>
              <a:off x="9808" y="2225"/>
              <a:ext cx="600" cy="680"/>
            </a:xfrm>
            <a:prstGeom prst="rect">
              <a:avLst/>
            </a:prstGeom>
            <a:noFill/>
            <a:ln w="9525">
              <a:noFill/>
            </a:ln>
          </p:spPr>
          <p:txBody>
            <a:bodyPr>
              <a:no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4088" name="Text Box 92"/>
            <p:cNvSpPr txBox="1"/>
            <p:nvPr/>
          </p:nvSpPr>
          <p:spPr>
            <a:xfrm>
              <a:off x="8900" y="1885"/>
              <a:ext cx="1387"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8V</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4089" name="Text Box 93"/>
            <p:cNvSpPr txBox="1"/>
            <p:nvPr/>
          </p:nvSpPr>
          <p:spPr>
            <a:xfrm>
              <a:off x="11848" y="1998"/>
              <a:ext cx="1342"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2</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44090" name="Line 94"/>
            <p:cNvSpPr/>
            <p:nvPr/>
          </p:nvSpPr>
          <p:spPr>
            <a:xfrm>
              <a:off x="12870" y="3473"/>
              <a:ext cx="0" cy="60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44091" name="Text Box 95"/>
            <p:cNvSpPr txBox="1"/>
            <p:nvPr/>
          </p:nvSpPr>
          <p:spPr>
            <a:xfrm>
              <a:off x="12888" y="3358"/>
              <a:ext cx="60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44092" name="Text Box 96"/>
            <p:cNvSpPr txBox="1"/>
            <p:nvPr/>
          </p:nvSpPr>
          <p:spPr>
            <a:xfrm>
              <a:off x="7313" y="2565"/>
              <a:ext cx="68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4093" name="Text Box 97"/>
            <p:cNvSpPr txBox="1"/>
            <p:nvPr/>
          </p:nvSpPr>
          <p:spPr>
            <a:xfrm>
              <a:off x="10943" y="2678"/>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4094" name="Text Box 98"/>
            <p:cNvSpPr txBox="1"/>
            <p:nvPr/>
          </p:nvSpPr>
          <p:spPr>
            <a:xfrm>
              <a:off x="12303" y="2678"/>
              <a:ext cx="89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c</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4095" name="Text Box 99"/>
            <p:cNvSpPr txBox="1"/>
            <p:nvPr/>
          </p:nvSpPr>
          <p:spPr>
            <a:xfrm>
              <a:off x="12303" y="3925"/>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d</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4096" name="Line 101"/>
            <p:cNvSpPr/>
            <p:nvPr/>
          </p:nvSpPr>
          <p:spPr bwMode="auto">
            <a:xfrm>
              <a:off x="10828" y="1318"/>
              <a:ext cx="0" cy="3403"/>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44097" name="Rectangle 102"/>
            <p:cNvSpPr/>
            <p:nvPr/>
          </p:nvSpPr>
          <p:spPr bwMode="auto">
            <a:xfrm>
              <a:off x="12710" y="2110"/>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44098" name="Rectangle 103"/>
            <p:cNvSpPr/>
            <p:nvPr/>
          </p:nvSpPr>
          <p:spPr bwMode="auto">
            <a:xfrm>
              <a:off x="10670" y="3473"/>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44099" name="Rectangle 104"/>
            <p:cNvSpPr/>
            <p:nvPr/>
          </p:nvSpPr>
          <p:spPr bwMode="auto">
            <a:xfrm>
              <a:off x="10670" y="1658"/>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44100" name="Rectangle 105"/>
            <p:cNvSpPr/>
            <p:nvPr/>
          </p:nvSpPr>
          <p:spPr bwMode="auto">
            <a:xfrm>
              <a:off x="7700" y="3358"/>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44101" name="Rectangle 106"/>
            <p:cNvSpPr/>
            <p:nvPr/>
          </p:nvSpPr>
          <p:spPr bwMode="auto">
            <a:xfrm>
              <a:off x="7700" y="1770"/>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grpSp>
          <p:nvGrpSpPr>
            <p:cNvPr id="73" name="组合 72"/>
            <p:cNvGrpSpPr/>
            <p:nvPr/>
          </p:nvGrpSpPr>
          <p:grpSpPr>
            <a:xfrm>
              <a:off x="8788" y="2565"/>
              <a:ext cx="908" cy="908"/>
              <a:chOff x="5907581" y="4495572"/>
              <a:chExt cx="576263" cy="576263"/>
            </a:xfrm>
          </p:grpSpPr>
          <p:sp>
            <p:nvSpPr>
              <p:cNvPr id="74"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75" name="直接连接符 74"/>
              <p:cNvCxnSpPr>
                <a:stCxn id="74" idx="4"/>
                <a:endCxn id="74"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3"/>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blinds(horizontal)">
                                      <p:cBhvr>
                                        <p:cTn id="14" dur="500"/>
                                        <p:tgtEl>
                                          <p:spTgt spid="4"/>
                                        </p:tgtEl>
                                      </p:cBhvr>
                                    </p:animEffect>
                                  </p:childTnLst>
                                </p:cTn>
                              </p:par>
                            </p:childTnLst>
                          </p:cTn>
                        </p:par>
                        <p:par>
                          <p:cTn id="15" fill="hold">
                            <p:stCondLst>
                              <p:cond delay="1500"/>
                            </p:stCondLst>
                            <p:childTnLst>
                              <p:par>
                                <p:cTn id="16" presetID="2" presetClass="entr" presetSubtype="1" fill="hold" grpId="0" nodeType="afterEffect">
                                  <p:stCondLst>
                                    <p:cond delay="1000"/>
                                  </p:stCondLst>
                                  <p:childTnLst>
                                    <p:set>
                                      <p:cBhvr>
                                        <p:cTn id="17" dur="1" fill="hold">
                                          <p:stCondLst>
                                            <p:cond delay="0"/>
                                          </p:stCondLst>
                                        </p:cTn>
                                        <p:tgtEl>
                                          <p:spTgt spid="13340"/>
                                        </p:tgtEl>
                                        <p:attrNameLst>
                                          <p:attrName>style.visibility</p:attrName>
                                        </p:attrNameLst>
                                      </p:cBhvr>
                                      <p:to>
                                        <p:strVal val="visible"/>
                                      </p:to>
                                    </p:set>
                                    <p:anim calcmode="lin" valueType="num">
                                      <p:cBhvr additive="base">
                                        <p:cTn id="18" dur="500" fill="hold"/>
                                        <p:tgtEl>
                                          <p:spTgt spid="13340"/>
                                        </p:tgtEl>
                                        <p:attrNameLst>
                                          <p:attrName>ppt_x</p:attrName>
                                        </p:attrNameLst>
                                      </p:cBhvr>
                                      <p:tavLst>
                                        <p:tav tm="0">
                                          <p:val>
                                            <p:strVal val="#ppt_x"/>
                                          </p:val>
                                        </p:tav>
                                        <p:tav tm="100000">
                                          <p:val>
                                            <p:strVal val="#ppt_x"/>
                                          </p:val>
                                        </p:tav>
                                      </p:tavLst>
                                    </p:anim>
                                    <p:anim calcmode="lin" valueType="num">
                                      <p:cBhvr additive="base">
                                        <p:cTn id="19" dur="500" fill="hold"/>
                                        <p:tgtEl>
                                          <p:spTgt spid="13340"/>
                                        </p:tgtEl>
                                        <p:attrNameLst>
                                          <p:attrName>ppt_y</p:attrName>
                                        </p:attrNameLst>
                                      </p:cBhvr>
                                      <p:tavLst>
                                        <p:tav tm="0">
                                          <p:val>
                                            <p:strVal val="0-#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5"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p:cTn id="24" dur="1000" fill="hold"/>
                                        <p:tgtEl>
                                          <p:spTgt spid="10"/>
                                        </p:tgtEl>
                                        <p:attrNameLst>
                                          <p:attrName>ppt_w</p:attrName>
                                        </p:attrNameLst>
                                      </p:cBhvr>
                                      <p:tavLst>
                                        <p:tav tm="0">
                                          <p:val>
                                            <p:fltVal val="0"/>
                                          </p:val>
                                        </p:tav>
                                        <p:tav tm="100000">
                                          <p:val>
                                            <p:strVal val="#ppt_w"/>
                                          </p:val>
                                        </p:tav>
                                      </p:tavLst>
                                    </p:anim>
                                    <p:anim calcmode="lin" valueType="num">
                                      <p:cBhvr>
                                        <p:cTn id="25" dur="1000" fill="hold"/>
                                        <p:tgtEl>
                                          <p:spTgt spid="10"/>
                                        </p:tgtEl>
                                        <p:attrNameLst>
                                          <p:attrName>ppt_h</p:attrName>
                                        </p:attrNameLst>
                                      </p:cBhvr>
                                      <p:tavLst>
                                        <p:tav tm="0">
                                          <p:val>
                                            <p:fltVal val="0"/>
                                          </p:val>
                                        </p:tav>
                                        <p:tav tm="100000">
                                          <p:val>
                                            <p:strVal val="#ppt_h"/>
                                          </p:val>
                                        </p:tav>
                                      </p:tavLst>
                                    </p:anim>
                                    <p:anim calcmode="lin" valueType="num">
                                      <p:cBhvr>
                                        <p:cTn id="26" dur="1000" fill="hold"/>
                                        <p:tgtEl>
                                          <p:spTgt spid="10"/>
                                        </p:tgtEl>
                                        <p:attrNameLst>
                                          <p:attrName>ppt_x</p:attrName>
                                        </p:attrNameLst>
                                      </p:cBhvr>
                                      <p:tavLst>
                                        <p:tav tm="0" fmla="#ppt_x+(cos(-2*pi*(1-$))*-#ppt_x-sin(-2*pi*(1-$))*(1-#ppt_y))*(1-$)">
                                          <p:val>
                                            <p:fltVal val="0"/>
                                          </p:val>
                                        </p:tav>
                                        <p:tav tm="100000">
                                          <p:val>
                                            <p:fltVal val="1"/>
                                          </p:val>
                                        </p:tav>
                                      </p:tavLst>
                                    </p:anim>
                                    <p:anim calcmode="lin" valueType="num">
                                      <p:cBhvr>
                                        <p:cTn id="27" dur="1000" fill="hold"/>
                                        <p:tgtEl>
                                          <p:spTgt spid="10"/>
                                        </p:tgtEl>
                                        <p:attrNameLst>
                                          <p:attrName>ppt_y</p:attrName>
                                        </p:attrNameLst>
                                      </p:cBhvr>
                                      <p:tavLst>
                                        <p:tav tm="0" fmla="#ppt_y+(sin(-2*pi*(1-$))*-#ppt_x+cos(-2*pi*(1-$))*(1-#ppt_y))*(1-$)">
                                          <p:val>
                                            <p:fltVal val="0"/>
                                          </p:val>
                                        </p:tav>
                                        <p:tav tm="100000">
                                          <p:val>
                                            <p:fltVal val="1"/>
                                          </p:val>
                                        </p:tav>
                                      </p:tavLst>
                                    </p:anim>
                                  </p:childTnLst>
                                </p:cTn>
                              </p:par>
                            </p:childTnLst>
                          </p:cTn>
                        </p:par>
                        <p:par>
                          <p:cTn id="28" fill="hold">
                            <p:stCondLst>
                              <p:cond delay="1000"/>
                            </p:stCondLst>
                            <p:childTnLst>
                              <p:par>
                                <p:cTn id="29" presetID="4" presetClass="entr" presetSubtype="32" fill="hold" grpId="0" nodeType="afterEffect">
                                  <p:stCondLst>
                                    <p:cond delay="0"/>
                                  </p:stCondLst>
                                  <p:iterate type="lt">
                                    <p:tmPct val="100000"/>
                                  </p:iterate>
                                  <p:childTnLst>
                                    <p:set>
                                      <p:cBhvr>
                                        <p:cTn id="30" dur="1" fill="hold">
                                          <p:stCondLst>
                                            <p:cond delay="0"/>
                                          </p:stCondLst>
                                        </p:cTn>
                                        <p:tgtEl>
                                          <p:spTgt spid="13342"/>
                                        </p:tgtEl>
                                        <p:attrNameLst>
                                          <p:attrName>style.visibility</p:attrName>
                                        </p:attrNameLst>
                                      </p:cBhvr>
                                      <p:to>
                                        <p:strVal val="visible"/>
                                      </p:to>
                                    </p:set>
                                    <p:animEffect transition="in" filter="box(out)">
                                      <p:cBhvr>
                                        <p:cTn id="31" dur="75"/>
                                        <p:tgtEl>
                                          <p:spTgt spid="13342"/>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blinds(horizontal)">
                                      <p:cBhvr>
                                        <p:cTn id="36" dur="500"/>
                                        <p:tgtEl>
                                          <p:spTgt spid="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3000" fill="hold">
                                          <p:stCondLst>
                                            <p:cond delay="0"/>
                                          </p:stCondLst>
                                        </p:cTn>
                                        <p:tgtEl>
                                          <p:spTgt spid="5"/>
                                        </p:tgtEl>
                                        <p:attrNameLst>
                                          <p:attrName>style.visibility</p:attrName>
                                        </p:attrNameLst>
                                      </p:cBhvr>
                                      <p:to>
                                        <p:strVal val="visible"/>
                                      </p:to>
                                    </p:set>
                                    <p:animEffect transition="in" filter="wipe(up)">
                                      <p:cBhvr>
                                        <p:cTn id="41" dur="3000"/>
                                        <p:tgtEl>
                                          <p:spTgt spid="5"/>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3343"/>
                                        </p:tgtEl>
                                        <p:attrNameLst>
                                          <p:attrName>style.visibility</p:attrName>
                                        </p:attrNameLst>
                                      </p:cBhvr>
                                      <p:to>
                                        <p:strVal val="visible"/>
                                      </p:to>
                                    </p:set>
                                    <p:animEffect transition="in" filter="wipe(left)">
                                      <p:cBhvr>
                                        <p:cTn id="46" dur="3000"/>
                                        <p:tgtEl>
                                          <p:spTgt spid="13343"/>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3344"/>
                                        </p:tgtEl>
                                        <p:attrNameLst>
                                          <p:attrName>style.visibility</p:attrName>
                                        </p:attrNameLst>
                                      </p:cBhvr>
                                      <p:to>
                                        <p:strVal val="visible"/>
                                      </p:to>
                                    </p:set>
                                    <p:animEffect transition="in" filter="wipe(left)">
                                      <p:cBhvr>
                                        <p:cTn id="51" dur="3000"/>
                                        <p:tgtEl>
                                          <p:spTgt spid="13344"/>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3345"/>
                                        </p:tgtEl>
                                        <p:attrNameLst>
                                          <p:attrName>style.visibility</p:attrName>
                                        </p:attrNameLst>
                                      </p:cBhvr>
                                      <p:to>
                                        <p:strVal val="visible"/>
                                      </p:to>
                                    </p:set>
                                    <p:animEffect transition="in" filter="wipe(left)">
                                      <p:cBhvr>
                                        <p:cTn id="56" dur="3000"/>
                                        <p:tgtEl>
                                          <p:spTgt spid="133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40" grpId="0"/>
      <p:bldP spid="13342" grpId="0"/>
      <p:bldP spid="13343" grpId="0"/>
      <p:bldP spid="13344" grpId="0"/>
      <p:bldP spid="13345" grpId="0"/>
      <p:bldP spid="10" grpId="0" animBg="1"/>
      <p:bldP spid="3" grpId="0" bldLvl="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*4-6 互易定理</a:t>
            </a:r>
            <a:endParaRPr lang="zh-CN" altLang="en-US"/>
          </a:p>
        </p:txBody>
      </p:sp>
      <p:sp>
        <p:nvSpPr>
          <p:cNvPr id="12291" name="Text Box 3"/>
          <p:cNvSpPr txBox="1"/>
          <p:nvPr/>
        </p:nvSpPr>
        <p:spPr>
          <a:xfrm>
            <a:off x="1354455" y="782955"/>
            <a:ext cx="7788910" cy="521970"/>
          </a:xfrm>
          <a:prstGeom prst="rect">
            <a:avLst/>
          </a:prstGeom>
          <a:noFill/>
          <a:ln w="9525">
            <a:noFill/>
          </a:ln>
        </p:spPr>
        <p:txBody>
          <a:bodyPr wrap="square">
            <a:spAutoFit/>
          </a:bodyPr>
          <a:p>
            <a:pPr>
              <a:spcBef>
                <a:spcPct val="50000"/>
              </a:spcBef>
            </a:pPr>
            <a:r>
              <a:rPr kumimoji="1" lang="zh-CN" altLang="en-US" sz="2800"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测得图</a:t>
            </a:r>
            <a:r>
              <a:rPr kumimoji="1" lang="zh-CN" altLang="en-US" sz="2800" b="0"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(a)</a:t>
            </a:r>
            <a:r>
              <a:rPr kumimoji="1" lang="zh-CN" altLang="en-US" sz="2800"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中</a:t>
            </a:r>
            <a:r>
              <a:rPr lang="en-US" altLang="zh-CN" b="0"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U</a:t>
            </a:r>
            <a:r>
              <a:rPr lang="en-US" altLang="zh-CN" b="0"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kumimoji="1" lang="zh-CN" altLang="en-US" sz="2800" b="0"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＝10V, </a:t>
            </a:r>
            <a:r>
              <a:rPr lang="en-US" altLang="zh-CN" b="0"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U</a:t>
            </a:r>
            <a:r>
              <a:rPr lang="en-US" altLang="zh-CN" b="0"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r>
              <a:rPr kumimoji="1" lang="zh-CN" altLang="en-US" sz="2800" b="0"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＝5V</a:t>
            </a:r>
            <a:r>
              <a:rPr kumimoji="1" lang="zh-CN" altLang="en-US" sz="2800"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，求图</a:t>
            </a:r>
            <a:r>
              <a:rPr kumimoji="1" lang="zh-CN" altLang="en-US" sz="2800" b="0"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(b)</a:t>
            </a:r>
            <a:r>
              <a:rPr kumimoji="1" lang="zh-CN" altLang="en-US" sz="2800"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中的电流</a:t>
            </a:r>
            <a:r>
              <a:rPr kumimoji="1" lang="zh-CN" altLang="en-US" sz="2800" b="0" i="1"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I</a:t>
            </a:r>
            <a:r>
              <a:rPr kumimoji="1" lang="zh-CN" altLang="en-US" sz="2800" b="0"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a:t>
            </a:r>
            <a:endParaRPr kumimoji="1" lang="zh-CN" altLang="en-US" sz="2800" b="0"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2293" name="Text Box 5"/>
          <p:cNvSpPr txBox="1"/>
          <p:nvPr/>
        </p:nvSpPr>
        <p:spPr>
          <a:xfrm>
            <a:off x="323850" y="4906645"/>
            <a:ext cx="4464050" cy="521970"/>
          </a:xfrm>
          <a:prstGeom prst="rect">
            <a:avLst/>
          </a:prstGeom>
          <a:noFill/>
          <a:ln w="9525">
            <a:noFill/>
          </a:ln>
        </p:spPr>
        <p:txBody>
          <a:bodyPr>
            <a:spAutoFit/>
          </a:bodyPr>
          <a:p>
            <a:pPr marL="342900" indent="-342900">
              <a:spcBef>
                <a:spcPct val="50000"/>
              </a:spcBef>
              <a:buAutoNum type="circleNumDbPlain"/>
            </a:pPr>
            <a:r>
              <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rPr>
              <a:t>利用互易定理知图</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(c)</a:t>
            </a:r>
            <a:r>
              <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rPr>
              <a:t>中</a:t>
            </a:r>
            <a:endPar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 name="Text Box 22"/>
          <p:cNvSpPr txBox="1">
            <a:spLocks noChangeArrowheads="1"/>
          </p:cNvSpPr>
          <p:nvPr/>
        </p:nvSpPr>
        <p:spPr bwMode="auto">
          <a:xfrm>
            <a:off x="155575" y="782955"/>
            <a:ext cx="1219200" cy="575945"/>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例</a:t>
            </a:r>
            <a:r>
              <a:rPr kumimoji="1" lang="en-US" altLang="zh-CN" sz="3200" dirty="0">
                <a:solidFill>
                  <a:schemeClr val="bg1"/>
                </a:solidFill>
                <a:latin typeface="华文新魏" panose="02010800040101010101" pitchFamily="2" charset="-122"/>
                <a:ea typeface="华文新魏" panose="02010800040101010101" pitchFamily="2" charset="-122"/>
              </a:rPr>
              <a:t>6-3</a:t>
            </a:r>
            <a:endParaRPr kumimoji="1" lang="en-US" altLang="zh-CN" sz="3200" dirty="0">
              <a:solidFill>
                <a:schemeClr val="bg1"/>
              </a:solidFill>
              <a:latin typeface="华文新魏" panose="02010800040101010101" pitchFamily="2" charset="-122"/>
              <a:ea typeface="华文新魏" panose="02010800040101010101" pitchFamily="2" charset="-122"/>
            </a:endParaRPr>
          </a:p>
        </p:txBody>
      </p:sp>
      <p:sp>
        <p:nvSpPr>
          <p:cNvPr id="10" name="Text Box 22"/>
          <p:cNvSpPr txBox="1">
            <a:spLocks noChangeArrowheads="1"/>
          </p:cNvSpPr>
          <p:nvPr/>
        </p:nvSpPr>
        <p:spPr bwMode="auto">
          <a:xfrm>
            <a:off x="357505" y="4075430"/>
            <a:ext cx="800100" cy="575945"/>
          </a:xfrm>
          <a:prstGeom prst="rect">
            <a:avLst/>
          </a:pr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解</a:t>
            </a:r>
            <a:r>
              <a:rPr kumimoji="1" lang="en-US" altLang="zh-CN" sz="3200" dirty="0">
                <a:solidFill>
                  <a:schemeClr val="bg1"/>
                </a:solidFill>
                <a:latin typeface="华文新魏" panose="02010800040101010101" pitchFamily="2" charset="-122"/>
                <a:ea typeface="华文新魏" panose="02010800040101010101" pitchFamily="2" charset="-122"/>
              </a:rPr>
              <a:t>1</a:t>
            </a:r>
            <a:endParaRPr kumimoji="1" lang="en-US" altLang="zh-CN" sz="3200" dirty="0">
              <a:solidFill>
                <a:schemeClr val="bg1"/>
              </a:solidFill>
              <a:latin typeface="华文新魏" panose="02010800040101010101" pitchFamily="2" charset="-122"/>
              <a:ea typeface="华文新魏" panose="02010800040101010101" pitchFamily="2" charset="-122"/>
            </a:endParaRPr>
          </a:p>
        </p:txBody>
      </p:sp>
      <p:grpSp>
        <p:nvGrpSpPr>
          <p:cNvPr id="25" name="组合 24"/>
          <p:cNvGrpSpPr/>
          <p:nvPr/>
        </p:nvGrpSpPr>
        <p:grpSpPr>
          <a:xfrm>
            <a:off x="4775200" y="3987800"/>
            <a:ext cx="3703320" cy="2750820"/>
            <a:chOff x="7529" y="5740"/>
            <a:chExt cx="5832" cy="4332"/>
          </a:xfrm>
        </p:grpSpPr>
        <p:sp>
          <p:nvSpPr>
            <p:cNvPr id="45084" name="Text Box 328"/>
            <p:cNvSpPr txBox="1"/>
            <p:nvPr/>
          </p:nvSpPr>
          <p:spPr>
            <a:xfrm>
              <a:off x="7653" y="5740"/>
              <a:ext cx="787"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5086" name="Text Box 330"/>
            <p:cNvSpPr txBox="1"/>
            <p:nvPr/>
          </p:nvSpPr>
          <p:spPr>
            <a:xfrm>
              <a:off x="11735" y="5855"/>
              <a:ext cx="92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c</a:t>
              </a:r>
              <a:endParaRPr lang="en-US" altLang="zh-CN" b="0" dirty="0">
                <a:solidFill>
                  <a:schemeClr val="tx1"/>
                </a:solidFill>
                <a:latin typeface="Times New Roman" panose="02020603050405020304" pitchFamily="18" charset="0"/>
                <a:ea typeface="宋体" panose="02010600030101010101" pitchFamily="2" charset="-122"/>
              </a:endParaRPr>
            </a:p>
          </p:txBody>
        </p:sp>
        <p:grpSp>
          <p:nvGrpSpPr>
            <p:cNvPr id="21" name="组合 20"/>
            <p:cNvGrpSpPr/>
            <p:nvPr/>
          </p:nvGrpSpPr>
          <p:grpSpPr>
            <a:xfrm>
              <a:off x="7529" y="6220"/>
              <a:ext cx="5832" cy="3853"/>
              <a:chOff x="7538" y="6220"/>
              <a:chExt cx="5832" cy="3853"/>
            </a:xfrm>
          </p:grpSpPr>
          <p:sp>
            <p:nvSpPr>
              <p:cNvPr id="45072" name="Rectangle 323"/>
              <p:cNvSpPr/>
              <p:nvPr/>
            </p:nvSpPr>
            <p:spPr bwMode="auto">
              <a:xfrm>
                <a:off x="9580" y="6535"/>
                <a:ext cx="2835" cy="2268"/>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p>
                <a:endParaRPr lang="zh-CN" altLang="en-US" dirty="0">
                  <a:solidFill>
                    <a:schemeClr val="tx1"/>
                  </a:solidFill>
                  <a:latin typeface="Arial" panose="020B0604020202020204" pitchFamily="34" charset="0"/>
                </a:endParaRPr>
              </a:p>
            </p:txBody>
          </p:sp>
          <p:sp>
            <p:nvSpPr>
              <p:cNvPr id="45073" name="Text Box 313"/>
              <p:cNvSpPr txBox="1"/>
              <p:nvPr/>
            </p:nvSpPr>
            <p:spPr>
              <a:xfrm>
                <a:off x="9355" y="9255"/>
                <a:ext cx="1100" cy="818"/>
              </a:xfrm>
              <a:prstGeom prst="rect">
                <a:avLst/>
              </a:prstGeom>
              <a:gradFill rotWithShape="1">
                <a:gsLst>
                  <a:gs pos="0">
                    <a:srgbClr val="0099FF"/>
                  </a:gs>
                  <a:gs pos="100000">
                    <a:schemeClr val="bg1"/>
                  </a:gs>
                </a:gsLst>
                <a:lin ang="5400000" scaled="1"/>
                <a:tileRect/>
              </a:gradFill>
              <a:ln w="38100">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(c)</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5074" name="Text Box 314"/>
              <p:cNvSpPr txBox="1"/>
              <p:nvPr/>
            </p:nvSpPr>
            <p:spPr>
              <a:xfrm>
                <a:off x="7768" y="6420"/>
                <a:ext cx="612" cy="818"/>
              </a:xfrm>
              <a:prstGeom prst="rect">
                <a:avLst/>
              </a:prstGeom>
              <a:noFill/>
              <a:ln w="38100">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5075" name="Text Box 315"/>
              <p:cNvSpPr txBox="1"/>
              <p:nvPr/>
            </p:nvSpPr>
            <p:spPr>
              <a:xfrm>
                <a:off x="7653" y="7783"/>
                <a:ext cx="612" cy="818"/>
              </a:xfrm>
              <a:prstGeom prst="rect">
                <a:avLst/>
              </a:prstGeom>
              <a:noFill/>
              <a:ln w="38100">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5076" name="Text Box 317"/>
              <p:cNvSpPr txBox="1"/>
              <p:nvPr/>
            </p:nvSpPr>
            <p:spPr>
              <a:xfrm>
                <a:off x="11395" y="6648"/>
                <a:ext cx="1082" cy="818"/>
              </a:xfrm>
              <a:prstGeom prst="rect">
                <a:avLst/>
              </a:prstGeom>
              <a:noFill/>
              <a:ln w="38100">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2A</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45077" name="Text Box 318"/>
              <p:cNvSpPr txBox="1"/>
              <p:nvPr/>
            </p:nvSpPr>
            <p:spPr>
              <a:xfrm>
                <a:off x="12758" y="6875"/>
                <a:ext cx="612" cy="818"/>
              </a:xfrm>
              <a:prstGeom prst="rect">
                <a:avLst/>
              </a:prstGeom>
              <a:noFill/>
              <a:ln w="38100">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5078" name="Text Box 319"/>
              <p:cNvSpPr txBox="1"/>
              <p:nvPr/>
            </p:nvSpPr>
            <p:spPr>
              <a:xfrm>
                <a:off x="12758" y="8235"/>
                <a:ext cx="612" cy="818"/>
              </a:xfrm>
              <a:prstGeom prst="rect">
                <a:avLst/>
              </a:prstGeom>
              <a:noFill/>
              <a:ln w="38100">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5079" name="Line 320"/>
              <p:cNvSpPr/>
              <p:nvPr/>
            </p:nvSpPr>
            <p:spPr bwMode="auto">
              <a:xfrm>
                <a:off x="7765" y="6535"/>
                <a:ext cx="1132"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45080" name="Line 321"/>
              <p:cNvSpPr/>
              <p:nvPr/>
            </p:nvSpPr>
            <p:spPr bwMode="auto">
              <a:xfrm>
                <a:off x="7765" y="8690"/>
                <a:ext cx="1132"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45081" name="Line 322"/>
              <p:cNvSpPr/>
              <p:nvPr/>
            </p:nvSpPr>
            <p:spPr>
              <a:xfrm flipV="1">
                <a:off x="12418" y="6648"/>
                <a:ext cx="0" cy="1133"/>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45083" name="Rectangle 327"/>
              <p:cNvSpPr/>
              <p:nvPr/>
            </p:nvSpPr>
            <p:spPr>
              <a:xfrm>
                <a:off x="8900" y="6220"/>
                <a:ext cx="1837" cy="2948"/>
              </a:xfrm>
              <a:prstGeom prst="rect">
                <a:avLst/>
              </a:prstGeom>
              <a:solidFill>
                <a:schemeClr val="tx2">
                  <a:lumMod val="20000"/>
                  <a:lumOff val="80000"/>
                </a:schemeClr>
              </a:solidFill>
              <a:ln w="38100">
                <a:noFill/>
              </a:ln>
            </p:spPr>
            <p:txBody>
              <a:bodyPr wrap="none" anchor="ctr" anchorCtr="0"/>
              <a:p>
                <a:pPr algn="ctr"/>
                <a:r>
                  <a:rPr lang="zh-CN" altLang="en-US" dirty="0">
                    <a:solidFill>
                      <a:schemeClr val="tx1"/>
                    </a:solidFill>
                    <a:latin typeface="Arial" panose="020B0604020202020204" pitchFamily="34" charset="0"/>
                  </a:rPr>
                  <a:t>线性</a:t>
                </a:r>
                <a:endParaRPr lang="zh-CN" altLang="en-US" dirty="0">
                  <a:solidFill>
                    <a:schemeClr val="tx1"/>
                  </a:solidFill>
                  <a:latin typeface="Arial" panose="020B0604020202020204" pitchFamily="34" charset="0"/>
                </a:endParaRPr>
              </a:p>
              <a:p>
                <a:pPr algn="ctr"/>
                <a:r>
                  <a:rPr lang="zh-CN" altLang="en-US" dirty="0">
                    <a:solidFill>
                      <a:schemeClr val="tx1"/>
                    </a:solidFill>
                    <a:latin typeface="Arial" panose="020B0604020202020204" pitchFamily="34" charset="0"/>
                  </a:rPr>
                  <a:t>电阻</a:t>
                </a:r>
                <a:endParaRPr lang="zh-CN" altLang="en-US" dirty="0">
                  <a:solidFill>
                    <a:schemeClr val="tx1"/>
                  </a:solidFill>
                  <a:latin typeface="Arial" panose="020B0604020202020204" pitchFamily="34" charset="0"/>
                </a:endParaRPr>
              </a:p>
              <a:p>
                <a:pPr algn="ctr"/>
                <a:r>
                  <a:rPr lang="zh-CN" altLang="en-US" dirty="0">
                    <a:solidFill>
                      <a:schemeClr val="tx1"/>
                    </a:solidFill>
                    <a:latin typeface="Arial" panose="020B0604020202020204" pitchFamily="34" charset="0"/>
                  </a:rPr>
                  <a:t>网络</a:t>
                </a:r>
                <a:endParaRPr lang="zh-CN" altLang="en-US" dirty="0">
                  <a:solidFill>
                    <a:schemeClr val="tx1"/>
                  </a:solidFill>
                  <a:latin typeface="Arial" panose="020B0604020202020204" pitchFamily="34" charset="0"/>
                </a:endParaRPr>
              </a:p>
              <a:p>
                <a:pPr algn="ctr"/>
                <a:r>
                  <a:rPr lang="en-US" altLang="zh-CN" b="0" dirty="0">
                    <a:solidFill>
                      <a:schemeClr val="tx1"/>
                    </a:solidFill>
                    <a:latin typeface="Times New Roman" panose="02020603050405020304" pitchFamily="18" charset="0"/>
                    <a:ea typeface="仿宋_GB2312" pitchFamily="49" charset="-122"/>
                  </a:rPr>
                  <a:t>N</a:t>
                </a:r>
                <a:r>
                  <a:rPr lang="en-US" altLang="zh-CN" b="0" i="1" baseline="-25000" dirty="0">
                    <a:solidFill>
                      <a:schemeClr val="tx1"/>
                    </a:solidFill>
                    <a:latin typeface="Times New Roman" panose="02020603050405020304" pitchFamily="18" charset="0"/>
                    <a:ea typeface="仿宋_GB2312" pitchFamily="49" charset="-122"/>
                  </a:rPr>
                  <a:t>R</a:t>
                </a:r>
                <a:endParaRPr lang="en-US" altLang="zh-CN" b="0" i="1" baseline="-25000" dirty="0">
                  <a:solidFill>
                    <a:schemeClr val="tx1"/>
                  </a:solidFill>
                  <a:latin typeface="Times New Roman" panose="02020603050405020304" pitchFamily="18" charset="0"/>
                  <a:ea typeface="仿宋_GB2312" pitchFamily="49" charset="-122"/>
                </a:endParaRPr>
              </a:p>
            </p:txBody>
          </p:sp>
          <p:sp>
            <p:nvSpPr>
              <p:cNvPr id="45085" name="Text Box 329"/>
              <p:cNvSpPr txBox="1"/>
              <p:nvPr/>
            </p:nvSpPr>
            <p:spPr>
              <a:xfrm>
                <a:off x="7653" y="8575"/>
                <a:ext cx="787"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5087" name="Text Box 331"/>
              <p:cNvSpPr txBox="1"/>
              <p:nvPr/>
            </p:nvSpPr>
            <p:spPr>
              <a:xfrm>
                <a:off x="11735" y="8690"/>
                <a:ext cx="917"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d</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5088" name="Oval 332"/>
              <p:cNvSpPr/>
              <p:nvPr/>
            </p:nvSpPr>
            <p:spPr bwMode="auto">
              <a:xfrm>
                <a:off x="7540" y="6420"/>
                <a:ext cx="227" cy="228"/>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p>
                <a:endParaRPr lang="zh-CN" altLang="en-US" dirty="0">
                  <a:solidFill>
                    <a:schemeClr val="tx1"/>
                  </a:solidFill>
                  <a:latin typeface="Arial" panose="020B0604020202020204" pitchFamily="34" charset="0"/>
                </a:endParaRPr>
              </a:p>
            </p:txBody>
          </p:sp>
          <p:sp>
            <p:nvSpPr>
              <p:cNvPr id="45089" name="Oval 333"/>
              <p:cNvSpPr/>
              <p:nvPr/>
            </p:nvSpPr>
            <p:spPr bwMode="auto">
              <a:xfrm>
                <a:off x="7538" y="8575"/>
                <a:ext cx="227" cy="228"/>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graphicFrame>
            <p:nvGraphicFramePr>
              <p:cNvPr id="9" name="对象 8"/>
              <p:cNvGraphicFramePr/>
              <p:nvPr/>
            </p:nvGraphicFramePr>
            <p:xfrm>
              <a:off x="7639" y="7134"/>
              <a:ext cx="741" cy="791"/>
            </p:xfrm>
            <a:graphic>
              <a:graphicData uri="http://schemas.openxmlformats.org/presentationml/2006/ole">
                <mc:AlternateContent xmlns:mc="http://schemas.openxmlformats.org/markup-compatibility/2006">
                  <mc:Choice xmlns:v="urn:schemas-microsoft-com:vml" Requires="v">
                    <p:oleObj spid="_x0000_s11" name="" r:id="rId1" imgW="369570" imgH="408305" progId="Equation.KSEE3">
                      <p:embed/>
                    </p:oleObj>
                  </mc:Choice>
                  <mc:Fallback>
                    <p:oleObj name="" r:id="rId1" imgW="369570" imgH="408305" progId="Equation.KSEE3">
                      <p:embed/>
                      <p:pic>
                        <p:nvPicPr>
                          <p:cNvPr id="0" name="图片 10"/>
                          <p:cNvPicPr/>
                          <p:nvPr/>
                        </p:nvPicPr>
                        <p:blipFill>
                          <a:blip r:embed="rId2"/>
                          <a:stretch>
                            <a:fillRect/>
                          </a:stretch>
                        </p:blipFill>
                        <p:spPr>
                          <a:xfrm>
                            <a:off x="7639" y="7134"/>
                            <a:ext cx="741" cy="791"/>
                          </a:xfrm>
                          <a:prstGeom prst="rect">
                            <a:avLst/>
                          </a:prstGeom>
                        </p:spPr>
                      </p:pic>
                    </p:oleObj>
                  </mc:Fallback>
                </mc:AlternateContent>
              </a:graphicData>
            </a:graphic>
          </p:graphicFrame>
          <p:grpSp>
            <p:nvGrpSpPr>
              <p:cNvPr id="12" name="组合 11"/>
              <p:cNvGrpSpPr/>
              <p:nvPr/>
            </p:nvGrpSpPr>
            <p:grpSpPr>
              <a:xfrm>
                <a:off x="11964" y="7555"/>
                <a:ext cx="908" cy="908"/>
                <a:chOff x="5907581" y="4495572"/>
                <a:chExt cx="576263" cy="576263"/>
              </a:xfrm>
            </p:grpSpPr>
            <p:sp>
              <p:nvSpPr>
                <p:cNvPr id="13"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14" name="直接连接符 13"/>
                <p:cNvCxnSpPr>
                  <a:stCxn id="13" idx="4"/>
                  <a:endCxn id="13"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4" name="组合 3"/>
          <p:cNvGrpSpPr/>
          <p:nvPr/>
        </p:nvGrpSpPr>
        <p:grpSpPr>
          <a:xfrm>
            <a:off x="261620" y="1418590"/>
            <a:ext cx="4101465" cy="2679700"/>
            <a:chOff x="127" y="1913"/>
            <a:chExt cx="6459" cy="4220"/>
          </a:xfrm>
        </p:grpSpPr>
        <p:sp>
          <p:nvSpPr>
            <p:cNvPr id="45115" name="Rectangle 274"/>
            <p:cNvSpPr/>
            <p:nvPr/>
          </p:nvSpPr>
          <p:spPr bwMode="auto">
            <a:xfrm>
              <a:off x="1453" y="2618"/>
              <a:ext cx="2835" cy="2268"/>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45116" name="Text Box 265"/>
            <p:cNvSpPr txBox="1"/>
            <p:nvPr/>
          </p:nvSpPr>
          <p:spPr>
            <a:xfrm>
              <a:off x="1948" y="3478"/>
              <a:ext cx="980" cy="818"/>
            </a:xfrm>
            <a:prstGeom prst="rect">
              <a:avLst/>
            </a:prstGeom>
            <a:noFill/>
            <a:ln w="38100">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baseline="-25000" dirty="0">
                  <a:solidFill>
                    <a:schemeClr val="tx1"/>
                  </a:solidFill>
                  <a:latin typeface="Times New Roman" panose="02020603050405020304" pitchFamily="18" charset="0"/>
                  <a:ea typeface="宋体" panose="02010600030101010101" pitchFamily="2" charset="-122"/>
                </a:rPr>
                <a:t>1</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45117" name="Text Box 266"/>
            <p:cNvSpPr txBox="1"/>
            <p:nvPr/>
          </p:nvSpPr>
          <p:spPr>
            <a:xfrm>
              <a:off x="1861" y="2798"/>
              <a:ext cx="613" cy="818"/>
            </a:xfrm>
            <a:prstGeom prst="rect">
              <a:avLst/>
            </a:prstGeom>
            <a:noFill/>
            <a:ln w="38100">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5118" name="Text Box 267"/>
            <p:cNvSpPr txBox="1"/>
            <p:nvPr/>
          </p:nvSpPr>
          <p:spPr>
            <a:xfrm>
              <a:off x="1861" y="4068"/>
              <a:ext cx="613" cy="818"/>
            </a:xfrm>
            <a:prstGeom prst="rect">
              <a:avLst/>
            </a:prstGeom>
            <a:noFill/>
            <a:ln w="38100">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5119" name="Text Box 269"/>
            <p:cNvSpPr txBox="1"/>
            <p:nvPr/>
          </p:nvSpPr>
          <p:spPr>
            <a:xfrm>
              <a:off x="5423" y="2705"/>
              <a:ext cx="65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5120" name="Text Box 270"/>
            <p:cNvSpPr txBox="1"/>
            <p:nvPr/>
          </p:nvSpPr>
          <p:spPr>
            <a:xfrm>
              <a:off x="5423" y="3953"/>
              <a:ext cx="65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5121" name="Line 271"/>
            <p:cNvSpPr/>
            <p:nvPr/>
          </p:nvSpPr>
          <p:spPr bwMode="auto">
            <a:xfrm>
              <a:off x="4743" y="2705"/>
              <a:ext cx="1133"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45122" name="Line 272"/>
            <p:cNvSpPr/>
            <p:nvPr/>
          </p:nvSpPr>
          <p:spPr bwMode="auto">
            <a:xfrm>
              <a:off x="4743" y="4860"/>
              <a:ext cx="1133"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45123" name="Line 273"/>
            <p:cNvSpPr/>
            <p:nvPr/>
          </p:nvSpPr>
          <p:spPr>
            <a:xfrm flipV="1">
              <a:off x="1453" y="2708"/>
              <a:ext cx="0" cy="1133"/>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45125" name="Text Box 278"/>
            <p:cNvSpPr txBox="1"/>
            <p:nvPr/>
          </p:nvSpPr>
          <p:spPr>
            <a:xfrm>
              <a:off x="5536" y="3385"/>
              <a:ext cx="105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baseline="-25000" dirty="0">
                  <a:solidFill>
                    <a:schemeClr val="tx1"/>
                  </a:solidFill>
                  <a:latin typeface="Times New Roman" panose="02020603050405020304" pitchFamily="18" charset="0"/>
                  <a:ea typeface="宋体" panose="02010600030101010101" pitchFamily="2" charset="-122"/>
                </a:rPr>
                <a:t>2</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45126" name="Rectangle 279"/>
            <p:cNvSpPr/>
            <p:nvPr/>
          </p:nvSpPr>
          <p:spPr>
            <a:xfrm>
              <a:off x="2928" y="2278"/>
              <a:ext cx="1838" cy="2948"/>
            </a:xfrm>
            <a:prstGeom prst="rect">
              <a:avLst/>
            </a:prstGeom>
            <a:solidFill>
              <a:schemeClr val="tx2">
                <a:lumMod val="20000"/>
                <a:lumOff val="80000"/>
              </a:schemeClr>
            </a:solidFill>
            <a:ln w="38100">
              <a:noFill/>
            </a:ln>
          </p:spPr>
          <p:txBody>
            <a:bodyPr wrap="none" anchor="ctr" anchorCtr="0"/>
            <a:p>
              <a:pPr algn="ctr"/>
              <a:r>
                <a:rPr lang="zh-CN" altLang="en-US" dirty="0">
                  <a:solidFill>
                    <a:schemeClr val="tx1"/>
                  </a:solidFill>
                  <a:latin typeface="Arial" panose="020B0604020202020204" pitchFamily="34" charset="0"/>
                </a:rPr>
                <a:t>线性</a:t>
              </a:r>
              <a:endParaRPr lang="zh-CN" altLang="en-US" dirty="0">
                <a:solidFill>
                  <a:schemeClr val="tx1"/>
                </a:solidFill>
                <a:latin typeface="Arial" panose="020B0604020202020204" pitchFamily="34" charset="0"/>
              </a:endParaRPr>
            </a:p>
            <a:p>
              <a:pPr algn="ctr"/>
              <a:r>
                <a:rPr lang="zh-CN" altLang="en-US" dirty="0">
                  <a:solidFill>
                    <a:schemeClr val="tx1"/>
                  </a:solidFill>
                  <a:latin typeface="Arial" panose="020B0604020202020204" pitchFamily="34" charset="0"/>
                </a:rPr>
                <a:t>电阻</a:t>
              </a:r>
              <a:endParaRPr lang="zh-CN" altLang="en-US" dirty="0">
                <a:solidFill>
                  <a:schemeClr val="tx1"/>
                </a:solidFill>
                <a:latin typeface="Arial" panose="020B0604020202020204" pitchFamily="34" charset="0"/>
              </a:endParaRPr>
            </a:p>
            <a:p>
              <a:pPr algn="ctr"/>
              <a:r>
                <a:rPr lang="zh-CN" altLang="en-US" dirty="0">
                  <a:solidFill>
                    <a:schemeClr val="tx1"/>
                  </a:solidFill>
                  <a:latin typeface="Arial" panose="020B0604020202020204" pitchFamily="34" charset="0"/>
                </a:rPr>
                <a:t>网络</a:t>
              </a:r>
              <a:endParaRPr lang="zh-CN" altLang="en-US" dirty="0">
                <a:solidFill>
                  <a:schemeClr val="tx1"/>
                </a:solidFill>
                <a:latin typeface="Arial" panose="020B0604020202020204" pitchFamily="34" charset="0"/>
              </a:endParaRPr>
            </a:p>
            <a:p>
              <a:pPr algn="ctr"/>
              <a:r>
                <a:rPr lang="en-US" altLang="zh-CN" b="0" dirty="0">
                  <a:solidFill>
                    <a:schemeClr val="tx1"/>
                  </a:solidFill>
                  <a:latin typeface="Times New Roman" panose="02020603050405020304" pitchFamily="18" charset="0"/>
                  <a:ea typeface="仿宋_GB2312" pitchFamily="49" charset="-122"/>
                </a:rPr>
                <a:t>N</a:t>
              </a:r>
              <a:r>
                <a:rPr lang="en-US" altLang="zh-CN" b="0" i="1" baseline="-25000" dirty="0">
                  <a:solidFill>
                    <a:schemeClr val="tx1"/>
                  </a:solidFill>
                  <a:latin typeface="Times New Roman" panose="02020603050405020304" pitchFamily="18" charset="0"/>
                  <a:ea typeface="仿宋_GB2312" pitchFamily="49" charset="-122"/>
                </a:rPr>
                <a:t>R</a:t>
              </a:r>
              <a:endParaRPr lang="en-US" altLang="zh-CN" b="0" i="1" baseline="-25000" dirty="0">
                <a:solidFill>
                  <a:schemeClr val="tx1"/>
                </a:solidFill>
                <a:latin typeface="Times New Roman" panose="02020603050405020304" pitchFamily="18" charset="0"/>
                <a:ea typeface="仿宋_GB2312" pitchFamily="49" charset="-122"/>
              </a:endParaRPr>
            </a:p>
          </p:txBody>
        </p:sp>
        <p:sp>
          <p:nvSpPr>
            <p:cNvPr id="45127" name="Text Box 280"/>
            <p:cNvSpPr txBox="1"/>
            <p:nvPr/>
          </p:nvSpPr>
          <p:spPr>
            <a:xfrm>
              <a:off x="127" y="2708"/>
              <a:ext cx="1133"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2A</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45128" name="Text Box 281"/>
            <p:cNvSpPr txBox="1"/>
            <p:nvPr/>
          </p:nvSpPr>
          <p:spPr>
            <a:xfrm>
              <a:off x="1341" y="1913"/>
              <a:ext cx="788"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5129" name="Text Box 282"/>
            <p:cNvSpPr txBox="1"/>
            <p:nvPr/>
          </p:nvSpPr>
          <p:spPr>
            <a:xfrm>
              <a:off x="1341" y="4773"/>
              <a:ext cx="788"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5130" name="Text Box 283"/>
            <p:cNvSpPr txBox="1"/>
            <p:nvPr/>
          </p:nvSpPr>
          <p:spPr>
            <a:xfrm>
              <a:off x="5648" y="1938"/>
              <a:ext cx="92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c</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5131" name="Text Box 284"/>
            <p:cNvSpPr txBox="1"/>
            <p:nvPr/>
          </p:nvSpPr>
          <p:spPr>
            <a:xfrm>
              <a:off x="5651" y="4860"/>
              <a:ext cx="918"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d</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5132" name="Text Box 285"/>
            <p:cNvSpPr txBox="1"/>
            <p:nvPr/>
          </p:nvSpPr>
          <p:spPr>
            <a:xfrm>
              <a:off x="3268" y="5315"/>
              <a:ext cx="1050" cy="818"/>
            </a:xfrm>
            <a:prstGeom prst="rect">
              <a:avLst/>
            </a:prstGeom>
            <a:gradFill rotWithShape="1">
              <a:gsLst>
                <a:gs pos="0">
                  <a:srgbClr val="0099FF"/>
                </a:gs>
                <a:gs pos="100000">
                  <a:schemeClr val="bg1"/>
                </a:gs>
              </a:gsLst>
              <a:lin ang="5400000" scaled="1"/>
              <a:tileRect/>
            </a:grad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5133" name="Oval 286"/>
            <p:cNvSpPr/>
            <p:nvPr/>
          </p:nvSpPr>
          <p:spPr bwMode="auto">
            <a:xfrm>
              <a:off x="5876" y="2593"/>
              <a:ext cx="228" cy="228"/>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45134" name="Oval 287"/>
            <p:cNvSpPr/>
            <p:nvPr/>
          </p:nvSpPr>
          <p:spPr bwMode="auto">
            <a:xfrm>
              <a:off x="5876" y="4748"/>
              <a:ext cx="228" cy="228"/>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p>
              <a:endParaRPr lang="zh-CN" altLang="en-US" dirty="0">
                <a:solidFill>
                  <a:schemeClr val="tx1"/>
                </a:solidFill>
                <a:latin typeface="Arial" panose="020B0604020202020204" pitchFamily="34" charset="0"/>
              </a:endParaRPr>
            </a:p>
          </p:txBody>
        </p:sp>
        <p:grpSp>
          <p:nvGrpSpPr>
            <p:cNvPr id="15" name="组合 14"/>
            <p:cNvGrpSpPr/>
            <p:nvPr/>
          </p:nvGrpSpPr>
          <p:grpSpPr>
            <a:xfrm rot="0">
              <a:off x="953" y="3460"/>
              <a:ext cx="908" cy="908"/>
              <a:chOff x="5907581" y="4495572"/>
              <a:chExt cx="576263" cy="576263"/>
            </a:xfrm>
          </p:grpSpPr>
          <p:sp>
            <p:nvSpPr>
              <p:cNvPr id="16"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17" name="直接连接符 16"/>
              <p:cNvCxnSpPr>
                <a:stCxn id="16" idx="4"/>
                <a:endCxn id="16"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8" name="组合 7"/>
          <p:cNvGrpSpPr/>
          <p:nvPr/>
        </p:nvGrpSpPr>
        <p:grpSpPr>
          <a:xfrm>
            <a:off x="4532630" y="1308100"/>
            <a:ext cx="4104640" cy="2749550"/>
            <a:chOff x="6955" y="1685"/>
            <a:chExt cx="6464" cy="4330"/>
          </a:xfrm>
        </p:grpSpPr>
        <p:sp>
          <p:nvSpPr>
            <p:cNvPr id="45105" name="Text Box 304"/>
            <p:cNvSpPr txBox="1"/>
            <p:nvPr/>
          </p:nvSpPr>
          <p:spPr>
            <a:xfrm>
              <a:off x="7653" y="1685"/>
              <a:ext cx="788"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5107" name="Text Box 306"/>
            <p:cNvSpPr txBox="1"/>
            <p:nvPr/>
          </p:nvSpPr>
          <p:spPr>
            <a:xfrm>
              <a:off x="11735" y="1800"/>
              <a:ext cx="920"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c</a:t>
              </a:r>
              <a:endParaRPr lang="en-US" altLang="zh-CN" b="0" dirty="0">
                <a:solidFill>
                  <a:schemeClr val="tx1"/>
                </a:solidFill>
                <a:latin typeface="Times New Roman" panose="02020603050405020304" pitchFamily="18" charset="0"/>
                <a:ea typeface="宋体" panose="02010600030101010101" pitchFamily="2" charset="-122"/>
              </a:endParaRPr>
            </a:p>
          </p:txBody>
        </p:sp>
        <p:grpSp>
          <p:nvGrpSpPr>
            <p:cNvPr id="6" name="组合 5"/>
            <p:cNvGrpSpPr/>
            <p:nvPr/>
          </p:nvGrpSpPr>
          <p:grpSpPr>
            <a:xfrm>
              <a:off x="6955" y="2165"/>
              <a:ext cx="6464" cy="3851"/>
              <a:chOff x="6973" y="2165"/>
              <a:chExt cx="6464" cy="3851"/>
            </a:xfrm>
          </p:grpSpPr>
          <p:sp>
            <p:nvSpPr>
              <p:cNvPr id="45092" name="Text Box 293"/>
              <p:cNvSpPr txBox="1"/>
              <p:nvPr/>
            </p:nvSpPr>
            <p:spPr>
              <a:xfrm>
                <a:off x="6973" y="3097"/>
                <a:ext cx="1248"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5</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45093" name="Rectangle 299"/>
              <p:cNvSpPr/>
              <p:nvPr/>
            </p:nvSpPr>
            <p:spPr bwMode="auto">
              <a:xfrm>
                <a:off x="9580" y="2480"/>
                <a:ext cx="2835" cy="2267"/>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45094" name="Text Box 289"/>
              <p:cNvSpPr txBox="1"/>
              <p:nvPr/>
            </p:nvSpPr>
            <p:spPr>
              <a:xfrm>
                <a:off x="11448" y="2592"/>
                <a:ext cx="1083" cy="817"/>
              </a:xfrm>
              <a:prstGeom prst="rect">
                <a:avLst/>
              </a:prstGeom>
              <a:noFill/>
              <a:ln w="38100">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2A</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45095" name="Text Box 290"/>
              <p:cNvSpPr txBox="1"/>
              <p:nvPr/>
            </p:nvSpPr>
            <p:spPr>
              <a:xfrm>
                <a:off x="12758" y="2932"/>
                <a:ext cx="613" cy="817"/>
              </a:xfrm>
              <a:prstGeom prst="rect">
                <a:avLst/>
              </a:prstGeom>
              <a:noFill/>
              <a:ln w="38100">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5096" name="Text Box 291"/>
              <p:cNvSpPr txBox="1"/>
              <p:nvPr/>
            </p:nvSpPr>
            <p:spPr>
              <a:xfrm>
                <a:off x="12825" y="4180"/>
                <a:ext cx="613" cy="817"/>
              </a:xfrm>
              <a:prstGeom prst="rect">
                <a:avLst/>
              </a:prstGeom>
              <a:noFill/>
              <a:ln w="38100">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5097" name="Line 292"/>
              <p:cNvSpPr/>
              <p:nvPr/>
            </p:nvSpPr>
            <p:spPr bwMode="auto">
              <a:xfrm>
                <a:off x="8105" y="2480"/>
                <a:ext cx="0" cy="2152"/>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45098" name="Line 294"/>
              <p:cNvSpPr/>
              <p:nvPr/>
            </p:nvSpPr>
            <p:spPr>
              <a:xfrm>
                <a:off x="8108" y="2480"/>
                <a:ext cx="0" cy="565"/>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45099" name="Text Box 295"/>
              <p:cNvSpPr txBox="1"/>
              <p:nvPr/>
            </p:nvSpPr>
            <p:spPr>
              <a:xfrm>
                <a:off x="8234" y="2480"/>
                <a:ext cx="795" cy="817"/>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仿宋_GB2312" pitchFamily="49" charset="-122"/>
                  </a:rPr>
                  <a:t>I</a:t>
                </a:r>
                <a:endParaRPr lang="en-US" altLang="zh-CN" b="0" i="1" dirty="0">
                  <a:solidFill>
                    <a:schemeClr val="tx1"/>
                  </a:solidFill>
                  <a:latin typeface="Times New Roman" panose="02020603050405020304" pitchFamily="18" charset="0"/>
                  <a:ea typeface="仿宋_GB2312" pitchFamily="49" charset="-122"/>
                </a:endParaRPr>
              </a:p>
            </p:txBody>
          </p:sp>
          <p:sp>
            <p:nvSpPr>
              <p:cNvPr id="45100" name="Line 296"/>
              <p:cNvSpPr/>
              <p:nvPr/>
            </p:nvSpPr>
            <p:spPr bwMode="auto">
              <a:xfrm>
                <a:off x="7765" y="2480"/>
                <a:ext cx="1133"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45101" name="Line 297"/>
              <p:cNvSpPr/>
              <p:nvPr/>
            </p:nvSpPr>
            <p:spPr bwMode="auto">
              <a:xfrm>
                <a:off x="7765" y="4635"/>
                <a:ext cx="1133"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45102" name="Line 298"/>
              <p:cNvSpPr/>
              <p:nvPr/>
            </p:nvSpPr>
            <p:spPr>
              <a:xfrm flipV="1">
                <a:off x="12418" y="2592"/>
                <a:ext cx="0" cy="1132"/>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45104" name="Rectangle 303"/>
              <p:cNvSpPr/>
              <p:nvPr/>
            </p:nvSpPr>
            <p:spPr>
              <a:xfrm>
                <a:off x="8900" y="2165"/>
                <a:ext cx="1838" cy="2947"/>
              </a:xfrm>
              <a:prstGeom prst="rect">
                <a:avLst/>
              </a:prstGeom>
              <a:solidFill>
                <a:schemeClr val="tx2">
                  <a:lumMod val="20000"/>
                  <a:lumOff val="80000"/>
                </a:schemeClr>
              </a:solidFill>
              <a:ln w="38100">
                <a:noFill/>
              </a:ln>
            </p:spPr>
            <p:txBody>
              <a:bodyPr wrap="none" anchor="ctr" anchorCtr="0"/>
              <a:p>
                <a:pPr algn="ctr"/>
                <a:r>
                  <a:rPr lang="zh-CN" altLang="en-US" dirty="0">
                    <a:solidFill>
                      <a:schemeClr val="tx1"/>
                    </a:solidFill>
                    <a:latin typeface="Arial" panose="020B0604020202020204" pitchFamily="34" charset="0"/>
                  </a:rPr>
                  <a:t>线性</a:t>
                </a:r>
                <a:endParaRPr lang="zh-CN" altLang="en-US" dirty="0">
                  <a:solidFill>
                    <a:schemeClr val="tx1"/>
                  </a:solidFill>
                  <a:latin typeface="Arial" panose="020B0604020202020204" pitchFamily="34" charset="0"/>
                </a:endParaRPr>
              </a:p>
              <a:p>
                <a:pPr algn="ctr"/>
                <a:r>
                  <a:rPr lang="zh-CN" altLang="en-US" dirty="0">
                    <a:solidFill>
                      <a:schemeClr val="tx1"/>
                    </a:solidFill>
                    <a:latin typeface="Arial" panose="020B0604020202020204" pitchFamily="34" charset="0"/>
                  </a:rPr>
                  <a:t>电阻</a:t>
                </a:r>
                <a:endParaRPr lang="zh-CN" altLang="en-US" dirty="0">
                  <a:solidFill>
                    <a:schemeClr val="tx1"/>
                  </a:solidFill>
                  <a:latin typeface="Arial" panose="020B0604020202020204" pitchFamily="34" charset="0"/>
                </a:endParaRPr>
              </a:p>
              <a:p>
                <a:pPr algn="ctr"/>
                <a:r>
                  <a:rPr lang="zh-CN" altLang="en-US" dirty="0">
                    <a:solidFill>
                      <a:schemeClr val="tx1"/>
                    </a:solidFill>
                    <a:latin typeface="Arial" panose="020B0604020202020204" pitchFamily="34" charset="0"/>
                  </a:rPr>
                  <a:t>网络</a:t>
                </a:r>
                <a:endParaRPr lang="zh-CN" altLang="en-US" dirty="0">
                  <a:solidFill>
                    <a:schemeClr val="tx1"/>
                  </a:solidFill>
                  <a:latin typeface="Arial" panose="020B0604020202020204" pitchFamily="34" charset="0"/>
                </a:endParaRPr>
              </a:p>
              <a:p>
                <a:pPr algn="ctr"/>
                <a:r>
                  <a:rPr lang="en-US" altLang="zh-CN" b="0" dirty="0">
                    <a:solidFill>
                      <a:schemeClr val="tx1"/>
                    </a:solidFill>
                    <a:latin typeface="Times New Roman" panose="02020603050405020304" pitchFamily="18" charset="0"/>
                    <a:ea typeface="仿宋_GB2312" pitchFamily="49" charset="-122"/>
                  </a:rPr>
                  <a:t>N</a:t>
                </a:r>
                <a:r>
                  <a:rPr lang="en-US" altLang="zh-CN" b="0" i="1" baseline="-25000" dirty="0">
                    <a:solidFill>
                      <a:schemeClr val="tx1"/>
                    </a:solidFill>
                    <a:latin typeface="Times New Roman" panose="02020603050405020304" pitchFamily="18" charset="0"/>
                    <a:ea typeface="仿宋_GB2312" pitchFamily="49" charset="-122"/>
                  </a:rPr>
                  <a:t>R</a:t>
                </a:r>
                <a:endParaRPr lang="en-US" altLang="zh-CN" b="0" i="1" baseline="-25000" dirty="0">
                  <a:solidFill>
                    <a:schemeClr val="tx1"/>
                  </a:solidFill>
                  <a:latin typeface="Times New Roman" panose="02020603050405020304" pitchFamily="18" charset="0"/>
                  <a:ea typeface="仿宋_GB2312" pitchFamily="49" charset="-122"/>
                </a:endParaRPr>
              </a:p>
            </p:txBody>
          </p:sp>
          <p:sp>
            <p:nvSpPr>
              <p:cNvPr id="45106" name="Text Box 305"/>
              <p:cNvSpPr txBox="1"/>
              <p:nvPr/>
            </p:nvSpPr>
            <p:spPr>
              <a:xfrm>
                <a:off x="7653" y="4520"/>
                <a:ext cx="788"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5108" name="Text Box 307"/>
              <p:cNvSpPr txBox="1"/>
              <p:nvPr/>
            </p:nvSpPr>
            <p:spPr>
              <a:xfrm>
                <a:off x="11735" y="4635"/>
                <a:ext cx="918"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d</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5109" name="Oval 308"/>
              <p:cNvSpPr/>
              <p:nvPr/>
            </p:nvSpPr>
            <p:spPr bwMode="auto">
              <a:xfrm>
                <a:off x="7540" y="2365"/>
                <a:ext cx="228" cy="227"/>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45110" name="Oval 309"/>
              <p:cNvSpPr/>
              <p:nvPr/>
            </p:nvSpPr>
            <p:spPr bwMode="auto">
              <a:xfrm>
                <a:off x="7538" y="4520"/>
                <a:ext cx="228" cy="227"/>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p>
                <a:endParaRPr lang="zh-CN" altLang="en-US" dirty="0">
                  <a:solidFill>
                    <a:schemeClr val="tx1"/>
                  </a:solidFill>
                  <a:latin typeface="Arial" panose="020B0604020202020204" pitchFamily="34" charset="0"/>
                </a:endParaRPr>
              </a:p>
            </p:txBody>
          </p:sp>
          <p:sp>
            <p:nvSpPr>
              <p:cNvPr id="45111" name="Text Box 310"/>
              <p:cNvSpPr txBox="1"/>
              <p:nvPr/>
            </p:nvSpPr>
            <p:spPr>
              <a:xfrm>
                <a:off x="9353" y="5200"/>
                <a:ext cx="1100" cy="817"/>
              </a:xfrm>
              <a:prstGeom prst="rect">
                <a:avLst/>
              </a:prstGeom>
              <a:gradFill rotWithShape="1">
                <a:gsLst>
                  <a:gs pos="0">
                    <a:srgbClr val="0099FF"/>
                  </a:gs>
                  <a:gs pos="100000">
                    <a:schemeClr val="bg1"/>
                  </a:gs>
                </a:gsLst>
                <a:lin ang="5400000" scaled="1"/>
                <a:tileRect/>
              </a:gradFill>
              <a:ln w="38100">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5112" name="Rectangle 311"/>
              <p:cNvSpPr/>
              <p:nvPr/>
            </p:nvSpPr>
            <p:spPr bwMode="auto">
              <a:xfrm>
                <a:off x="7903" y="3160"/>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grpSp>
            <p:nvGrpSpPr>
              <p:cNvPr id="18" name="组合 17"/>
              <p:cNvGrpSpPr/>
              <p:nvPr/>
            </p:nvGrpSpPr>
            <p:grpSpPr>
              <a:xfrm rot="0">
                <a:off x="11963" y="3409"/>
                <a:ext cx="908" cy="908"/>
                <a:chOff x="5907581" y="4495572"/>
                <a:chExt cx="576263" cy="576263"/>
              </a:xfrm>
            </p:grpSpPr>
            <p:sp>
              <p:nvSpPr>
                <p:cNvPr id="19"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20" name="直接连接符 19"/>
                <p:cNvCxnSpPr>
                  <a:stCxn id="19" idx="4"/>
                  <a:endCxn id="19"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graphicFrame>
        <p:nvGraphicFramePr>
          <p:cNvPr id="22" name="对象 21"/>
          <p:cNvGraphicFramePr/>
          <p:nvPr>
            <p:custDataLst>
              <p:tags r:id="rId3"/>
            </p:custDataLst>
          </p:nvPr>
        </p:nvGraphicFramePr>
        <p:xfrm>
          <a:off x="550863" y="5572125"/>
          <a:ext cx="3073400" cy="625475"/>
        </p:xfrm>
        <a:graphic>
          <a:graphicData uri="http://schemas.openxmlformats.org/presentationml/2006/ole">
            <mc:AlternateContent xmlns:mc="http://schemas.openxmlformats.org/markup-compatibility/2006">
              <mc:Choice xmlns:v="urn:schemas-microsoft-com:vml" Requires="v">
                <p:oleObj spid="_x0000_s23" name="" r:id="rId4" imgW="1282700" imgH="254000" progId="Equation.KSEE3">
                  <p:embed/>
                </p:oleObj>
              </mc:Choice>
              <mc:Fallback>
                <p:oleObj name="" r:id="rId4" imgW="1282700" imgH="254000" progId="Equation.KSEE3">
                  <p:embed/>
                  <p:pic>
                    <p:nvPicPr>
                      <p:cNvPr id="0" name="图片 5"/>
                      <p:cNvPicPr/>
                      <p:nvPr/>
                    </p:nvPicPr>
                    <p:blipFill>
                      <a:blip r:embed="rId5"/>
                      <a:stretch>
                        <a:fillRect/>
                      </a:stretch>
                    </p:blipFill>
                    <p:spPr>
                      <a:xfrm>
                        <a:off x="550863" y="5572125"/>
                        <a:ext cx="3073400" cy="625475"/>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3"/>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blinds(horizontal)">
                                      <p:cBhvr>
                                        <p:cTn id="14" dur="500"/>
                                        <p:tgtEl>
                                          <p:spTgt spid="8"/>
                                        </p:tgtEl>
                                      </p:cBhvr>
                                    </p:animEffect>
                                  </p:childTnLst>
                                </p:cTn>
                              </p:par>
                            </p:childTnLst>
                          </p:cTn>
                        </p:par>
                        <p:par>
                          <p:cTn id="15" fill="hold">
                            <p:stCondLst>
                              <p:cond delay="1500"/>
                            </p:stCondLst>
                            <p:childTnLst>
                              <p:par>
                                <p:cTn id="16" presetID="3" presetClass="entr" presetSubtype="10"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blinds(horizontal)">
                                      <p:cBhvr>
                                        <p:cTn id="18" dur="500"/>
                                        <p:tgtEl>
                                          <p:spTgt spid="4"/>
                                        </p:tgtEl>
                                      </p:cBhvr>
                                    </p:animEffect>
                                  </p:childTnLst>
                                </p:cTn>
                              </p:par>
                            </p:childTnLst>
                          </p:cTn>
                        </p:par>
                        <p:par>
                          <p:cTn id="19" fill="hold">
                            <p:stCondLst>
                              <p:cond delay="2000"/>
                            </p:stCondLst>
                            <p:childTnLst>
                              <p:par>
                                <p:cTn id="20" presetID="22" presetClass="entr" presetSubtype="8" fill="hold" grpId="0" nodeType="afterEffect">
                                  <p:stCondLst>
                                    <p:cond delay="500"/>
                                  </p:stCondLst>
                                  <p:childTnLst>
                                    <p:set>
                                      <p:cBhvr>
                                        <p:cTn id="21" dur="1" fill="hold">
                                          <p:stCondLst>
                                            <p:cond delay="0"/>
                                          </p:stCondLst>
                                        </p:cTn>
                                        <p:tgtEl>
                                          <p:spTgt spid="12291"/>
                                        </p:tgtEl>
                                        <p:attrNameLst>
                                          <p:attrName>style.visibility</p:attrName>
                                        </p:attrNameLst>
                                      </p:cBhvr>
                                      <p:to>
                                        <p:strVal val="visible"/>
                                      </p:to>
                                    </p:set>
                                    <p:animEffect transition="in" filter="wipe(left)">
                                      <p:cBhvr>
                                        <p:cTn id="22" dur="1000"/>
                                        <p:tgtEl>
                                          <p:spTgt spid="12291"/>
                                        </p:tgtEl>
                                      </p:cBhvr>
                                    </p:animEffect>
                                  </p:childTnLst>
                                </p:cTn>
                              </p:par>
                            </p:childTnLst>
                          </p:cTn>
                        </p:par>
                      </p:childTnLst>
                    </p:cTn>
                  </p:par>
                  <p:par>
                    <p:cTn id="23" fill="hold">
                      <p:stCondLst>
                        <p:cond delay="indefinite"/>
                      </p:stCondLst>
                      <p:childTnLst>
                        <p:par>
                          <p:cTn id="24" fill="hold">
                            <p:stCondLst>
                              <p:cond delay="0"/>
                            </p:stCondLst>
                            <p:childTnLst>
                              <p:par>
                                <p:cTn id="25" presetID="15"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p:cTn id="27" dur="1000" fill="hold"/>
                                        <p:tgtEl>
                                          <p:spTgt spid="10"/>
                                        </p:tgtEl>
                                        <p:attrNameLst>
                                          <p:attrName>ppt_w</p:attrName>
                                        </p:attrNameLst>
                                      </p:cBhvr>
                                      <p:tavLst>
                                        <p:tav tm="0">
                                          <p:val>
                                            <p:fltVal val="0"/>
                                          </p:val>
                                        </p:tav>
                                        <p:tav tm="100000">
                                          <p:val>
                                            <p:strVal val="#ppt_w"/>
                                          </p:val>
                                        </p:tav>
                                      </p:tavLst>
                                    </p:anim>
                                    <p:anim calcmode="lin" valueType="num">
                                      <p:cBhvr>
                                        <p:cTn id="28" dur="1000" fill="hold"/>
                                        <p:tgtEl>
                                          <p:spTgt spid="10"/>
                                        </p:tgtEl>
                                        <p:attrNameLst>
                                          <p:attrName>ppt_h</p:attrName>
                                        </p:attrNameLst>
                                      </p:cBhvr>
                                      <p:tavLst>
                                        <p:tav tm="0">
                                          <p:val>
                                            <p:fltVal val="0"/>
                                          </p:val>
                                        </p:tav>
                                        <p:tav tm="100000">
                                          <p:val>
                                            <p:strVal val="#ppt_h"/>
                                          </p:val>
                                        </p:tav>
                                      </p:tavLst>
                                    </p:anim>
                                    <p:anim calcmode="lin" valueType="num">
                                      <p:cBhvr>
                                        <p:cTn id="29" dur="1000" fill="hold"/>
                                        <p:tgtEl>
                                          <p:spTgt spid="10"/>
                                        </p:tgtEl>
                                        <p:attrNameLst>
                                          <p:attrName>ppt_x</p:attrName>
                                        </p:attrNameLst>
                                      </p:cBhvr>
                                      <p:tavLst>
                                        <p:tav tm="0" fmla="#ppt_x+(cos(-2*pi*(1-$))*-#ppt_x-sin(-2*pi*(1-$))*(1-#ppt_y))*(1-$)">
                                          <p:val>
                                            <p:fltVal val="0"/>
                                          </p:val>
                                        </p:tav>
                                        <p:tav tm="100000">
                                          <p:val>
                                            <p:fltVal val="1"/>
                                          </p:val>
                                        </p:tav>
                                      </p:tavLst>
                                    </p:anim>
                                    <p:anim calcmode="lin" valueType="num">
                                      <p:cBhvr>
                                        <p:cTn id="30" dur="1000" fill="hold"/>
                                        <p:tgtEl>
                                          <p:spTgt spid="1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wipe(up)">
                                      <p:cBhvr>
                                        <p:cTn id="35" dur="500"/>
                                        <p:tgtEl>
                                          <p:spTgt spid="25"/>
                                        </p:tgtEl>
                                      </p:cBhvr>
                                    </p:animEffect>
                                  </p:childTnLst>
                                </p:cTn>
                              </p:par>
                            </p:childTnLst>
                          </p:cTn>
                        </p:par>
                      </p:childTnLst>
                    </p:cTn>
                  </p:par>
                  <p:par>
                    <p:cTn id="36" fill="hold">
                      <p:stCondLst>
                        <p:cond delay="indefinite"/>
                      </p:stCondLst>
                      <p:childTnLst>
                        <p:par>
                          <p:cTn id="37" fill="hold">
                            <p:stCondLst>
                              <p:cond delay="0"/>
                            </p:stCondLst>
                            <p:childTnLst>
                              <p:par>
                                <p:cTn id="38" presetID="4" presetClass="entr" presetSubtype="32" fill="hold" grpId="0" nodeType="clickEffect">
                                  <p:stCondLst>
                                    <p:cond delay="0"/>
                                  </p:stCondLst>
                                  <p:iterate type="lt">
                                    <p:tmPct val="100000"/>
                                  </p:iterate>
                                  <p:childTnLst>
                                    <p:set>
                                      <p:cBhvr>
                                        <p:cTn id="39" dur="1" fill="hold">
                                          <p:stCondLst>
                                            <p:cond delay="0"/>
                                          </p:stCondLst>
                                        </p:cTn>
                                        <p:tgtEl>
                                          <p:spTgt spid="12293"/>
                                        </p:tgtEl>
                                        <p:attrNameLst>
                                          <p:attrName>style.visibility</p:attrName>
                                        </p:attrNameLst>
                                      </p:cBhvr>
                                      <p:to>
                                        <p:strVal val="visible"/>
                                      </p:to>
                                    </p:set>
                                    <p:animEffect transition="in" filter="box(out)">
                                      <p:cBhvr>
                                        <p:cTn id="40" dur="75"/>
                                        <p:tgtEl>
                                          <p:spTgt spid="12293"/>
                                        </p:tgtEl>
                                      </p:cBhvr>
                                    </p:animEffect>
                                  </p:childTnLst>
                                </p:cTn>
                              </p:par>
                            </p:childTnLst>
                          </p:cTn>
                        </p:par>
                        <p:par>
                          <p:cTn id="41" fill="hold">
                            <p:stCondLst>
                              <p:cond delay="900"/>
                            </p:stCondLst>
                            <p:childTnLst>
                              <p:par>
                                <p:cTn id="42" presetID="22" presetClass="entr" presetSubtype="4" fill="hold" nodeType="afterEffect">
                                  <p:stCondLst>
                                    <p:cond delay="0"/>
                                  </p:stCondLst>
                                  <p:childTnLst>
                                    <p:set>
                                      <p:cBhvr>
                                        <p:cTn id="43" dur="2000" fill="hold">
                                          <p:stCondLst>
                                            <p:cond delay="0"/>
                                          </p:stCondLst>
                                        </p:cTn>
                                        <p:tgtEl>
                                          <p:spTgt spid="22"/>
                                        </p:tgtEl>
                                        <p:attrNameLst>
                                          <p:attrName>style.visibility</p:attrName>
                                        </p:attrNameLst>
                                      </p:cBhvr>
                                      <p:to>
                                        <p:strVal val="visible"/>
                                      </p:to>
                                    </p:set>
                                    <p:animEffect transition="in" filter="wipe(down)">
                                      <p:cBhvr>
                                        <p:cTn id="44" dur="2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p:bldP spid="12293" grpId="0"/>
      <p:bldP spid="10" grpId="0" bldLvl="0" animBg="1"/>
      <p:bldP spid="3" grpId="0" bldLvl="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*4-6 互易定理</a:t>
            </a:r>
            <a:endParaRPr lang="zh-CN" altLang="en-US"/>
          </a:p>
        </p:txBody>
      </p:sp>
      <p:sp>
        <p:nvSpPr>
          <p:cNvPr id="11318" name="Text Box 54"/>
          <p:cNvSpPr txBox="1"/>
          <p:nvPr/>
        </p:nvSpPr>
        <p:spPr>
          <a:xfrm>
            <a:off x="500063" y="3500438"/>
            <a:ext cx="5976937" cy="521970"/>
          </a:xfrm>
          <a:prstGeom prst="rect">
            <a:avLst/>
          </a:prstGeom>
          <a:noFill/>
          <a:ln w="9525">
            <a:noFill/>
          </a:ln>
        </p:spPr>
        <p:txBody>
          <a:bodyPr>
            <a:spAutoFit/>
          </a:bodyPr>
          <a:p>
            <a:pPr marL="342900" indent="-342900">
              <a:spcBef>
                <a:spcPct val="50000"/>
              </a:spcBef>
              <a:buAutoNum type="circleNumDbPlain" startAt="2"/>
            </a:pPr>
            <a:r>
              <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rPr>
              <a:t>结合图</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(a)</a:t>
            </a:r>
            <a:r>
              <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rPr>
              <a:t> ，知图</a:t>
            </a:r>
            <a:r>
              <a:rPr kumimoji="1" lang="zh-CN" altLang="en-US" sz="2800" b="0" dirty="0" smtClean="0">
                <a:latin typeface="Times New Roman" panose="02020603050405020304" pitchFamily="18" charset="0"/>
                <a:ea typeface="华文楷体" panose="02010600040101010101" pitchFamily="2" charset="-122"/>
                <a:cs typeface="Times New Roman" panose="02020603050405020304" pitchFamily="18" charset="0"/>
              </a:rPr>
              <a:t>(c)</a:t>
            </a:r>
            <a:r>
              <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rPr>
              <a:t>的等效电阻为</a:t>
            </a:r>
            <a:endParaRPr kumimoji="1" lang="zh-CN" altLang="en-US" sz="2800" dirty="0" smtClean="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1320" name="AutoShape 56" descr="羊皮纸"/>
          <p:cNvSpPr/>
          <p:nvPr/>
        </p:nvSpPr>
        <p:spPr>
          <a:xfrm>
            <a:off x="6692900" y="3656013"/>
            <a:ext cx="1800225" cy="1008062"/>
          </a:xfrm>
          <a:prstGeom prst="wedgeRoundRectCallout">
            <a:avLst>
              <a:gd name="adj1" fmla="val -69310"/>
              <a:gd name="adj2" fmla="val -142912"/>
              <a:gd name="adj3" fmla="val 16667"/>
            </a:avLst>
          </a:prstGeom>
          <a:blipFill rotWithShape="1">
            <a:blip r:embed="rId1"/>
          </a:blipFill>
          <a:ln w="9525">
            <a:noFill/>
          </a:ln>
        </p:spPr>
        <p:txBody>
          <a:bodyPr/>
          <a:p>
            <a:pPr algn="ctr"/>
            <a:r>
              <a:rPr kumimoji="1" lang="zh-CN" altLang="en-US" sz="2800" dirty="0" smtClean="0">
                <a:solidFill>
                  <a:schemeClr val="tx1"/>
                </a:solidFill>
                <a:latin typeface="华文楷体" panose="02010600040101010101" pitchFamily="2" charset="-122"/>
                <a:ea typeface="华文楷体" panose="02010600040101010101" pitchFamily="2" charset="-122"/>
              </a:rPr>
              <a:t>戴维宁等效电路</a:t>
            </a:r>
            <a:endParaRPr kumimoji="1" lang="zh-CN" altLang="en-US" sz="2800" dirty="0" smtClean="0">
              <a:solidFill>
                <a:schemeClr val="tx1"/>
              </a:solidFill>
              <a:latin typeface="华文楷体" panose="02010600040101010101" pitchFamily="2" charset="-122"/>
              <a:ea typeface="华文楷体" panose="02010600040101010101" pitchFamily="2" charset="-122"/>
            </a:endParaRPr>
          </a:p>
        </p:txBody>
      </p:sp>
      <p:sp>
        <p:nvSpPr>
          <p:cNvPr id="11322" name="AutoShape 58"/>
          <p:cNvSpPr/>
          <p:nvPr/>
        </p:nvSpPr>
        <p:spPr>
          <a:xfrm>
            <a:off x="1363663" y="5588000"/>
            <a:ext cx="647700" cy="142875"/>
          </a:xfrm>
          <a:prstGeom prst="rightArrow">
            <a:avLst>
              <a:gd name="adj1" fmla="val 50000"/>
              <a:gd name="adj2" fmla="val 113333"/>
            </a:avLst>
          </a:prstGeom>
          <a:solidFill>
            <a:srgbClr val="00CCFF"/>
          </a:solidFill>
          <a:ln w="9525" cap="flat" cmpd="sng">
            <a:solidFill>
              <a:srgbClr val="00CC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grpSp>
        <p:nvGrpSpPr>
          <p:cNvPr id="3" name="组合 2"/>
          <p:cNvGrpSpPr/>
          <p:nvPr/>
        </p:nvGrpSpPr>
        <p:grpSpPr>
          <a:xfrm>
            <a:off x="926465" y="679450"/>
            <a:ext cx="3176270" cy="2749550"/>
            <a:chOff x="1459" y="1070"/>
            <a:chExt cx="5002" cy="4330"/>
          </a:xfrm>
        </p:grpSpPr>
        <p:sp>
          <p:nvSpPr>
            <p:cNvPr id="46115" name="Text Box 86"/>
            <p:cNvSpPr txBox="1"/>
            <p:nvPr/>
          </p:nvSpPr>
          <p:spPr>
            <a:xfrm>
              <a:off x="1808" y="1070"/>
              <a:ext cx="787"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grpSp>
          <p:nvGrpSpPr>
            <p:cNvPr id="4" name="组合 3"/>
            <p:cNvGrpSpPr/>
            <p:nvPr/>
          </p:nvGrpSpPr>
          <p:grpSpPr>
            <a:xfrm>
              <a:off x="1459" y="1182"/>
              <a:ext cx="5002" cy="4219"/>
              <a:chOff x="1303" y="957"/>
              <a:chExt cx="5002" cy="4219"/>
            </a:xfrm>
          </p:grpSpPr>
          <p:sp>
            <p:nvSpPr>
              <p:cNvPr id="46107" name="Line 78"/>
              <p:cNvSpPr/>
              <p:nvPr/>
            </p:nvSpPr>
            <p:spPr bwMode="auto">
              <a:xfrm>
                <a:off x="4705" y="1637"/>
                <a:ext cx="1132"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46108" name="Line 79"/>
              <p:cNvSpPr/>
              <p:nvPr/>
            </p:nvSpPr>
            <p:spPr bwMode="auto">
              <a:xfrm>
                <a:off x="4705" y="3792"/>
                <a:ext cx="1132"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46109" name="Text Box 80"/>
              <p:cNvSpPr txBox="1"/>
              <p:nvPr/>
            </p:nvSpPr>
            <p:spPr>
              <a:xfrm>
                <a:off x="1303" y="2092"/>
                <a:ext cx="1360" cy="817"/>
              </a:xfrm>
              <a:prstGeom prst="rect">
                <a:avLst/>
              </a:prstGeom>
              <a:noFill/>
              <a:ln w="38100">
                <a:noFill/>
              </a:ln>
            </p:spPr>
            <p:txBody>
              <a:bodyPr>
                <a:spAutoFit/>
              </a:bodyPr>
              <a:p>
                <a:r>
                  <a:rPr lang="en-US" altLang="zh-CN" b="0" i="1" dirty="0">
                    <a:solidFill>
                      <a:schemeClr val="tx1"/>
                    </a:solidFill>
                    <a:latin typeface="Times New Roman" panose="02020603050405020304" pitchFamily="18" charset="0"/>
                    <a:ea typeface="宋体" panose="02010600030101010101" pitchFamily="2" charset="-122"/>
                  </a:rPr>
                  <a:t>R</a:t>
                </a:r>
                <a:r>
                  <a:rPr lang="en-US" altLang="zh-CN" b="0" baseline="-25000" dirty="0">
                    <a:solidFill>
                      <a:schemeClr val="tx1"/>
                    </a:solidFill>
                    <a:latin typeface="Times New Roman" panose="02020603050405020304" pitchFamily="18" charset="0"/>
                    <a:ea typeface="宋体" panose="02010600030101010101" pitchFamily="2" charset="-122"/>
                  </a:rPr>
                  <a:t>eq</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46110" name="AutoShape 81"/>
              <p:cNvSpPr/>
              <p:nvPr/>
            </p:nvSpPr>
            <p:spPr>
              <a:xfrm>
                <a:off x="1415" y="2885"/>
                <a:ext cx="1020" cy="227"/>
              </a:xfrm>
              <a:prstGeom prst="rightArrow">
                <a:avLst>
                  <a:gd name="adj1" fmla="val 50000"/>
                  <a:gd name="adj2" fmla="val 112087"/>
                </a:avLst>
              </a:prstGeom>
              <a:solidFill>
                <a:srgbClr val="00CCFF"/>
              </a:solidFill>
              <a:ln w="9525" cap="flat" cmpd="sng">
                <a:solidFill>
                  <a:srgbClr val="00CCFF"/>
                </a:solidFill>
                <a:prstDash val="solid"/>
                <a:miter/>
                <a:headEnd type="none" w="med" len="med"/>
                <a:tailEnd type="none" w="med" len="med"/>
              </a:ln>
            </p:spPr>
            <p:txBody>
              <a:bodyPr wrap="none" anchor="ctr" anchorCtr="0"/>
              <a:p>
                <a:endParaRPr lang="zh-CN" altLang="en-US" dirty="0">
                  <a:solidFill>
                    <a:schemeClr val="tx1"/>
                  </a:solidFill>
                  <a:latin typeface="Arial" panose="020B0604020202020204" pitchFamily="34" charset="0"/>
                </a:endParaRPr>
              </a:p>
            </p:txBody>
          </p:sp>
          <p:sp>
            <p:nvSpPr>
              <p:cNvPr id="46111" name="Text Box 82"/>
              <p:cNvSpPr txBox="1"/>
              <p:nvPr/>
            </p:nvSpPr>
            <p:spPr>
              <a:xfrm>
                <a:off x="3345" y="4360"/>
                <a:ext cx="1100" cy="817"/>
              </a:xfrm>
              <a:prstGeom prst="rect">
                <a:avLst/>
              </a:prstGeom>
              <a:gradFill rotWithShape="1">
                <a:gsLst>
                  <a:gs pos="0">
                    <a:srgbClr val="0099FF"/>
                  </a:gs>
                  <a:gs pos="100000">
                    <a:schemeClr val="bg1"/>
                  </a:gs>
                </a:gsLst>
                <a:lin ang="5400000" scaled="1"/>
                <a:tileRect/>
              </a:gradFill>
              <a:ln w="38100">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(c)</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6112" name="Line 83"/>
              <p:cNvSpPr/>
              <p:nvPr/>
            </p:nvSpPr>
            <p:spPr bwMode="auto">
              <a:xfrm>
                <a:off x="1755" y="1640"/>
                <a:ext cx="1132"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46113" name="Line 84"/>
              <p:cNvSpPr/>
              <p:nvPr/>
            </p:nvSpPr>
            <p:spPr bwMode="auto">
              <a:xfrm>
                <a:off x="1755" y="3795"/>
                <a:ext cx="1132"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46114" name="Rectangle 85"/>
              <p:cNvSpPr/>
              <p:nvPr/>
            </p:nvSpPr>
            <p:spPr>
              <a:xfrm>
                <a:off x="2890" y="1325"/>
                <a:ext cx="1837" cy="2947"/>
              </a:xfrm>
              <a:prstGeom prst="rect">
                <a:avLst/>
              </a:prstGeom>
              <a:solidFill>
                <a:schemeClr val="tx2">
                  <a:lumMod val="20000"/>
                  <a:lumOff val="80000"/>
                </a:schemeClr>
              </a:solidFill>
              <a:ln w="38100">
                <a:noFill/>
              </a:ln>
            </p:spPr>
            <p:txBody>
              <a:bodyPr wrap="none" anchor="ctr" anchorCtr="0"/>
              <a:p>
                <a:pPr algn="ctr"/>
                <a:r>
                  <a:rPr lang="zh-CN" altLang="en-US" dirty="0">
                    <a:solidFill>
                      <a:schemeClr val="tx1"/>
                    </a:solidFill>
                    <a:latin typeface="Arial" panose="020B0604020202020204" pitchFamily="34" charset="0"/>
                  </a:rPr>
                  <a:t>线性</a:t>
                </a:r>
                <a:endParaRPr lang="zh-CN" altLang="en-US" dirty="0">
                  <a:solidFill>
                    <a:schemeClr val="tx1"/>
                  </a:solidFill>
                  <a:latin typeface="Arial" panose="020B0604020202020204" pitchFamily="34" charset="0"/>
                </a:endParaRPr>
              </a:p>
              <a:p>
                <a:pPr algn="ctr"/>
                <a:r>
                  <a:rPr lang="zh-CN" altLang="en-US" dirty="0">
                    <a:solidFill>
                      <a:schemeClr val="tx1"/>
                    </a:solidFill>
                    <a:latin typeface="Arial" panose="020B0604020202020204" pitchFamily="34" charset="0"/>
                  </a:rPr>
                  <a:t>电阻</a:t>
                </a:r>
                <a:endParaRPr lang="zh-CN" altLang="en-US" dirty="0">
                  <a:solidFill>
                    <a:schemeClr val="tx1"/>
                  </a:solidFill>
                  <a:latin typeface="Arial" panose="020B0604020202020204" pitchFamily="34" charset="0"/>
                </a:endParaRPr>
              </a:p>
              <a:p>
                <a:pPr algn="ctr"/>
                <a:r>
                  <a:rPr lang="zh-CN" altLang="en-US" dirty="0">
                    <a:solidFill>
                      <a:schemeClr val="tx1"/>
                    </a:solidFill>
                    <a:latin typeface="Arial" panose="020B0604020202020204" pitchFamily="34" charset="0"/>
                  </a:rPr>
                  <a:t>网络</a:t>
                </a:r>
                <a:endParaRPr lang="zh-CN" altLang="en-US" dirty="0">
                  <a:solidFill>
                    <a:schemeClr val="tx1"/>
                  </a:solidFill>
                  <a:latin typeface="Arial" panose="020B0604020202020204" pitchFamily="34" charset="0"/>
                </a:endParaRPr>
              </a:p>
              <a:p>
                <a:pPr algn="ctr"/>
                <a:r>
                  <a:rPr lang="en-US" altLang="zh-CN" b="0" dirty="0">
                    <a:solidFill>
                      <a:schemeClr val="tx1"/>
                    </a:solidFill>
                    <a:latin typeface="Times New Roman" panose="02020603050405020304" pitchFamily="18" charset="0"/>
                    <a:ea typeface="仿宋_GB2312" pitchFamily="49" charset="-122"/>
                  </a:rPr>
                  <a:t>N</a:t>
                </a:r>
                <a:r>
                  <a:rPr lang="en-US" altLang="zh-CN" b="0" i="1" baseline="-25000" dirty="0">
                    <a:solidFill>
                      <a:schemeClr val="tx1"/>
                    </a:solidFill>
                    <a:latin typeface="Times New Roman" panose="02020603050405020304" pitchFamily="18" charset="0"/>
                    <a:ea typeface="仿宋_GB2312" pitchFamily="49" charset="-122"/>
                  </a:rPr>
                  <a:t>R</a:t>
                </a:r>
                <a:endParaRPr lang="en-US" altLang="zh-CN" b="0" i="1" baseline="-25000" dirty="0">
                  <a:solidFill>
                    <a:schemeClr val="tx1"/>
                  </a:solidFill>
                  <a:latin typeface="Times New Roman" panose="02020603050405020304" pitchFamily="18" charset="0"/>
                  <a:ea typeface="仿宋_GB2312" pitchFamily="49" charset="-122"/>
                </a:endParaRPr>
              </a:p>
            </p:txBody>
          </p:sp>
          <p:sp>
            <p:nvSpPr>
              <p:cNvPr id="46116" name="Text Box 87"/>
              <p:cNvSpPr txBox="1"/>
              <p:nvPr/>
            </p:nvSpPr>
            <p:spPr>
              <a:xfrm>
                <a:off x="1643" y="3680"/>
                <a:ext cx="787"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6117" name="Text Box 88"/>
              <p:cNvSpPr txBox="1"/>
              <p:nvPr/>
            </p:nvSpPr>
            <p:spPr>
              <a:xfrm>
                <a:off x="5385" y="957"/>
                <a:ext cx="920"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c</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6118" name="Text Box 89"/>
              <p:cNvSpPr txBox="1"/>
              <p:nvPr/>
            </p:nvSpPr>
            <p:spPr>
              <a:xfrm>
                <a:off x="5270" y="3680"/>
                <a:ext cx="917"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d</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6119" name="Oval 90"/>
              <p:cNvSpPr/>
              <p:nvPr/>
            </p:nvSpPr>
            <p:spPr bwMode="auto">
              <a:xfrm>
                <a:off x="1530" y="1525"/>
                <a:ext cx="227" cy="227"/>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p>
                <a:endParaRPr lang="zh-CN" altLang="en-US" dirty="0">
                  <a:solidFill>
                    <a:schemeClr val="tx1"/>
                  </a:solidFill>
                  <a:latin typeface="Arial" panose="020B0604020202020204" pitchFamily="34" charset="0"/>
                </a:endParaRPr>
              </a:p>
            </p:txBody>
          </p:sp>
          <p:sp>
            <p:nvSpPr>
              <p:cNvPr id="46120" name="Oval 91"/>
              <p:cNvSpPr/>
              <p:nvPr/>
            </p:nvSpPr>
            <p:spPr bwMode="auto">
              <a:xfrm>
                <a:off x="1528" y="3680"/>
                <a:ext cx="227" cy="227"/>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46121" name="Oval 92"/>
              <p:cNvSpPr/>
              <p:nvPr/>
            </p:nvSpPr>
            <p:spPr bwMode="auto">
              <a:xfrm>
                <a:off x="5838" y="3680"/>
                <a:ext cx="227" cy="227"/>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46122" name="Oval 93"/>
              <p:cNvSpPr/>
              <p:nvPr/>
            </p:nvSpPr>
            <p:spPr bwMode="auto">
              <a:xfrm>
                <a:off x="5838" y="1525"/>
                <a:ext cx="227" cy="227"/>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p>
                <a:endParaRPr lang="zh-CN" altLang="en-US" dirty="0">
                  <a:solidFill>
                    <a:schemeClr val="tx1"/>
                  </a:solidFill>
                  <a:latin typeface="Arial" panose="020B0604020202020204" pitchFamily="34" charset="0"/>
                </a:endParaRPr>
              </a:p>
            </p:txBody>
          </p:sp>
        </p:grpSp>
      </p:grpSp>
      <p:grpSp>
        <p:nvGrpSpPr>
          <p:cNvPr id="7" name="组合 6"/>
          <p:cNvGrpSpPr/>
          <p:nvPr/>
        </p:nvGrpSpPr>
        <p:grpSpPr>
          <a:xfrm>
            <a:off x="4610100" y="704850"/>
            <a:ext cx="3220085" cy="2246630"/>
            <a:chOff x="7113" y="885"/>
            <a:chExt cx="5071" cy="3538"/>
          </a:xfrm>
        </p:grpSpPr>
        <p:sp>
          <p:nvSpPr>
            <p:cNvPr id="46096" name="Text Box 96"/>
            <p:cNvSpPr txBox="1"/>
            <p:nvPr/>
          </p:nvSpPr>
          <p:spPr>
            <a:xfrm>
              <a:off x="9128" y="885"/>
              <a:ext cx="1248"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5</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46101" name="Text Box 101"/>
            <p:cNvSpPr txBox="1"/>
            <p:nvPr/>
          </p:nvSpPr>
          <p:spPr>
            <a:xfrm>
              <a:off x="7540" y="998"/>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grpSp>
          <p:nvGrpSpPr>
            <p:cNvPr id="5" name="组合 4"/>
            <p:cNvGrpSpPr/>
            <p:nvPr/>
          </p:nvGrpSpPr>
          <p:grpSpPr>
            <a:xfrm>
              <a:off x="7113" y="1481"/>
              <a:ext cx="5071" cy="2942"/>
              <a:chOff x="7122" y="1481"/>
              <a:chExt cx="5071" cy="2942"/>
            </a:xfrm>
          </p:grpSpPr>
          <p:sp>
            <p:nvSpPr>
              <p:cNvPr id="46095" name="Rectangle 105"/>
              <p:cNvSpPr/>
              <p:nvPr/>
            </p:nvSpPr>
            <p:spPr bwMode="auto">
              <a:xfrm>
                <a:off x="8108" y="1678"/>
                <a:ext cx="2268" cy="2495"/>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46097" name="Text Box 97"/>
              <p:cNvSpPr txBox="1"/>
              <p:nvPr/>
            </p:nvSpPr>
            <p:spPr>
              <a:xfrm>
                <a:off x="8220" y="2358"/>
                <a:ext cx="147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5</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46098" name="Text Box 98"/>
              <p:cNvSpPr txBox="1"/>
              <p:nvPr/>
            </p:nvSpPr>
            <p:spPr>
              <a:xfrm>
                <a:off x="10603" y="1678"/>
                <a:ext cx="72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6099" name="Text Box 99"/>
              <p:cNvSpPr txBox="1"/>
              <p:nvPr/>
            </p:nvSpPr>
            <p:spPr>
              <a:xfrm>
                <a:off x="10488" y="3265"/>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6100" name="Text Box 100"/>
              <p:cNvSpPr txBox="1"/>
              <p:nvPr/>
            </p:nvSpPr>
            <p:spPr>
              <a:xfrm>
                <a:off x="10830" y="2585"/>
                <a:ext cx="1363"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5V</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6102" name="Text Box 102"/>
              <p:cNvSpPr txBox="1"/>
              <p:nvPr/>
            </p:nvSpPr>
            <p:spPr>
              <a:xfrm>
                <a:off x="7428" y="3605"/>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6103" name="Line 103"/>
              <p:cNvSpPr/>
              <p:nvPr/>
            </p:nvSpPr>
            <p:spPr>
              <a:xfrm>
                <a:off x="8108" y="1790"/>
                <a:ext cx="0" cy="60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46104" name="Text Box 104"/>
              <p:cNvSpPr txBox="1"/>
              <p:nvPr/>
            </p:nvSpPr>
            <p:spPr>
              <a:xfrm>
                <a:off x="7122" y="1680"/>
                <a:ext cx="72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46105" name="Rectangle 106"/>
              <p:cNvSpPr/>
              <p:nvPr/>
            </p:nvSpPr>
            <p:spPr bwMode="auto">
              <a:xfrm>
                <a:off x="9128" y="1481"/>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46106" name="Rectangle 107"/>
              <p:cNvSpPr/>
              <p:nvPr/>
            </p:nvSpPr>
            <p:spPr bwMode="auto">
              <a:xfrm>
                <a:off x="7925" y="2473"/>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grpSp>
            <p:nvGrpSpPr>
              <p:cNvPr id="79" name="组合 78"/>
              <p:cNvGrpSpPr/>
              <p:nvPr/>
            </p:nvGrpSpPr>
            <p:grpSpPr>
              <a:xfrm>
                <a:off x="9921" y="2473"/>
                <a:ext cx="908" cy="908"/>
                <a:chOff x="505193" y="3720552"/>
                <a:chExt cx="432197" cy="432197"/>
              </a:xfrm>
              <a:solidFill>
                <a:schemeClr val="accent6">
                  <a:lumMod val="40000"/>
                  <a:lumOff val="60000"/>
                </a:schemeClr>
              </a:solidFill>
            </p:grpSpPr>
            <p:sp>
              <p:nvSpPr>
                <p:cNvPr id="80"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81" name="直接连接符 80"/>
                <p:cNvCxnSpPr>
                  <a:stCxn id="80" idx="0"/>
                  <a:endCxn id="80"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graphicFrame>
        <p:nvGraphicFramePr>
          <p:cNvPr id="22" name="对象 21"/>
          <p:cNvGraphicFramePr/>
          <p:nvPr>
            <p:custDataLst>
              <p:tags r:id="rId2"/>
            </p:custDataLst>
          </p:nvPr>
        </p:nvGraphicFramePr>
        <p:xfrm>
          <a:off x="2306320" y="4295775"/>
          <a:ext cx="3199765" cy="941705"/>
        </p:xfrm>
        <a:graphic>
          <a:graphicData uri="http://schemas.openxmlformats.org/presentationml/2006/ole">
            <mc:AlternateContent xmlns:mc="http://schemas.openxmlformats.org/markup-compatibility/2006">
              <mc:Choice xmlns:v="urn:schemas-microsoft-com:vml" Requires="v">
                <p:oleObj spid="_x0000_s23" name="" r:id="rId3" imgW="1358900" imgH="393700" progId="Equation.KSEE3">
                  <p:embed/>
                </p:oleObj>
              </mc:Choice>
              <mc:Fallback>
                <p:oleObj name="" r:id="rId3" imgW="1358900" imgH="393700" progId="Equation.KSEE3">
                  <p:embed/>
                  <p:pic>
                    <p:nvPicPr>
                      <p:cNvPr id="0" name="图片 5"/>
                      <p:cNvPicPr/>
                      <p:nvPr/>
                    </p:nvPicPr>
                    <p:blipFill>
                      <a:blip r:embed="rId4"/>
                      <a:stretch>
                        <a:fillRect/>
                      </a:stretch>
                    </p:blipFill>
                    <p:spPr>
                      <a:xfrm>
                        <a:off x="2306320" y="4295775"/>
                        <a:ext cx="3199765" cy="941705"/>
                      </a:xfrm>
                      <a:prstGeom prst="rect">
                        <a:avLst/>
                      </a:prstGeom>
                    </p:spPr>
                  </p:pic>
                </p:oleObj>
              </mc:Fallback>
            </mc:AlternateContent>
          </a:graphicData>
        </a:graphic>
      </p:graphicFrame>
      <p:graphicFrame>
        <p:nvGraphicFramePr>
          <p:cNvPr id="8" name="对象 7"/>
          <p:cNvGraphicFramePr/>
          <p:nvPr>
            <p:custDataLst>
              <p:tags r:id="rId5"/>
            </p:custDataLst>
          </p:nvPr>
        </p:nvGraphicFramePr>
        <p:xfrm>
          <a:off x="2345373" y="5533390"/>
          <a:ext cx="2721610" cy="941705"/>
        </p:xfrm>
        <a:graphic>
          <a:graphicData uri="http://schemas.openxmlformats.org/presentationml/2006/ole">
            <mc:AlternateContent xmlns:mc="http://schemas.openxmlformats.org/markup-compatibility/2006">
              <mc:Choice xmlns:v="urn:schemas-microsoft-com:vml" Requires="v">
                <p:oleObj spid="_x0000_s11" name="" r:id="rId6" imgW="1155700" imgH="393700" progId="Equation.KSEE3">
                  <p:embed/>
                </p:oleObj>
              </mc:Choice>
              <mc:Fallback>
                <p:oleObj name="" r:id="rId6" imgW="1155700" imgH="393700" progId="Equation.KSEE3">
                  <p:embed/>
                  <p:pic>
                    <p:nvPicPr>
                      <p:cNvPr id="0" name="图片 5"/>
                      <p:cNvPicPr/>
                      <p:nvPr/>
                    </p:nvPicPr>
                    <p:blipFill>
                      <a:blip r:embed="rId7"/>
                      <a:stretch>
                        <a:fillRect/>
                      </a:stretch>
                    </p:blipFill>
                    <p:spPr>
                      <a:xfrm>
                        <a:off x="2345373" y="5533390"/>
                        <a:ext cx="2721610" cy="941705"/>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iterate type="lt">
                                    <p:tmPct val="100000"/>
                                  </p:iterate>
                                  <p:childTnLst>
                                    <p:set>
                                      <p:cBhvr>
                                        <p:cTn id="11" dur="1" fill="hold">
                                          <p:stCondLst>
                                            <p:cond delay="0"/>
                                          </p:stCondLst>
                                        </p:cTn>
                                        <p:tgtEl>
                                          <p:spTgt spid="11318"/>
                                        </p:tgtEl>
                                        <p:attrNameLst>
                                          <p:attrName>style.visibility</p:attrName>
                                        </p:attrNameLst>
                                      </p:cBhvr>
                                      <p:to>
                                        <p:strVal val="visible"/>
                                      </p:to>
                                    </p:set>
                                    <p:animEffect transition="in" filter="box(out)">
                                      <p:cBhvr>
                                        <p:cTn id="12" dur="75"/>
                                        <p:tgtEl>
                                          <p:spTgt spid="11318"/>
                                        </p:tgtEl>
                                      </p:cBhvr>
                                    </p:animEffect>
                                  </p:childTnLst>
                                </p:cTn>
                              </p:par>
                            </p:childTnLst>
                          </p:cTn>
                        </p:par>
                        <p:par>
                          <p:cTn id="13" fill="hold">
                            <p:stCondLst>
                              <p:cond delay="1425"/>
                            </p:stCondLst>
                            <p:childTnLst>
                              <p:par>
                                <p:cTn id="14" presetID="22" presetClass="entr" presetSubtype="8" fill="hold" nodeType="after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wipe(left)">
                                      <p:cBhvr>
                                        <p:cTn id="16" dur="500"/>
                                        <p:tgtEl>
                                          <p:spTgt spid="22"/>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blinds(horizontal)">
                                      <p:cBhvr>
                                        <p:cTn id="21" dur="500"/>
                                        <p:tgtEl>
                                          <p:spTgt spid="7"/>
                                        </p:tgtEl>
                                      </p:cBhvr>
                                    </p:animEffect>
                                  </p:childTnLst>
                                </p:cTn>
                              </p:par>
                            </p:childTnLst>
                          </p:cTn>
                        </p:par>
                        <p:par>
                          <p:cTn id="22" fill="hold">
                            <p:stCondLst>
                              <p:cond delay="500"/>
                            </p:stCondLst>
                            <p:childTnLst>
                              <p:par>
                                <p:cTn id="23" presetID="20" presetClass="entr" presetSubtype="0" fill="hold" grpId="0" nodeType="afterEffect">
                                  <p:stCondLst>
                                    <p:cond delay="0"/>
                                  </p:stCondLst>
                                  <p:childTnLst>
                                    <p:set>
                                      <p:cBhvr>
                                        <p:cTn id="24" dur="1" fill="hold">
                                          <p:stCondLst>
                                            <p:cond delay="0"/>
                                          </p:stCondLst>
                                        </p:cTn>
                                        <p:tgtEl>
                                          <p:spTgt spid="11320"/>
                                        </p:tgtEl>
                                        <p:attrNameLst>
                                          <p:attrName>style.visibility</p:attrName>
                                        </p:attrNameLst>
                                      </p:cBhvr>
                                      <p:to>
                                        <p:strVal val="visible"/>
                                      </p:to>
                                    </p:set>
                                    <p:animEffect transition="in" filter="wedge">
                                      <p:cBhvr>
                                        <p:cTn id="25" dur="2000"/>
                                        <p:tgtEl>
                                          <p:spTgt spid="11320"/>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8" fill="hold" grpId="0" nodeType="clickEffect">
                                  <p:stCondLst>
                                    <p:cond delay="0"/>
                                  </p:stCondLst>
                                  <p:childTnLst>
                                    <p:set>
                                      <p:cBhvr>
                                        <p:cTn id="29" dur="1" fill="hold">
                                          <p:stCondLst>
                                            <p:cond delay="0"/>
                                          </p:stCondLst>
                                        </p:cTn>
                                        <p:tgtEl>
                                          <p:spTgt spid="11322"/>
                                        </p:tgtEl>
                                        <p:attrNameLst>
                                          <p:attrName>style.visibility</p:attrName>
                                        </p:attrNameLst>
                                      </p:cBhvr>
                                      <p:to>
                                        <p:strVal val="visible"/>
                                      </p:to>
                                    </p:set>
                                    <p:animEffect transition="in" filter="slide(fromLeft)">
                                      <p:cBhvr>
                                        <p:cTn id="30" dur="500"/>
                                        <p:tgtEl>
                                          <p:spTgt spid="11322"/>
                                        </p:tgtEl>
                                      </p:cBhvr>
                                    </p:animEffect>
                                  </p:childTnLst>
                                </p:cTn>
                              </p:par>
                            </p:childTnLst>
                          </p:cTn>
                        </p:par>
                        <p:par>
                          <p:cTn id="31" fill="hold">
                            <p:stCondLst>
                              <p:cond delay="500"/>
                            </p:stCondLst>
                            <p:childTnLst>
                              <p:par>
                                <p:cTn id="32" presetID="22" presetClass="entr" presetSubtype="8" fill="hold" nodeType="after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wipe(left)">
                                      <p:cBhvr>
                                        <p:cTn id="3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18" grpId="0"/>
      <p:bldP spid="11320" grpId="0" bldLvl="0" animBg="1"/>
      <p:bldP spid="11322" grpId="0" bldLvl="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*4-6 互易定理</a:t>
            </a:r>
            <a:endParaRPr lang="zh-CN" altLang="en-US"/>
          </a:p>
        </p:txBody>
      </p:sp>
      <p:sp>
        <p:nvSpPr>
          <p:cNvPr id="110600" name="Text Box 8"/>
          <p:cNvSpPr txBox="1"/>
          <p:nvPr/>
        </p:nvSpPr>
        <p:spPr>
          <a:xfrm>
            <a:off x="1547813" y="3546475"/>
            <a:ext cx="4032250" cy="521970"/>
          </a:xfrm>
          <a:prstGeom prst="rect">
            <a:avLst/>
          </a:prstGeom>
          <a:noFill/>
          <a:ln w="9525">
            <a:noFill/>
          </a:ln>
        </p:spPr>
        <p:txBody>
          <a:bodyPr>
            <a:spAutoFit/>
          </a:bodyPr>
          <a:p>
            <a:r>
              <a:rPr kumimoji="1" lang="zh-CN" altLang="en-US" sz="2800" dirty="0" smtClean="0">
                <a:latin typeface="华文楷体" panose="02010600040101010101" pitchFamily="2" charset="-122"/>
                <a:ea typeface="华文楷体" panose="02010600040101010101" pitchFamily="2" charset="-122"/>
              </a:rPr>
              <a:t>应用特勒根定理</a:t>
            </a:r>
            <a:endParaRPr kumimoji="1" lang="zh-CN" altLang="en-US" sz="2800" dirty="0" smtClean="0">
              <a:latin typeface="华文楷体" panose="02010600040101010101" pitchFamily="2" charset="-122"/>
              <a:ea typeface="华文楷体" panose="02010600040101010101" pitchFamily="2" charset="-122"/>
            </a:endParaRPr>
          </a:p>
        </p:txBody>
      </p:sp>
      <p:sp>
        <p:nvSpPr>
          <p:cNvPr id="110603" name="AutoShape 11"/>
          <p:cNvSpPr/>
          <p:nvPr/>
        </p:nvSpPr>
        <p:spPr>
          <a:xfrm>
            <a:off x="1835150" y="6138863"/>
            <a:ext cx="647700" cy="217487"/>
          </a:xfrm>
          <a:prstGeom prst="rightArrow">
            <a:avLst>
              <a:gd name="adj1" fmla="val 50000"/>
              <a:gd name="adj2" fmla="val 74452"/>
            </a:avLst>
          </a:prstGeom>
          <a:solidFill>
            <a:srgbClr val="00CCFF"/>
          </a:solidFill>
          <a:ln w="9525" cap="flat" cmpd="sng">
            <a:solidFill>
              <a:srgbClr val="00CC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0" name="Text Box 22"/>
          <p:cNvSpPr txBox="1">
            <a:spLocks noChangeArrowheads="1"/>
          </p:cNvSpPr>
          <p:nvPr/>
        </p:nvSpPr>
        <p:spPr bwMode="auto">
          <a:xfrm>
            <a:off x="396240" y="3546475"/>
            <a:ext cx="862965" cy="575945"/>
          </a:xfrm>
          <a:prstGeom prst="rect">
            <a:avLst/>
          </a:pr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解</a:t>
            </a:r>
            <a:r>
              <a:rPr kumimoji="1" lang="en-US" altLang="zh-CN" sz="3200" dirty="0">
                <a:solidFill>
                  <a:schemeClr val="bg1"/>
                </a:solidFill>
                <a:latin typeface="华文新魏" panose="02010800040101010101" pitchFamily="2" charset="-122"/>
                <a:ea typeface="华文新魏" panose="02010800040101010101" pitchFamily="2" charset="-122"/>
              </a:rPr>
              <a:t>2</a:t>
            </a:r>
            <a:endParaRPr kumimoji="1" lang="en-US" altLang="zh-CN" sz="3200" dirty="0">
              <a:solidFill>
                <a:schemeClr val="bg1"/>
              </a:solidFill>
              <a:latin typeface="华文新魏" panose="02010800040101010101" pitchFamily="2" charset="-122"/>
              <a:ea typeface="华文新魏" panose="02010800040101010101" pitchFamily="2" charset="-122"/>
            </a:endParaRPr>
          </a:p>
        </p:txBody>
      </p:sp>
      <p:graphicFrame>
        <p:nvGraphicFramePr>
          <p:cNvPr id="3" name="对象 2"/>
          <p:cNvGraphicFramePr/>
          <p:nvPr/>
        </p:nvGraphicFramePr>
        <p:xfrm>
          <a:off x="1501775" y="4122420"/>
          <a:ext cx="5545455" cy="643255"/>
        </p:xfrm>
        <a:graphic>
          <a:graphicData uri="http://schemas.openxmlformats.org/presentationml/2006/ole">
            <mc:AlternateContent xmlns:mc="http://schemas.openxmlformats.org/markup-compatibility/2006">
              <mc:Choice xmlns:v="urn:schemas-microsoft-com:vml" Requires="v">
                <p:oleObj spid="_x0000_s4" name="" r:id="rId1" imgW="1739900" imgH="241300" progId="Equation.KSEE3">
                  <p:embed/>
                </p:oleObj>
              </mc:Choice>
              <mc:Fallback>
                <p:oleObj name="" r:id="rId1" imgW="1739900" imgH="241300" progId="Equation.KSEE3">
                  <p:embed/>
                  <p:pic>
                    <p:nvPicPr>
                      <p:cNvPr id="0" name="图片 3"/>
                      <p:cNvPicPr/>
                      <p:nvPr/>
                    </p:nvPicPr>
                    <p:blipFill>
                      <a:blip r:embed="rId2"/>
                      <a:stretch>
                        <a:fillRect/>
                      </a:stretch>
                    </p:blipFill>
                    <p:spPr>
                      <a:xfrm>
                        <a:off x="1501775" y="4122420"/>
                        <a:ext cx="5545455" cy="643255"/>
                      </a:xfrm>
                      <a:prstGeom prst="rect">
                        <a:avLst/>
                      </a:prstGeom>
                    </p:spPr>
                  </p:pic>
                </p:oleObj>
              </mc:Fallback>
            </mc:AlternateContent>
          </a:graphicData>
        </a:graphic>
      </p:graphicFrame>
      <p:graphicFrame>
        <p:nvGraphicFramePr>
          <p:cNvPr id="7" name="对象 6"/>
          <p:cNvGraphicFramePr/>
          <p:nvPr/>
        </p:nvGraphicFramePr>
        <p:xfrm>
          <a:off x="1446530" y="5040630"/>
          <a:ext cx="6050280" cy="631825"/>
        </p:xfrm>
        <a:graphic>
          <a:graphicData uri="http://schemas.openxmlformats.org/presentationml/2006/ole">
            <mc:AlternateContent xmlns:mc="http://schemas.openxmlformats.org/markup-compatibility/2006">
              <mc:Choice xmlns:v="urn:schemas-microsoft-com:vml" Requires="v">
                <p:oleObj spid="_x0000_s8" name="" r:id="rId3" imgW="2247900" imgH="241300" progId="Equation.KSEE3">
                  <p:embed/>
                </p:oleObj>
              </mc:Choice>
              <mc:Fallback>
                <p:oleObj name="" r:id="rId3" imgW="2247900" imgH="241300" progId="Equation.KSEE3">
                  <p:embed/>
                  <p:pic>
                    <p:nvPicPr>
                      <p:cNvPr id="0" name="图片 5"/>
                      <p:cNvPicPr/>
                      <p:nvPr/>
                    </p:nvPicPr>
                    <p:blipFill>
                      <a:blip r:embed="rId4"/>
                      <a:stretch>
                        <a:fillRect/>
                      </a:stretch>
                    </p:blipFill>
                    <p:spPr>
                      <a:xfrm>
                        <a:off x="1446530" y="5040630"/>
                        <a:ext cx="6050280" cy="631825"/>
                      </a:xfrm>
                      <a:prstGeom prst="rect">
                        <a:avLst/>
                      </a:prstGeom>
                    </p:spPr>
                  </p:pic>
                </p:oleObj>
              </mc:Fallback>
            </mc:AlternateContent>
          </a:graphicData>
        </a:graphic>
      </p:graphicFrame>
      <p:graphicFrame>
        <p:nvGraphicFramePr>
          <p:cNvPr id="9" name="对象 8"/>
          <p:cNvGraphicFramePr/>
          <p:nvPr/>
        </p:nvGraphicFramePr>
        <p:xfrm>
          <a:off x="2564765" y="5928360"/>
          <a:ext cx="2799715" cy="670560"/>
        </p:xfrm>
        <a:graphic>
          <a:graphicData uri="http://schemas.openxmlformats.org/presentationml/2006/ole">
            <mc:AlternateContent xmlns:mc="http://schemas.openxmlformats.org/markup-compatibility/2006">
              <mc:Choice xmlns:v="urn:schemas-microsoft-com:vml" Requires="v">
                <p:oleObj spid="_x0000_s11" name="" r:id="rId5" imgW="838200" imgH="241300" progId="Equation.KSEE3">
                  <p:embed/>
                </p:oleObj>
              </mc:Choice>
              <mc:Fallback>
                <p:oleObj name="" r:id="rId5" imgW="838200" imgH="241300" progId="Equation.KSEE3">
                  <p:embed/>
                  <p:pic>
                    <p:nvPicPr>
                      <p:cNvPr id="0" name="图片 10"/>
                      <p:cNvPicPr/>
                      <p:nvPr/>
                    </p:nvPicPr>
                    <p:blipFill>
                      <a:blip r:embed="rId6"/>
                      <a:stretch>
                        <a:fillRect/>
                      </a:stretch>
                    </p:blipFill>
                    <p:spPr>
                      <a:xfrm>
                        <a:off x="2564765" y="5928360"/>
                        <a:ext cx="2799715" cy="670560"/>
                      </a:xfrm>
                      <a:prstGeom prst="rect">
                        <a:avLst/>
                      </a:prstGeom>
                    </p:spPr>
                  </p:pic>
                </p:oleObj>
              </mc:Fallback>
            </mc:AlternateContent>
          </a:graphicData>
        </a:graphic>
      </p:graphicFrame>
      <p:grpSp>
        <p:nvGrpSpPr>
          <p:cNvPr id="5" name="组合 4"/>
          <p:cNvGrpSpPr/>
          <p:nvPr/>
        </p:nvGrpSpPr>
        <p:grpSpPr>
          <a:xfrm>
            <a:off x="592455" y="780415"/>
            <a:ext cx="3787775" cy="2679700"/>
            <a:chOff x="621" y="1913"/>
            <a:chExt cx="5965" cy="4220"/>
          </a:xfrm>
        </p:grpSpPr>
        <p:sp>
          <p:nvSpPr>
            <p:cNvPr id="6" name="Rectangle 274"/>
            <p:cNvSpPr/>
            <p:nvPr/>
          </p:nvSpPr>
          <p:spPr bwMode="auto">
            <a:xfrm>
              <a:off x="1453" y="2618"/>
              <a:ext cx="2835" cy="2268"/>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12" name="Text Box 265"/>
            <p:cNvSpPr txBox="1"/>
            <p:nvPr/>
          </p:nvSpPr>
          <p:spPr>
            <a:xfrm>
              <a:off x="1948" y="3478"/>
              <a:ext cx="980" cy="818"/>
            </a:xfrm>
            <a:prstGeom prst="rect">
              <a:avLst/>
            </a:prstGeom>
            <a:noFill/>
            <a:ln w="38100">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baseline="-25000" dirty="0">
                  <a:solidFill>
                    <a:schemeClr val="tx1"/>
                  </a:solidFill>
                  <a:latin typeface="Times New Roman" panose="02020603050405020304" pitchFamily="18" charset="0"/>
                  <a:ea typeface="宋体" panose="02010600030101010101" pitchFamily="2" charset="-122"/>
                </a:rPr>
                <a:t>1</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13" name="Text Box 266"/>
            <p:cNvSpPr txBox="1"/>
            <p:nvPr/>
          </p:nvSpPr>
          <p:spPr>
            <a:xfrm>
              <a:off x="1861" y="2798"/>
              <a:ext cx="613" cy="818"/>
            </a:xfrm>
            <a:prstGeom prst="rect">
              <a:avLst/>
            </a:prstGeom>
            <a:noFill/>
            <a:ln w="38100">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14" name="Text Box 267"/>
            <p:cNvSpPr txBox="1"/>
            <p:nvPr/>
          </p:nvSpPr>
          <p:spPr>
            <a:xfrm>
              <a:off x="1861" y="4068"/>
              <a:ext cx="613" cy="818"/>
            </a:xfrm>
            <a:prstGeom prst="rect">
              <a:avLst/>
            </a:prstGeom>
            <a:noFill/>
            <a:ln w="38100">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1" name="Text Box 269"/>
            <p:cNvSpPr txBox="1"/>
            <p:nvPr/>
          </p:nvSpPr>
          <p:spPr>
            <a:xfrm>
              <a:off x="5423" y="2705"/>
              <a:ext cx="65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2" name="Text Box 270"/>
            <p:cNvSpPr txBox="1"/>
            <p:nvPr/>
          </p:nvSpPr>
          <p:spPr>
            <a:xfrm>
              <a:off x="5423" y="3953"/>
              <a:ext cx="655"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5" name="Line 271"/>
            <p:cNvSpPr/>
            <p:nvPr/>
          </p:nvSpPr>
          <p:spPr bwMode="auto">
            <a:xfrm>
              <a:off x="4743" y="2705"/>
              <a:ext cx="1133"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26" name="Line 272"/>
            <p:cNvSpPr/>
            <p:nvPr/>
          </p:nvSpPr>
          <p:spPr bwMode="auto">
            <a:xfrm>
              <a:off x="4743" y="4860"/>
              <a:ext cx="1133"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27" name="Line 273"/>
            <p:cNvSpPr/>
            <p:nvPr/>
          </p:nvSpPr>
          <p:spPr>
            <a:xfrm flipV="1">
              <a:off x="1453" y="2708"/>
              <a:ext cx="0" cy="1133"/>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28" name="Text Box 278"/>
            <p:cNvSpPr txBox="1"/>
            <p:nvPr/>
          </p:nvSpPr>
          <p:spPr>
            <a:xfrm>
              <a:off x="5536" y="3385"/>
              <a:ext cx="105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baseline="-25000" dirty="0">
                  <a:solidFill>
                    <a:schemeClr val="tx1"/>
                  </a:solidFill>
                  <a:latin typeface="Times New Roman" panose="02020603050405020304" pitchFamily="18" charset="0"/>
                  <a:ea typeface="宋体" panose="02010600030101010101" pitchFamily="2" charset="-122"/>
                </a:rPr>
                <a:t>2</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29" name="Rectangle 279"/>
            <p:cNvSpPr/>
            <p:nvPr/>
          </p:nvSpPr>
          <p:spPr>
            <a:xfrm>
              <a:off x="2928" y="2278"/>
              <a:ext cx="1838" cy="2948"/>
            </a:xfrm>
            <a:prstGeom prst="rect">
              <a:avLst/>
            </a:prstGeom>
            <a:solidFill>
              <a:schemeClr val="tx2">
                <a:lumMod val="20000"/>
                <a:lumOff val="80000"/>
              </a:schemeClr>
            </a:solidFill>
            <a:ln w="38100">
              <a:noFill/>
            </a:ln>
          </p:spPr>
          <p:txBody>
            <a:bodyPr wrap="none" anchor="ctr" anchorCtr="0"/>
            <a:p>
              <a:pPr algn="ctr"/>
              <a:r>
                <a:rPr lang="zh-CN" altLang="en-US" dirty="0">
                  <a:solidFill>
                    <a:schemeClr val="tx1"/>
                  </a:solidFill>
                  <a:latin typeface="Arial" panose="020B0604020202020204" pitchFamily="34" charset="0"/>
                </a:rPr>
                <a:t>线性</a:t>
              </a:r>
              <a:endParaRPr lang="zh-CN" altLang="en-US" dirty="0">
                <a:solidFill>
                  <a:schemeClr val="tx1"/>
                </a:solidFill>
                <a:latin typeface="Arial" panose="020B0604020202020204" pitchFamily="34" charset="0"/>
              </a:endParaRPr>
            </a:p>
            <a:p>
              <a:pPr algn="ctr"/>
              <a:r>
                <a:rPr lang="zh-CN" altLang="en-US" dirty="0">
                  <a:solidFill>
                    <a:schemeClr val="tx1"/>
                  </a:solidFill>
                  <a:latin typeface="Arial" panose="020B0604020202020204" pitchFamily="34" charset="0"/>
                </a:rPr>
                <a:t>电阻</a:t>
              </a:r>
              <a:endParaRPr lang="zh-CN" altLang="en-US" dirty="0">
                <a:solidFill>
                  <a:schemeClr val="tx1"/>
                </a:solidFill>
                <a:latin typeface="Arial" panose="020B0604020202020204" pitchFamily="34" charset="0"/>
              </a:endParaRPr>
            </a:p>
            <a:p>
              <a:pPr algn="ctr"/>
              <a:r>
                <a:rPr lang="zh-CN" altLang="en-US" dirty="0">
                  <a:solidFill>
                    <a:schemeClr val="tx1"/>
                  </a:solidFill>
                  <a:latin typeface="Arial" panose="020B0604020202020204" pitchFamily="34" charset="0"/>
                </a:rPr>
                <a:t>网络</a:t>
              </a:r>
              <a:endParaRPr lang="zh-CN" altLang="en-US" dirty="0">
                <a:solidFill>
                  <a:schemeClr val="tx1"/>
                </a:solidFill>
                <a:latin typeface="Arial" panose="020B0604020202020204" pitchFamily="34" charset="0"/>
              </a:endParaRPr>
            </a:p>
            <a:p>
              <a:pPr algn="ctr"/>
              <a:r>
                <a:rPr lang="en-US" altLang="zh-CN" b="0" dirty="0">
                  <a:solidFill>
                    <a:schemeClr val="tx1"/>
                  </a:solidFill>
                  <a:latin typeface="Times New Roman" panose="02020603050405020304" pitchFamily="18" charset="0"/>
                  <a:ea typeface="仿宋_GB2312" pitchFamily="49" charset="-122"/>
                </a:rPr>
                <a:t>N</a:t>
              </a:r>
              <a:r>
                <a:rPr lang="en-US" altLang="zh-CN" b="0" i="1" baseline="-25000" dirty="0">
                  <a:solidFill>
                    <a:schemeClr val="tx1"/>
                  </a:solidFill>
                  <a:latin typeface="Times New Roman" panose="02020603050405020304" pitchFamily="18" charset="0"/>
                  <a:ea typeface="仿宋_GB2312" pitchFamily="49" charset="-122"/>
                </a:rPr>
                <a:t>R</a:t>
              </a:r>
              <a:endParaRPr lang="en-US" altLang="zh-CN" b="0" i="1" baseline="-25000" dirty="0">
                <a:solidFill>
                  <a:schemeClr val="tx1"/>
                </a:solidFill>
                <a:latin typeface="Times New Roman" panose="02020603050405020304" pitchFamily="18" charset="0"/>
                <a:ea typeface="仿宋_GB2312" pitchFamily="49" charset="-122"/>
              </a:endParaRPr>
            </a:p>
          </p:txBody>
        </p:sp>
        <p:sp>
          <p:nvSpPr>
            <p:cNvPr id="30" name="Text Box 280"/>
            <p:cNvSpPr txBox="1"/>
            <p:nvPr/>
          </p:nvSpPr>
          <p:spPr>
            <a:xfrm>
              <a:off x="621" y="2708"/>
              <a:ext cx="947" cy="725"/>
            </a:xfrm>
            <a:prstGeom prst="rect">
              <a:avLst/>
            </a:prstGeom>
            <a:noFill/>
            <a:ln w="9525">
              <a:noFill/>
            </a:ln>
          </p:spPr>
          <p:txBody>
            <a:bodyPr wrap="square">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2A</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31" name="Text Box 281"/>
            <p:cNvSpPr txBox="1"/>
            <p:nvPr/>
          </p:nvSpPr>
          <p:spPr>
            <a:xfrm>
              <a:off x="1341" y="1913"/>
              <a:ext cx="788"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2" name="Text Box 282"/>
            <p:cNvSpPr txBox="1"/>
            <p:nvPr/>
          </p:nvSpPr>
          <p:spPr>
            <a:xfrm>
              <a:off x="1341" y="4773"/>
              <a:ext cx="788"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3" name="Text Box 283"/>
            <p:cNvSpPr txBox="1"/>
            <p:nvPr/>
          </p:nvSpPr>
          <p:spPr>
            <a:xfrm>
              <a:off x="5648" y="1938"/>
              <a:ext cx="92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c</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4" name="Text Box 284"/>
            <p:cNvSpPr txBox="1"/>
            <p:nvPr/>
          </p:nvSpPr>
          <p:spPr>
            <a:xfrm>
              <a:off x="5651" y="4860"/>
              <a:ext cx="918"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d</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5" name="Text Box 285"/>
            <p:cNvSpPr txBox="1"/>
            <p:nvPr/>
          </p:nvSpPr>
          <p:spPr>
            <a:xfrm>
              <a:off x="3268" y="5315"/>
              <a:ext cx="1050" cy="818"/>
            </a:xfrm>
            <a:prstGeom prst="rect">
              <a:avLst/>
            </a:prstGeom>
            <a:gradFill rotWithShape="1">
              <a:gsLst>
                <a:gs pos="0">
                  <a:srgbClr val="0099FF"/>
                </a:gs>
                <a:gs pos="100000">
                  <a:schemeClr val="bg1"/>
                </a:gs>
              </a:gsLst>
              <a:lin ang="5400000" scaled="1"/>
              <a:tileRect/>
            </a:grad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6" name="Oval 286"/>
            <p:cNvSpPr/>
            <p:nvPr/>
          </p:nvSpPr>
          <p:spPr bwMode="auto">
            <a:xfrm>
              <a:off x="5876" y="2593"/>
              <a:ext cx="228" cy="228"/>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37" name="Oval 287"/>
            <p:cNvSpPr/>
            <p:nvPr/>
          </p:nvSpPr>
          <p:spPr bwMode="auto">
            <a:xfrm>
              <a:off x="5876" y="4748"/>
              <a:ext cx="228" cy="228"/>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p>
              <a:endParaRPr lang="zh-CN" altLang="en-US" dirty="0">
                <a:solidFill>
                  <a:schemeClr val="tx1"/>
                </a:solidFill>
                <a:latin typeface="Arial" panose="020B0604020202020204" pitchFamily="34" charset="0"/>
              </a:endParaRPr>
            </a:p>
          </p:txBody>
        </p:sp>
        <p:grpSp>
          <p:nvGrpSpPr>
            <p:cNvPr id="38" name="组合 37"/>
            <p:cNvGrpSpPr/>
            <p:nvPr/>
          </p:nvGrpSpPr>
          <p:grpSpPr>
            <a:xfrm rot="0">
              <a:off x="953" y="3460"/>
              <a:ext cx="908" cy="908"/>
              <a:chOff x="5907581" y="4495572"/>
              <a:chExt cx="576263" cy="576263"/>
            </a:xfrm>
          </p:grpSpPr>
          <p:sp>
            <p:nvSpPr>
              <p:cNvPr id="39"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40" name="直接连接符 39"/>
              <p:cNvCxnSpPr>
                <a:stCxn id="39" idx="4"/>
                <a:endCxn id="39"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1" name="组合 40"/>
          <p:cNvGrpSpPr/>
          <p:nvPr/>
        </p:nvGrpSpPr>
        <p:grpSpPr>
          <a:xfrm>
            <a:off x="4746625" y="804545"/>
            <a:ext cx="4104640" cy="2749550"/>
            <a:chOff x="6955" y="1685"/>
            <a:chExt cx="6464" cy="4330"/>
          </a:xfrm>
        </p:grpSpPr>
        <p:sp>
          <p:nvSpPr>
            <p:cNvPr id="42" name="Text Box 304"/>
            <p:cNvSpPr txBox="1"/>
            <p:nvPr/>
          </p:nvSpPr>
          <p:spPr>
            <a:xfrm>
              <a:off x="7653" y="1685"/>
              <a:ext cx="788"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3" name="Text Box 306"/>
            <p:cNvSpPr txBox="1"/>
            <p:nvPr/>
          </p:nvSpPr>
          <p:spPr>
            <a:xfrm>
              <a:off x="11735" y="1800"/>
              <a:ext cx="920"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c</a:t>
              </a:r>
              <a:endParaRPr lang="en-US" altLang="zh-CN" b="0" dirty="0">
                <a:solidFill>
                  <a:schemeClr val="tx1"/>
                </a:solidFill>
                <a:latin typeface="Times New Roman" panose="02020603050405020304" pitchFamily="18" charset="0"/>
                <a:ea typeface="宋体" panose="02010600030101010101" pitchFamily="2" charset="-122"/>
              </a:endParaRPr>
            </a:p>
          </p:txBody>
        </p:sp>
        <p:grpSp>
          <p:nvGrpSpPr>
            <p:cNvPr id="44" name="组合 43"/>
            <p:cNvGrpSpPr/>
            <p:nvPr/>
          </p:nvGrpSpPr>
          <p:grpSpPr>
            <a:xfrm>
              <a:off x="6955" y="2165"/>
              <a:ext cx="6464" cy="3851"/>
              <a:chOff x="6973" y="2165"/>
              <a:chExt cx="6464" cy="3851"/>
            </a:xfrm>
          </p:grpSpPr>
          <p:sp>
            <p:nvSpPr>
              <p:cNvPr id="45" name="Text Box 293"/>
              <p:cNvSpPr txBox="1"/>
              <p:nvPr/>
            </p:nvSpPr>
            <p:spPr>
              <a:xfrm>
                <a:off x="6973" y="3097"/>
                <a:ext cx="1248"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5</a:t>
                </a:r>
                <a:r>
                  <a:rPr lang="en-US" altLang="zh-CN" b="0" dirty="0">
                    <a:solidFill>
                      <a:schemeClr val="tx1"/>
                    </a:solidFill>
                    <a:latin typeface="Times New Roman" panose="02020603050405020304" pitchFamily="18" charset="0"/>
                    <a:ea typeface="仿宋_GB2312" pitchFamily="49" charset="-122"/>
                    <a:sym typeface="Symbol" panose="05050102010706020507" pitchFamily="18" charset="2"/>
                  </a:rPr>
                  <a:t></a:t>
                </a:r>
                <a:endParaRPr lang="en-US" altLang="zh-CN" b="0" dirty="0">
                  <a:solidFill>
                    <a:schemeClr val="tx1"/>
                  </a:solidFill>
                  <a:latin typeface="Times New Roman" panose="02020603050405020304" pitchFamily="18" charset="0"/>
                  <a:ea typeface="仿宋_GB2312" pitchFamily="49" charset="-122"/>
                  <a:sym typeface="Symbol" panose="05050102010706020507" pitchFamily="18" charset="2"/>
                </a:endParaRPr>
              </a:p>
            </p:txBody>
          </p:sp>
          <p:sp>
            <p:nvSpPr>
              <p:cNvPr id="46" name="Rectangle 299"/>
              <p:cNvSpPr/>
              <p:nvPr/>
            </p:nvSpPr>
            <p:spPr bwMode="auto">
              <a:xfrm>
                <a:off x="9580" y="2480"/>
                <a:ext cx="2835" cy="2267"/>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47" name="Text Box 289"/>
              <p:cNvSpPr txBox="1"/>
              <p:nvPr/>
            </p:nvSpPr>
            <p:spPr>
              <a:xfrm>
                <a:off x="11448" y="2592"/>
                <a:ext cx="1083" cy="817"/>
              </a:xfrm>
              <a:prstGeom prst="rect">
                <a:avLst/>
              </a:prstGeom>
              <a:noFill/>
              <a:ln w="38100">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2A</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48" name="Text Box 290"/>
              <p:cNvSpPr txBox="1"/>
              <p:nvPr/>
            </p:nvSpPr>
            <p:spPr>
              <a:xfrm>
                <a:off x="12758" y="2932"/>
                <a:ext cx="613" cy="817"/>
              </a:xfrm>
              <a:prstGeom prst="rect">
                <a:avLst/>
              </a:prstGeom>
              <a:noFill/>
              <a:ln w="38100">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9" name="Text Box 291"/>
              <p:cNvSpPr txBox="1"/>
              <p:nvPr/>
            </p:nvSpPr>
            <p:spPr>
              <a:xfrm>
                <a:off x="12825" y="4180"/>
                <a:ext cx="613" cy="817"/>
              </a:xfrm>
              <a:prstGeom prst="rect">
                <a:avLst/>
              </a:prstGeom>
              <a:noFill/>
              <a:ln w="38100">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50" name="Line 292"/>
              <p:cNvSpPr/>
              <p:nvPr/>
            </p:nvSpPr>
            <p:spPr bwMode="auto">
              <a:xfrm>
                <a:off x="8105" y="2480"/>
                <a:ext cx="0" cy="2152"/>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51" name="Line 294"/>
              <p:cNvSpPr/>
              <p:nvPr/>
            </p:nvSpPr>
            <p:spPr>
              <a:xfrm>
                <a:off x="8108" y="2480"/>
                <a:ext cx="0" cy="565"/>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52" name="Text Box 295"/>
              <p:cNvSpPr txBox="1"/>
              <p:nvPr/>
            </p:nvSpPr>
            <p:spPr>
              <a:xfrm>
                <a:off x="8234" y="2480"/>
                <a:ext cx="795" cy="817"/>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仿宋_GB2312" pitchFamily="49" charset="-122"/>
                  </a:rPr>
                  <a:t>I</a:t>
                </a:r>
                <a:endParaRPr lang="en-US" altLang="zh-CN" b="0" i="1" dirty="0">
                  <a:solidFill>
                    <a:schemeClr val="tx1"/>
                  </a:solidFill>
                  <a:latin typeface="Times New Roman" panose="02020603050405020304" pitchFamily="18" charset="0"/>
                  <a:ea typeface="仿宋_GB2312" pitchFamily="49" charset="-122"/>
                </a:endParaRPr>
              </a:p>
            </p:txBody>
          </p:sp>
          <p:sp>
            <p:nvSpPr>
              <p:cNvPr id="53" name="Line 296"/>
              <p:cNvSpPr/>
              <p:nvPr/>
            </p:nvSpPr>
            <p:spPr bwMode="auto">
              <a:xfrm>
                <a:off x="7765" y="2480"/>
                <a:ext cx="1133"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54" name="Line 297"/>
              <p:cNvSpPr/>
              <p:nvPr/>
            </p:nvSpPr>
            <p:spPr bwMode="auto">
              <a:xfrm>
                <a:off x="7765" y="4635"/>
                <a:ext cx="1133"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55" name="Line 298"/>
              <p:cNvSpPr/>
              <p:nvPr/>
            </p:nvSpPr>
            <p:spPr>
              <a:xfrm flipV="1">
                <a:off x="12418" y="2592"/>
                <a:ext cx="0" cy="1132"/>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56" name="Rectangle 303"/>
              <p:cNvSpPr/>
              <p:nvPr/>
            </p:nvSpPr>
            <p:spPr>
              <a:xfrm>
                <a:off x="8900" y="2165"/>
                <a:ext cx="1838" cy="2947"/>
              </a:xfrm>
              <a:prstGeom prst="rect">
                <a:avLst/>
              </a:prstGeom>
              <a:solidFill>
                <a:schemeClr val="tx2">
                  <a:lumMod val="20000"/>
                  <a:lumOff val="80000"/>
                </a:schemeClr>
              </a:solidFill>
              <a:ln w="38100">
                <a:noFill/>
              </a:ln>
            </p:spPr>
            <p:txBody>
              <a:bodyPr wrap="none" anchor="ctr" anchorCtr="0"/>
              <a:p>
                <a:pPr algn="ctr"/>
                <a:r>
                  <a:rPr lang="zh-CN" altLang="en-US" dirty="0">
                    <a:solidFill>
                      <a:schemeClr val="tx1"/>
                    </a:solidFill>
                    <a:latin typeface="Arial" panose="020B0604020202020204" pitchFamily="34" charset="0"/>
                  </a:rPr>
                  <a:t>线性</a:t>
                </a:r>
                <a:endParaRPr lang="zh-CN" altLang="en-US" dirty="0">
                  <a:solidFill>
                    <a:schemeClr val="tx1"/>
                  </a:solidFill>
                  <a:latin typeface="Arial" panose="020B0604020202020204" pitchFamily="34" charset="0"/>
                </a:endParaRPr>
              </a:p>
              <a:p>
                <a:pPr algn="ctr"/>
                <a:r>
                  <a:rPr lang="zh-CN" altLang="en-US" dirty="0">
                    <a:solidFill>
                      <a:schemeClr val="tx1"/>
                    </a:solidFill>
                    <a:latin typeface="Arial" panose="020B0604020202020204" pitchFamily="34" charset="0"/>
                  </a:rPr>
                  <a:t>电阻</a:t>
                </a:r>
                <a:endParaRPr lang="zh-CN" altLang="en-US" dirty="0">
                  <a:solidFill>
                    <a:schemeClr val="tx1"/>
                  </a:solidFill>
                  <a:latin typeface="Arial" panose="020B0604020202020204" pitchFamily="34" charset="0"/>
                </a:endParaRPr>
              </a:p>
              <a:p>
                <a:pPr algn="ctr"/>
                <a:r>
                  <a:rPr lang="zh-CN" altLang="en-US" dirty="0">
                    <a:solidFill>
                      <a:schemeClr val="tx1"/>
                    </a:solidFill>
                    <a:latin typeface="Arial" panose="020B0604020202020204" pitchFamily="34" charset="0"/>
                  </a:rPr>
                  <a:t>网络</a:t>
                </a:r>
                <a:endParaRPr lang="zh-CN" altLang="en-US" dirty="0">
                  <a:solidFill>
                    <a:schemeClr val="tx1"/>
                  </a:solidFill>
                  <a:latin typeface="Arial" panose="020B0604020202020204" pitchFamily="34" charset="0"/>
                </a:endParaRPr>
              </a:p>
              <a:p>
                <a:pPr algn="ctr"/>
                <a:r>
                  <a:rPr lang="en-US" altLang="zh-CN" b="0" dirty="0">
                    <a:solidFill>
                      <a:schemeClr val="tx1"/>
                    </a:solidFill>
                    <a:latin typeface="Times New Roman" panose="02020603050405020304" pitchFamily="18" charset="0"/>
                    <a:ea typeface="仿宋_GB2312" pitchFamily="49" charset="-122"/>
                  </a:rPr>
                  <a:t>N</a:t>
                </a:r>
                <a:r>
                  <a:rPr lang="en-US" altLang="zh-CN" b="0" i="1" baseline="-25000" dirty="0">
                    <a:solidFill>
                      <a:schemeClr val="tx1"/>
                    </a:solidFill>
                    <a:latin typeface="Times New Roman" panose="02020603050405020304" pitchFamily="18" charset="0"/>
                    <a:ea typeface="仿宋_GB2312" pitchFamily="49" charset="-122"/>
                  </a:rPr>
                  <a:t>R</a:t>
                </a:r>
                <a:endParaRPr lang="en-US" altLang="zh-CN" b="0" i="1" baseline="-25000" dirty="0">
                  <a:solidFill>
                    <a:schemeClr val="tx1"/>
                  </a:solidFill>
                  <a:latin typeface="Times New Roman" panose="02020603050405020304" pitchFamily="18" charset="0"/>
                  <a:ea typeface="仿宋_GB2312" pitchFamily="49" charset="-122"/>
                </a:endParaRPr>
              </a:p>
            </p:txBody>
          </p:sp>
          <p:sp>
            <p:nvSpPr>
              <p:cNvPr id="57" name="Text Box 305"/>
              <p:cNvSpPr txBox="1"/>
              <p:nvPr/>
            </p:nvSpPr>
            <p:spPr>
              <a:xfrm>
                <a:off x="7653" y="4520"/>
                <a:ext cx="788"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58" name="Text Box 307"/>
              <p:cNvSpPr txBox="1"/>
              <p:nvPr/>
            </p:nvSpPr>
            <p:spPr>
              <a:xfrm>
                <a:off x="11735" y="4635"/>
                <a:ext cx="918"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d</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59" name="Oval 308"/>
              <p:cNvSpPr/>
              <p:nvPr/>
            </p:nvSpPr>
            <p:spPr bwMode="auto">
              <a:xfrm>
                <a:off x="7540" y="2365"/>
                <a:ext cx="228" cy="227"/>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60" name="Oval 309"/>
              <p:cNvSpPr/>
              <p:nvPr/>
            </p:nvSpPr>
            <p:spPr bwMode="auto">
              <a:xfrm>
                <a:off x="7538" y="4520"/>
                <a:ext cx="228" cy="227"/>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p>
                <a:endParaRPr lang="zh-CN" altLang="en-US" dirty="0">
                  <a:solidFill>
                    <a:schemeClr val="tx1"/>
                  </a:solidFill>
                  <a:latin typeface="Arial" panose="020B0604020202020204" pitchFamily="34" charset="0"/>
                </a:endParaRPr>
              </a:p>
            </p:txBody>
          </p:sp>
          <p:sp>
            <p:nvSpPr>
              <p:cNvPr id="61" name="Text Box 310"/>
              <p:cNvSpPr txBox="1"/>
              <p:nvPr/>
            </p:nvSpPr>
            <p:spPr>
              <a:xfrm>
                <a:off x="9353" y="5200"/>
                <a:ext cx="1100" cy="817"/>
              </a:xfrm>
              <a:prstGeom prst="rect">
                <a:avLst/>
              </a:prstGeom>
              <a:gradFill rotWithShape="1">
                <a:gsLst>
                  <a:gs pos="0">
                    <a:srgbClr val="0099FF"/>
                  </a:gs>
                  <a:gs pos="100000">
                    <a:schemeClr val="bg1"/>
                  </a:gs>
                </a:gsLst>
                <a:lin ang="5400000" scaled="1"/>
                <a:tileRect/>
              </a:gradFill>
              <a:ln w="38100">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62" name="Rectangle 311"/>
              <p:cNvSpPr/>
              <p:nvPr/>
            </p:nvSpPr>
            <p:spPr bwMode="auto">
              <a:xfrm>
                <a:off x="7903" y="3160"/>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grpSp>
            <p:nvGrpSpPr>
              <p:cNvPr id="63" name="组合 62"/>
              <p:cNvGrpSpPr/>
              <p:nvPr/>
            </p:nvGrpSpPr>
            <p:grpSpPr>
              <a:xfrm rot="0">
                <a:off x="11963" y="3409"/>
                <a:ext cx="908" cy="908"/>
                <a:chOff x="5907581" y="4495572"/>
                <a:chExt cx="576263" cy="576263"/>
              </a:xfrm>
            </p:grpSpPr>
            <p:sp>
              <p:nvSpPr>
                <p:cNvPr id="64"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65" name="直接连接符 64"/>
                <p:cNvCxnSpPr>
                  <a:stCxn id="64" idx="4"/>
                  <a:endCxn id="64"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1"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1000" fill="hold"/>
                                        <p:tgtEl>
                                          <p:spTgt spid="10"/>
                                        </p:tgtEl>
                                        <p:attrNameLst>
                                          <p:attrName>ppt_w</p:attrName>
                                        </p:attrNameLst>
                                      </p:cBhvr>
                                      <p:tavLst>
                                        <p:tav tm="0">
                                          <p:val>
                                            <p:fltVal val="0"/>
                                          </p:val>
                                        </p:tav>
                                        <p:tav tm="100000">
                                          <p:val>
                                            <p:strVal val="#ppt_w"/>
                                          </p:val>
                                        </p:tav>
                                      </p:tavLst>
                                    </p:anim>
                                    <p:anim calcmode="lin" valueType="num">
                                      <p:cBhvr>
                                        <p:cTn id="8" dur="1000" fill="hold"/>
                                        <p:tgtEl>
                                          <p:spTgt spid="10"/>
                                        </p:tgtEl>
                                        <p:attrNameLst>
                                          <p:attrName>ppt_h</p:attrName>
                                        </p:attrNameLst>
                                      </p:cBhvr>
                                      <p:tavLst>
                                        <p:tav tm="0">
                                          <p:val>
                                            <p:fltVal val="0"/>
                                          </p:val>
                                        </p:tav>
                                        <p:tav tm="100000">
                                          <p:val>
                                            <p:strVal val="#ppt_h"/>
                                          </p:val>
                                        </p:tav>
                                      </p:tavLst>
                                    </p:anim>
                                    <p:anim calcmode="lin" valueType="num">
                                      <p:cBhvr>
                                        <p:cTn id="9" dur="1000" fill="hold"/>
                                        <p:tgtEl>
                                          <p:spTgt spid="10"/>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0"/>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4" presetClass="entr" presetSubtype="32" fill="hold" grpId="0" nodeType="afterEffect">
                                  <p:stCondLst>
                                    <p:cond delay="0"/>
                                  </p:stCondLst>
                                  <p:iterate type="lt">
                                    <p:tmPct val="100000"/>
                                  </p:iterate>
                                  <p:childTnLst>
                                    <p:set>
                                      <p:cBhvr>
                                        <p:cTn id="13" dur="1" fill="hold">
                                          <p:stCondLst>
                                            <p:cond delay="0"/>
                                          </p:stCondLst>
                                        </p:cTn>
                                        <p:tgtEl>
                                          <p:spTgt spid="110600"/>
                                        </p:tgtEl>
                                        <p:attrNameLst>
                                          <p:attrName>style.visibility</p:attrName>
                                        </p:attrNameLst>
                                      </p:cBhvr>
                                      <p:to>
                                        <p:strVal val="visible"/>
                                      </p:to>
                                    </p:set>
                                    <p:animEffect transition="in" filter="box(out)">
                                      <p:cBhvr>
                                        <p:cTn id="14" dur="75"/>
                                        <p:tgtEl>
                                          <p:spTgt spid="110600"/>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3000" fill="hold">
                                          <p:stCondLst>
                                            <p:cond delay="0"/>
                                          </p:stCondLst>
                                        </p:cTn>
                                        <p:tgtEl>
                                          <p:spTgt spid="3"/>
                                        </p:tgtEl>
                                        <p:attrNameLst>
                                          <p:attrName>style.visibility</p:attrName>
                                        </p:attrNameLst>
                                      </p:cBhvr>
                                      <p:to>
                                        <p:strVal val="visible"/>
                                      </p:to>
                                    </p:set>
                                    <p:animEffect transition="in" filter="wipe(left)">
                                      <p:cBhvr>
                                        <p:cTn id="19" dur="30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3000" fill="hold">
                                          <p:stCondLst>
                                            <p:cond delay="0"/>
                                          </p:stCondLst>
                                        </p:cTn>
                                        <p:tgtEl>
                                          <p:spTgt spid="7"/>
                                        </p:tgtEl>
                                        <p:attrNameLst>
                                          <p:attrName>style.visibility</p:attrName>
                                        </p:attrNameLst>
                                      </p:cBhvr>
                                      <p:to>
                                        <p:strVal val="visible"/>
                                      </p:to>
                                    </p:set>
                                    <p:animEffect transition="in" filter="wipe(left)">
                                      <p:cBhvr>
                                        <p:cTn id="24" dur="30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8" fill="hold" grpId="0" nodeType="clickEffect">
                                  <p:stCondLst>
                                    <p:cond delay="0"/>
                                  </p:stCondLst>
                                  <p:childTnLst>
                                    <p:set>
                                      <p:cBhvr>
                                        <p:cTn id="28" dur="1" fill="hold">
                                          <p:stCondLst>
                                            <p:cond delay="0"/>
                                          </p:stCondLst>
                                        </p:cTn>
                                        <p:tgtEl>
                                          <p:spTgt spid="110603"/>
                                        </p:tgtEl>
                                        <p:attrNameLst>
                                          <p:attrName>style.visibility</p:attrName>
                                        </p:attrNameLst>
                                      </p:cBhvr>
                                      <p:to>
                                        <p:strVal val="visible"/>
                                      </p:to>
                                    </p:set>
                                    <p:animEffect transition="in" filter="slide(fromLeft)">
                                      <p:cBhvr>
                                        <p:cTn id="29" dur="500"/>
                                        <p:tgtEl>
                                          <p:spTgt spid="11060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3000" fill="hold">
                                          <p:stCondLst>
                                            <p:cond delay="0"/>
                                          </p:stCondLst>
                                        </p:cTn>
                                        <p:tgtEl>
                                          <p:spTgt spid="9"/>
                                        </p:tgtEl>
                                        <p:attrNameLst>
                                          <p:attrName>style.visibility</p:attrName>
                                        </p:attrNameLst>
                                      </p:cBhvr>
                                      <p:to>
                                        <p:strVal val="visible"/>
                                      </p:to>
                                    </p:set>
                                    <p:animEffect transition="in" filter="wipe(left)">
                                      <p:cBhvr>
                                        <p:cTn id="34" dur="3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600" grpId="0"/>
      <p:bldP spid="110603" grpId="0" bldLvl="0" animBg="1"/>
      <p:bldP spid="10" grpId="1"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*4-6 互易定理</a:t>
            </a:r>
            <a:endParaRPr lang="zh-CN" altLang="en-US"/>
          </a:p>
        </p:txBody>
      </p:sp>
      <p:sp>
        <p:nvSpPr>
          <p:cNvPr id="10243" name="Text Box 3"/>
          <p:cNvSpPr txBox="1"/>
          <p:nvPr/>
        </p:nvSpPr>
        <p:spPr>
          <a:xfrm>
            <a:off x="1238250" y="771525"/>
            <a:ext cx="7905115" cy="521970"/>
          </a:xfrm>
          <a:prstGeom prst="rect">
            <a:avLst/>
          </a:prstGeom>
          <a:noFill/>
          <a:ln w="9525">
            <a:noFill/>
          </a:ln>
        </p:spPr>
        <p:txBody>
          <a:bodyPr wrap="square">
            <a:spAutoFit/>
          </a:bodyPr>
          <a:p>
            <a:pPr>
              <a:spcBef>
                <a:spcPct val="50000"/>
              </a:spcBef>
            </a:pPr>
            <a:r>
              <a:rPr kumimoji="1" lang="zh-CN" altLang="en-US" sz="2800"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问图示电路中</a:t>
            </a:r>
            <a:r>
              <a:rPr kumimoji="1" lang="zh-CN" altLang="en-US" sz="2800" b="0" i="1"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kumimoji="1" lang="zh-CN" altLang="en-US" sz="2800"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与</a:t>
            </a:r>
            <a:r>
              <a:rPr kumimoji="1" lang="zh-CN" altLang="en-US" sz="2800" b="0" i="1"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kumimoji="1" lang="zh-CN" altLang="en-US" sz="2800"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取何关系时，电路具有互易性。</a:t>
            </a:r>
            <a:endParaRPr kumimoji="1" lang="zh-CN" altLang="en-US" sz="2800"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endParaRPr>
          </a:p>
        </p:txBody>
      </p:sp>
      <p:sp>
        <p:nvSpPr>
          <p:cNvPr id="10245" name="Text Box 5"/>
          <p:cNvSpPr txBox="1"/>
          <p:nvPr/>
        </p:nvSpPr>
        <p:spPr>
          <a:xfrm>
            <a:off x="971550" y="1778000"/>
            <a:ext cx="4679950" cy="521970"/>
          </a:xfrm>
          <a:prstGeom prst="rect">
            <a:avLst/>
          </a:prstGeom>
          <a:noFill/>
          <a:ln w="9525">
            <a:noFill/>
          </a:ln>
        </p:spPr>
        <p:txBody>
          <a:bodyPr>
            <a:spAutoFit/>
          </a:bodyPr>
          <a:p>
            <a:pPr>
              <a:spcBef>
                <a:spcPct val="50000"/>
              </a:spcBef>
            </a:pPr>
            <a:r>
              <a:rPr kumimoji="1" lang="zh-CN" altLang="en-US" sz="2800"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在</a:t>
            </a:r>
            <a:r>
              <a:rPr kumimoji="1" lang="zh-CN" altLang="en-US" sz="2800" b="0"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a-b</a:t>
            </a:r>
            <a:r>
              <a:rPr kumimoji="1" lang="zh-CN" altLang="en-US" sz="2800"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端加电流源，解得</a:t>
            </a:r>
            <a:endParaRPr kumimoji="1" lang="zh-CN" altLang="en-US" sz="2800" dirty="0" smtClean="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0336" name="Text Box 96"/>
          <p:cNvSpPr txBox="1"/>
          <p:nvPr/>
        </p:nvSpPr>
        <p:spPr>
          <a:xfrm>
            <a:off x="549275" y="4284345"/>
            <a:ext cx="4391025" cy="521970"/>
          </a:xfrm>
          <a:prstGeom prst="rect">
            <a:avLst/>
          </a:prstGeom>
          <a:noFill/>
          <a:ln w="9525">
            <a:noFill/>
          </a:ln>
        </p:spPr>
        <p:txBody>
          <a:bodyPr>
            <a:spAutoFit/>
          </a:bodyPr>
          <a:p>
            <a:pPr>
              <a:spcBef>
                <a:spcPct val="50000"/>
              </a:spcBef>
            </a:pPr>
            <a:r>
              <a:rPr kumimoji="1" lang="zh-CN" altLang="en-US" sz="2800" dirty="0" smtClean="0">
                <a:solidFill>
                  <a:schemeClr val="tx1"/>
                </a:solidFill>
                <a:latin typeface="华文楷体" panose="02010600040101010101" pitchFamily="2" charset="-122"/>
                <a:ea typeface="华文楷体" panose="02010600040101010101" pitchFamily="2" charset="-122"/>
              </a:rPr>
              <a:t>在</a:t>
            </a:r>
            <a:r>
              <a:rPr kumimoji="1" lang="zh-CN" altLang="en-US" sz="2800" b="0" dirty="0" smtClean="0">
                <a:solidFill>
                  <a:schemeClr val="tx1"/>
                </a:solidFill>
                <a:latin typeface="华文楷体" panose="02010600040101010101" pitchFamily="2" charset="-122"/>
                <a:ea typeface="华文楷体" panose="02010600040101010101" pitchFamily="2" charset="-122"/>
              </a:rPr>
              <a:t>c-d</a:t>
            </a:r>
            <a:r>
              <a:rPr kumimoji="1" lang="zh-CN" altLang="en-US" sz="2800" dirty="0" smtClean="0">
                <a:solidFill>
                  <a:schemeClr val="tx1"/>
                </a:solidFill>
                <a:latin typeface="华文楷体" panose="02010600040101010101" pitchFamily="2" charset="-122"/>
                <a:ea typeface="华文楷体" panose="02010600040101010101" pitchFamily="2" charset="-122"/>
              </a:rPr>
              <a:t>端加电流源，解得</a:t>
            </a:r>
            <a:endParaRPr kumimoji="1" lang="zh-CN" altLang="en-US" sz="2800" dirty="0" smtClean="0">
              <a:solidFill>
                <a:schemeClr val="tx1"/>
              </a:solidFill>
              <a:latin typeface="华文楷体" panose="02010600040101010101" pitchFamily="2" charset="-122"/>
              <a:ea typeface="华文楷体" panose="02010600040101010101" pitchFamily="2" charset="-122"/>
            </a:endParaRPr>
          </a:p>
        </p:txBody>
      </p:sp>
      <p:grpSp>
        <p:nvGrpSpPr>
          <p:cNvPr id="5" name="Group 262"/>
          <p:cNvGrpSpPr/>
          <p:nvPr/>
        </p:nvGrpSpPr>
        <p:grpSpPr>
          <a:xfrm>
            <a:off x="5364163" y="1204913"/>
            <a:ext cx="3333750" cy="3159125"/>
            <a:chOff x="3379" y="657"/>
            <a:chExt cx="2100" cy="1990"/>
          </a:xfrm>
        </p:grpSpPr>
        <p:sp>
          <p:nvSpPr>
            <p:cNvPr id="48184" name="Line 263"/>
            <p:cNvSpPr/>
            <p:nvPr/>
          </p:nvSpPr>
          <p:spPr>
            <a:xfrm>
              <a:off x="3379" y="1389"/>
              <a:ext cx="2041" cy="0"/>
            </a:xfrm>
            <a:prstGeom prst="line">
              <a:avLst/>
            </a:prstGeom>
            <a:ln w="19050" cap="flat" cmpd="sng">
              <a:solidFill>
                <a:schemeClr val="tx1"/>
              </a:solidFill>
              <a:prstDash val="solid"/>
              <a:headEnd type="oval" w="med" len="med"/>
              <a:tailEnd type="oval" w="med" len="med"/>
            </a:ln>
          </p:spPr>
        </p:sp>
        <p:sp>
          <p:nvSpPr>
            <p:cNvPr id="48185" name="Line 264"/>
            <p:cNvSpPr/>
            <p:nvPr/>
          </p:nvSpPr>
          <p:spPr>
            <a:xfrm>
              <a:off x="3379" y="2614"/>
              <a:ext cx="2041" cy="0"/>
            </a:xfrm>
            <a:prstGeom prst="line">
              <a:avLst/>
            </a:prstGeom>
            <a:ln w="19050" cap="flat" cmpd="sng">
              <a:solidFill>
                <a:schemeClr val="tx1"/>
              </a:solidFill>
              <a:prstDash val="solid"/>
              <a:headEnd type="oval" w="med" len="med"/>
              <a:tailEnd type="oval" w="med" len="med"/>
            </a:ln>
          </p:spPr>
        </p:sp>
        <p:sp>
          <p:nvSpPr>
            <p:cNvPr id="48186" name="Line 265"/>
            <p:cNvSpPr/>
            <p:nvPr/>
          </p:nvSpPr>
          <p:spPr>
            <a:xfrm>
              <a:off x="4286" y="1389"/>
              <a:ext cx="0" cy="1225"/>
            </a:xfrm>
            <a:prstGeom prst="line">
              <a:avLst/>
            </a:prstGeom>
            <a:ln w="28575" cap="flat" cmpd="sng">
              <a:solidFill>
                <a:schemeClr val="tx2">
                  <a:lumMod val="75000"/>
                </a:schemeClr>
              </a:solidFill>
              <a:prstDash val="solid"/>
              <a:headEnd type="oval" w="med" len="med"/>
              <a:tailEnd type="oval" w="med" len="med"/>
            </a:ln>
          </p:spPr>
        </p:sp>
        <p:sp>
          <p:nvSpPr>
            <p:cNvPr id="48187" name="Line 266"/>
            <p:cNvSpPr/>
            <p:nvPr/>
          </p:nvSpPr>
          <p:spPr>
            <a:xfrm>
              <a:off x="3696" y="981"/>
              <a:ext cx="0" cy="408"/>
            </a:xfrm>
            <a:prstGeom prst="line">
              <a:avLst/>
            </a:prstGeom>
            <a:ln w="28575" cap="flat" cmpd="sng">
              <a:solidFill>
                <a:schemeClr val="tx2">
                  <a:lumMod val="75000"/>
                </a:schemeClr>
              </a:solidFill>
              <a:prstDash val="solid"/>
              <a:headEnd type="none" w="med" len="med"/>
              <a:tailEnd type="oval" w="med" len="med"/>
            </a:ln>
          </p:spPr>
        </p:sp>
        <p:sp>
          <p:nvSpPr>
            <p:cNvPr id="48188" name="Line 267"/>
            <p:cNvSpPr/>
            <p:nvPr/>
          </p:nvSpPr>
          <p:spPr>
            <a:xfrm>
              <a:off x="3696" y="981"/>
              <a:ext cx="1543" cy="0"/>
            </a:xfrm>
            <a:prstGeom prst="line">
              <a:avLst/>
            </a:prstGeom>
            <a:ln w="28575" cap="flat" cmpd="sng">
              <a:solidFill>
                <a:schemeClr val="tx1"/>
              </a:solidFill>
              <a:prstDash val="solid"/>
              <a:headEnd type="none" w="med" len="med"/>
              <a:tailEnd type="none" w="med" len="med"/>
            </a:ln>
          </p:spPr>
        </p:sp>
        <p:sp>
          <p:nvSpPr>
            <p:cNvPr id="48189" name="Line 268"/>
            <p:cNvSpPr/>
            <p:nvPr/>
          </p:nvSpPr>
          <p:spPr>
            <a:xfrm>
              <a:off x="5239" y="981"/>
              <a:ext cx="0" cy="408"/>
            </a:xfrm>
            <a:prstGeom prst="line">
              <a:avLst/>
            </a:prstGeom>
            <a:ln w="28575" cap="flat" cmpd="sng">
              <a:solidFill>
                <a:schemeClr val="tx2">
                  <a:lumMod val="75000"/>
                </a:schemeClr>
              </a:solidFill>
              <a:prstDash val="solid"/>
              <a:headEnd type="none" w="med" len="med"/>
              <a:tailEnd type="oval" w="med" len="med"/>
            </a:ln>
          </p:spPr>
        </p:sp>
        <p:sp>
          <p:nvSpPr>
            <p:cNvPr id="48190" name="Text Box 269"/>
            <p:cNvSpPr txBox="1"/>
            <p:nvPr/>
          </p:nvSpPr>
          <p:spPr>
            <a:xfrm>
              <a:off x="3696" y="1071"/>
              <a:ext cx="544" cy="32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48191" name="Text Box 270"/>
            <p:cNvSpPr txBox="1"/>
            <p:nvPr/>
          </p:nvSpPr>
          <p:spPr>
            <a:xfrm>
              <a:off x="3877" y="1607"/>
              <a:ext cx="591" cy="32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3</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48192" name="Text Box 271"/>
            <p:cNvSpPr txBox="1"/>
            <p:nvPr/>
          </p:nvSpPr>
          <p:spPr>
            <a:xfrm>
              <a:off x="4649" y="1434"/>
              <a:ext cx="545" cy="32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48193" name="Text Box 272"/>
            <p:cNvSpPr txBox="1"/>
            <p:nvPr/>
          </p:nvSpPr>
          <p:spPr>
            <a:xfrm>
              <a:off x="4331" y="1878"/>
              <a:ext cx="288" cy="32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8194" name="Text Box 273"/>
            <p:cNvSpPr txBox="1"/>
            <p:nvPr/>
          </p:nvSpPr>
          <p:spPr>
            <a:xfrm>
              <a:off x="4332" y="2296"/>
              <a:ext cx="240" cy="32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8195" name="Text Box 274"/>
            <p:cNvSpPr txBox="1"/>
            <p:nvPr/>
          </p:nvSpPr>
          <p:spPr>
            <a:xfrm>
              <a:off x="4422" y="2069"/>
              <a:ext cx="500" cy="32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b="0" i="1" dirty="0">
                  <a:solidFill>
                    <a:schemeClr val="tx1"/>
                  </a:solidFill>
                  <a:latin typeface="Times New Roman" panose="02020603050405020304" pitchFamily="18" charset="0"/>
                  <a:ea typeface="宋体" panose="02010600030101010101" pitchFamily="2" charset="-122"/>
                  <a:sym typeface="Symbol" panose="05050102010706020507" pitchFamily="18" charset="2"/>
                </a:rPr>
                <a:t>U</a:t>
              </a:r>
              <a:endParaRPr lang="en-US" altLang="zh-CN" b="0" i="1"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48196" name="Line 275"/>
            <p:cNvSpPr/>
            <p:nvPr/>
          </p:nvSpPr>
          <p:spPr>
            <a:xfrm rot="-5400000">
              <a:off x="4728" y="802"/>
              <a:ext cx="0" cy="358"/>
            </a:xfrm>
            <a:prstGeom prst="line">
              <a:avLst/>
            </a:prstGeom>
            <a:ln w="38100" cap="flat" cmpd="sng">
              <a:solidFill>
                <a:srgbClr val="FF0000"/>
              </a:solidFill>
              <a:prstDash val="solid"/>
              <a:headEnd type="none" w="med" len="med"/>
              <a:tailEnd type="triangle" w="med" len="med"/>
            </a:ln>
          </p:spPr>
        </p:sp>
        <p:sp>
          <p:nvSpPr>
            <p:cNvPr id="48197" name="Text Box 276"/>
            <p:cNvSpPr txBox="1"/>
            <p:nvPr/>
          </p:nvSpPr>
          <p:spPr>
            <a:xfrm>
              <a:off x="4549" y="657"/>
              <a:ext cx="363" cy="327"/>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b="0" i="1" dirty="0">
                  <a:solidFill>
                    <a:schemeClr val="tx1"/>
                  </a:solidFill>
                  <a:latin typeface="Times New Roman" panose="02020603050405020304" pitchFamily="18" charset="0"/>
                  <a:ea typeface="宋体" panose="02010600030101010101" pitchFamily="2" charset="-122"/>
                </a:rPr>
                <a:t>I</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48198" name="Text Box 277"/>
            <p:cNvSpPr txBox="1"/>
            <p:nvPr/>
          </p:nvSpPr>
          <p:spPr>
            <a:xfrm>
              <a:off x="3379" y="1452"/>
              <a:ext cx="240" cy="32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8199" name="Text Box 278"/>
            <p:cNvSpPr txBox="1"/>
            <p:nvPr/>
          </p:nvSpPr>
          <p:spPr>
            <a:xfrm>
              <a:off x="3379" y="2320"/>
              <a:ext cx="240" cy="32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8200" name="Text Box 279"/>
            <p:cNvSpPr txBox="1"/>
            <p:nvPr/>
          </p:nvSpPr>
          <p:spPr>
            <a:xfrm>
              <a:off x="5239" y="1389"/>
              <a:ext cx="240" cy="32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c</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8201" name="Text Box 280"/>
            <p:cNvSpPr txBox="1"/>
            <p:nvPr/>
          </p:nvSpPr>
          <p:spPr>
            <a:xfrm>
              <a:off x="5239" y="2160"/>
              <a:ext cx="240" cy="32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d</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8202" name="Line 281"/>
            <p:cNvSpPr/>
            <p:nvPr/>
          </p:nvSpPr>
          <p:spPr>
            <a:xfrm>
              <a:off x="4286" y="1389"/>
              <a:ext cx="0" cy="240"/>
            </a:xfrm>
            <a:prstGeom prst="line">
              <a:avLst/>
            </a:prstGeom>
            <a:ln w="28575" cap="flat" cmpd="sng">
              <a:solidFill>
                <a:srgbClr val="FF0000"/>
              </a:solidFill>
              <a:prstDash val="solid"/>
              <a:headEnd type="none" w="med" len="med"/>
              <a:tailEnd type="triangle" w="med" len="med"/>
            </a:ln>
          </p:spPr>
        </p:sp>
        <p:sp>
          <p:nvSpPr>
            <p:cNvPr id="48203" name="Text Box 282"/>
            <p:cNvSpPr txBox="1"/>
            <p:nvPr/>
          </p:nvSpPr>
          <p:spPr>
            <a:xfrm>
              <a:off x="4352" y="1344"/>
              <a:ext cx="288" cy="327"/>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48204" name="Text Box 283"/>
            <p:cNvSpPr txBox="1"/>
            <p:nvPr/>
          </p:nvSpPr>
          <p:spPr>
            <a:xfrm>
              <a:off x="4966" y="1117"/>
              <a:ext cx="288" cy="32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8205" name="Text Box 284"/>
            <p:cNvSpPr txBox="1"/>
            <p:nvPr/>
          </p:nvSpPr>
          <p:spPr>
            <a:xfrm>
              <a:off x="4468" y="1071"/>
              <a:ext cx="240" cy="32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8206" name="Text Box 285"/>
            <p:cNvSpPr txBox="1"/>
            <p:nvPr/>
          </p:nvSpPr>
          <p:spPr>
            <a:xfrm>
              <a:off x="4694" y="1071"/>
              <a:ext cx="384" cy="327"/>
            </a:xfrm>
            <a:prstGeom prst="rect">
              <a:avLst/>
            </a:prstGeom>
            <a:noFill/>
            <a:ln w="9525">
              <a:noFill/>
            </a:ln>
          </p:spPr>
          <p:txBody>
            <a:bodyPr>
              <a:spAutoFit/>
            </a:bodyPr>
            <a:p>
              <a:r>
                <a:rPr lang="en-US" altLang="zh-CN" b="0" i="1" dirty="0">
                  <a:solidFill>
                    <a:schemeClr val="tx1"/>
                  </a:solidFill>
                  <a:latin typeface="Times New Roman" panose="02020603050405020304" pitchFamily="18" charset="0"/>
                  <a:ea typeface="宋体" panose="02010600030101010101" pitchFamily="2" charset="-122"/>
                </a:rPr>
                <a:t>U</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48207" name="Rectangle 286"/>
            <p:cNvSpPr/>
            <p:nvPr/>
          </p:nvSpPr>
          <p:spPr>
            <a:xfrm>
              <a:off x="3787" y="1320"/>
              <a:ext cx="317" cy="136"/>
            </a:xfrm>
            <a:prstGeom prst="rect">
              <a:avLst/>
            </a:prstGeom>
            <a:solidFill>
              <a:schemeClr val="accent6">
                <a:lumMod val="40000"/>
                <a:lumOff val="60000"/>
              </a:schemeClr>
            </a:solidFill>
            <a:ln w="19050">
              <a:solidFill>
                <a:schemeClr val="tx1"/>
              </a:solidFill>
            </a:ln>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48208" name="AutoShape 287"/>
            <p:cNvSpPr/>
            <p:nvPr/>
          </p:nvSpPr>
          <p:spPr>
            <a:xfrm rot="5400000">
              <a:off x="4172" y="776"/>
              <a:ext cx="363" cy="409"/>
            </a:xfrm>
            <a:prstGeom prst="flowChartSort">
              <a:avLst/>
            </a:prstGeom>
            <a:solidFill>
              <a:schemeClr val="accent6">
                <a:lumMod val="40000"/>
                <a:lumOff val="60000"/>
              </a:schemeClr>
            </a:solidFill>
            <a:ln w="19050" cap="flat" cmpd="sng">
              <a:solidFill>
                <a:schemeClr val="tx1"/>
              </a:solidFill>
              <a:prstDash val="solid"/>
              <a:miter/>
              <a:headEnd type="none" w="med" len="med"/>
              <a:tailEnd type="none" w="med" len="med"/>
            </a:ln>
          </p:spPr>
          <p:txBody>
            <a:bodyPr anchor="ctr" anchorCtr="0">
              <a:spAutoFit/>
            </a:bodyPr>
            <a:p>
              <a:endParaRPr lang="zh-CN" altLang="en-US" dirty="0">
                <a:solidFill>
                  <a:schemeClr val="tx1"/>
                </a:solidFill>
                <a:latin typeface="Arial" panose="020B0604020202020204" pitchFamily="34" charset="0"/>
              </a:endParaRPr>
            </a:p>
          </p:txBody>
        </p:sp>
        <p:sp>
          <p:nvSpPr>
            <p:cNvPr id="48209" name="Rectangle 288"/>
            <p:cNvSpPr/>
            <p:nvPr/>
          </p:nvSpPr>
          <p:spPr>
            <a:xfrm>
              <a:off x="4694" y="1326"/>
              <a:ext cx="317" cy="136"/>
            </a:xfrm>
            <a:prstGeom prst="rect">
              <a:avLst/>
            </a:prstGeom>
            <a:solidFill>
              <a:schemeClr val="accent6">
                <a:lumMod val="40000"/>
                <a:lumOff val="60000"/>
              </a:schemeClr>
            </a:solidFill>
            <a:ln w="19050">
              <a:solidFill>
                <a:schemeClr val="tx1"/>
              </a:solidFill>
            </a:ln>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48210" name="AutoShape 289"/>
            <p:cNvSpPr/>
            <p:nvPr/>
          </p:nvSpPr>
          <p:spPr>
            <a:xfrm rot="5400000">
              <a:off x="4082" y="2082"/>
              <a:ext cx="407" cy="362"/>
            </a:xfrm>
            <a:prstGeom prst="flowChartSort">
              <a:avLst/>
            </a:prstGeom>
            <a:solidFill>
              <a:schemeClr val="accent6">
                <a:lumMod val="40000"/>
                <a:lumOff val="60000"/>
              </a:schemeClr>
            </a:solidFill>
            <a:ln w="19050" cap="flat" cmpd="sng">
              <a:solidFill>
                <a:schemeClr val="tx1"/>
              </a:solidFill>
              <a:prstDash val="solid"/>
              <a:miter/>
              <a:headEnd type="none" w="med" len="med"/>
              <a:tailEnd type="none" w="med" len="med"/>
            </a:ln>
          </p:spPr>
          <p:txBody>
            <a:bodyPr anchor="ctr" anchorCtr="0">
              <a:spAutoFit/>
            </a:bodyPr>
            <a:p>
              <a:endParaRPr lang="zh-CN" altLang="en-US" dirty="0">
                <a:solidFill>
                  <a:schemeClr val="tx1"/>
                </a:solidFill>
                <a:latin typeface="Arial" panose="020B0604020202020204" pitchFamily="34" charset="0"/>
              </a:endParaRPr>
            </a:p>
          </p:txBody>
        </p:sp>
        <p:sp>
          <p:nvSpPr>
            <p:cNvPr id="48211" name="Rectangle 290"/>
            <p:cNvSpPr/>
            <p:nvPr/>
          </p:nvSpPr>
          <p:spPr>
            <a:xfrm>
              <a:off x="4223" y="1652"/>
              <a:ext cx="127" cy="318"/>
            </a:xfrm>
            <a:prstGeom prst="rect">
              <a:avLst/>
            </a:prstGeom>
            <a:solidFill>
              <a:schemeClr val="accent6">
                <a:lumMod val="40000"/>
                <a:lumOff val="60000"/>
              </a:schemeClr>
            </a:solidFill>
            <a:ln w="19050">
              <a:solidFill>
                <a:schemeClr val="tx1"/>
              </a:solidFill>
            </a:ln>
          </p:spPr>
          <p:txBody>
            <a:bodyPr wrap="none" anchor="ctr" anchorCtr="0"/>
            <a:p>
              <a:endParaRPr lang="zh-CN" altLang="en-US" dirty="0">
                <a:solidFill>
                  <a:schemeClr val="tx1"/>
                </a:solidFill>
                <a:latin typeface="Arial" panose="020B0604020202020204" pitchFamily="34" charset="0"/>
              </a:endParaRPr>
            </a:p>
          </p:txBody>
        </p:sp>
      </p:grpSp>
      <p:sp>
        <p:nvSpPr>
          <p:cNvPr id="3" name="Text Box 22"/>
          <p:cNvSpPr txBox="1">
            <a:spLocks noChangeArrowheads="1"/>
          </p:cNvSpPr>
          <p:nvPr/>
        </p:nvSpPr>
        <p:spPr bwMode="auto">
          <a:xfrm>
            <a:off x="106045" y="739775"/>
            <a:ext cx="1217930" cy="575945"/>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例</a:t>
            </a:r>
            <a:r>
              <a:rPr kumimoji="1" lang="en-US" altLang="zh-CN" sz="3200" dirty="0">
                <a:solidFill>
                  <a:schemeClr val="bg1"/>
                </a:solidFill>
                <a:latin typeface="华文新魏" panose="02010800040101010101" pitchFamily="2" charset="-122"/>
                <a:ea typeface="华文新魏" panose="02010800040101010101" pitchFamily="2" charset="-122"/>
              </a:rPr>
              <a:t>6-4</a:t>
            </a:r>
            <a:endParaRPr kumimoji="1" lang="en-US" altLang="zh-CN" sz="3200" dirty="0">
              <a:solidFill>
                <a:schemeClr val="bg1"/>
              </a:solidFill>
              <a:latin typeface="华文新魏" panose="02010800040101010101" pitchFamily="2" charset="-122"/>
              <a:ea typeface="华文新魏" panose="02010800040101010101" pitchFamily="2" charset="-122"/>
            </a:endParaRPr>
          </a:p>
        </p:txBody>
      </p:sp>
      <p:sp>
        <p:nvSpPr>
          <p:cNvPr id="10" name="Text Box 22"/>
          <p:cNvSpPr txBox="1">
            <a:spLocks noChangeArrowheads="1"/>
          </p:cNvSpPr>
          <p:nvPr/>
        </p:nvSpPr>
        <p:spPr bwMode="auto">
          <a:xfrm>
            <a:off x="182159" y="1694333"/>
            <a:ext cx="648000" cy="576000"/>
          </a:xfrm>
          <a:prstGeom prst="rect">
            <a:avLst/>
          </a:pr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解</a:t>
            </a:r>
            <a:endParaRPr kumimoji="1" lang="zh-CN" altLang="en-US" sz="3200" dirty="0">
              <a:solidFill>
                <a:schemeClr val="bg1"/>
              </a:solidFill>
              <a:latin typeface="华文新魏" panose="02010800040101010101" pitchFamily="2" charset="-122"/>
              <a:ea typeface="华文新魏" panose="02010800040101010101" pitchFamily="2" charset="-122"/>
            </a:endParaRPr>
          </a:p>
        </p:txBody>
      </p:sp>
      <p:graphicFrame>
        <p:nvGraphicFramePr>
          <p:cNvPr id="4" name="对象 3"/>
          <p:cNvGraphicFramePr/>
          <p:nvPr/>
        </p:nvGraphicFramePr>
        <p:xfrm>
          <a:off x="829945" y="2424430"/>
          <a:ext cx="3742055" cy="1695450"/>
        </p:xfrm>
        <a:graphic>
          <a:graphicData uri="http://schemas.openxmlformats.org/presentationml/2006/ole">
            <mc:AlternateContent xmlns:mc="http://schemas.openxmlformats.org/markup-compatibility/2006">
              <mc:Choice xmlns:v="urn:schemas-microsoft-com:vml" Requires="v">
                <p:oleObj spid="_x0000_s7" name="" r:id="rId1" imgW="1244600" imgH="685800" progId="Equation.KSEE3">
                  <p:embed/>
                </p:oleObj>
              </mc:Choice>
              <mc:Fallback>
                <p:oleObj name="" r:id="rId1" imgW="1244600" imgH="685800" progId="Equation.KSEE3">
                  <p:embed/>
                  <p:pic>
                    <p:nvPicPr>
                      <p:cNvPr id="0" name="图片 6"/>
                      <p:cNvPicPr/>
                      <p:nvPr/>
                    </p:nvPicPr>
                    <p:blipFill>
                      <a:blip r:embed="rId2"/>
                      <a:stretch>
                        <a:fillRect/>
                      </a:stretch>
                    </p:blipFill>
                    <p:spPr>
                      <a:xfrm>
                        <a:off x="829945" y="2424430"/>
                        <a:ext cx="3742055" cy="1695450"/>
                      </a:xfrm>
                      <a:prstGeom prst="rect">
                        <a:avLst/>
                      </a:prstGeom>
                    </p:spPr>
                  </p:pic>
                </p:oleObj>
              </mc:Fallback>
            </mc:AlternateContent>
          </a:graphicData>
        </a:graphic>
      </p:graphicFrame>
      <p:graphicFrame>
        <p:nvGraphicFramePr>
          <p:cNvPr id="9" name="对象 8"/>
          <p:cNvGraphicFramePr/>
          <p:nvPr/>
        </p:nvGraphicFramePr>
        <p:xfrm>
          <a:off x="829945" y="5051425"/>
          <a:ext cx="7125335" cy="1219835"/>
        </p:xfrm>
        <a:graphic>
          <a:graphicData uri="http://schemas.openxmlformats.org/presentationml/2006/ole">
            <mc:AlternateContent xmlns:mc="http://schemas.openxmlformats.org/markup-compatibility/2006">
              <mc:Choice xmlns:v="urn:schemas-microsoft-com:vml" Requires="v">
                <p:oleObj spid="_x0000_s11" name="" r:id="rId3" imgW="2844800" imgH="457200" progId="Equation.KSEE3">
                  <p:embed/>
                </p:oleObj>
              </mc:Choice>
              <mc:Fallback>
                <p:oleObj name="" r:id="rId3" imgW="2844800" imgH="457200" progId="Equation.KSEE3">
                  <p:embed/>
                  <p:pic>
                    <p:nvPicPr>
                      <p:cNvPr id="0" name="图片 10"/>
                      <p:cNvPicPr/>
                      <p:nvPr/>
                    </p:nvPicPr>
                    <p:blipFill>
                      <a:blip r:embed="rId4"/>
                      <a:stretch>
                        <a:fillRect/>
                      </a:stretch>
                    </p:blipFill>
                    <p:spPr>
                      <a:xfrm>
                        <a:off x="829945" y="5051425"/>
                        <a:ext cx="7125335" cy="1219835"/>
                      </a:xfrm>
                      <a:prstGeom prst="rect">
                        <a:avLst/>
                      </a:prstGeom>
                    </p:spPr>
                  </p:pic>
                </p:oleObj>
              </mc:Fallback>
            </mc:AlternateContent>
          </a:graphicData>
        </a:graphic>
      </p:graphicFrame>
      <p:grpSp>
        <p:nvGrpSpPr>
          <p:cNvPr id="13" name="组合 12"/>
          <p:cNvGrpSpPr/>
          <p:nvPr/>
        </p:nvGrpSpPr>
        <p:grpSpPr>
          <a:xfrm>
            <a:off x="4930775" y="1315720"/>
            <a:ext cx="3960495" cy="3025775"/>
            <a:chOff x="7483" y="1888"/>
            <a:chExt cx="6237" cy="4765"/>
          </a:xfrm>
        </p:grpSpPr>
        <p:grpSp>
          <p:nvGrpSpPr>
            <p:cNvPr id="14" name="Group 291"/>
            <p:cNvGrpSpPr/>
            <p:nvPr/>
          </p:nvGrpSpPr>
          <p:grpSpPr>
            <a:xfrm>
              <a:off x="7723" y="3473"/>
              <a:ext cx="1172" cy="3062"/>
              <a:chOff x="3091" y="1389"/>
              <a:chExt cx="469" cy="1225"/>
            </a:xfrm>
          </p:grpSpPr>
          <p:sp>
            <p:nvSpPr>
              <p:cNvPr id="19" name="Line 292"/>
              <p:cNvSpPr/>
              <p:nvPr>
                <p:custDataLst>
                  <p:tags r:id="rId5"/>
                </p:custDataLst>
              </p:nvPr>
            </p:nvSpPr>
            <p:spPr>
              <a:xfrm>
                <a:off x="3379" y="1389"/>
                <a:ext cx="0" cy="1225"/>
              </a:xfrm>
              <a:prstGeom prst="line">
                <a:avLst/>
              </a:prstGeom>
              <a:ln w="28575" cap="flat" cmpd="sng">
                <a:solidFill>
                  <a:srgbClr val="FFCC00"/>
                </a:solidFill>
                <a:prstDash val="solid"/>
                <a:headEnd type="none" w="med" len="med"/>
                <a:tailEnd type="none" w="med" len="med"/>
              </a:ln>
            </p:spPr>
          </p:sp>
          <p:sp>
            <p:nvSpPr>
              <p:cNvPr id="20" name="Text Box 293"/>
              <p:cNvSpPr txBox="1"/>
              <p:nvPr>
                <p:custDataLst>
                  <p:tags r:id="rId6"/>
                </p:custDataLst>
              </p:nvPr>
            </p:nvSpPr>
            <p:spPr>
              <a:xfrm>
                <a:off x="3091" y="1434"/>
                <a:ext cx="288" cy="327"/>
              </a:xfrm>
              <a:prstGeom prst="rect">
                <a:avLst/>
              </a:prstGeom>
              <a:noFill/>
              <a:ln w="9525">
                <a:noFill/>
              </a:ln>
            </p:spPr>
            <p:txBody>
              <a:bodyPr>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baseline="-25000" dirty="0">
                    <a:solidFill>
                      <a:schemeClr val="bg1"/>
                    </a:solidFill>
                    <a:latin typeface="Times New Roman" panose="02020603050405020304" pitchFamily="18" charset="0"/>
                    <a:ea typeface="宋体" panose="02010600030101010101" pitchFamily="2" charset="-122"/>
                  </a:rPr>
                  <a:t>S</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21" name="Line 294"/>
              <p:cNvSpPr/>
              <p:nvPr>
                <p:custDataLst>
                  <p:tags r:id="rId7"/>
                </p:custDataLst>
              </p:nvPr>
            </p:nvSpPr>
            <p:spPr>
              <a:xfrm flipV="1">
                <a:off x="3379" y="1479"/>
                <a:ext cx="0" cy="318"/>
              </a:xfrm>
              <a:prstGeom prst="line">
                <a:avLst/>
              </a:prstGeom>
              <a:ln w="28575" cap="flat" cmpd="sng">
                <a:solidFill>
                  <a:srgbClr val="66FFFF"/>
                </a:solidFill>
                <a:prstDash val="solid"/>
                <a:headEnd type="none" w="med" len="med"/>
                <a:tailEnd type="triangle" w="med" len="med"/>
              </a:ln>
            </p:spPr>
          </p:sp>
          <p:grpSp>
            <p:nvGrpSpPr>
              <p:cNvPr id="22" name="Group 295"/>
              <p:cNvGrpSpPr/>
              <p:nvPr/>
            </p:nvGrpSpPr>
            <p:grpSpPr>
              <a:xfrm>
                <a:off x="3197" y="1797"/>
                <a:ext cx="363" cy="363"/>
                <a:chOff x="4785" y="709"/>
                <a:chExt cx="363" cy="363"/>
              </a:xfrm>
            </p:grpSpPr>
            <p:sp>
              <p:nvSpPr>
                <p:cNvPr id="23" name="Oval 296"/>
                <p:cNvSpPr/>
                <p:nvPr>
                  <p:custDataLst>
                    <p:tags r:id="rId8"/>
                  </p:custDataLst>
                </p:nvPr>
              </p:nvSpPr>
              <p:spPr>
                <a:xfrm>
                  <a:off x="4785" y="709"/>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4" name="Line 297"/>
                <p:cNvSpPr/>
                <p:nvPr>
                  <p:custDataLst>
                    <p:tags r:id="rId9"/>
                  </p:custDataLst>
                </p:nvPr>
              </p:nvSpPr>
              <p:spPr>
                <a:xfrm>
                  <a:off x="4785" y="890"/>
                  <a:ext cx="363" cy="0"/>
                </a:xfrm>
                <a:prstGeom prst="line">
                  <a:avLst/>
                </a:prstGeom>
                <a:ln w="38100" cap="flat" cmpd="sng">
                  <a:solidFill>
                    <a:srgbClr val="FF9900"/>
                  </a:solidFill>
                  <a:prstDash val="solid"/>
                  <a:headEnd type="none" w="med" len="med"/>
                  <a:tailEnd type="none" w="med" len="med"/>
                </a:ln>
              </p:spPr>
            </p:sp>
          </p:grpSp>
        </p:grpSp>
        <p:sp>
          <p:nvSpPr>
            <p:cNvPr id="25" name="Rectangle 335"/>
            <p:cNvSpPr/>
            <p:nvPr>
              <p:custDataLst>
                <p:tags r:id="rId10"/>
              </p:custDataLst>
            </p:nvPr>
          </p:nvSpPr>
          <p:spPr>
            <a:xfrm>
              <a:off x="7483" y="1888"/>
              <a:ext cx="6237" cy="4765"/>
            </a:xfrm>
            <a:prstGeom prst="rect">
              <a:avLst/>
            </a:prstGeom>
            <a:solidFill>
              <a:schemeClr val="bg2"/>
            </a:solidFill>
            <a:ln w="9525">
              <a:noFill/>
            </a:ln>
          </p:spPr>
          <p:txBody>
            <a:bodyPr wrap="none" anchor="ctr" anchorCtr="0"/>
            <a:p>
              <a:endParaRPr lang="zh-CN" altLang="en-US" dirty="0">
                <a:solidFill>
                  <a:schemeClr val="tx1"/>
                </a:solidFill>
                <a:latin typeface="Arial" panose="020B0604020202020204" pitchFamily="34" charset="0"/>
              </a:endParaRPr>
            </a:p>
          </p:txBody>
        </p:sp>
        <p:sp>
          <p:nvSpPr>
            <p:cNvPr id="26" name="Line 336"/>
            <p:cNvSpPr/>
            <p:nvPr>
              <p:custDataLst>
                <p:tags r:id="rId11"/>
              </p:custDataLst>
            </p:nvPr>
          </p:nvSpPr>
          <p:spPr bwMode="auto">
            <a:xfrm>
              <a:off x="8053" y="3588"/>
              <a:ext cx="5102" cy="0"/>
            </a:xfrm>
            <a:prstGeom prst="line">
              <a:avLst/>
            </a:prstGeom>
            <a:noFill/>
            <a:ln w="19050" cap="sq">
              <a:solidFill>
                <a:schemeClr val="tx2">
                  <a:lumMod val="75000"/>
                </a:schemeClr>
              </a:solidFill>
              <a:round/>
              <a:headEnd type="none" w="med" len="med"/>
              <a:tailEnd type="oval" w="med" len="med"/>
            </a:ln>
            <a:effectLst>
              <a:outerShdw blurRad="50800" dist="38100" dir="2700000" algn="tl" rotWithShape="0">
                <a:prstClr val="black">
                  <a:alpha val="40000"/>
                </a:prstClr>
              </a:outerShdw>
            </a:effectLst>
          </p:spPr>
        </p:sp>
        <p:sp>
          <p:nvSpPr>
            <p:cNvPr id="27" name="Line 337"/>
            <p:cNvSpPr/>
            <p:nvPr>
              <p:custDataLst>
                <p:tags r:id="rId12"/>
              </p:custDataLst>
            </p:nvPr>
          </p:nvSpPr>
          <p:spPr bwMode="auto">
            <a:xfrm>
              <a:off x="8053" y="6310"/>
              <a:ext cx="5102" cy="0"/>
            </a:xfrm>
            <a:prstGeom prst="line">
              <a:avLst/>
            </a:prstGeom>
            <a:noFill/>
            <a:ln w="19050" cap="sq">
              <a:solidFill>
                <a:schemeClr val="tx2">
                  <a:lumMod val="75000"/>
                </a:schemeClr>
              </a:solidFill>
              <a:round/>
              <a:headEnd type="none" w="med" len="med"/>
              <a:tailEnd type="oval" w="med" len="med"/>
            </a:ln>
            <a:effectLst>
              <a:outerShdw blurRad="50800" dist="38100" dir="2700000" algn="tl" rotWithShape="0">
                <a:prstClr val="black">
                  <a:alpha val="40000"/>
                </a:prstClr>
              </a:outerShdw>
            </a:effectLst>
          </p:spPr>
        </p:sp>
        <p:sp>
          <p:nvSpPr>
            <p:cNvPr id="28" name="Line 338"/>
            <p:cNvSpPr/>
            <p:nvPr>
              <p:custDataLst>
                <p:tags r:id="rId13"/>
              </p:custDataLst>
            </p:nvPr>
          </p:nvSpPr>
          <p:spPr bwMode="auto">
            <a:xfrm>
              <a:off x="10378" y="3588"/>
              <a:ext cx="0" cy="2723"/>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29" name="Line 339"/>
            <p:cNvSpPr/>
            <p:nvPr>
              <p:custDataLst>
                <p:tags r:id="rId14"/>
              </p:custDataLst>
            </p:nvPr>
          </p:nvSpPr>
          <p:spPr bwMode="auto">
            <a:xfrm>
              <a:off x="8845" y="2568"/>
              <a:ext cx="0" cy="102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30" name="Line 340"/>
            <p:cNvSpPr/>
            <p:nvPr>
              <p:custDataLst>
                <p:tags r:id="rId15"/>
              </p:custDataLst>
            </p:nvPr>
          </p:nvSpPr>
          <p:spPr bwMode="auto">
            <a:xfrm>
              <a:off x="8845" y="2568"/>
              <a:ext cx="3857"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31" name="Line 341"/>
            <p:cNvSpPr/>
            <p:nvPr>
              <p:custDataLst>
                <p:tags r:id="rId16"/>
              </p:custDataLst>
            </p:nvPr>
          </p:nvSpPr>
          <p:spPr bwMode="auto">
            <a:xfrm>
              <a:off x="12703" y="2568"/>
              <a:ext cx="0" cy="102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32" name="Text Box 342"/>
            <p:cNvSpPr txBox="1"/>
            <p:nvPr>
              <p:custDataLst>
                <p:tags r:id="rId17"/>
              </p:custDataLst>
            </p:nvPr>
          </p:nvSpPr>
          <p:spPr>
            <a:xfrm>
              <a:off x="8908" y="2802"/>
              <a:ext cx="1092" cy="725"/>
            </a:xfrm>
            <a:prstGeom prst="rect">
              <a:avLst/>
            </a:prstGeom>
            <a:noFill/>
            <a:ln w="9525">
              <a:noFill/>
            </a:ln>
          </p:spPr>
          <p:txBody>
            <a:bodyPr wrap="square">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33" name="Text Box 343"/>
            <p:cNvSpPr txBox="1"/>
            <p:nvPr>
              <p:custDataLst>
                <p:tags r:id="rId18"/>
              </p:custDataLst>
            </p:nvPr>
          </p:nvSpPr>
          <p:spPr>
            <a:xfrm>
              <a:off x="9298" y="4130"/>
              <a:ext cx="1477"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3</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34" name="Text Box 344"/>
            <p:cNvSpPr txBox="1"/>
            <p:nvPr>
              <p:custDataLst>
                <p:tags r:id="rId19"/>
              </p:custDataLst>
            </p:nvPr>
          </p:nvSpPr>
          <p:spPr>
            <a:xfrm>
              <a:off x="11228" y="3700"/>
              <a:ext cx="1362"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35" name="Text Box 345"/>
            <p:cNvSpPr txBox="1"/>
            <p:nvPr>
              <p:custDataLst>
                <p:tags r:id="rId20"/>
              </p:custDataLst>
            </p:nvPr>
          </p:nvSpPr>
          <p:spPr>
            <a:xfrm>
              <a:off x="10570" y="4723"/>
              <a:ext cx="72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6" name="Text Box 346"/>
            <p:cNvSpPr txBox="1"/>
            <p:nvPr>
              <p:custDataLst>
                <p:tags r:id="rId21"/>
              </p:custDataLst>
            </p:nvPr>
          </p:nvSpPr>
          <p:spPr>
            <a:xfrm>
              <a:off x="10570" y="5630"/>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8" name="Text Box 347"/>
            <p:cNvSpPr txBox="1"/>
            <p:nvPr>
              <p:custDataLst>
                <p:tags r:id="rId22"/>
              </p:custDataLst>
            </p:nvPr>
          </p:nvSpPr>
          <p:spPr>
            <a:xfrm>
              <a:off x="10828" y="5153"/>
              <a:ext cx="125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b="0" i="1" dirty="0">
                  <a:solidFill>
                    <a:schemeClr val="tx1"/>
                  </a:solidFill>
                  <a:latin typeface="Times New Roman" panose="02020603050405020304" pitchFamily="18" charset="0"/>
                  <a:ea typeface="宋体" panose="02010600030101010101" pitchFamily="2" charset="-122"/>
                  <a:sym typeface="Symbol" panose="05050102010706020507" pitchFamily="18" charset="2"/>
                </a:rPr>
                <a:t>U</a:t>
              </a:r>
              <a:endParaRPr lang="en-US" altLang="zh-CN" b="0" i="1"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39" name="Line 348"/>
            <p:cNvSpPr/>
            <p:nvPr>
              <p:custDataLst>
                <p:tags r:id="rId23"/>
              </p:custDataLst>
            </p:nvPr>
          </p:nvSpPr>
          <p:spPr>
            <a:xfrm rot="16200000">
              <a:off x="11425" y="2120"/>
              <a:ext cx="0" cy="895"/>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40" name="Text Box 350"/>
            <p:cNvSpPr txBox="1"/>
            <p:nvPr>
              <p:custDataLst>
                <p:tags r:id="rId24"/>
              </p:custDataLst>
            </p:nvPr>
          </p:nvSpPr>
          <p:spPr>
            <a:xfrm>
              <a:off x="7988" y="2847"/>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1" name="Text Box 351"/>
            <p:cNvSpPr txBox="1"/>
            <p:nvPr>
              <p:custDataLst>
                <p:tags r:id="rId25"/>
              </p:custDataLst>
            </p:nvPr>
          </p:nvSpPr>
          <p:spPr>
            <a:xfrm>
              <a:off x="8053" y="5515"/>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2" name="Text Box 352"/>
            <p:cNvSpPr txBox="1"/>
            <p:nvPr>
              <p:custDataLst>
                <p:tags r:id="rId26"/>
              </p:custDataLst>
            </p:nvPr>
          </p:nvSpPr>
          <p:spPr>
            <a:xfrm>
              <a:off x="12588" y="3475"/>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c</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3" name="Text Box 353"/>
            <p:cNvSpPr txBox="1"/>
            <p:nvPr>
              <p:custDataLst>
                <p:tags r:id="rId27"/>
              </p:custDataLst>
            </p:nvPr>
          </p:nvSpPr>
          <p:spPr>
            <a:xfrm>
              <a:off x="12588" y="5515"/>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d</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4" name="Line 354"/>
            <p:cNvSpPr/>
            <p:nvPr>
              <p:custDataLst>
                <p:tags r:id="rId28"/>
              </p:custDataLst>
            </p:nvPr>
          </p:nvSpPr>
          <p:spPr>
            <a:xfrm>
              <a:off x="10378" y="3700"/>
              <a:ext cx="0" cy="488"/>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45" name="Text Box 355"/>
            <p:cNvSpPr txBox="1"/>
            <p:nvPr>
              <p:custDataLst>
                <p:tags r:id="rId29"/>
              </p:custDataLst>
            </p:nvPr>
          </p:nvSpPr>
          <p:spPr>
            <a:xfrm>
              <a:off x="10490" y="3450"/>
              <a:ext cx="72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46" name="Text Box 356"/>
            <p:cNvSpPr txBox="1"/>
            <p:nvPr>
              <p:custDataLst>
                <p:tags r:id="rId30"/>
              </p:custDataLst>
            </p:nvPr>
          </p:nvSpPr>
          <p:spPr>
            <a:xfrm>
              <a:off x="12020" y="2908"/>
              <a:ext cx="72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7" name="Text Box 357"/>
            <p:cNvSpPr txBox="1"/>
            <p:nvPr>
              <p:custDataLst>
                <p:tags r:id="rId31"/>
              </p:custDataLst>
            </p:nvPr>
          </p:nvSpPr>
          <p:spPr>
            <a:xfrm>
              <a:off x="10775" y="2793"/>
              <a:ext cx="600"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8" name="Text Box 358"/>
            <p:cNvSpPr txBox="1"/>
            <p:nvPr>
              <p:custDataLst>
                <p:tags r:id="rId32"/>
              </p:custDataLst>
            </p:nvPr>
          </p:nvSpPr>
          <p:spPr>
            <a:xfrm>
              <a:off x="11340" y="2793"/>
              <a:ext cx="960" cy="818"/>
            </a:xfrm>
            <a:prstGeom prst="rect">
              <a:avLst/>
            </a:prstGeom>
            <a:noFill/>
            <a:ln w="9525">
              <a:noFill/>
            </a:ln>
          </p:spPr>
          <p:txBody>
            <a:bodyPr>
              <a:spAutoFit/>
            </a:bodyPr>
            <a:p>
              <a:r>
                <a:rPr lang="en-US" altLang="zh-CN" b="0" i="1" dirty="0">
                  <a:solidFill>
                    <a:schemeClr val="tx1"/>
                  </a:solidFill>
                  <a:latin typeface="Times New Roman" panose="02020603050405020304" pitchFamily="18" charset="0"/>
                  <a:ea typeface="宋体" panose="02010600030101010101" pitchFamily="2" charset="-122"/>
                </a:rPr>
                <a:t>U</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49" name="Rectangle 359"/>
            <p:cNvSpPr/>
            <p:nvPr>
              <p:custDataLst>
                <p:tags r:id="rId33"/>
              </p:custDataLst>
            </p:nvPr>
          </p:nvSpPr>
          <p:spPr bwMode="auto">
            <a:xfrm>
              <a:off x="9073" y="3475"/>
              <a:ext cx="792"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50" name="Rectangle 361"/>
            <p:cNvSpPr/>
            <p:nvPr>
              <p:custDataLst>
                <p:tags r:id="rId34"/>
              </p:custDataLst>
            </p:nvPr>
          </p:nvSpPr>
          <p:spPr bwMode="auto">
            <a:xfrm>
              <a:off x="11340" y="3475"/>
              <a:ext cx="792"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51" name="Rectangle 363"/>
            <p:cNvSpPr/>
            <p:nvPr>
              <p:custDataLst>
                <p:tags r:id="rId35"/>
              </p:custDataLst>
            </p:nvPr>
          </p:nvSpPr>
          <p:spPr bwMode="auto">
            <a:xfrm>
              <a:off x="10173" y="4153"/>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sz="1800">
                <a:sym typeface="+mn-ea"/>
              </a:endParaRPr>
            </a:p>
          </p:txBody>
        </p:sp>
        <p:sp>
          <p:nvSpPr>
            <p:cNvPr id="52" name="Line 364"/>
            <p:cNvSpPr/>
            <p:nvPr>
              <p:custDataLst>
                <p:tags r:id="rId36"/>
              </p:custDataLst>
            </p:nvPr>
          </p:nvSpPr>
          <p:spPr bwMode="auto">
            <a:xfrm>
              <a:off x="8057" y="3581"/>
              <a:ext cx="0" cy="2723"/>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53" name="Text Box 365"/>
            <p:cNvSpPr txBox="1"/>
            <p:nvPr>
              <p:custDataLst>
                <p:tags r:id="rId37"/>
              </p:custDataLst>
            </p:nvPr>
          </p:nvSpPr>
          <p:spPr>
            <a:xfrm>
              <a:off x="8188" y="3665"/>
              <a:ext cx="72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r>
                <a:rPr lang="en-US" altLang="zh-CN" b="0" baseline="-25000" dirty="0">
                  <a:solidFill>
                    <a:schemeClr val="tx1"/>
                  </a:solidFill>
                  <a:latin typeface="Times New Roman" panose="02020603050405020304" pitchFamily="18" charset="0"/>
                  <a:ea typeface="宋体" panose="02010600030101010101" pitchFamily="2" charset="-122"/>
                </a:rPr>
                <a:t>S</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54" name="Line 366"/>
            <p:cNvSpPr/>
            <p:nvPr>
              <p:custDataLst>
                <p:tags r:id="rId38"/>
              </p:custDataLst>
            </p:nvPr>
          </p:nvSpPr>
          <p:spPr>
            <a:xfrm flipV="1">
              <a:off x="8072" y="3611"/>
              <a:ext cx="0" cy="795"/>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pSp>
          <p:nvGrpSpPr>
            <p:cNvPr id="55" name="组合 54"/>
            <p:cNvGrpSpPr/>
            <p:nvPr/>
          </p:nvGrpSpPr>
          <p:grpSpPr>
            <a:xfrm>
              <a:off x="10148" y="2113"/>
              <a:ext cx="906" cy="906"/>
              <a:chOff x="11971" y="6965"/>
              <a:chExt cx="906" cy="906"/>
            </a:xfrm>
          </p:grpSpPr>
          <p:sp>
            <p:nvSpPr>
              <p:cNvPr id="56" name="AutoShape 17"/>
              <p:cNvSpPr>
                <a:spLocks noChangeArrowheads="1"/>
              </p:cNvSpPr>
              <p:nvPr>
                <p:custDataLst>
                  <p:tags r:id="rId39"/>
                </p:custDataLst>
              </p:nvPr>
            </p:nvSpPr>
            <p:spPr bwMode="auto">
              <a:xfrm>
                <a:off x="11971" y="6965"/>
                <a:ext cx="907" cy="907"/>
              </a:xfrm>
              <a:prstGeom prst="diamond">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en-US" sz="1800"/>
              </a:p>
            </p:txBody>
          </p:sp>
          <p:cxnSp>
            <p:nvCxnSpPr>
              <p:cNvPr id="57" name="直接连接符 56"/>
              <p:cNvCxnSpPr>
                <a:stCxn id="56" idx="0"/>
                <a:endCxn id="56" idx="2"/>
              </p:cNvCxnSpPr>
              <p:nvPr>
                <p:custDataLst>
                  <p:tags r:id="rId40"/>
                </p:custDataLst>
              </p:nvPr>
            </p:nvCxnSpPr>
            <p:spPr>
              <a:xfrm>
                <a:off x="12425" y="6965"/>
                <a:ext cx="0" cy="907"/>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8" name="组合 57"/>
            <p:cNvGrpSpPr/>
            <p:nvPr/>
          </p:nvGrpSpPr>
          <p:grpSpPr>
            <a:xfrm>
              <a:off x="9921" y="5083"/>
              <a:ext cx="906" cy="906"/>
              <a:chOff x="11971" y="6965"/>
              <a:chExt cx="906" cy="906"/>
            </a:xfrm>
          </p:grpSpPr>
          <p:sp>
            <p:nvSpPr>
              <p:cNvPr id="59" name="AutoShape 17"/>
              <p:cNvSpPr>
                <a:spLocks noChangeArrowheads="1"/>
              </p:cNvSpPr>
              <p:nvPr>
                <p:custDataLst>
                  <p:tags r:id="rId41"/>
                </p:custDataLst>
              </p:nvPr>
            </p:nvSpPr>
            <p:spPr bwMode="auto">
              <a:xfrm>
                <a:off x="11971" y="6965"/>
                <a:ext cx="907" cy="907"/>
              </a:xfrm>
              <a:prstGeom prst="diamond">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en-US" sz="1800"/>
              </a:p>
            </p:txBody>
          </p:sp>
          <p:cxnSp>
            <p:nvCxnSpPr>
              <p:cNvPr id="60" name="直接连接符 59"/>
              <p:cNvCxnSpPr>
                <a:stCxn id="59" idx="0"/>
                <a:endCxn id="59" idx="2"/>
              </p:cNvCxnSpPr>
              <p:nvPr>
                <p:custDataLst>
                  <p:tags r:id="rId42"/>
                </p:custDataLst>
              </p:nvPr>
            </p:nvCxnSpPr>
            <p:spPr>
              <a:xfrm>
                <a:off x="12425" y="6965"/>
                <a:ext cx="0" cy="907"/>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1" name="组合 60"/>
            <p:cNvGrpSpPr/>
            <p:nvPr/>
          </p:nvGrpSpPr>
          <p:grpSpPr>
            <a:xfrm>
              <a:off x="7599" y="4406"/>
              <a:ext cx="908" cy="908"/>
              <a:chOff x="2645003" y="4440725"/>
              <a:chExt cx="576361" cy="576263"/>
            </a:xfrm>
          </p:grpSpPr>
          <p:sp>
            <p:nvSpPr>
              <p:cNvPr id="62" name="Oval 953"/>
              <p:cNvSpPr>
                <a:spLocks noChangeArrowheads="1"/>
              </p:cNvSpPr>
              <p:nvPr>
                <p:custDataLst>
                  <p:tags r:id="rId43"/>
                </p:custDataLst>
              </p:nvPr>
            </p:nvSpPr>
            <p:spPr bwMode="auto">
              <a:xfrm rot="5400000">
                <a:off x="2645101" y="4440725"/>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63" name="直接连接符 62"/>
              <p:cNvCxnSpPr>
                <a:stCxn id="62" idx="4"/>
                <a:endCxn id="62" idx="0"/>
              </p:cNvCxnSpPr>
              <p:nvPr>
                <p:custDataLst>
                  <p:tags r:id="rId44"/>
                </p:custDataLst>
              </p:nvPr>
            </p:nvCxnSpPr>
            <p:spPr>
              <a:xfrm>
                <a:off x="2645003" y="4729162"/>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8" name="组合 7"/>
          <p:cNvGrpSpPr/>
          <p:nvPr/>
        </p:nvGrpSpPr>
        <p:grpSpPr>
          <a:xfrm>
            <a:off x="4911725" y="1343025"/>
            <a:ext cx="3989070" cy="3025775"/>
            <a:chOff x="7723" y="1888"/>
            <a:chExt cx="6282" cy="4765"/>
          </a:xfrm>
        </p:grpSpPr>
        <p:grpSp>
          <p:nvGrpSpPr>
            <p:cNvPr id="6" name="Group 291"/>
            <p:cNvGrpSpPr/>
            <p:nvPr/>
          </p:nvGrpSpPr>
          <p:grpSpPr>
            <a:xfrm>
              <a:off x="7723" y="3473"/>
              <a:ext cx="1172" cy="3062"/>
              <a:chOff x="3091" y="1389"/>
              <a:chExt cx="469" cy="1225"/>
            </a:xfrm>
          </p:grpSpPr>
          <p:sp>
            <p:nvSpPr>
              <p:cNvPr id="48178" name="Line 292"/>
              <p:cNvSpPr/>
              <p:nvPr/>
            </p:nvSpPr>
            <p:spPr>
              <a:xfrm>
                <a:off x="3379" y="1389"/>
                <a:ext cx="0" cy="1225"/>
              </a:xfrm>
              <a:prstGeom prst="line">
                <a:avLst/>
              </a:prstGeom>
              <a:ln w="28575" cap="flat" cmpd="sng">
                <a:solidFill>
                  <a:srgbClr val="FFCC00"/>
                </a:solidFill>
                <a:prstDash val="solid"/>
                <a:headEnd type="none" w="med" len="med"/>
                <a:tailEnd type="none" w="med" len="med"/>
              </a:ln>
            </p:spPr>
          </p:sp>
          <p:sp>
            <p:nvSpPr>
              <p:cNvPr id="48179" name="Text Box 293"/>
              <p:cNvSpPr txBox="1"/>
              <p:nvPr/>
            </p:nvSpPr>
            <p:spPr>
              <a:xfrm>
                <a:off x="3091" y="1434"/>
                <a:ext cx="288" cy="327"/>
              </a:xfrm>
              <a:prstGeom prst="rect">
                <a:avLst/>
              </a:prstGeom>
              <a:noFill/>
              <a:ln w="9525">
                <a:noFill/>
              </a:ln>
            </p:spPr>
            <p:txBody>
              <a:bodyPr>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baseline="-25000" dirty="0">
                    <a:solidFill>
                      <a:schemeClr val="bg1"/>
                    </a:solidFill>
                    <a:latin typeface="Times New Roman" panose="02020603050405020304" pitchFamily="18" charset="0"/>
                    <a:ea typeface="宋体" panose="02010600030101010101" pitchFamily="2" charset="-122"/>
                  </a:rPr>
                  <a:t>S</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48180" name="Line 294"/>
              <p:cNvSpPr/>
              <p:nvPr/>
            </p:nvSpPr>
            <p:spPr>
              <a:xfrm flipV="1">
                <a:off x="3379" y="1479"/>
                <a:ext cx="0" cy="318"/>
              </a:xfrm>
              <a:prstGeom prst="line">
                <a:avLst/>
              </a:prstGeom>
              <a:ln w="28575" cap="flat" cmpd="sng">
                <a:solidFill>
                  <a:srgbClr val="66FFFF"/>
                </a:solidFill>
                <a:prstDash val="solid"/>
                <a:headEnd type="none" w="med" len="med"/>
                <a:tailEnd type="triangle" w="med" len="med"/>
              </a:ln>
            </p:spPr>
          </p:sp>
          <p:grpSp>
            <p:nvGrpSpPr>
              <p:cNvPr id="48181" name="Group 295"/>
              <p:cNvGrpSpPr/>
              <p:nvPr/>
            </p:nvGrpSpPr>
            <p:grpSpPr>
              <a:xfrm>
                <a:off x="3197" y="1797"/>
                <a:ext cx="363" cy="363"/>
                <a:chOff x="4785" y="709"/>
                <a:chExt cx="363" cy="363"/>
              </a:xfrm>
            </p:grpSpPr>
            <p:sp>
              <p:nvSpPr>
                <p:cNvPr id="48182" name="Oval 296"/>
                <p:cNvSpPr/>
                <p:nvPr/>
              </p:nvSpPr>
              <p:spPr>
                <a:xfrm>
                  <a:off x="4785" y="709"/>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48183" name="Line 297"/>
                <p:cNvSpPr/>
                <p:nvPr/>
              </p:nvSpPr>
              <p:spPr>
                <a:xfrm>
                  <a:off x="4785" y="890"/>
                  <a:ext cx="363" cy="0"/>
                </a:xfrm>
                <a:prstGeom prst="line">
                  <a:avLst/>
                </a:prstGeom>
                <a:ln w="38100" cap="flat" cmpd="sng">
                  <a:solidFill>
                    <a:srgbClr val="FF9900"/>
                  </a:solidFill>
                  <a:prstDash val="solid"/>
                  <a:headEnd type="none" w="med" len="med"/>
                  <a:tailEnd type="none" w="med" len="med"/>
                </a:ln>
              </p:spPr>
            </p:sp>
          </p:grpSp>
        </p:grpSp>
        <p:sp>
          <p:nvSpPr>
            <p:cNvPr id="48143" name="Rectangle 335"/>
            <p:cNvSpPr/>
            <p:nvPr/>
          </p:nvSpPr>
          <p:spPr>
            <a:xfrm>
              <a:off x="7768" y="1888"/>
              <a:ext cx="6237" cy="4765"/>
            </a:xfrm>
            <a:prstGeom prst="rect">
              <a:avLst/>
            </a:prstGeom>
            <a:solidFill>
              <a:schemeClr val="bg2"/>
            </a:solidFill>
            <a:ln w="9525">
              <a:noFill/>
            </a:ln>
          </p:spPr>
          <p:txBody>
            <a:bodyPr wrap="none" anchor="ctr" anchorCtr="0"/>
            <a:p>
              <a:endParaRPr lang="zh-CN" altLang="en-US" dirty="0">
                <a:solidFill>
                  <a:schemeClr val="tx1"/>
                </a:solidFill>
                <a:latin typeface="Arial" panose="020B0604020202020204" pitchFamily="34" charset="0"/>
              </a:endParaRPr>
            </a:p>
          </p:txBody>
        </p:sp>
        <p:sp>
          <p:nvSpPr>
            <p:cNvPr id="48144" name="Line 336"/>
            <p:cNvSpPr/>
            <p:nvPr/>
          </p:nvSpPr>
          <p:spPr bwMode="auto">
            <a:xfrm>
              <a:off x="8095" y="3588"/>
              <a:ext cx="5102" cy="0"/>
            </a:xfrm>
            <a:prstGeom prst="line">
              <a:avLst/>
            </a:prstGeom>
            <a:noFill/>
            <a:ln w="19050" cap="sq">
              <a:solidFill>
                <a:schemeClr val="tx2">
                  <a:lumMod val="75000"/>
                </a:schemeClr>
              </a:solidFill>
              <a:round/>
              <a:headEnd type="oval" w="med" len="med"/>
              <a:tailEnd type="none" w="med" len="med"/>
            </a:ln>
            <a:effectLst>
              <a:outerShdw blurRad="50800" dist="38100" dir="2700000" algn="tl" rotWithShape="0">
                <a:prstClr val="black">
                  <a:alpha val="40000"/>
                </a:prstClr>
              </a:outerShdw>
            </a:effectLst>
          </p:spPr>
        </p:sp>
        <p:sp>
          <p:nvSpPr>
            <p:cNvPr id="48145" name="Line 337"/>
            <p:cNvSpPr/>
            <p:nvPr/>
          </p:nvSpPr>
          <p:spPr bwMode="auto">
            <a:xfrm>
              <a:off x="8095" y="6310"/>
              <a:ext cx="5102" cy="0"/>
            </a:xfrm>
            <a:prstGeom prst="line">
              <a:avLst/>
            </a:prstGeom>
            <a:noFill/>
            <a:ln w="19050" cap="sq">
              <a:solidFill>
                <a:schemeClr val="tx2">
                  <a:lumMod val="75000"/>
                </a:schemeClr>
              </a:solidFill>
              <a:round/>
              <a:headEnd type="oval" w="med" len="med"/>
              <a:tailEnd type="none" w="med" len="med"/>
            </a:ln>
            <a:effectLst>
              <a:outerShdw blurRad="50800" dist="38100" dir="2700000" algn="tl" rotWithShape="0">
                <a:prstClr val="black">
                  <a:alpha val="40000"/>
                </a:prstClr>
              </a:outerShdw>
            </a:effectLst>
          </p:spPr>
        </p:sp>
        <p:sp>
          <p:nvSpPr>
            <p:cNvPr id="48146" name="Line 338"/>
            <p:cNvSpPr/>
            <p:nvPr/>
          </p:nvSpPr>
          <p:spPr bwMode="auto">
            <a:xfrm>
              <a:off x="10378" y="3588"/>
              <a:ext cx="0" cy="2723"/>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48147" name="Line 339"/>
            <p:cNvSpPr/>
            <p:nvPr/>
          </p:nvSpPr>
          <p:spPr bwMode="auto">
            <a:xfrm>
              <a:off x="8845" y="2568"/>
              <a:ext cx="0" cy="1020"/>
            </a:xfrm>
            <a:prstGeom prst="line">
              <a:avLst/>
            </a:prstGeom>
            <a:noFill/>
            <a:ln w="19050" cap="sq">
              <a:solidFill>
                <a:schemeClr val="tx2">
                  <a:lumMod val="75000"/>
                </a:schemeClr>
              </a:solidFill>
              <a:round/>
              <a:headEnd type="none" w="med" len="med"/>
              <a:tailEnd type="oval" w="med" len="med"/>
            </a:ln>
            <a:effectLst>
              <a:outerShdw blurRad="50800" dist="38100" dir="2700000" algn="tl" rotWithShape="0">
                <a:prstClr val="black">
                  <a:alpha val="40000"/>
                </a:prstClr>
              </a:outerShdw>
            </a:effectLst>
          </p:spPr>
        </p:sp>
        <p:sp>
          <p:nvSpPr>
            <p:cNvPr id="48148" name="Line 340"/>
            <p:cNvSpPr/>
            <p:nvPr/>
          </p:nvSpPr>
          <p:spPr bwMode="auto">
            <a:xfrm>
              <a:off x="8845" y="2568"/>
              <a:ext cx="3857"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48149" name="Line 341"/>
            <p:cNvSpPr/>
            <p:nvPr/>
          </p:nvSpPr>
          <p:spPr bwMode="auto">
            <a:xfrm>
              <a:off x="12703" y="2568"/>
              <a:ext cx="0" cy="1020"/>
            </a:xfrm>
            <a:prstGeom prst="line">
              <a:avLst/>
            </a:prstGeom>
            <a:noFill/>
            <a:ln w="19050" cap="sq">
              <a:solidFill>
                <a:schemeClr val="tx2">
                  <a:lumMod val="75000"/>
                </a:schemeClr>
              </a:solidFill>
              <a:round/>
              <a:headEnd type="none" w="med" len="med"/>
              <a:tailEnd type="oval" w="med" len="med"/>
            </a:ln>
            <a:effectLst>
              <a:outerShdw blurRad="50800" dist="38100" dir="2700000" algn="tl" rotWithShape="0">
                <a:prstClr val="black">
                  <a:alpha val="40000"/>
                </a:prstClr>
              </a:outerShdw>
            </a:effectLst>
          </p:spPr>
        </p:sp>
        <p:sp>
          <p:nvSpPr>
            <p:cNvPr id="48150" name="Text Box 342"/>
            <p:cNvSpPr txBox="1"/>
            <p:nvPr/>
          </p:nvSpPr>
          <p:spPr>
            <a:xfrm>
              <a:off x="8908" y="2791"/>
              <a:ext cx="1240" cy="654"/>
            </a:xfrm>
            <a:prstGeom prst="rect">
              <a:avLst/>
            </a:prstGeom>
            <a:noFill/>
            <a:ln w="9525">
              <a:noFill/>
            </a:ln>
          </p:spPr>
          <p:txBody>
            <a:bodyPr wrap="square">
              <a:no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48151" name="Text Box 343"/>
            <p:cNvSpPr txBox="1"/>
            <p:nvPr/>
          </p:nvSpPr>
          <p:spPr>
            <a:xfrm>
              <a:off x="9298" y="4130"/>
              <a:ext cx="1477"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3</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48152" name="Text Box 344"/>
            <p:cNvSpPr txBox="1"/>
            <p:nvPr/>
          </p:nvSpPr>
          <p:spPr>
            <a:xfrm>
              <a:off x="11228" y="3700"/>
              <a:ext cx="1362"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1</a:t>
              </a: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48153" name="Text Box 345"/>
            <p:cNvSpPr txBox="1"/>
            <p:nvPr/>
          </p:nvSpPr>
          <p:spPr>
            <a:xfrm>
              <a:off x="10570" y="4723"/>
              <a:ext cx="72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8154" name="Text Box 346"/>
            <p:cNvSpPr txBox="1"/>
            <p:nvPr/>
          </p:nvSpPr>
          <p:spPr>
            <a:xfrm>
              <a:off x="10570" y="5630"/>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8155" name="Text Box 347"/>
            <p:cNvSpPr txBox="1"/>
            <p:nvPr/>
          </p:nvSpPr>
          <p:spPr>
            <a:xfrm>
              <a:off x="10828" y="5153"/>
              <a:ext cx="125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b="0" i="1" dirty="0">
                  <a:solidFill>
                    <a:schemeClr val="tx1"/>
                  </a:solidFill>
                  <a:latin typeface="Times New Roman" panose="02020603050405020304" pitchFamily="18" charset="0"/>
                  <a:ea typeface="宋体" panose="02010600030101010101" pitchFamily="2" charset="-122"/>
                  <a:sym typeface="Symbol" panose="05050102010706020507" pitchFamily="18" charset="2"/>
                </a:rPr>
                <a:t>U</a:t>
              </a:r>
              <a:endParaRPr lang="en-US" altLang="zh-CN" b="0" i="1"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48156" name="Line 348"/>
            <p:cNvSpPr/>
            <p:nvPr/>
          </p:nvSpPr>
          <p:spPr>
            <a:xfrm rot="16200000">
              <a:off x="11425" y="2120"/>
              <a:ext cx="0" cy="895"/>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48158" name="Text Box 350"/>
            <p:cNvSpPr txBox="1"/>
            <p:nvPr/>
          </p:nvSpPr>
          <p:spPr>
            <a:xfrm>
              <a:off x="8053" y="3669"/>
              <a:ext cx="600" cy="671"/>
            </a:xfrm>
            <a:prstGeom prst="rect">
              <a:avLst/>
            </a:prstGeom>
            <a:noFill/>
            <a:ln w="9525">
              <a:noFill/>
            </a:ln>
          </p:spPr>
          <p:txBody>
            <a:bodyPr>
              <a:no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8159" name="Text Box 351"/>
            <p:cNvSpPr txBox="1"/>
            <p:nvPr/>
          </p:nvSpPr>
          <p:spPr>
            <a:xfrm>
              <a:off x="8053" y="5515"/>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8160" name="Text Box 352"/>
            <p:cNvSpPr txBox="1"/>
            <p:nvPr/>
          </p:nvSpPr>
          <p:spPr>
            <a:xfrm>
              <a:off x="12588" y="3475"/>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c</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8161" name="Text Box 353"/>
            <p:cNvSpPr txBox="1"/>
            <p:nvPr/>
          </p:nvSpPr>
          <p:spPr>
            <a:xfrm>
              <a:off x="12588" y="5515"/>
              <a:ext cx="60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d</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8162" name="Line 354"/>
            <p:cNvSpPr/>
            <p:nvPr/>
          </p:nvSpPr>
          <p:spPr>
            <a:xfrm>
              <a:off x="10378" y="3700"/>
              <a:ext cx="0" cy="488"/>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48163" name="Text Box 355"/>
            <p:cNvSpPr txBox="1"/>
            <p:nvPr/>
          </p:nvSpPr>
          <p:spPr>
            <a:xfrm>
              <a:off x="10490" y="3450"/>
              <a:ext cx="72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48164" name="Text Box 356"/>
            <p:cNvSpPr txBox="1"/>
            <p:nvPr/>
          </p:nvSpPr>
          <p:spPr>
            <a:xfrm>
              <a:off x="12020" y="2908"/>
              <a:ext cx="720"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8165" name="Text Box 357"/>
            <p:cNvSpPr txBox="1"/>
            <p:nvPr/>
          </p:nvSpPr>
          <p:spPr>
            <a:xfrm>
              <a:off x="10775" y="2793"/>
              <a:ext cx="600"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8166" name="Text Box 358"/>
            <p:cNvSpPr txBox="1"/>
            <p:nvPr/>
          </p:nvSpPr>
          <p:spPr>
            <a:xfrm>
              <a:off x="11340" y="2793"/>
              <a:ext cx="960" cy="818"/>
            </a:xfrm>
            <a:prstGeom prst="rect">
              <a:avLst/>
            </a:prstGeom>
            <a:noFill/>
            <a:ln w="9525">
              <a:noFill/>
            </a:ln>
          </p:spPr>
          <p:txBody>
            <a:bodyPr>
              <a:spAutoFit/>
            </a:bodyPr>
            <a:p>
              <a:r>
                <a:rPr lang="en-US" altLang="zh-CN" b="0" i="1" dirty="0">
                  <a:solidFill>
                    <a:schemeClr val="tx1"/>
                  </a:solidFill>
                  <a:latin typeface="Times New Roman" panose="02020603050405020304" pitchFamily="18" charset="0"/>
                  <a:ea typeface="宋体" panose="02010600030101010101" pitchFamily="2" charset="-122"/>
                </a:rPr>
                <a:t>U</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48167" name="Rectangle 359"/>
            <p:cNvSpPr/>
            <p:nvPr/>
          </p:nvSpPr>
          <p:spPr bwMode="auto">
            <a:xfrm>
              <a:off x="9073" y="3405"/>
              <a:ext cx="792"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48169" name="Rectangle 361"/>
            <p:cNvSpPr/>
            <p:nvPr/>
          </p:nvSpPr>
          <p:spPr bwMode="auto">
            <a:xfrm>
              <a:off x="11340" y="3391"/>
              <a:ext cx="792"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48171" name="Rectangle 363"/>
            <p:cNvSpPr/>
            <p:nvPr/>
          </p:nvSpPr>
          <p:spPr bwMode="auto">
            <a:xfrm>
              <a:off x="10229" y="4153"/>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48172" name="Line 364"/>
            <p:cNvSpPr/>
            <p:nvPr/>
          </p:nvSpPr>
          <p:spPr bwMode="auto">
            <a:xfrm>
              <a:off x="13195" y="3588"/>
              <a:ext cx="0" cy="2723"/>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48173" name="Text Box 365"/>
            <p:cNvSpPr txBox="1"/>
            <p:nvPr/>
          </p:nvSpPr>
          <p:spPr>
            <a:xfrm>
              <a:off x="13218" y="3700"/>
              <a:ext cx="72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r>
                <a:rPr lang="en-US" altLang="zh-CN" b="0" baseline="-25000" dirty="0">
                  <a:solidFill>
                    <a:schemeClr val="tx1"/>
                  </a:solidFill>
                  <a:latin typeface="Times New Roman" panose="02020603050405020304" pitchFamily="18" charset="0"/>
                  <a:ea typeface="宋体" panose="02010600030101010101" pitchFamily="2" charset="-122"/>
                </a:rPr>
                <a:t>S</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48174" name="Line 366"/>
            <p:cNvSpPr/>
            <p:nvPr/>
          </p:nvSpPr>
          <p:spPr>
            <a:xfrm flipV="1">
              <a:off x="13195" y="3813"/>
              <a:ext cx="0" cy="795"/>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pSp>
          <p:nvGrpSpPr>
            <p:cNvPr id="37" name="组合 36"/>
            <p:cNvGrpSpPr/>
            <p:nvPr/>
          </p:nvGrpSpPr>
          <p:grpSpPr>
            <a:xfrm>
              <a:off x="10148" y="2113"/>
              <a:ext cx="906" cy="906"/>
              <a:chOff x="11971" y="6965"/>
              <a:chExt cx="906" cy="906"/>
            </a:xfrm>
          </p:grpSpPr>
          <p:sp>
            <p:nvSpPr>
              <p:cNvPr id="15" name="AutoShape 17"/>
              <p:cNvSpPr>
                <a:spLocks noChangeArrowheads="1"/>
              </p:cNvSpPr>
              <p:nvPr/>
            </p:nvSpPr>
            <p:spPr bwMode="auto">
              <a:xfrm>
                <a:off x="11971" y="6965"/>
                <a:ext cx="907" cy="907"/>
              </a:xfrm>
              <a:prstGeom prst="diamond">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en-US" sz="1800"/>
              </a:p>
            </p:txBody>
          </p:sp>
          <p:cxnSp>
            <p:nvCxnSpPr>
              <p:cNvPr id="84" name="直接连接符 83"/>
              <p:cNvCxnSpPr>
                <a:stCxn id="15" idx="0"/>
                <a:endCxn id="15" idx="2"/>
              </p:cNvCxnSpPr>
              <p:nvPr/>
            </p:nvCxnSpPr>
            <p:spPr>
              <a:xfrm>
                <a:off x="12425" y="6965"/>
                <a:ext cx="0" cy="907"/>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9921" y="5083"/>
              <a:ext cx="906" cy="906"/>
              <a:chOff x="11971" y="6965"/>
              <a:chExt cx="906" cy="906"/>
            </a:xfrm>
          </p:grpSpPr>
          <p:sp>
            <p:nvSpPr>
              <p:cNvPr id="17" name="AutoShape 17"/>
              <p:cNvSpPr>
                <a:spLocks noChangeArrowheads="1"/>
              </p:cNvSpPr>
              <p:nvPr/>
            </p:nvSpPr>
            <p:spPr bwMode="auto">
              <a:xfrm>
                <a:off x="11971" y="6965"/>
                <a:ext cx="907" cy="907"/>
              </a:xfrm>
              <a:prstGeom prst="diamond">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en-US" sz="1800"/>
              </a:p>
            </p:txBody>
          </p:sp>
          <p:cxnSp>
            <p:nvCxnSpPr>
              <p:cNvPr id="18" name="直接连接符 17"/>
              <p:cNvCxnSpPr>
                <a:stCxn id="17" idx="0"/>
                <a:endCxn id="17" idx="2"/>
              </p:cNvCxnSpPr>
              <p:nvPr/>
            </p:nvCxnSpPr>
            <p:spPr>
              <a:xfrm>
                <a:off x="12425" y="6965"/>
                <a:ext cx="0" cy="907"/>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3" name="组合 72"/>
            <p:cNvGrpSpPr/>
            <p:nvPr/>
          </p:nvGrpSpPr>
          <p:grpSpPr>
            <a:xfrm>
              <a:off x="12740" y="4492"/>
              <a:ext cx="908" cy="908"/>
              <a:chOff x="5907581" y="4495572"/>
              <a:chExt cx="576263" cy="576263"/>
            </a:xfrm>
          </p:grpSpPr>
          <p:sp>
            <p:nvSpPr>
              <p:cNvPr id="74"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75" name="直接连接符 74"/>
              <p:cNvCxnSpPr>
                <a:stCxn id="74" idx="4"/>
                <a:endCxn id="74"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48157" name="Text Box 349"/>
          <p:cNvSpPr txBox="1"/>
          <p:nvPr/>
        </p:nvSpPr>
        <p:spPr>
          <a:xfrm>
            <a:off x="6978650" y="1258570"/>
            <a:ext cx="575945" cy="519430"/>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b="0" i="1" dirty="0">
                <a:solidFill>
                  <a:schemeClr val="tx1"/>
                </a:solidFill>
                <a:latin typeface="Times New Roman" panose="02020603050405020304" pitchFamily="18" charset="0"/>
                <a:ea typeface="宋体" panose="02010600030101010101" pitchFamily="2" charset="-122"/>
              </a:rPr>
              <a:t>I</a:t>
            </a:r>
            <a:endParaRPr lang="en-US" altLang="zh-CN" b="0" i="1"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3"/>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blinds(horizontal)">
                                      <p:cBhvr>
                                        <p:cTn id="14" dur="500"/>
                                        <p:tgtEl>
                                          <p:spTgt spid="5"/>
                                        </p:tgtEl>
                                      </p:cBhvr>
                                    </p:animEffect>
                                  </p:childTnLst>
                                </p:cTn>
                              </p:par>
                            </p:childTnLst>
                          </p:cTn>
                        </p:par>
                        <p:par>
                          <p:cTn id="15" fill="hold">
                            <p:stCondLst>
                              <p:cond delay="1500"/>
                            </p:stCondLst>
                            <p:childTnLst>
                              <p:par>
                                <p:cTn id="16" presetID="2" presetClass="entr" presetSubtype="1" fill="hold" grpId="0" nodeType="afterEffect">
                                  <p:stCondLst>
                                    <p:cond delay="500"/>
                                  </p:stCondLst>
                                  <p:childTnLst>
                                    <p:set>
                                      <p:cBhvr>
                                        <p:cTn id="17" dur="1" fill="hold">
                                          <p:stCondLst>
                                            <p:cond delay="0"/>
                                          </p:stCondLst>
                                        </p:cTn>
                                        <p:tgtEl>
                                          <p:spTgt spid="10243"/>
                                        </p:tgtEl>
                                        <p:attrNameLst>
                                          <p:attrName>style.visibility</p:attrName>
                                        </p:attrNameLst>
                                      </p:cBhvr>
                                      <p:to>
                                        <p:strVal val="visible"/>
                                      </p:to>
                                    </p:set>
                                    <p:anim calcmode="lin" valueType="num">
                                      <p:cBhvr additive="base">
                                        <p:cTn id="18" dur="500" fill="hold"/>
                                        <p:tgtEl>
                                          <p:spTgt spid="10243"/>
                                        </p:tgtEl>
                                        <p:attrNameLst>
                                          <p:attrName>ppt_x</p:attrName>
                                        </p:attrNameLst>
                                      </p:cBhvr>
                                      <p:tavLst>
                                        <p:tav tm="0">
                                          <p:val>
                                            <p:strVal val="#ppt_x"/>
                                          </p:val>
                                        </p:tav>
                                        <p:tav tm="100000">
                                          <p:val>
                                            <p:strVal val="#ppt_x"/>
                                          </p:val>
                                        </p:tav>
                                      </p:tavLst>
                                    </p:anim>
                                    <p:anim calcmode="lin" valueType="num">
                                      <p:cBhvr additive="base">
                                        <p:cTn id="19" dur="500" fill="hold"/>
                                        <p:tgtEl>
                                          <p:spTgt spid="10243"/>
                                        </p:tgtEl>
                                        <p:attrNameLst>
                                          <p:attrName>ppt_y</p:attrName>
                                        </p:attrNameLst>
                                      </p:cBhvr>
                                      <p:tavLst>
                                        <p:tav tm="0">
                                          <p:val>
                                            <p:strVal val="0-#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5"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p:cTn id="24" dur="1000" fill="hold"/>
                                        <p:tgtEl>
                                          <p:spTgt spid="10"/>
                                        </p:tgtEl>
                                        <p:attrNameLst>
                                          <p:attrName>ppt_w</p:attrName>
                                        </p:attrNameLst>
                                      </p:cBhvr>
                                      <p:tavLst>
                                        <p:tav tm="0">
                                          <p:val>
                                            <p:fltVal val="0"/>
                                          </p:val>
                                        </p:tav>
                                        <p:tav tm="100000">
                                          <p:val>
                                            <p:strVal val="#ppt_w"/>
                                          </p:val>
                                        </p:tav>
                                      </p:tavLst>
                                    </p:anim>
                                    <p:anim calcmode="lin" valueType="num">
                                      <p:cBhvr>
                                        <p:cTn id="25" dur="1000" fill="hold"/>
                                        <p:tgtEl>
                                          <p:spTgt spid="10"/>
                                        </p:tgtEl>
                                        <p:attrNameLst>
                                          <p:attrName>ppt_h</p:attrName>
                                        </p:attrNameLst>
                                      </p:cBhvr>
                                      <p:tavLst>
                                        <p:tav tm="0">
                                          <p:val>
                                            <p:fltVal val="0"/>
                                          </p:val>
                                        </p:tav>
                                        <p:tav tm="100000">
                                          <p:val>
                                            <p:strVal val="#ppt_h"/>
                                          </p:val>
                                        </p:tav>
                                      </p:tavLst>
                                    </p:anim>
                                    <p:anim calcmode="lin" valueType="num">
                                      <p:cBhvr>
                                        <p:cTn id="26" dur="1000" fill="hold"/>
                                        <p:tgtEl>
                                          <p:spTgt spid="10"/>
                                        </p:tgtEl>
                                        <p:attrNameLst>
                                          <p:attrName>ppt_x</p:attrName>
                                        </p:attrNameLst>
                                      </p:cBhvr>
                                      <p:tavLst>
                                        <p:tav tm="0" fmla="#ppt_x+(cos(-2*pi*(1-$))*-#ppt_x-sin(-2*pi*(1-$))*(1-#ppt_y))*(1-$)">
                                          <p:val>
                                            <p:fltVal val="0"/>
                                          </p:val>
                                        </p:tav>
                                        <p:tav tm="100000">
                                          <p:val>
                                            <p:fltVal val="1"/>
                                          </p:val>
                                        </p:tav>
                                      </p:tavLst>
                                    </p:anim>
                                    <p:anim calcmode="lin" valueType="num">
                                      <p:cBhvr>
                                        <p:cTn id="27" dur="1000" fill="hold"/>
                                        <p:tgtEl>
                                          <p:spTgt spid="10"/>
                                        </p:tgtEl>
                                        <p:attrNameLst>
                                          <p:attrName>ppt_y</p:attrName>
                                        </p:attrNameLst>
                                      </p:cBhvr>
                                      <p:tavLst>
                                        <p:tav tm="0" fmla="#ppt_y+(sin(-2*pi*(1-$))*-#ppt_x+cos(-2*pi*(1-$))*(1-#ppt_y))*(1-$)">
                                          <p:val>
                                            <p:fltVal val="0"/>
                                          </p:val>
                                        </p:tav>
                                        <p:tav tm="100000">
                                          <p:val>
                                            <p:fltVal val="1"/>
                                          </p:val>
                                        </p:tav>
                                      </p:tavLst>
                                    </p:anim>
                                  </p:childTnLst>
                                </p:cTn>
                              </p:par>
                            </p:childTnLst>
                          </p:cTn>
                        </p:par>
                        <p:par>
                          <p:cTn id="28" fill="hold">
                            <p:stCondLst>
                              <p:cond delay="1000"/>
                            </p:stCondLst>
                            <p:childTnLst>
                              <p:par>
                                <p:cTn id="29" presetID="4" presetClass="entr" presetSubtype="32" fill="hold" grpId="0" nodeType="afterEffect">
                                  <p:stCondLst>
                                    <p:cond delay="0"/>
                                  </p:stCondLst>
                                  <p:iterate type="lt">
                                    <p:tmPct val="100000"/>
                                  </p:iterate>
                                  <p:childTnLst>
                                    <p:set>
                                      <p:cBhvr>
                                        <p:cTn id="30" dur="1" fill="hold">
                                          <p:stCondLst>
                                            <p:cond delay="0"/>
                                          </p:stCondLst>
                                        </p:cTn>
                                        <p:tgtEl>
                                          <p:spTgt spid="10245"/>
                                        </p:tgtEl>
                                        <p:attrNameLst>
                                          <p:attrName>style.visibility</p:attrName>
                                        </p:attrNameLst>
                                      </p:cBhvr>
                                      <p:to>
                                        <p:strVal val="visible"/>
                                      </p:to>
                                    </p:set>
                                    <p:animEffect transition="in" filter="box(out)">
                                      <p:cBhvr>
                                        <p:cTn id="31" dur="75"/>
                                        <p:tgtEl>
                                          <p:spTgt spid="10245"/>
                                        </p:tgtEl>
                                      </p:cBhvr>
                                    </p:animEffect>
                                  </p:childTnLst>
                                </p:cTn>
                              </p:par>
                            </p:childTnLst>
                          </p:cTn>
                        </p:par>
                        <p:par>
                          <p:cTn id="32" fill="hold">
                            <p:stCondLst>
                              <p:cond delay="1900"/>
                            </p:stCondLst>
                            <p:childTnLst>
                              <p:par>
                                <p:cTn id="33" presetID="2" presetClass="entr" presetSubtype="4" fill="hold" nodeType="after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fill="hold"/>
                                        <p:tgtEl>
                                          <p:spTgt spid="13"/>
                                        </p:tgtEl>
                                        <p:attrNameLst>
                                          <p:attrName>ppt_x</p:attrName>
                                        </p:attrNameLst>
                                      </p:cBhvr>
                                      <p:tavLst>
                                        <p:tav tm="0">
                                          <p:val>
                                            <p:strVal val="#ppt_x"/>
                                          </p:val>
                                        </p:tav>
                                        <p:tav tm="100000">
                                          <p:val>
                                            <p:strVal val="#ppt_x"/>
                                          </p:val>
                                        </p:tav>
                                      </p:tavLst>
                                    </p:anim>
                                    <p:anim calcmode="lin" valueType="num">
                                      <p:cBhvr additive="base">
                                        <p:cTn id="3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wipe(up)">
                                      <p:cBhvr>
                                        <p:cTn id="41" dur="500"/>
                                        <p:tgtEl>
                                          <p:spTgt spid="4"/>
                                        </p:tgtEl>
                                      </p:cBhvr>
                                    </p:animEffect>
                                  </p:childTnLst>
                                </p:cTn>
                              </p:par>
                            </p:childTnLst>
                          </p:cTn>
                        </p:par>
                      </p:childTnLst>
                    </p:cTn>
                  </p:par>
                  <p:par>
                    <p:cTn id="42" fill="hold">
                      <p:stCondLst>
                        <p:cond delay="indefinite"/>
                      </p:stCondLst>
                      <p:childTnLst>
                        <p:par>
                          <p:cTn id="43" fill="hold">
                            <p:stCondLst>
                              <p:cond delay="0"/>
                            </p:stCondLst>
                            <p:childTnLst>
                              <p:par>
                                <p:cTn id="44" presetID="4" presetClass="entr" presetSubtype="32" fill="hold" grpId="0" nodeType="clickEffect">
                                  <p:stCondLst>
                                    <p:cond delay="0"/>
                                  </p:stCondLst>
                                  <p:iterate type="lt">
                                    <p:tmPct val="100000"/>
                                  </p:iterate>
                                  <p:childTnLst>
                                    <p:set>
                                      <p:cBhvr>
                                        <p:cTn id="45" dur="1" fill="hold">
                                          <p:stCondLst>
                                            <p:cond delay="0"/>
                                          </p:stCondLst>
                                        </p:cTn>
                                        <p:tgtEl>
                                          <p:spTgt spid="10336"/>
                                        </p:tgtEl>
                                        <p:attrNameLst>
                                          <p:attrName>style.visibility</p:attrName>
                                        </p:attrNameLst>
                                      </p:cBhvr>
                                      <p:to>
                                        <p:strVal val="visible"/>
                                      </p:to>
                                    </p:set>
                                    <p:animEffect transition="in" filter="box(out)">
                                      <p:cBhvr>
                                        <p:cTn id="46" dur="75"/>
                                        <p:tgtEl>
                                          <p:spTgt spid="10336"/>
                                        </p:tgtEl>
                                      </p:cBhvr>
                                    </p:animEffect>
                                  </p:childTnLst>
                                </p:cTn>
                              </p:par>
                            </p:childTnLst>
                          </p:cTn>
                        </p:par>
                        <p:par>
                          <p:cTn id="47" fill="hold">
                            <p:stCondLst>
                              <p:cond delay="900"/>
                            </p:stCondLst>
                            <p:childTnLst>
                              <p:par>
                                <p:cTn id="48" presetID="22" presetClass="entr" presetSubtype="1" fill="hold" nodeType="afterEffect">
                                  <p:stCondLst>
                                    <p:cond delay="0"/>
                                  </p:stCondLst>
                                  <p:childTnLst>
                                    <p:set>
                                      <p:cBhvr>
                                        <p:cTn id="49" dur="1" fill="hold">
                                          <p:stCondLst>
                                            <p:cond delay="0"/>
                                          </p:stCondLst>
                                        </p:cTn>
                                        <p:tgtEl>
                                          <p:spTgt spid="8"/>
                                        </p:tgtEl>
                                        <p:attrNameLst>
                                          <p:attrName>style.visibility</p:attrName>
                                        </p:attrNameLst>
                                      </p:cBhvr>
                                      <p:to>
                                        <p:strVal val="visible"/>
                                      </p:to>
                                    </p:set>
                                    <p:animEffect transition="in" filter="wipe(up)">
                                      <p:cBhvr>
                                        <p:cTn id="50" dur="500"/>
                                        <p:tgtEl>
                                          <p:spTgt spid="8"/>
                                        </p:tgtEl>
                                      </p:cBhvr>
                                    </p:animEffect>
                                  </p:childTnLst>
                                </p:cTn>
                              </p:par>
                              <p:par>
                                <p:cTn id="51" presetID="22" presetClass="entr" presetSubtype="4" fill="hold" grpId="0" nodeType="withEffect">
                                  <p:stCondLst>
                                    <p:cond delay="0"/>
                                  </p:stCondLst>
                                  <p:childTnLst>
                                    <p:set>
                                      <p:cBhvr>
                                        <p:cTn id="52" dur="1" fill="hold">
                                          <p:stCondLst>
                                            <p:cond delay="0"/>
                                          </p:stCondLst>
                                        </p:cTn>
                                        <p:tgtEl>
                                          <p:spTgt spid="48157"/>
                                        </p:tgtEl>
                                        <p:attrNameLst>
                                          <p:attrName>style.visibility</p:attrName>
                                        </p:attrNameLst>
                                      </p:cBhvr>
                                      <p:to>
                                        <p:strVal val="visible"/>
                                      </p:to>
                                    </p:set>
                                    <p:animEffect transition="in" filter="wipe(down)">
                                      <p:cBhvr>
                                        <p:cTn id="53" dur="500"/>
                                        <p:tgtEl>
                                          <p:spTgt spid="48157"/>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nodeType="clickEffect">
                                  <p:stCondLst>
                                    <p:cond delay="0"/>
                                  </p:stCondLst>
                                  <p:childTnLst>
                                    <p:set>
                                      <p:cBhvr>
                                        <p:cTn id="57" dur="1" fill="hold">
                                          <p:stCondLst>
                                            <p:cond delay="0"/>
                                          </p:stCondLst>
                                        </p:cTn>
                                        <p:tgtEl>
                                          <p:spTgt spid="9"/>
                                        </p:tgtEl>
                                        <p:attrNameLst>
                                          <p:attrName>style.visibility</p:attrName>
                                        </p:attrNameLst>
                                      </p:cBhvr>
                                      <p:to>
                                        <p:strVal val="visible"/>
                                      </p:to>
                                    </p:set>
                                    <p:animEffect transition="in" filter="wipe(up)">
                                      <p:cBhvr>
                                        <p:cTn id="5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p:bldP spid="10245" grpId="0"/>
      <p:bldP spid="10336" grpId="0"/>
      <p:bldP spid="10" grpId="0" animBg="1"/>
      <p:bldP spid="48157" grpId="0"/>
      <p:bldP spid="3" grpId="0" bldLvl="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*4-6 互易定理</a:t>
            </a:r>
            <a:endParaRPr lang="zh-CN" altLang="en-US"/>
          </a:p>
        </p:txBody>
      </p:sp>
      <p:sp>
        <p:nvSpPr>
          <p:cNvPr id="8196" name="Text Box 4"/>
          <p:cNvSpPr txBox="1"/>
          <p:nvPr/>
        </p:nvSpPr>
        <p:spPr>
          <a:xfrm>
            <a:off x="468313" y="1035050"/>
            <a:ext cx="4967287" cy="521970"/>
          </a:xfrm>
          <a:prstGeom prst="rect">
            <a:avLst/>
          </a:prstGeom>
          <a:no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如要电路具有互易性，则</a:t>
            </a:r>
            <a:endParaRPr kumimoji="1" lang="zh-CN" altLang="en-US" sz="2800" dirty="0" smtClean="0">
              <a:latin typeface="华文楷体" panose="02010600040101010101" pitchFamily="2" charset="-122"/>
              <a:ea typeface="华文楷体" panose="02010600040101010101" pitchFamily="2" charset="-122"/>
            </a:endParaRPr>
          </a:p>
        </p:txBody>
      </p:sp>
      <p:sp>
        <p:nvSpPr>
          <p:cNvPr id="8198" name="AutoShape 6"/>
          <p:cNvSpPr/>
          <p:nvPr/>
        </p:nvSpPr>
        <p:spPr>
          <a:xfrm>
            <a:off x="611188" y="1984375"/>
            <a:ext cx="647700" cy="144463"/>
          </a:xfrm>
          <a:prstGeom prst="rightArrow">
            <a:avLst>
              <a:gd name="adj1" fmla="val 50000"/>
              <a:gd name="adj2" fmla="val 112087"/>
            </a:avLst>
          </a:prstGeom>
          <a:solidFill>
            <a:srgbClr val="00CCFF"/>
          </a:solidFill>
          <a:ln w="9525" cap="flat" cmpd="sng">
            <a:solidFill>
              <a:srgbClr val="00CC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8201" name="AutoShape 9"/>
          <p:cNvSpPr/>
          <p:nvPr/>
        </p:nvSpPr>
        <p:spPr>
          <a:xfrm>
            <a:off x="611188" y="2981325"/>
            <a:ext cx="720725" cy="142875"/>
          </a:xfrm>
          <a:prstGeom prst="rightArrow">
            <a:avLst>
              <a:gd name="adj1" fmla="val 50000"/>
              <a:gd name="adj2" fmla="val 126111"/>
            </a:avLst>
          </a:prstGeom>
          <a:solidFill>
            <a:srgbClr val="00CCFF"/>
          </a:solidFill>
          <a:ln w="9525" cap="flat" cmpd="sng">
            <a:solidFill>
              <a:srgbClr val="00CC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8202" name="Text Box 10"/>
          <p:cNvSpPr txBox="1"/>
          <p:nvPr/>
        </p:nvSpPr>
        <p:spPr>
          <a:xfrm>
            <a:off x="2333625" y="3781425"/>
            <a:ext cx="6192838" cy="521970"/>
          </a:xfrm>
          <a:prstGeom prst="rect">
            <a:avLst/>
          </a:prstGeom>
          <a:noFill/>
          <a:ln w="9525">
            <a:noFill/>
          </a:ln>
        </p:spPr>
        <p:txBody>
          <a:bodyPr>
            <a:spAutoFit/>
          </a:bodyPr>
          <a:p>
            <a:pPr>
              <a:spcBef>
                <a:spcPct val="50000"/>
              </a:spcBef>
            </a:pPr>
            <a:r>
              <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rPr>
              <a:t>一般有受控源的电路不具有互易性。</a:t>
            </a:r>
            <a:endPar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8" name="组合 57"/>
          <p:cNvGrpSpPr/>
          <p:nvPr/>
        </p:nvGrpSpPr>
        <p:grpSpPr>
          <a:xfrm>
            <a:off x="572208" y="3718338"/>
            <a:ext cx="1761325" cy="677037"/>
            <a:chOff x="6673216" y="3127641"/>
            <a:chExt cx="1761325" cy="677037"/>
          </a:xfrm>
        </p:grpSpPr>
        <p:sp>
          <p:nvSpPr>
            <p:cNvPr id="59" name="Text Box 47"/>
            <p:cNvSpPr txBox="1">
              <a:spLocks noChangeArrowheads="1"/>
            </p:cNvSpPr>
            <p:nvPr/>
          </p:nvSpPr>
          <p:spPr bwMode="auto">
            <a:xfrm>
              <a:off x="7429138" y="3127641"/>
              <a:ext cx="1005403" cy="584775"/>
            </a:xfrm>
            <a:prstGeom prst="rect">
              <a:avLst/>
            </a:prstGeom>
            <a:noFill/>
            <a:ln w="9525">
              <a:noFill/>
              <a:miter lim="800000"/>
            </a:ln>
            <a:effectLst/>
          </p:spPr>
          <p:txBody>
            <a:bodyPr wrap="none">
              <a:spAutoFit/>
            </a:bodyPr>
            <a:p>
              <a:r>
                <a:rPr kumimoji="1" lang="zh-CN" altLang="en-US" sz="3200" dirty="0" smtClean="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结论</a:t>
              </a:r>
              <a:endParaRPr kumimoji="1" lang="zh-CN" altLang="en-US" sz="3200"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p:txBody>
        </p:sp>
        <p:sp>
          <p:nvSpPr>
            <p:cNvPr id="60" name="Freeform 6"/>
            <p:cNvSpPr/>
            <p:nvPr/>
          </p:nvSpPr>
          <p:spPr bwMode="auto">
            <a:xfrm>
              <a:off x="6923454" y="3276958"/>
              <a:ext cx="416529" cy="416529"/>
            </a:xfrm>
            <a:custGeom>
              <a:avLst/>
              <a:gdLst/>
              <a:ahLst/>
              <a:cxnLst>
                <a:cxn ang="0">
                  <a:pos x="552" y="2"/>
                </a:cxn>
                <a:cxn ang="0">
                  <a:pos x="649" y="22"/>
                </a:cxn>
                <a:cxn ang="0">
                  <a:pos x="739" y="60"/>
                </a:cxn>
                <a:cxn ang="0">
                  <a:pos x="820" y="114"/>
                </a:cxn>
                <a:cxn ang="0">
                  <a:pos x="888" y="182"/>
                </a:cxn>
                <a:cxn ang="0">
                  <a:pos x="941" y="262"/>
                </a:cxn>
                <a:cxn ang="0">
                  <a:pos x="979" y="350"/>
                </a:cxn>
                <a:cxn ang="0">
                  <a:pos x="1000" y="448"/>
                </a:cxn>
                <a:cxn ang="0">
                  <a:pos x="1000" y="551"/>
                </a:cxn>
                <a:cxn ang="0">
                  <a:pos x="979" y="649"/>
                </a:cxn>
                <a:cxn ang="0">
                  <a:pos x="941" y="739"/>
                </a:cxn>
                <a:cxn ang="0">
                  <a:pos x="888" y="818"/>
                </a:cxn>
                <a:cxn ang="0">
                  <a:pos x="820" y="886"/>
                </a:cxn>
                <a:cxn ang="0">
                  <a:pos x="739" y="940"/>
                </a:cxn>
                <a:cxn ang="0">
                  <a:pos x="649" y="978"/>
                </a:cxn>
                <a:cxn ang="0">
                  <a:pos x="552" y="998"/>
                </a:cxn>
                <a:cxn ang="0">
                  <a:pos x="450" y="998"/>
                </a:cxn>
                <a:cxn ang="0">
                  <a:pos x="352" y="978"/>
                </a:cxn>
                <a:cxn ang="0">
                  <a:pos x="262" y="940"/>
                </a:cxn>
                <a:cxn ang="0">
                  <a:pos x="182" y="886"/>
                </a:cxn>
                <a:cxn ang="0">
                  <a:pos x="114" y="818"/>
                </a:cxn>
                <a:cxn ang="0">
                  <a:pos x="61" y="739"/>
                </a:cxn>
                <a:cxn ang="0">
                  <a:pos x="23" y="649"/>
                </a:cxn>
                <a:cxn ang="0">
                  <a:pos x="2" y="551"/>
                </a:cxn>
                <a:cxn ang="0">
                  <a:pos x="2" y="448"/>
                </a:cxn>
                <a:cxn ang="0">
                  <a:pos x="23" y="350"/>
                </a:cxn>
                <a:cxn ang="0">
                  <a:pos x="61" y="262"/>
                </a:cxn>
                <a:cxn ang="0">
                  <a:pos x="114" y="182"/>
                </a:cxn>
                <a:cxn ang="0">
                  <a:pos x="182" y="114"/>
                </a:cxn>
                <a:cxn ang="0">
                  <a:pos x="262" y="60"/>
                </a:cxn>
                <a:cxn ang="0">
                  <a:pos x="352" y="22"/>
                </a:cxn>
                <a:cxn ang="0">
                  <a:pos x="450" y="2"/>
                </a:cxn>
              </a:cxnLst>
              <a:rect l="0" t="0" r="r" b="b"/>
              <a:pathLst>
                <a:path w="1002" h="1000">
                  <a:moveTo>
                    <a:pt x="501" y="0"/>
                  </a:moveTo>
                  <a:lnTo>
                    <a:pt x="552" y="2"/>
                  </a:lnTo>
                  <a:lnTo>
                    <a:pt x="602" y="10"/>
                  </a:lnTo>
                  <a:lnTo>
                    <a:pt x="649" y="22"/>
                  </a:lnTo>
                  <a:lnTo>
                    <a:pt x="696" y="39"/>
                  </a:lnTo>
                  <a:lnTo>
                    <a:pt x="739" y="60"/>
                  </a:lnTo>
                  <a:lnTo>
                    <a:pt x="781" y="85"/>
                  </a:lnTo>
                  <a:lnTo>
                    <a:pt x="820" y="114"/>
                  </a:lnTo>
                  <a:lnTo>
                    <a:pt x="856" y="146"/>
                  </a:lnTo>
                  <a:lnTo>
                    <a:pt x="888" y="182"/>
                  </a:lnTo>
                  <a:lnTo>
                    <a:pt x="917" y="220"/>
                  </a:lnTo>
                  <a:lnTo>
                    <a:pt x="941" y="262"/>
                  </a:lnTo>
                  <a:lnTo>
                    <a:pt x="963" y="305"/>
                  </a:lnTo>
                  <a:lnTo>
                    <a:pt x="979" y="350"/>
                  </a:lnTo>
                  <a:lnTo>
                    <a:pt x="992" y="399"/>
                  </a:lnTo>
                  <a:lnTo>
                    <a:pt x="1000" y="448"/>
                  </a:lnTo>
                  <a:lnTo>
                    <a:pt x="1002" y="499"/>
                  </a:lnTo>
                  <a:lnTo>
                    <a:pt x="1000" y="551"/>
                  </a:lnTo>
                  <a:lnTo>
                    <a:pt x="992" y="600"/>
                  </a:lnTo>
                  <a:lnTo>
                    <a:pt x="979" y="649"/>
                  </a:lnTo>
                  <a:lnTo>
                    <a:pt x="963" y="695"/>
                  </a:lnTo>
                  <a:lnTo>
                    <a:pt x="941" y="739"/>
                  </a:lnTo>
                  <a:lnTo>
                    <a:pt x="917" y="780"/>
                  </a:lnTo>
                  <a:lnTo>
                    <a:pt x="888" y="818"/>
                  </a:lnTo>
                  <a:lnTo>
                    <a:pt x="856" y="854"/>
                  </a:lnTo>
                  <a:lnTo>
                    <a:pt x="820" y="886"/>
                  </a:lnTo>
                  <a:lnTo>
                    <a:pt x="781" y="915"/>
                  </a:lnTo>
                  <a:lnTo>
                    <a:pt x="739" y="940"/>
                  </a:lnTo>
                  <a:lnTo>
                    <a:pt x="696" y="961"/>
                  </a:lnTo>
                  <a:lnTo>
                    <a:pt x="649" y="978"/>
                  </a:lnTo>
                  <a:lnTo>
                    <a:pt x="602" y="990"/>
                  </a:lnTo>
                  <a:lnTo>
                    <a:pt x="552" y="998"/>
                  </a:lnTo>
                  <a:lnTo>
                    <a:pt x="501" y="1000"/>
                  </a:lnTo>
                  <a:lnTo>
                    <a:pt x="450" y="998"/>
                  </a:lnTo>
                  <a:lnTo>
                    <a:pt x="399" y="990"/>
                  </a:lnTo>
                  <a:lnTo>
                    <a:pt x="352" y="978"/>
                  </a:lnTo>
                  <a:lnTo>
                    <a:pt x="306" y="961"/>
                  </a:lnTo>
                  <a:lnTo>
                    <a:pt x="262" y="940"/>
                  </a:lnTo>
                  <a:lnTo>
                    <a:pt x="221" y="915"/>
                  </a:lnTo>
                  <a:lnTo>
                    <a:pt x="182" y="886"/>
                  </a:lnTo>
                  <a:lnTo>
                    <a:pt x="147" y="854"/>
                  </a:lnTo>
                  <a:lnTo>
                    <a:pt x="114" y="818"/>
                  </a:lnTo>
                  <a:lnTo>
                    <a:pt x="85" y="780"/>
                  </a:lnTo>
                  <a:lnTo>
                    <a:pt x="61" y="739"/>
                  </a:lnTo>
                  <a:lnTo>
                    <a:pt x="39" y="695"/>
                  </a:lnTo>
                  <a:lnTo>
                    <a:pt x="23" y="649"/>
                  </a:lnTo>
                  <a:lnTo>
                    <a:pt x="10" y="600"/>
                  </a:lnTo>
                  <a:lnTo>
                    <a:pt x="2" y="551"/>
                  </a:lnTo>
                  <a:lnTo>
                    <a:pt x="0" y="499"/>
                  </a:lnTo>
                  <a:lnTo>
                    <a:pt x="2" y="448"/>
                  </a:lnTo>
                  <a:lnTo>
                    <a:pt x="10" y="399"/>
                  </a:lnTo>
                  <a:lnTo>
                    <a:pt x="23" y="350"/>
                  </a:lnTo>
                  <a:lnTo>
                    <a:pt x="39" y="305"/>
                  </a:lnTo>
                  <a:lnTo>
                    <a:pt x="61" y="262"/>
                  </a:lnTo>
                  <a:lnTo>
                    <a:pt x="85" y="220"/>
                  </a:lnTo>
                  <a:lnTo>
                    <a:pt x="114" y="182"/>
                  </a:lnTo>
                  <a:lnTo>
                    <a:pt x="147" y="146"/>
                  </a:lnTo>
                  <a:lnTo>
                    <a:pt x="182" y="114"/>
                  </a:lnTo>
                  <a:lnTo>
                    <a:pt x="221" y="85"/>
                  </a:lnTo>
                  <a:lnTo>
                    <a:pt x="262" y="60"/>
                  </a:lnTo>
                  <a:lnTo>
                    <a:pt x="306" y="39"/>
                  </a:lnTo>
                  <a:lnTo>
                    <a:pt x="352" y="22"/>
                  </a:lnTo>
                  <a:lnTo>
                    <a:pt x="399" y="10"/>
                  </a:lnTo>
                  <a:lnTo>
                    <a:pt x="450" y="2"/>
                  </a:lnTo>
                  <a:lnTo>
                    <a:pt x="501" y="0"/>
                  </a:lnTo>
                  <a:close/>
                </a:path>
              </a:pathLst>
            </a:custGeom>
            <a:solidFill>
              <a:schemeClr val="accent6">
                <a:lumMod val="40000"/>
                <a:lumOff val="60000"/>
              </a:schemeClr>
            </a:solidFill>
            <a:ln w="9525">
              <a:noFill/>
              <a:round/>
            </a:ln>
          </p:spPr>
          <p:txBody>
            <a:bodyPr vert="horz" wrap="square" lIns="91440" tIns="45720" rIns="91440" bIns="45720" numCol="1" anchor="t" anchorCtr="0" compatLnSpc="1"/>
            <a:p>
              <a:endParaRPr lang="zh-CN" altLang="en-US" sz="3200"/>
            </a:p>
          </p:txBody>
        </p:sp>
        <p:grpSp>
          <p:nvGrpSpPr>
            <p:cNvPr id="61" name="组合 60"/>
            <p:cNvGrpSpPr/>
            <p:nvPr/>
          </p:nvGrpSpPr>
          <p:grpSpPr>
            <a:xfrm>
              <a:off x="6673216" y="3217424"/>
              <a:ext cx="909255" cy="587254"/>
              <a:chOff x="6624372" y="3254913"/>
              <a:chExt cx="909255" cy="587254"/>
            </a:xfrm>
          </p:grpSpPr>
          <p:grpSp>
            <p:nvGrpSpPr>
              <p:cNvPr id="62" name="组合 61"/>
              <p:cNvGrpSpPr/>
              <p:nvPr/>
            </p:nvGrpSpPr>
            <p:grpSpPr>
              <a:xfrm>
                <a:off x="6624372" y="3254913"/>
                <a:ext cx="909255" cy="587254"/>
                <a:chOff x="4543925" y="5174890"/>
                <a:chExt cx="1100199" cy="710577"/>
              </a:xfrm>
            </p:grpSpPr>
            <p:grpSp>
              <p:nvGrpSpPr>
                <p:cNvPr id="70" name="组合 69"/>
                <p:cNvGrpSpPr/>
                <p:nvPr/>
              </p:nvGrpSpPr>
              <p:grpSpPr>
                <a:xfrm>
                  <a:off x="4543925" y="5218185"/>
                  <a:ext cx="608729" cy="667282"/>
                  <a:chOff x="3667207" y="4720946"/>
                  <a:chExt cx="1578886" cy="1730759"/>
                </a:xfrm>
              </p:grpSpPr>
              <p:cxnSp>
                <p:nvCxnSpPr>
                  <p:cNvPr id="100" name="直接连接符 99"/>
                  <p:cNvCxnSpPr/>
                  <p:nvPr/>
                </p:nvCxnSpPr>
                <p:spPr>
                  <a:xfrm>
                    <a:off x="4139952" y="4752054"/>
                    <a:ext cx="0" cy="97200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a:off x="5096517" y="4872958"/>
                    <a:ext cx="0" cy="97200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2" name="弧形 101"/>
                  <p:cNvSpPr/>
                  <p:nvPr/>
                </p:nvSpPr>
                <p:spPr>
                  <a:xfrm>
                    <a:off x="3667207" y="4720946"/>
                    <a:ext cx="1578886" cy="763097"/>
                  </a:xfrm>
                  <a:prstGeom prst="arc">
                    <a:avLst>
                      <a:gd name="adj1" fmla="val 13674726"/>
                      <a:gd name="adj2" fmla="val 15251032"/>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03" name="弧形 102"/>
                  <p:cNvSpPr/>
                  <p:nvPr/>
                </p:nvSpPr>
                <p:spPr>
                  <a:xfrm>
                    <a:off x="3667207" y="5688608"/>
                    <a:ext cx="1578886" cy="763097"/>
                  </a:xfrm>
                  <a:prstGeom prst="arc">
                    <a:avLst>
                      <a:gd name="adj1" fmla="val 13674726"/>
                      <a:gd name="adj2" fmla="val 20451858"/>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sp>
              <p:nvSpPr>
                <p:cNvPr id="71" name="弧形 70"/>
                <p:cNvSpPr/>
                <p:nvPr/>
              </p:nvSpPr>
              <p:spPr>
                <a:xfrm>
                  <a:off x="4568263" y="5174890"/>
                  <a:ext cx="546231" cy="330350"/>
                </a:xfrm>
                <a:prstGeom prst="arc">
                  <a:avLst>
                    <a:gd name="adj1" fmla="val 15435190"/>
                    <a:gd name="adj2" fmla="val 20816593"/>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72" name="弧形 71"/>
                <p:cNvSpPr/>
                <p:nvPr/>
              </p:nvSpPr>
              <p:spPr>
                <a:xfrm>
                  <a:off x="4568263" y="5547379"/>
                  <a:ext cx="546231" cy="330350"/>
                </a:xfrm>
                <a:prstGeom prst="arc">
                  <a:avLst>
                    <a:gd name="adj1" fmla="val 15435190"/>
                    <a:gd name="adj2" fmla="val 20816593"/>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nvGrpSpPr>
                <p:cNvPr id="73" name="组合 72"/>
                <p:cNvGrpSpPr/>
                <p:nvPr/>
              </p:nvGrpSpPr>
              <p:grpSpPr>
                <a:xfrm flipH="1">
                  <a:off x="5035395" y="5218185"/>
                  <a:ext cx="608729" cy="667282"/>
                  <a:chOff x="3667207" y="4720946"/>
                  <a:chExt cx="1578886" cy="1730759"/>
                </a:xfrm>
              </p:grpSpPr>
              <p:cxnSp>
                <p:nvCxnSpPr>
                  <p:cNvPr id="96" name="直接连接符 95"/>
                  <p:cNvCxnSpPr/>
                  <p:nvPr/>
                </p:nvCxnSpPr>
                <p:spPr>
                  <a:xfrm>
                    <a:off x="4139952" y="4752054"/>
                    <a:ext cx="0" cy="97200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a:off x="5096517" y="4872958"/>
                    <a:ext cx="0" cy="97200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98" name="弧形 97"/>
                  <p:cNvSpPr/>
                  <p:nvPr/>
                </p:nvSpPr>
                <p:spPr>
                  <a:xfrm>
                    <a:off x="3667207" y="4720946"/>
                    <a:ext cx="1578886" cy="763097"/>
                  </a:xfrm>
                  <a:prstGeom prst="arc">
                    <a:avLst>
                      <a:gd name="adj1" fmla="val 13674726"/>
                      <a:gd name="adj2" fmla="val 15251032"/>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99" name="弧形 98"/>
                  <p:cNvSpPr/>
                  <p:nvPr/>
                </p:nvSpPr>
                <p:spPr>
                  <a:xfrm>
                    <a:off x="3667207" y="5688608"/>
                    <a:ext cx="1578886" cy="763097"/>
                  </a:xfrm>
                  <a:prstGeom prst="arc">
                    <a:avLst>
                      <a:gd name="adj1" fmla="val 13674726"/>
                      <a:gd name="adj2" fmla="val 20451858"/>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sp>
              <p:nvSpPr>
                <p:cNvPr id="74" name="弧形 73"/>
                <p:cNvSpPr/>
                <p:nvPr/>
              </p:nvSpPr>
              <p:spPr>
                <a:xfrm flipH="1">
                  <a:off x="5073555" y="5174890"/>
                  <a:ext cx="546231" cy="330350"/>
                </a:xfrm>
                <a:prstGeom prst="arc">
                  <a:avLst>
                    <a:gd name="adj1" fmla="val 15435190"/>
                    <a:gd name="adj2" fmla="val 20816593"/>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75" name="弧形 74"/>
                <p:cNvSpPr/>
                <p:nvPr/>
              </p:nvSpPr>
              <p:spPr>
                <a:xfrm flipH="1">
                  <a:off x="5073555" y="5547379"/>
                  <a:ext cx="546231" cy="330350"/>
                </a:xfrm>
                <a:prstGeom prst="arc">
                  <a:avLst>
                    <a:gd name="adj1" fmla="val 15435190"/>
                    <a:gd name="adj2" fmla="val 20816593"/>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cxnSp>
              <p:nvCxnSpPr>
                <p:cNvPr id="76" name="直接连接符 75"/>
                <p:cNvCxnSpPr/>
                <p:nvPr/>
              </p:nvCxnSpPr>
              <p:spPr>
                <a:xfrm flipH="1">
                  <a:off x="4676897" y="5652499"/>
                  <a:ext cx="551" cy="39262"/>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a:off x="4805803" y="5174890"/>
                  <a:ext cx="0" cy="374748"/>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a:off x="4678121" y="5276792"/>
                  <a:ext cx="0" cy="374748"/>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a:endCxn id="72" idx="2"/>
                </p:cNvCxnSpPr>
                <p:nvPr/>
              </p:nvCxnSpPr>
              <p:spPr>
                <a:xfrm>
                  <a:off x="4678121" y="5651540"/>
                  <a:ext cx="418267" cy="1875"/>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a:off x="4678121" y="5276792"/>
                  <a:ext cx="47121"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093883" y="5653879"/>
                  <a:ext cx="551" cy="39262"/>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a:off x="4678121" y="5690845"/>
                  <a:ext cx="418267" cy="1875"/>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a:off x="4684860" y="5663998"/>
                  <a:ext cx="402507" cy="0"/>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a:off x="4684860" y="5672130"/>
                  <a:ext cx="402507" cy="0"/>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a:off x="4684860" y="5682410"/>
                  <a:ext cx="402507" cy="0"/>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a:off x="5510601" y="5652499"/>
                  <a:ext cx="551" cy="39262"/>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H="1">
                  <a:off x="5382246" y="5174890"/>
                  <a:ext cx="0" cy="374748"/>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a:off x="5509928" y="5276792"/>
                  <a:ext cx="0" cy="374748"/>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a:endCxn id="75" idx="2"/>
                </p:cNvCxnSpPr>
                <p:nvPr/>
              </p:nvCxnSpPr>
              <p:spPr>
                <a:xfrm flipH="1">
                  <a:off x="5091661" y="5651540"/>
                  <a:ext cx="418267" cy="1875"/>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flipH="1">
                  <a:off x="5462807" y="5276792"/>
                  <a:ext cx="47121"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5093615" y="5653879"/>
                  <a:ext cx="551" cy="39262"/>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H="1">
                  <a:off x="5091661" y="5690845"/>
                  <a:ext cx="418267" cy="1875"/>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H="1">
                  <a:off x="5100682" y="5663998"/>
                  <a:ext cx="402507" cy="0"/>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H="1">
                  <a:off x="5100682" y="5672130"/>
                  <a:ext cx="402507" cy="0"/>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H="1">
                  <a:off x="5100682" y="5682410"/>
                  <a:ext cx="402507" cy="0"/>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63" name="组合 62"/>
              <p:cNvGrpSpPr/>
              <p:nvPr/>
            </p:nvGrpSpPr>
            <p:grpSpPr>
              <a:xfrm>
                <a:off x="6732240" y="3332393"/>
                <a:ext cx="690265" cy="406004"/>
                <a:chOff x="6732240" y="3332393"/>
                <a:chExt cx="690265" cy="406004"/>
              </a:xfrm>
            </p:grpSpPr>
            <p:sp>
              <p:nvSpPr>
                <p:cNvPr id="64" name="弧形 63"/>
                <p:cNvSpPr/>
                <p:nvPr/>
              </p:nvSpPr>
              <p:spPr>
                <a:xfrm>
                  <a:off x="6732240" y="3332393"/>
                  <a:ext cx="343505" cy="248196"/>
                </a:xfrm>
                <a:prstGeom prst="arc">
                  <a:avLst>
                    <a:gd name="adj1" fmla="val 15435190"/>
                    <a:gd name="adj2" fmla="val 19418444"/>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65" name="弧形 64"/>
                <p:cNvSpPr/>
                <p:nvPr/>
              </p:nvSpPr>
              <p:spPr>
                <a:xfrm>
                  <a:off x="6732240" y="3409318"/>
                  <a:ext cx="343505" cy="248196"/>
                </a:xfrm>
                <a:prstGeom prst="arc">
                  <a:avLst>
                    <a:gd name="adj1" fmla="val 15435190"/>
                    <a:gd name="adj2" fmla="val 19418444"/>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66" name="弧形 65"/>
                <p:cNvSpPr/>
                <p:nvPr/>
              </p:nvSpPr>
              <p:spPr>
                <a:xfrm>
                  <a:off x="6732240" y="3486243"/>
                  <a:ext cx="343505" cy="248196"/>
                </a:xfrm>
                <a:prstGeom prst="arc">
                  <a:avLst>
                    <a:gd name="adj1" fmla="val 15435190"/>
                    <a:gd name="adj2" fmla="val 19418444"/>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67" name="弧形 66"/>
                <p:cNvSpPr/>
                <p:nvPr/>
              </p:nvSpPr>
              <p:spPr>
                <a:xfrm flipH="1">
                  <a:off x="7079000" y="3336351"/>
                  <a:ext cx="343505" cy="248196"/>
                </a:xfrm>
                <a:prstGeom prst="arc">
                  <a:avLst>
                    <a:gd name="adj1" fmla="val 15435190"/>
                    <a:gd name="adj2" fmla="val 19418444"/>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68" name="弧形 67"/>
                <p:cNvSpPr/>
                <p:nvPr/>
              </p:nvSpPr>
              <p:spPr>
                <a:xfrm flipH="1">
                  <a:off x="7079000" y="3413276"/>
                  <a:ext cx="343505" cy="248196"/>
                </a:xfrm>
                <a:prstGeom prst="arc">
                  <a:avLst>
                    <a:gd name="adj1" fmla="val 15435190"/>
                    <a:gd name="adj2" fmla="val 19418444"/>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69" name="弧形 68"/>
                <p:cNvSpPr/>
                <p:nvPr/>
              </p:nvSpPr>
              <p:spPr>
                <a:xfrm flipH="1">
                  <a:off x="7079000" y="3490201"/>
                  <a:ext cx="343505" cy="248196"/>
                </a:xfrm>
                <a:prstGeom prst="arc">
                  <a:avLst>
                    <a:gd name="adj1" fmla="val 15435190"/>
                    <a:gd name="adj2" fmla="val 19418444"/>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grpSp>
      </p:grpSp>
      <p:graphicFrame>
        <p:nvGraphicFramePr>
          <p:cNvPr id="3" name="对象 2"/>
          <p:cNvGraphicFramePr/>
          <p:nvPr/>
        </p:nvGraphicFramePr>
        <p:xfrm>
          <a:off x="4699635" y="1031875"/>
          <a:ext cx="1887220" cy="565785"/>
        </p:xfrm>
        <a:graphic>
          <a:graphicData uri="http://schemas.openxmlformats.org/presentationml/2006/ole">
            <mc:AlternateContent xmlns:mc="http://schemas.openxmlformats.org/markup-compatibility/2006">
              <mc:Choice xmlns:v="urn:schemas-microsoft-com:vml" Requires="v">
                <p:oleObj spid="_x0000_s5" name="" r:id="rId1" imgW="609600" imgH="228600" progId="Equation.KSEE3">
                  <p:embed/>
                </p:oleObj>
              </mc:Choice>
              <mc:Fallback>
                <p:oleObj name="" r:id="rId1" imgW="609600" imgH="228600" progId="Equation.KSEE3">
                  <p:embed/>
                  <p:pic>
                    <p:nvPicPr>
                      <p:cNvPr id="0" name="图片 4"/>
                      <p:cNvPicPr/>
                      <p:nvPr/>
                    </p:nvPicPr>
                    <p:blipFill>
                      <a:blip r:embed="rId2"/>
                      <a:stretch>
                        <a:fillRect/>
                      </a:stretch>
                    </p:blipFill>
                    <p:spPr>
                      <a:xfrm>
                        <a:off x="4699635" y="1031875"/>
                        <a:ext cx="1887220" cy="565785"/>
                      </a:xfrm>
                      <a:prstGeom prst="rect">
                        <a:avLst/>
                      </a:prstGeom>
                    </p:spPr>
                  </p:pic>
                </p:oleObj>
              </mc:Fallback>
            </mc:AlternateContent>
          </a:graphicData>
        </a:graphic>
      </p:graphicFrame>
      <p:graphicFrame>
        <p:nvGraphicFramePr>
          <p:cNvPr id="6" name="对象 5"/>
          <p:cNvGraphicFramePr/>
          <p:nvPr/>
        </p:nvGraphicFramePr>
        <p:xfrm>
          <a:off x="1456690" y="1838325"/>
          <a:ext cx="5001260" cy="588010"/>
        </p:xfrm>
        <a:graphic>
          <a:graphicData uri="http://schemas.openxmlformats.org/presentationml/2006/ole">
            <mc:AlternateContent xmlns:mc="http://schemas.openxmlformats.org/markup-compatibility/2006">
              <mc:Choice xmlns:v="urn:schemas-microsoft-com:vml" Requires="v">
                <p:oleObj spid="_x0000_s7" name="" r:id="rId3" imgW="1955800" imgH="215900" progId="Equation.KSEE3">
                  <p:embed/>
                </p:oleObj>
              </mc:Choice>
              <mc:Fallback>
                <p:oleObj name="" r:id="rId3" imgW="1955800" imgH="215900" progId="Equation.KSEE3">
                  <p:embed/>
                  <p:pic>
                    <p:nvPicPr>
                      <p:cNvPr id="0" name="图片 6"/>
                      <p:cNvPicPr/>
                      <p:nvPr/>
                    </p:nvPicPr>
                    <p:blipFill>
                      <a:blip r:embed="rId4"/>
                      <a:stretch>
                        <a:fillRect/>
                      </a:stretch>
                    </p:blipFill>
                    <p:spPr>
                      <a:xfrm>
                        <a:off x="1456690" y="1838325"/>
                        <a:ext cx="5001260" cy="588010"/>
                      </a:xfrm>
                      <a:prstGeom prst="rect">
                        <a:avLst/>
                      </a:prstGeom>
                    </p:spPr>
                  </p:pic>
                </p:oleObj>
              </mc:Fallback>
            </mc:AlternateContent>
          </a:graphicData>
        </a:graphic>
      </p:graphicFrame>
      <p:graphicFrame>
        <p:nvGraphicFramePr>
          <p:cNvPr id="4" name="对象 3"/>
          <p:cNvGraphicFramePr/>
          <p:nvPr/>
        </p:nvGraphicFramePr>
        <p:xfrm>
          <a:off x="1670050" y="2537143"/>
          <a:ext cx="1163320" cy="1031240"/>
        </p:xfrm>
        <a:graphic>
          <a:graphicData uri="http://schemas.openxmlformats.org/presentationml/2006/ole">
            <mc:AlternateContent xmlns:mc="http://schemas.openxmlformats.org/markup-compatibility/2006">
              <mc:Choice xmlns:v="urn:schemas-microsoft-com:vml" Requires="v">
                <p:oleObj spid="_x0000_s10" name="" r:id="rId5" imgW="431800" imgH="393700" progId="Equation.KSEE3">
                  <p:embed/>
                </p:oleObj>
              </mc:Choice>
              <mc:Fallback>
                <p:oleObj name="" r:id="rId5" imgW="431800" imgH="393700" progId="Equation.KSEE3">
                  <p:embed/>
                  <p:pic>
                    <p:nvPicPr>
                      <p:cNvPr id="0" name="图片 5"/>
                      <p:cNvPicPr/>
                      <p:nvPr/>
                    </p:nvPicPr>
                    <p:blipFill>
                      <a:blip r:embed="rId6"/>
                      <a:stretch>
                        <a:fillRect/>
                      </a:stretch>
                    </p:blipFill>
                    <p:spPr>
                      <a:xfrm>
                        <a:off x="1670050" y="2537143"/>
                        <a:ext cx="1163320" cy="103124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196"/>
                                        </p:tgtEl>
                                        <p:attrNameLst>
                                          <p:attrName>style.visibility</p:attrName>
                                        </p:attrNameLst>
                                      </p:cBhvr>
                                      <p:to>
                                        <p:strVal val="visible"/>
                                      </p:to>
                                    </p:set>
                                    <p:animEffect transition="in" filter="wipe(left)">
                                      <p:cBhvr>
                                        <p:cTn id="7" dur="2000"/>
                                        <p:tgtEl>
                                          <p:spTgt spid="8196"/>
                                        </p:tgtEl>
                                      </p:cBhvr>
                                    </p:animEffect>
                                  </p:childTnLst>
                                </p:cTn>
                              </p:par>
                            </p:childTnLst>
                          </p:cTn>
                        </p:par>
                        <p:par>
                          <p:cTn id="8" fill="hold">
                            <p:stCondLst>
                              <p:cond delay="2000"/>
                            </p:stCondLst>
                            <p:childTnLst>
                              <p:par>
                                <p:cTn id="9" presetID="22" presetClass="entr" presetSubtype="8"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8" fill="hold" grpId="0" nodeType="clickEffect">
                                  <p:stCondLst>
                                    <p:cond delay="0"/>
                                  </p:stCondLst>
                                  <p:childTnLst>
                                    <p:set>
                                      <p:cBhvr>
                                        <p:cTn id="15" dur="1" fill="hold">
                                          <p:stCondLst>
                                            <p:cond delay="0"/>
                                          </p:stCondLst>
                                        </p:cTn>
                                        <p:tgtEl>
                                          <p:spTgt spid="8198"/>
                                        </p:tgtEl>
                                        <p:attrNameLst>
                                          <p:attrName>style.visibility</p:attrName>
                                        </p:attrNameLst>
                                      </p:cBhvr>
                                      <p:to>
                                        <p:strVal val="visible"/>
                                      </p:to>
                                    </p:set>
                                    <p:animEffect transition="in" filter="slide(fromLeft)">
                                      <p:cBhvr>
                                        <p:cTn id="16" dur="500"/>
                                        <p:tgtEl>
                                          <p:spTgt spid="8198"/>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000" fill="hold">
                                          <p:stCondLst>
                                            <p:cond delay="0"/>
                                          </p:stCondLst>
                                        </p:cTn>
                                        <p:tgtEl>
                                          <p:spTgt spid="6"/>
                                        </p:tgtEl>
                                        <p:attrNameLst>
                                          <p:attrName>style.visibility</p:attrName>
                                        </p:attrNameLst>
                                      </p:cBhvr>
                                      <p:to>
                                        <p:strVal val="visible"/>
                                      </p:to>
                                    </p:set>
                                    <p:animEffect transition="in" filter="wipe(left)">
                                      <p:cBhvr>
                                        <p:cTn id="20" dur="10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8" fill="hold" grpId="0" nodeType="clickEffect">
                                  <p:stCondLst>
                                    <p:cond delay="0"/>
                                  </p:stCondLst>
                                  <p:childTnLst>
                                    <p:set>
                                      <p:cBhvr>
                                        <p:cTn id="24" dur="1" fill="hold">
                                          <p:stCondLst>
                                            <p:cond delay="0"/>
                                          </p:stCondLst>
                                        </p:cTn>
                                        <p:tgtEl>
                                          <p:spTgt spid="8201"/>
                                        </p:tgtEl>
                                        <p:attrNameLst>
                                          <p:attrName>style.visibility</p:attrName>
                                        </p:attrNameLst>
                                      </p:cBhvr>
                                      <p:to>
                                        <p:strVal val="visible"/>
                                      </p:to>
                                    </p:set>
                                    <p:animEffect transition="in" filter="slide(fromLeft)">
                                      <p:cBhvr>
                                        <p:cTn id="25" dur="500"/>
                                        <p:tgtEl>
                                          <p:spTgt spid="8201"/>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000" fill="hold">
                                          <p:stCondLst>
                                            <p:cond delay="0"/>
                                          </p:stCondLst>
                                        </p:cTn>
                                        <p:tgtEl>
                                          <p:spTgt spid="4"/>
                                        </p:tgtEl>
                                        <p:attrNameLst>
                                          <p:attrName>style.visibility</p:attrName>
                                        </p:attrNameLst>
                                      </p:cBhvr>
                                      <p:to>
                                        <p:strVal val="visible"/>
                                      </p:to>
                                    </p:set>
                                    <p:animEffect transition="in" filter="wipe(left)">
                                      <p:cBhvr>
                                        <p:cTn id="29" dur="1000"/>
                                        <p:tgtEl>
                                          <p:spTgt spid="4"/>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58"/>
                                        </p:tgtEl>
                                        <p:attrNameLst>
                                          <p:attrName>style.visibility</p:attrName>
                                        </p:attrNameLst>
                                      </p:cBhvr>
                                      <p:to>
                                        <p:strVal val="visible"/>
                                      </p:to>
                                    </p:set>
                                    <p:animEffect transition="in" filter="blinds(horizontal)">
                                      <p:cBhvr>
                                        <p:cTn id="34" dur="500"/>
                                        <p:tgtEl>
                                          <p:spTgt spid="58"/>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2" fill="hold" grpId="0" nodeType="clickEffect">
                                  <p:stCondLst>
                                    <p:cond delay="0"/>
                                  </p:stCondLst>
                                  <p:childTnLst>
                                    <p:set>
                                      <p:cBhvr>
                                        <p:cTn id="38" dur="1" fill="hold">
                                          <p:stCondLst>
                                            <p:cond delay="0"/>
                                          </p:stCondLst>
                                        </p:cTn>
                                        <p:tgtEl>
                                          <p:spTgt spid="8202"/>
                                        </p:tgtEl>
                                        <p:attrNameLst>
                                          <p:attrName>style.visibility</p:attrName>
                                        </p:attrNameLst>
                                      </p:cBhvr>
                                      <p:to>
                                        <p:strVal val="visible"/>
                                      </p:to>
                                    </p:set>
                                    <p:anim calcmode="lin" valueType="num">
                                      <p:cBhvr additive="base">
                                        <p:cTn id="39" dur="500" fill="hold"/>
                                        <p:tgtEl>
                                          <p:spTgt spid="8202"/>
                                        </p:tgtEl>
                                        <p:attrNameLst>
                                          <p:attrName>ppt_x</p:attrName>
                                        </p:attrNameLst>
                                      </p:cBhvr>
                                      <p:tavLst>
                                        <p:tav tm="0">
                                          <p:val>
                                            <p:strVal val="1+#ppt_w/2"/>
                                          </p:val>
                                        </p:tav>
                                        <p:tav tm="100000">
                                          <p:val>
                                            <p:strVal val="#ppt_x"/>
                                          </p:val>
                                        </p:tav>
                                      </p:tavLst>
                                    </p:anim>
                                    <p:anim calcmode="lin" valueType="num">
                                      <p:cBhvr additive="base">
                                        <p:cTn id="40" dur="500" fill="hold"/>
                                        <p:tgtEl>
                                          <p:spTgt spid="820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p:bldP spid="8198" grpId="0" bldLvl="0" animBg="1"/>
      <p:bldP spid="8201" grpId="0" bldLvl="0" animBg="1"/>
      <p:bldP spid="8202"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pPr algn="l">
              <a:buClrTx/>
              <a:buSzTx/>
              <a:buFontTx/>
            </a:pPr>
            <a:r>
              <a:rPr lang="en-US" altLang="zh-CN">
                <a:latin typeface="微软雅黑" panose="020B0503020204020204" pitchFamily="34" charset="-122"/>
                <a:cs typeface="微软雅黑" panose="020B0503020204020204" pitchFamily="34" charset="-122"/>
                <a:sym typeface="+mn-ea"/>
              </a:rPr>
              <a:t>*4-7 对偶原理</a:t>
            </a:r>
            <a:endParaRPr lang="en-US" altLang="zh-CN">
              <a:latin typeface="微软雅黑" panose="020B0503020204020204" pitchFamily="34" charset="-122"/>
              <a:cs typeface="微软雅黑" panose="020B0503020204020204" pitchFamily="34" charset="-122"/>
            </a:endParaRPr>
          </a:p>
        </p:txBody>
      </p:sp>
      <p:sp>
        <p:nvSpPr>
          <p:cNvPr id="115714" name="Text Box 2" descr="新闻纸"/>
          <p:cNvSpPr txBox="1"/>
          <p:nvPr/>
        </p:nvSpPr>
        <p:spPr>
          <a:xfrm>
            <a:off x="2466975" y="654050"/>
            <a:ext cx="4897438" cy="829945"/>
          </a:xfrm>
          <a:prstGeom prst="rect">
            <a:avLst/>
          </a:prstGeom>
          <a:noFill/>
          <a:ln w="9525">
            <a:noFill/>
          </a:ln>
          <a:effectLst>
            <a:prstShdw prst="shdw17" dist="17961" dir="2699999">
              <a:srgbClr val="959595"/>
            </a:prstShdw>
          </a:effectLst>
        </p:spPr>
        <p:txBody>
          <a:bodyPr>
            <a:spAutoFit/>
          </a:bodyPr>
          <a:p>
            <a:r>
              <a:rPr kumimoji="1" lang="zh-CN" altLang="en-US" sz="3600" b="1" dirty="0" smtClean="0">
                <a:solidFill>
                  <a:schemeClr val="tx2"/>
                </a:solidFill>
                <a:latin typeface="Times New Roman" panose="02020603050405020304" pitchFamily="18" charset="0"/>
                <a:ea typeface="微软雅黑" panose="020B0503020204020204" pitchFamily="34" charset="-122"/>
              </a:rPr>
              <a:t>*4-7 对偶原理</a:t>
            </a:r>
            <a:r>
              <a:rPr lang="zh-CN" altLang="en-US" sz="4800" dirty="0">
                <a:solidFill>
                  <a:schemeClr val="tx1">
                    <a:lumMod val="85000"/>
                    <a:lumOff val="15000"/>
                  </a:schemeClr>
                </a:solidFill>
                <a:latin typeface="楷体_GB2312" pitchFamily="49" charset="-122"/>
              </a:rPr>
              <a:t> </a:t>
            </a:r>
            <a:endParaRPr lang="zh-CN" altLang="en-US" sz="4800" dirty="0">
              <a:solidFill>
                <a:schemeClr val="tx1">
                  <a:lumMod val="85000"/>
                  <a:lumOff val="15000"/>
                </a:schemeClr>
              </a:solidFill>
              <a:latin typeface="楷体_GB2312" pitchFamily="49" charset="-122"/>
            </a:endParaRPr>
          </a:p>
        </p:txBody>
      </p:sp>
      <p:sp>
        <p:nvSpPr>
          <p:cNvPr id="115715" name="Text Box 3"/>
          <p:cNvSpPr txBox="1"/>
          <p:nvPr/>
        </p:nvSpPr>
        <p:spPr>
          <a:xfrm>
            <a:off x="682625" y="2419350"/>
            <a:ext cx="7993063" cy="1641475"/>
          </a:xfrm>
          <a:prstGeom prst="rect">
            <a:avLst/>
          </a:prstGeom>
          <a:noFill/>
          <a:ln w="9525">
            <a:noFill/>
          </a:ln>
        </p:spPr>
        <p:txBody>
          <a:bodyPr>
            <a:spAutoFit/>
          </a:bodyPr>
          <a:p>
            <a:pPr indent="571500" algn="just">
              <a:lnSpc>
                <a:spcPct val="120000"/>
              </a:lnSpc>
            </a:pPr>
            <a:r>
              <a:rPr kumimoji="1" lang="zh-CN" altLang="en-US" sz="2800" dirty="0" smtClean="0">
                <a:latin typeface="华文楷体" panose="02010600040101010101" pitchFamily="2" charset="-122"/>
                <a:ea typeface="华文楷体" panose="02010600040101010101" pitchFamily="2" charset="-122"/>
              </a:rPr>
              <a:t>在对偶电路中，某些元素之间的关系(或方程)可以通过对偶元素的互换而相互转换。对偶原理是电路分析中出现的大量相似性的归纳和总结 。</a:t>
            </a:r>
            <a:endParaRPr kumimoji="1" lang="zh-CN" altLang="en-US" sz="2800" dirty="0" smtClean="0">
              <a:latin typeface="华文楷体" panose="02010600040101010101" pitchFamily="2" charset="-122"/>
              <a:ea typeface="华文楷体" panose="02010600040101010101" pitchFamily="2" charset="-122"/>
            </a:endParaRPr>
          </a:p>
        </p:txBody>
      </p:sp>
      <p:sp>
        <p:nvSpPr>
          <p:cNvPr id="115722" name="Text Box 10"/>
          <p:cNvSpPr txBox="1"/>
          <p:nvPr/>
        </p:nvSpPr>
        <p:spPr>
          <a:xfrm>
            <a:off x="539750" y="1660049"/>
            <a:ext cx="2665413" cy="583565"/>
          </a:xfrm>
          <a:prstGeom prst="rect">
            <a:avLst/>
          </a:prstGeom>
          <a:noFill/>
          <a:ln w="9525">
            <a:noFill/>
          </a:ln>
        </p:spPr>
        <p:txBody>
          <a:bodyPr anchor="ctr" anchorCtr="0">
            <a:spAutoFit/>
          </a:bodyPr>
          <a:p>
            <a:pPr algn="ctr">
              <a:spcBef>
                <a:spcPct val="50000"/>
              </a:spcBef>
            </a:pPr>
            <a:r>
              <a:rPr kumimoji="1" lang="zh-CN" altLang="en-US" sz="3200" b="1" dirty="0" smtClean="0">
                <a:solidFill>
                  <a:schemeClr val="accent2">
                    <a:lumMod val="75000"/>
                  </a:schemeClr>
                </a:solidFill>
                <a:latin typeface="Times New Roman" panose="02020603050405020304" pitchFamily="18" charset="0"/>
                <a:ea typeface="华文中宋" panose="02010600040101010101" pitchFamily="2" charset="-122"/>
              </a:rPr>
              <a:t>1. 对偶原理</a:t>
            </a:r>
            <a:endParaRPr kumimoji="1" lang="zh-CN" altLang="en-US" sz="3200" b="1" dirty="0" smtClean="0">
              <a:solidFill>
                <a:schemeClr val="accent2">
                  <a:lumMod val="75000"/>
                </a:schemeClr>
              </a:solidFill>
              <a:latin typeface="Times New Roman" panose="02020603050405020304" pitchFamily="18" charset="0"/>
              <a:ea typeface="华文中宋" panose="02010600040101010101" pitchFamily="2" charset="-122"/>
            </a:endParaRPr>
          </a:p>
        </p:txBody>
      </p:sp>
      <p:sp>
        <p:nvSpPr>
          <p:cNvPr id="115723" name="Text Box 11"/>
          <p:cNvSpPr txBox="1"/>
          <p:nvPr/>
        </p:nvSpPr>
        <p:spPr>
          <a:xfrm>
            <a:off x="684213" y="4891088"/>
            <a:ext cx="7945437" cy="1641475"/>
          </a:xfrm>
          <a:prstGeom prst="rect">
            <a:avLst/>
          </a:prstGeom>
          <a:noFill/>
          <a:ln w="9525">
            <a:noFill/>
          </a:ln>
        </p:spPr>
        <p:txBody>
          <a:bodyPr>
            <a:spAutoFit/>
          </a:bodyPr>
          <a:p>
            <a:pPr indent="571500" algn="just">
              <a:lnSpc>
                <a:spcPct val="120000"/>
              </a:lnSpc>
            </a:pPr>
            <a:r>
              <a:rPr kumimoji="1" lang="zh-CN" altLang="en-US" sz="2800" dirty="0" smtClean="0">
                <a:latin typeface="华文楷体" panose="02010600040101010101" pitchFamily="2" charset="-122"/>
                <a:ea typeface="华文楷体" panose="02010600040101010101" pitchFamily="2" charset="-122"/>
              </a:rPr>
              <a:t>根据对偶原理，如果在某电路中导出某一关系式和结论，就等于解决了和它对偶的另一个电路中的关系式和结论。</a:t>
            </a:r>
            <a:endParaRPr kumimoji="1" lang="zh-CN" altLang="en-US" sz="2800" dirty="0" smtClean="0">
              <a:latin typeface="华文楷体" panose="02010600040101010101" pitchFamily="2" charset="-122"/>
              <a:ea typeface="华文楷体" panose="02010600040101010101" pitchFamily="2" charset="-122"/>
            </a:endParaRPr>
          </a:p>
        </p:txBody>
      </p:sp>
      <p:sp>
        <p:nvSpPr>
          <p:cNvPr id="115724" name="Text Box 12"/>
          <p:cNvSpPr txBox="1"/>
          <p:nvPr/>
        </p:nvSpPr>
        <p:spPr>
          <a:xfrm>
            <a:off x="611188" y="4274662"/>
            <a:ext cx="3960812" cy="583565"/>
          </a:xfrm>
          <a:prstGeom prst="rect">
            <a:avLst/>
          </a:prstGeom>
          <a:noFill/>
          <a:ln w="9525">
            <a:noFill/>
          </a:ln>
        </p:spPr>
        <p:txBody>
          <a:bodyPr anchor="ctr" anchorCtr="0">
            <a:spAutoFit/>
          </a:bodyPr>
          <a:p>
            <a:pPr>
              <a:spcBef>
                <a:spcPct val="50000"/>
              </a:spcBef>
            </a:pPr>
            <a:r>
              <a:rPr kumimoji="1" lang="zh-CN" altLang="en-US" sz="3200" b="1" dirty="0" smtClean="0">
                <a:solidFill>
                  <a:schemeClr val="accent2">
                    <a:lumMod val="75000"/>
                  </a:schemeClr>
                </a:solidFill>
                <a:latin typeface="Times New Roman" panose="02020603050405020304" pitchFamily="18" charset="0"/>
                <a:ea typeface="华文中宋" panose="02010600040101010101" pitchFamily="2" charset="-122"/>
              </a:rPr>
              <a:t>2. 对偶原理的应用</a:t>
            </a:r>
            <a:endParaRPr kumimoji="1" lang="zh-CN" altLang="en-US" sz="3200" b="1" dirty="0" smtClean="0">
              <a:solidFill>
                <a:schemeClr val="accent2">
                  <a:lumMod val="75000"/>
                </a:schemeClr>
              </a:solidFill>
              <a:latin typeface="Times New Roman" panose="02020603050405020304" pitchFamily="18" charset="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afterEffect">
                                  <p:stCondLst>
                                    <p:cond delay="0"/>
                                  </p:stCondLst>
                                  <p:childTnLst>
                                    <p:set>
                                      <p:cBhvr>
                                        <p:cTn id="6" dur="1" fill="hold">
                                          <p:stCondLst>
                                            <p:cond delay="0"/>
                                          </p:stCondLst>
                                        </p:cTn>
                                        <p:tgtEl>
                                          <p:spTgt spid="115714"/>
                                        </p:tgtEl>
                                        <p:attrNameLst>
                                          <p:attrName>style.visibility</p:attrName>
                                        </p:attrNameLst>
                                      </p:cBhvr>
                                      <p:to>
                                        <p:strVal val="visible"/>
                                      </p:to>
                                    </p:set>
                                    <p:anim calcmode="lin" valueType="num">
                                      <p:cBhvr additive="base">
                                        <p:cTn id="7" dur="500" fill="hold"/>
                                        <p:tgtEl>
                                          <p:spTgt spid="115714"/>
                                        </p:tgtEl>
                                        <p:attrNameLst>
                                          <p:attrName>ppt_x</p:attrName>
                                        </p:attrNameLst>
                                      </p:cBhvr>
                                      <p:tavLst>
                                        <p:tav tm="0">
                                          <p:val>
                                            <p:strVal val="0-#ppt_w/2"/>
                                          </p:val>
                                        </p:tav>
                                        <p:tav tm="100000">
                                          <p:val>
                                            <p:strVal val="#ppt_x"/>
                                          </p:val>
                                        </p:tav>
                                      </p:tavLst>
                                    </p:anim>
                                    <p:anim calcmode="lin" valueType="num">
                                      <p:cBhvr additive="base">
                                        <p:cTn id="8" dur="500" fill="hold"/>
                                        <p:tgtEl>
                                          <p:spTgt spid="115714"/>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5722"/>
                                        </p:tgtEl>
                                        <p:attrNameLst>
                                          <p:attrName>style.visibility</p:attrName>
                                        </p:attrNameLst>
                                      </p:cBhvr>
                                      <p:to>
                                        <p:strVal val="visible"/>
                                      </p:to>
                                    </p:set>
                                    <p:anim calcmode="lin" valueType="num">
                                      <p:cBhvr additive="base">
                                        <p:cTn id="13" dur="500" fill="hold"/>
                                        <p:tgtEl>
                                          <p:spTgt spid="115722"/>
                                        </p:tgtEl>
                                        <p:attrNameLst>
                                          <p:attrName>ppt_x</p:attrName>
                                        </p:attrNameLst>
                                      </p:cBhvr>
                                      <p:tavLst>
                                        <p:tav tm="0">
                                          <p:val>
                                            <p:strVal val="0-#ppt_w/2"/>
                                          </p:val>
                                        </p:tav>
                                        <p:tav tm="100000">
                                          <p:val>
                                            <p:strVal val="#ppt_x"/>
                                          </p:val>
                                        </p:tav>
                                      </p:tavLst>
                                    </p:anim>
                                    <p:anim calcmode="lin" valueType="num">
                                      <p:cBhvr additive="base">
                                        <p:cTn id="14" dur="500" fill="hold"/>
                                        <p:tgtEl>
                                          <p:spTgt spid="11572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iterate type="lt">
                                    <p:tmPct val="100000"/>
                                  </p:iterate>
                                  <p:childTnLst>
                                    <p:set>
                                      <p:cBhvr>
                                        <p:cTn id="18" dur="1" fill="hold">
                                          <p:stCondLst>
                                            <p:cond delay="0"/>
                                          </p:stCondLst>
                                        </p:cTn>
                                        <p:tgtEl>
                                          <p:spTgt spid="115715"/>
                                        </p:tgtEl>
                                        <p:attrNameLst>
                                          <p:attrName>style.visibility</p:attrName>
                                        </p:attrNameLst>
                                      </p:cBhvr>
                                      <p:to>
                                        <p:strVal val="visible"/>
                                      </p:to>
                                    </p:set>
                                    <p:animEffect transition="in" filter="box(out)">
                                      <p:cBhvr>
                                        <p:cTn id="19" dur="100"/>
                                        <p:tgtEl>
                                          <p:spTgt spid="115715"/>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115724"/>
                                        </p:tgtEl>
                                        <p:attrNameLst>
                                          <p:attrName>style.visibility</p:attrName>
                                        </p:attrNameLst>
                                      </p:cBhvr>
                                      <p:to>
                                        <p:strVal val="visible"/>
                                      </p:to>
                                    </p:set>
                                    <p:anim calcmode="lin" valueType="num">
                                      <p:cBhvr additive="base">
                                        <p:cTn id="24" dur="500" fill="hold"/>
                                        <p:tgtEl>
                                          <p:spTgt spid="115724"/>
                                        </p:tgtEl>
                                        <p:attrNameLst>
                                          <p:attrName>ppt_x</p:attrName>
                                        </p:attrNameLst>
                                      </p:cBhvr>
                                      <p:tavLst>
                                        <p:tav tm="0">
                                          <p:val>
                                            <p:strVal val="0-#ppt_w/2"/>
                                          </p:val>
                                        </p:tav>
                                        <p:tav tm="100000">
                                          <p:val>
                                            <p:strVal val="#ppt_x"/>
                                          </p:val>
                                        </p:tav>
                                      </p:tavLst>
                                    </p:anim>
                                    <p:anim calcmode="lin" valueType="num">
                                      <p:cBhvr additive="base">
                                        <p:cTn id="25" dur="500" fill="hold"/>
                                        <p:tgtEl>
                                          <p:spTgt spid="115724"/>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 presetClass="entr" presetSubtype="32" fill="hold" grpId="0" nodeType="clickEffect">
                                  <p:stCondLst>
                                    <p:cond delay="0"/>
                                  </p:stCondLst>
                                  <p:iterate type="lt">
                                    <p:tmPct val="100000"/>
                                  </p:iterate>
                                  <p:childTnLst>
                                    <p:set>
                                      <p:cBhvr>
                                        <p:cTn id="29" dur="1" fill="hold">
                                          <p:stCondLst>
                                            <p:cond delay="0"/>
                                          </p:stCondLst>
                                        </p:cTn>
                                        <p:tgtEl>
                                          <p:spTgt spid="115723"/>
                                        </p:tgtEl>
                                        <p:attrNameLst>
                                          <p:attrName>style.visibility</p:attrName>
                                        </p:attrNameLst>
                                      </p:cBhvr>
                                      <p:to>
                                        <p:strVal val="visible"/>
                                      </p:to>
                                    </p:set>
                                    <p:animEffect transition="in" filter="box(out)">
                                      <p:cBhvr>
                                        <p:cTn id="30" dur="100"/>
                                        <p:tgtEl>
                                          <p:spTgt spid="1157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4" grpId="0" bldLvl="0" animBg="1"/>
      <p:bldP spid="115715" grpId="0"/>
      <p:bldP spid="115722" grpId="0"/>
      <p:bldP spid="115723" grpId="0"/>
      <p:bldP spid="115724"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*4-7 对偶原理</a:t>
            </a:r>
            <a:endParaRPr lang="zh-CN" altLang="en-US"/>
          </a:p>
        </p:txBody>
      </p:sp>
      <p:grpSp>
        <p:nvGrpSpPr>
          <p:cNvPr id="4" name="组合 3"/>
          <p:cNvGrpSpPr/>
          <p:nvPr/>
        </p:nvGrpSpPr>
        <p:grpSpPr>
          <a:xfrm>
            <a:off x="468630" y="1346835"/>
            <a:ext cx="4677410" cy="2045335"/>
            <a:chOff x="738" y="1998"/>
            <a:chExt cx="7366" cy="3221"/>
          </a:xfrm>
        </p:grpSpPr>
        <p:sp>
          <p:nvSpPr>
            <p:cNvPr id="50222" name="Text Box 14"/>
            <p:cNvSpPr txBox="1"/>
            <p:nvPr/>
          </p:nvSpPr>
          <p:spPr>
            <a:xfrm>
              <a:off x="1300" y="4403"/>
              <a:ext cx="505"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50223" name="Text Box 15"/>
            <p:cNvSpPr txBox="1"/>
            <p:nvPr/>
          </p:nvSpPr>
          <p:spPr>
            <a:xfrm>
              <a:off x="7313" y="4175"/>
              <a:ext cx="505" cy="817"/>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_</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50224" name="Text Box 16"/>
            <p:cNvSpPr txBox="1"/>
            <p:nvPr/>
          </p:nvSpPr>
          <p:spPr>
            <a:xfrm>
              <a:off x="1918" y="1998"/>
              <a:ext cx="1007" cy="817"/>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R</a:t>
              </a:r>
              <a:r>
                <a:rPr lang="en-US" altLang="zh-CN" b="0" baseline="-25000" dirty="0">
                  <a:solidFill>
                    <a:schemeClr val="tx1"/>
                  </a:solidFill>
                  <a:latin typeface="Times New Roman" panose="02020603050405020304" pitchFamily="18" charset="0"/>
                  <a:ea typeface="宋体" panose="02010600030101010101" pitchFamily="2" charset="-122"/>
                </a:rPr>
                <a:t>1</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50225" name="Text Box 17"/>
            <p:cNvSpPr txBox="1"/>
            <p:nvPr/>
          </p:nvSpPr>
          <p:spPr>
            <a:xfrm>
              <a:off x="6328" y="1998"/>
              <a:ext cx="1007" cy="817"/>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R </a:t>
              </a:r>
              <a:r>
                <a:rPr lang="en-US" altLang="zh-CN" b="0" i="1" baseline="-25000" dirty="0">
                  <a:solidFill>
                    <a:schemeClr val="tx1"/>
                  </a:solidFill>
                  <a:latin typeface="Times New Roman" panose="02020603050405020304" pitchFamily="18" charset="0"/>
                  <a:ea typeface="宋体" panose="02010600030101010101" pitchFamily="2" charset="-122"/>
                </a:rPr>
                <a:t>n</a:t>
              </a:r>
              <a:endParaRPr lang="en-US" altLang="zh-CN" b="0" i="1" baseline="-25000" dirty="0">
                <a:solidFill>
                  <a:schemeClr val="tx1"/>
                </a:solidFill>
                <a:latin typeface="Times New Roman" panose="02020603050405020304" pitchFamily="18" charset="0"/>
                <a:ea typeface="宋体" panose="02010600030101010101" pitchFamily="2" charset="-122"/>
              </a:endParaRPr>
            </a:p>
          </p:txBody>
        </p:sp>
        <p:grpSp>
          <p:nvGrpSpPr>
            <p:cNvPr id="50226" name="Group 18"/>
            <p:cNvGrpSpPr/>
            <p:nvPr/>
          </p:nvGrpSpPr>
          <p:grpSpPr>
            <a:xfrm rot="0">
              <a:off x="3683" y="2928"/>
              <a:ext cx="2015" cy="1097"/>
              <a:chOff x="576" y="1152"/>
              <a:chExt cx="768" cy="378"/>
            </a:xfrm>
          </p:grpSpPr>
          <p:sp>
            <p:nvSpPr>
              <p:cNvPr id="50249" name="Text Box 19"/>
              <p:cNvSpPr txBox="1"/>
              <p:nvPr/>
            </p:nvSpPr>
            <p:spPr>
              <a:xfrm>
                <a:off x="576" y="1248"/>
                <a:ext cx="192" cy="282"/>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50250" name="Text Box 20"/>
              <p:cNvSpPr txBox="1"/>
              <p:nvPr/>
            </p:nvSpPr>
            <p:spPr>
              <a:xfrm>
                <a:off x="1152" y="1152"/>
                <a:ext cx="192" cy="282"/>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_</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50251" name="Text Box 21"/>
              <p:cNvSpPr txBox="1"/>
              <p:nvPr/>
            </p:nvSpPr>
            <p:spPr>
              <a:xfrm>
                <a:off x="816" y="1248"/>
                <a:ext cx="384" cy="282"/>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dirty="0">
                    <a:solidFill>
                      <a:schemeClr val="tx1"/>
                    </a:solidFill>
                    <a:latin typeface="Times New Roman" panose="02020603050405020304" pitchFamily="18" charset="0"/>
                    <a:ea typeface="宋体" panose="02010600030101010101" pitchFamily="2" charset="-122"/>
                  </a:rPr>
                  <a:t> </a:t>
                </a:r>
                <a:r>
                  <a:rPr lang="en-US" altLang="zh-CN" b="0" i="1" baseline="-25000" dirty="0">
                    <a:solidFill>
                      <a:schemeClr val="tx1"/>
                    </a:solidFill>
                    <a:latin typeface="Times New Roman" panose="02020603050405020304" pitchFamily="18" charset="0"/>
                    <a:ea typeface="宋体" panose="02010600030101010101" pitchFamily="2" charset="-122"/>
                  </a:rPr>
                  <a:t>k</a:t>
                </a:r>
                <a:endParaRPr lang="en-US" altLang="zh-CN" b="0" i="1" baseline="-25000" dirty="0">
                  <a:solidFill>
                    <a:schemeClr val="tx1"/>
                  </a:solidFill>
                  <a:latin typeface="Times New Roman" panose="02020603050405020304" pitchFamily="18" charset="0"/>
                  <a:ea typeface="宋体" panose="02010600030101010101" pitchFamily="2" charset="-122"/>
                </a:endParaRPr>
              </a:p>
            </p:txBody>
          </p:sp>
        </p:grpSp>
        <p:sp>
          <p:nvSpPr>
            <p:cNvPr id="50227" name="Text Box 22"/>
            <p:cNvSpPr txBox="1"/>
            <p:nvPr/>
          </p:nvSpPr>
          <p:spPr>
            <a:xfrm>
              <a:off x="738" y="3360"/>
              <a:ext cx="505" cy="817"/>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50228" name="Line 23"/>
            <p:cNvSpPr/>
            <p:nvPr/>
          </p:nvSpPr>
          <p:spPr bwMode="auto">
            <a:xfrm>
              <a:off x="1188" y="2928"/>
              <a:ext cx="1927"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grpSp>
          <p:nvGrpSpPr>
            <p:cNvPr id="50229" name="Group 24"/>
            <p:cNvGrpSpPr/>
            <p:nvPr/>
          </p:nvGrpSpPr>
          <p:grpSpPr>
            <a:xfrm rot="0">
              <a:off x="1528" y="2928"/>
              <a:ext cx="2015" cy="1097"/>
              <a:chOff x="576" y="1152"/>
              <a:chExt cx="768" cy="378"/>
            </a:xfrm>
          </p:grpSpPr>
          <p:sp>
            <p:nvSpPr>
              <p:cNvPr id="50246" name="Text Box 25"/>
              <p:cNvSpPr txBox="1"/>
              <p:nvPr/>
            </p:nvSpPr>
            <p:spPr>
              <a:xfrm>
                <a:off x="576" y="1248"/>
                <a:ext cx="192" cy="282"/>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50247" name="Text Box 26"/>
              <p:cNvSpPr txBox="1"/>
              <p:nvPr/>
            </p:nvSpPr>
            <p:spPr>
              <a:xfrm>
                <a:off x="1152" y="1152"/>
                <a:ext cx="192" cy="282"/>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_</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50248" name="Text Box 27"/>
              <p:cNvSpPr txBox="1"/>
              <p:nvPr/>
            </p:nvSpPr>
            <p:spPr>
              <a:xfrm>
                <a:off x="816" y="1248"/>
                <a:ext cx="384" cy="282"/>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baseline="-25000" dirty="0">
                    <a:solidFill>
                      <a:schemeClr val="tx1"/>
                    </a:solidFill>
                    <a:latin typeface="Times New Roman" panose="02020603050405020304" pitchFamily="18" charset="0"/>
                    <a:ea typeface="宋体" panose="02010600030101010101" pitchFamily="2" charset="-122"/>
                  </a:rPr>
                  <a:t>1</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grpSp>
        <p:grpSp>
          <p:nvGrpSpPr>
            <p:cNvPr id="50230" name="Group 28"/>
            <p:cNvGrpSpPr/>
            <p:nvPr/>
          </p:nvGrpSpPr>
          <p:grpSpPr>
            <a:xfrm rot="0">
              <a:off x="5950" y="3043"/>
              <a:ext cx="2015" cy="1097"/>
              <a:chOff x="576" y="1152"/>
              <a:chExt cx="768" cy="378"/>
            </a:xfrm>
          </p:grpSpPr>
          <p:sp>
            <p:nvSpPr>
              <p:cNvPr id="50243" name="Text Box 29"/>
              <p:cNvSpPr txBox="1"/>
              <p:nvPr/>
            </p:nvSpPr>
            <p:spPr>
              <a:xfrm>
                <a:off x="576" y="1248"/>
                <a:ext cx="192" cy="282"/>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50244" name="Text Box 30"/>
              <p:cNvSpPr txBox="1"/>
              <p:nvPr/>
            </p:nvSpPr>
            <p:spPr>
              <a:xfrm>
                <a:off x="1152" y="1152"/>
                <a:ext cx="192" cy="282"/>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_</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50245" name="Text Box 31"/>
              <p:cNvSpPr txBox="1"/>
              <p:nvPr/>
            </p:nvSpPr>
            <p:spPr>
              <a:xfrm>
                <a:off x="816" y="1248"/>
                <a:ext cx="384" cy="282"/>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i="1" baseline="-25000" dirty="0">
                    <a:solidFill>
                      <a:schemeClr val="tx1"/>
                    </a:solidFill>
                    <a:latin typeface="Times New Roman" panose="02020603050405020304" pitchFamily="18" charset="0"/>
                    <a:ea typeface="宋体" panose="02010600030101010101" pitchFamily="2" charset="-122"/>
                  </a:rPr>
                  <a:t>n</a:t>
                </a:r>
                <a:endParaRPr lang="en-US" altLang="zh-CN" b="0" i="1" baseline="-25000" dirty="0">
                  <a:solidFill>
                    <a:schemeClr val="tx1"/>
                  </a:solidFill>
                  <a:latin typeface="Times New Roman" panose="02020603050405020304" pitchFamily="18" charset="0"/>
                  <a:ea typeface="宋体" panose="02010600030101010101" pitchFamily="2" charset="-122"/>
                </a:endParaRPr>
              </a:p>
            </p:txBody>
          </p:sp>
        </p:grpSp>
        <p:sp>
          <p:nvSpPr>
            <p:cNvPr id="50231" name="Line 32"/>
            <p:cNvSpPr/>
            <p:nvPr/>
          </p:nvSpPr>
          <p:spPr bwMode="auto">
            <a:xfrm flipV="1">
              <a:off x="5950" y="2928"/>
              <a:ext cx="2042"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50232" name="Line 33"/>
            <p:cNvSpPr/>
            <p:nvPr/>
          </p:nvSpPr>
          <p:spPr bwMode="auto">
            <a:xfrm>
              <a:off x="7993" y="2928"/>
              <a:ext cx="0" cy="1702"/>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50233" name="Line 34"/>
            <p:cNvSpPr/>
            <p:nvPr/>
          </p:nvSpPr>
          <p:spPr bwMode="auto">
            <a:xfrm>
              <a:off x="1198" y="2885"/>
              <a:ext cx="0" cy="1675"/>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50234" name="Text Box 35"/>
            <p:cNvSpPr txBox="1"/>
            <p:nvPr/>
          </p:nvSpPr>
          <p:spPr>
            <a:xfrm>
              <a:off x="4135" y="4403"/>
              <a:ext cx="845" cy="817"/>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u</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50235" name="Text Box 36"/>
            <p:cNvSpPr txBox="1"/>
            <p:nvPr/>
          </p:nvSpPr>
          <p:spPr>
            <a:xfrm>
              <a:off x="4060" y="1998"/>
              <a:ext cx="1007" cy="817"/>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R</a:t>
              </a:r>
              <a:r>
                <a:rPr lang="en-US" altLang="zh-CN" b="0" i="1" baseline="-25000" dirty="0">
                  <a:solidFill>
                    <a:schemeClr val="tx1"/>
                  </a:solidFill>
                  <a:latin typeface="Times New Roman" panose="02020603050405020304" pitchFamily="18" charset="0"/>
                  <a:ea typeface="宋体" panose="02010600030101010101" pitchFamily="2" charset="-122"/>
                </a:rPr>
                <a:t>k</a:t>
              </a:r>
              <a:endParaRPr lang="en-US" altLang="zh-CN" b="0" i="1" baseline="-25000" dirty="0">
                <a:solidFill>
                  <a:schemeClr val="tx1"/>
                </a:solidFill>
                <a:latin typeface="Times New Roman" panose="02020603050405020304" pitchFamily="18" charset="0"/>
                <a:ea typeface="宋体" panose="02010600030101010101" pitchFamily="2" charset="-122"/>
              </a:endParaRPr>
            </a:p>
          </p:txBody>
        </p:sp>
        <p:sp>
          <p:nvSpPr>
            <p:cNvPr id="50236" name="Line 37"/>
            <p:cNvSpPr/>
            <p:nvPr/>
          </p:nvSpPr>
          <p:spPr>
            <a:xfrm flipV="1">
              <a:off x="1190" y="3268"/>
              <a:ext cx="0" cy="977"/>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50237" name="Oval 38"/>
            <p:cNvSpPr/>
            <p:nvPr/>
          </p:nvSpPr>
          <p:spPr bwMode="auto">
            <a:xfrm>
              <a:off x="7928" y="4658"/>
              <a:ext cx="177" cy="197"/>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50238" name="Oval 39"/>
            <p:cNvSpPr/>
            <p:nvPr/>
          </p:nvSpPr>
          <p:spPr bwMode="auto">
            <a:xfrm>
              <a:off x="1110" y="4560"/>
              <a:ext cx="177" cy="197"/>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p>
              <a:endParaRPr lang="zh-CN" altLang="en-US" dirty="0">
                <a:solidFill>
                  <a:schemeClr val="tx1"/>
                </a:solidFill>
                <a:latin typeface="Arial" panose="020B0604020202020204" pitchFamily="34" charset="0"/>
              </a:endParaRPr>
            </a:p>
          </p:txBody>
        </p:sp>
        <p:sp>
          <p:nvSpPr>
            <p:cNvPr id="50239" name="Rectangle 40"/>
            <p:cNvSpPr/>
            <p:nvPr/>
          </p:nvSpPr>
          <p:spPr bwMode="auto">
            <a:xfrm>
              <a:off x="6290" y="2815"/>
              <a:ext cx="792"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50240" name="Rectangle 41"/>
            <p:cNvSpPr/>
            <p:nvPr/>
          </p:nvSpPr>
          <p:spPr bwMode="auto">
            <a:xfrm>
              <a:off x="1868" y="2815"/>
              <a:ext cx="792"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50241" name="Line 42"/>
            <p:cNvSpPr/>
            <p:nvPr/>
          </p:nvSpPr>
          <p:spPr bwMode="auto">
            <a:xfrm>
              <a:off x="3115" y="2928"/>
              <a:ext cx="2835" cy="0"/>
            </a:xfrm>
            <a:prstGeom prst="line">
              <a:avLst/>
            </a:prstGeom>
            <a:noFill/>
            <a:ln w="28575" cap="sq" cmpd="thickThin">
              <a:solidFill>
                <a:schemeClr val="accent1">
                  <a:shade val="50000"/>
                </a:schemeClr>
              </a:solidFill>
              <a:prstDash val="sysDash"/>
              <a:round/>
              <a:headEnd type="none" w="med" len="med"/>
              <a:tailEnd type="none" w="med" len="med"/>
            </a:ln>
            <a:effectLst>
              <a:outerShdw blurRad="50800" dist="38100" dir="2700000" algn="tl" rotWithShape="0">
                <a:prstClr val="black">
                  <a:alpha val="40000"/>
                </a:prstClr>
              </a:outerShdw>
            </a:effectLst>
          </p:spPr>
        </p:sp>
        <p:sp>
          <p:nvSpPr>
            <p:cNvPr id="50242" name="Rectangle 43"/>
            <p:cNvSpPr/>
            <p:nvPr/>
          </p:nvSpPr>
          <p:spPr bwMode="auto">
            <a:xfrm>
              <a:off x="4023" y="2815"/>
              <a:ext cx="792"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grpSp>
      <p:grpSp>
        <p:nvGrpSpPr>
          <p:cNvPr id="8" name="组合 7"/>
          <p:cNvGrpSpPr/>
          <p:nvPr/>
        </p:nvGrpSpPr>
        <p:grpSpPr>
          <a:xfrm>
            <a:off x="545465" y="3640455"/>
            <a:ext cx="4818380" cy="2268220"/>
            <a:chOff x="850" y="5628"/>
            <a:chExt cx="7588" cy="3572"/>
          </a:xfrm>
        </p:grpSpPr>
        <p:sp>
          <p:nvSpPr>
            <p:cNvPr id="50189" name="Text Box 45"/>
            <p:cNvSpPr txBox="1"/>
            <p:nvPr/>
          </p:nvSpPr>
          <p:spPr>
            <a:xfrm>
              <a:off x="7540" y="6423"/>
              <a:ext cx="898" cy="817"/>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r>
                <a:rPr lang="en-US" altLang="zh-CN" b="0" i="1" baseline="-25000" dirty="0">
                  <a:solidFill>
                    <a:schemeClr val="tx1"/>
                  </a:solidFill>
                  <a:latin typeface="Times New Roman" panose="02020603050405020304" pitchFamily="18" charset="0"/>
                  <a:ea typeface="宋体" panose="02010600030101010101" pitchFamily="2" charset="-122"/>
                </a:rPr>
                <a:t>n</a:t>
              </a:r>
              <a:endParaRPr lang="en-US" altLang="zh-CN" b="0" i="1" baseline="-25000" dirty="0">
                <a:solidFill>
                  <a:schemeClr val="tx1"/>
                </a:solidFill>
                <a:latin typeface="Times New Roman" panose="02020603050405020304" pitchFamily="18" charset="0"/>
                <a:ea typeface="宋体" panose="02010600030101010101" pitchFamily="2" charset="-122"/>
              </a:endParaRPr>
            </a:p>
          </p:txBody>
        </p:sp>
        <p:sp>
          <p:nvSpPr>
            <p:cNvPr id="50190" name="Line 46"/>
            <p:cNvSpPr/>
            <p:nvPr/>
          </p:nvSpPr>
          <p:spPr bwMode="auto">
            <a:xfrm>
              <a:off x="1235" y="6425"/>
              <a:ext cx="3058"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50191" name="Line 47"/>
            <p:cNvSpPr/>
            <p:nvPr/>
          </p:nvSpPr>
          <p:spPr bwMode="auto">
            <a:xfrm rot="16200000">
              <a:off x="1303" y="7783"/>
              <a:ext cx="2720" cy="0"/>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50192" name="Line 48"/>
            <p:cNvSpPr/>
            <p:nvPr/>
          </p:nvSpPr>
          <p:spPr bwMode="auto">
            <a:xfrm rot="16200000">
              <a:off x="2563" y="7773"/>
              <a:ext cx="2717" cy="23"/>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50193" name="Line 49"/>
            <p:cNvSpPr/>
            <p:nvPr/>
          </p:nvSpPr>
          <p:spPr bwMode="auto">
            <a:xfrm>
              <a:off x="1235" y="9143"/>
              <a:ext cx="3058"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50194" name="Line 50"/>
            <p:cNvSpPr/>
            <p:nvPr/>
          </p:nvSpPr>
          <p:spPr bwMode="auto">
            <a:xfrm rot="16200000">
              <a:off x="4218" y="7783"/>
              <a:ext cx="2720" cy="0"/>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50195" name="Line 51"/>
            <p:cNvSpPr/>
            <p:nvPr/>
          </p:nvSpPr>
          <p:spPr bwMode="auto">
            <a:xfrm flipV="1">
              <a:off x="4365" y="9143"/>
              <a:ext cx="2950" cy="0"/>
            </a:xfrm>
            <a:prstGeom prst="line">
              <a:avLst/>
            </a:prstGeom>
            <a:noFill/>
            <a:ln w="28575" cap="sq" cmpd="thickThin">
              <a:solidFill>
                <a:schemeClr val="accent1">
                  <a:shade val="50000"/>
                </a:schemeClr>
              </a:solidFill>
              <a:prstDash val="sysDash"/>
              <a:round/>
              <a:headEnd type="none" w="med" len="med"/>
              <a:tailEnd type="none" w="med" len="med"/>
            </a:ln>
            <a:effectLst>
              <a:outerShdw blurRad="50800" dist="38100" dir="2700000" algn="tl" rotWithShape="0">
                <a:prstClr val="black">
                  <a:alpha val="40000"/>
                </a:prstClr>
              </a:outerShdw>
            </a:effectLst>
          </p:spPr>
        </p:sp>
        <p:sp>
          <p:nvSpPr>
            <p:cNvPr id="50196" name="Line 52"/>
            <p:cNvSpPr/>
            <p:nvPr/>
          </p:nvSpPr>
          <p:spPr bwMode="auto">
            <a:xfrm>
              <a:off x="6633" y="6425"/>
              <a:ext cx="930"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50197" name="Line 53"/>
            <p:cNvSpPr/>
            <p:nvPr/>
          </p:nvSpPr>
          <p:spPr bwMode="auto">
            <a:xfrm>
              <a:off x="6633" y="9143"/>
              <a:ext cx="930"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50198" name="Line 54"/>
            <p:cNvSpPr/>
            <p:nvPr/>
          </p:nvSpPr>
          <p:spPr bwMode="auto">
            <a:xfrm rot="16200000">
              <a:off x="6223" y="7765"/>
              <a:ext cx="2680"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50199" name="Rectangle 55"/>
            <p:cNvSpPr/>
            <p:nvPr/>
          </p:nvSpPr>
          <p:spPr>
            <a:xfrm>
              <a:off x="1848" y="7223"/>
              <a:ext cx="823" cy="820"/>
            </a:xfrm>
            <a:prstGeom prst="rect">
              <a:avLst/>
            </a:prstGeom>
            <a:noFill/>
            <a:ln w="9525">
              <a:noFill/>
            </a:ln>
          </p:spPr>
          <p:txBody>
            <a:bodyPr wrap="none" anchor="ctr" anchorCtr="0">
              <a:spAutoFit/>
            </a:bodyPr>
            <a:p>
              <a:pPr algn="ctr"/>
              <a:r>
                <a:rPr lang="en-US" altLang="zh-CN" b="0" i="1" dirty="0">
                  <a:solidFill>
                    <a:schemeClr val="tx1"/>
                  </a:solidFill>
                  <a:latin typeface="Times New Roman" panose="02020603050405020304" pitchFamily="18" charset="0"/>
                  <a:ea typeface="宋体" panose="02010600030101010101" pitchFamily="2" charset="-122"/>
                </a:rPr>
                <a:t>R</a:t>
              </a:r>
              <a:r>
                <a:rPr lang="en-US" altLang="zh-CN" b="0" baseline="-25000" dirty="0">
                  <a:solidFill>
                    <a:schemeClr val="tx1"/>
                  </a:solidFill>
                  <a:latin typeface="Times New Roman" panose="02020603050405020304" pitchFamily="18" charset="0"/>
                  <a:ea typeface="宋体" panose="02010600030101010101" pitchFamily="2" charset="-122"/>
                </a:rPr>
                <a:t>1</a:t>
              </a:r>
              <a:endParaRPr lang="en-US" altLang="zh-CN" b="0" i="1" baseline="-25000" dirty="0">
                <a:solidFill>
                  <a:schemeClr val="tx1"/>
                </a:solidFill>
                <a:latin typeface="Times New Roman" panose="02020603050405020304" pitchFamily="18" charset="0"/>
                <a:ea typeface="宋体" panose="02010600030101010101" pitchFamily="2" charset="-122"/>
              </a:endParaRPr>
            </a:p>
          </p:txBody>
        </p:sp>
        <p:sp>
          <p:nvSpPr>
            <p:cNvPr id="50200" name="Rectangle 56"/>
            <p:cNvSpPr/>
            <p:nvPr/>
          </p:nvSpPr>
          <p:spPr>
            <a:xfrm>
              <a:off x="2963" y="7223"/>
              <a:ext cx="823" cy="820"/>
            </a:xfrm>
            <a:prstGeom prst="rect">
              <a:avLst/>
            </a:prstGeom>
            <a:noFill/>
            <a:ln w="9525">
              <a:noFill/>
            </a:ln>
          </p:spPr>
          <p:txBody>
            <a:bodyPr wrap="none" anchor="ctr" anchorCtr="0">
              <a:spAutoFit/>
            </a:bodyPr>
            <a:p>
              <a:pPr algn="ctr"/>
              <a:r>
                <a:rPr lang="en-US" altLang="zh-CN" b="0" i="1" dirty="0">
                  <a:solidFill>
                    <a:schemeClr val="tx1"/>
                  </a:solidFill>
                  <a:latin typeface="Times New Roman" panose="02020603050405020304" pitchFamily="18" charset="0"/>
                  <a:ea typeface="宋体" panose="02010600030101010101" pitchFamily="2" charset="-122"/>
                </a:rPr>
                <a:t>R</a:t>
              </a:r>
              <a:r>
                <a:rPr lang="en-US" altLang="zh-CN" b="0" baseline="-25000" dirty="0">
                  <a:solidFill>
                    <a:schemeClr val="tx1"/>
                  </a:solidFill>
                  <a:latin typeface="Times New Roman" panose="02020603050405020304" pitchFamily="18" charset="0"/>
                  <a:ea typeface="宋体" panose="02010600030101010101" pitchFamily="2" charset="-122"/>
                </a:rPr>
                <a:t>2</a:t>
              </a:r>
              <a:endParaRPr lang="en-US" altLang="zh-CN" b="0" i="1" baseline="-25000" dirty="0">
                <a:solidFill>
                  <a:schemeClr val="tx1"/>
                </a:solidFill>
                <a:latin typeface="Times New Roman" panose="02020603050405020304" pitchFamily="18" charset="0"/>
                <a:ea typeface="宋体" panose="02010600030101010101" pitchFamily="2" charset="-122"/>
              </a:endParaRPr>
            </a:p>
          </p:txBody>
        </p:sp>
        <p:sp>
          <p:nvSpPr>
            <p:cNvPr id="50201" name="Rectangle 57"/>
            <p:cNvSpPr/>
            <p:nvPr/>
          </p:nvSpPr>
          <p:spPr>
            <a:xfrm>
              <a:off x="4705" y="7223"/>
              <a:ext cx="800" cy="820"/>
            </a:xfrm>
            <a:prstGeom prst="rect">
              <a:avLst/>
            </a:prstGeom>
            <a:noFill/>
            <a:ln w="9525">
              <a:noFill/>
            </a:ln>
          </p:spPr>
          <p:txBody>
            <a:bodyPr wrap="none" anchor="ctr" anchorCtr="0">
              <a:spAutoFit/>
            </a:bodyPr>
            <a:p>
              <a:pPr algn="ctr"/>
              <a:r>
                <a:rPr lang="en-US" altLang="zh-CN" b="0" i="1" dirty="0">
                  <a:solidFill>
                    <a:schemeClr val="tx1"/>
                  </a:solidFill>
                  <a:latin typeface="Times New Roman" panose="02020603050405020304" pitchFamily="18" charset="0"/>
                  <a:ea typeface="宋体" panose="02010600030101010101" pitchFamily="2" charset="-122"/>
                </a:rPr>
                <a:t>R</a:t>
              </a:r>
              <a:r>
                <a:rPr lang="en-US" altLang="zh-CN" b="0" i="1" baseline="-25000" dirty="0">
                  <a:solidFill>
                    <a:schemeClr val="tx1"/>
                  </a:solidFill>
                  <a:latin typeface="Times New Roman" panose="02020603050405020304" pitchFamily="18" charset="0"/>
                  <a:ea typeface="宋体" panose="02010600030101010101" pitchFamily="2" charset="-122"/>
                </a:rPr>
                <a:t>k</a:t>
              </a:r>
              <a:endParaRPr lang="en-US" altLang="zh-CN" b="0" i="1" baseline="-25000" dirty="0">
                <a:solidFill>
                  <a:schemeClr val="tx1"/>
                </a:solidFill>
                <a:latin typeface="Times New Roman" panose="02020603050405020304" pitchFamily="18" charset="0"/>
                <a:ea typeface="宋体" panose="02010600030101010101" pitchFamily="2" charset="-122"/>
              </a:endParaRPr>
            </a:p>
          </p:txBody>
        </p:sp>
        <p:sp>
          <p:nvSpPr>
            <p:cNvPr id="50202" name="Rectangle 58"/>
            <p:cNvSpPr/>
            <p:nvPr/>
          </p:nvSpPr>
          <p:spPr>
            <a:xfrm>
              <a:off x="6633" y="7223"/>
              <a:ext cx="823" cy="820"/>
            </a:xfrm>
            <a:prstGeom prst="rect">
              <a:avLst/>
            </a:prstGeom>
            <a:noFill/>
            <a:ln w="9525">
              <a:noFill/>
            </a:ln>
          </p:spPr>
          <p:txBody>
            <a:bodyPr wrap="none" anchor="ctr" anchorCtr="0">
              <a:spAutoFit/>
            </a:bodyPr>
            <a:p>
              <a:pPr algn="ctr"/>
              <a:r>
                <a:rPr lang="en-US" altLang="zh-CN" b="0" i="1" dirty="0">
                  <a:solidFill>
                    <a:schemeClr val="tx1"/>
                  </a:solidFill>
                  <a:latin typeface="Times New Roman" panose="02020603050405020304" pitchFamily="18" charset="0"/>
                  <a:ea typeface="宋体" panose="02010600030101010101" pitchFamily="2" charset="-122"/>
                </a:rPr>
                <a:t>R</a:t>
              </a:r>
              <a:r>
                <a:rPr lang="en-US" altLang="zh-CN" b="0" i="1" baseline="-25000" dirty="0">
                  <a:solidFill>
                    <a:schemeClr val="tx1"/>
                  </a:solidFill>
                  <a:latin typeface="Times New Roman" panose="02020603050405020304" pitchFamily="18" charset="0"/>
                  <a:ea typeface="宋体" panose="02010600030101010101" pitchFamily="2" charset="-122"/>
                </a:rPr>
                <a:t>n</a:t>
              </a:r>
              <a:endParaRPr lang="en-US" altLang="zh-CN" b="0" i="1" baseline="-25000" dirty="0">
                <a:solidFill>
                  <a:schemeClr val="tx1"/>
                </a:solidFill>
                <a:latin typeface="Times New Roman" panose="02020603050405020304" pitchFamily="18" charset="0"/>
                <a:ea typeface="宋体" panose="02010600030101010101" pitchFamily="2" charset="-122"/>
              </a:endParaRPr>
            </a:p>
          </p:txBody>
        </p:sp>
        <p:sp>
          <p:nvSpPr>
            <p:cNvPr id="50203" name="Line 59"/>
            <p:cNvSpPr/>
            <p:nvPr/>
          </p:nvSpPr>
          <p:spPr>
            <a:xfrm>
              <a:off x="1303" y="6420"/>
              <a:ext cx="1065"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50204" name="Text Box 60"/>
            <p:cNvSpPr txBox="1"/>
            <p:nvPr/>
          </p:nvSpPr>
          <p:spPr>
            <a:xfrm>
              <a:off x="1415" y="5628"/>
              <a:ext cx="443" cy="817"/>
            </a:xfrm>
            <a:prstGeom prst="rect">
              <a:avLst/>
            </a:prstGeom>
            <a:noFill/>
            <a:ln w="9525">
              <a:noFill/>
            </a:ln>
          </p:spPr>
          <p:txBody>
            <a:bodyPr wrap="none" anchor="ctr" anchorCtr="0">
              <a:spAutoFit/>
            </a:bodyPr>
            <a:p>
              <a:pPr algn="ctr"/>
              <a:r>
                <a:rPr lang="en-US" altLang="zh-CN" b="0" i="1" dirty="0">
                  <a:solidFill>
                    <a:schemeClr val="tx1"/>
                  </a:solidFill>
                  <a:latin typeface="Times New Roman" panose="02020603050405020304" pitchFamily="18" charset="0"/>
                  <a:ea typeface="宋体" panose="02010600030101010101" pitchFamily="2" charset="-122"/>
                </a:rPr>
                <a:t>i</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50205" name="Rectangle 61"/>
            <p:cNvSpPr/>
            <p:nvPr/>
          </p:nvSpPr>
          <p:spPr>
            <a:xfrm>
              <a:off x="850" y="6423"/>
              <a:ext cx="610" cy="817"/>
            </a:xfrm>
            <a:prstGeom prst="rect">
              <a:avLst/>
            </a:prstGeom>
            <a:noFill/>
            <a:ln w="9525">
              <a:noFill/>
            </a:ln>
          </p:spPr>
          <p:txBody>
            <a:bodyPr wrap="none" anchor="ctr" anchorCtr="0">
              <a:spAutoFit/>
            </a:bodyPr>
            <a:p>
              <a:pPr algn="ctr"/>
              <a:r>
                <a:rPr lang="en-US" altLang="zh-CN" b="0" dirty="0">
                  <a:solidFill>
                    <a:schemeClr val="tx1"/>
                  </a:solidFill>
                  <a:latin typeface="Times New Roman" panose="02020603050405020304" pitchFamily="18" charset="0"/>
                  <a:ea typeface="宋体" panose="02010600030101010101" pitchFamily="2" charset="-122"/>
                  <a:sym typeface="CommonBullets" pitchFamily="34" charset="2"/>
                </a:rPr>
                <a:t>+</a:t>
              </a:r>
              <a:endParaRPr lang="en-US" altLang="zh-CN" b="0" dirty="0">
                <a:solidFill>
                  <a:schemeClr val="tx1"/>
                </a:solidFill>
                <a:latin typeface="Times New Roman" panose="02020603050405020304" pitchFamily="18" charset="0"/>
                <a:ea typeface="宋体" panose="02010600030101010101" pitchFamily="2" charset="-122"/>
                <a:sym typeface="CommonBullets" pitchFamily="34" charset="2"/>
              </a:endParaRPr>
            </a:p>
          </p:txBody>
        </p:sp>
        <p:sp>
          <p:nvSpPr>
            <p:cNvPr id="50206" name="Text Box 62"/>
            <p:cNvSpPr txBox="1"/>
            <p:nvPr/>
          </p:nvSpPr>
          <p:spPr>
            <a:xfrm>
              <a:off x="850" y="7443"/>
              <a:ext cx="570" cy="817"/>
            </a:xfrm>
            <a:prstGeom prst="rect">
              <a:avLst/>
            </a:prstGeom>
            <a:noFill/>
            <a:ln w="9525">
              <a:noFill/>
            </a:ln>
          </p:spPr>
          <p:txBody>
            <a:bodyPr wrap="none" anchor="ctr" anchorCtr="0">
              <a:spAutoFit/>
            </a:bodyPr>
            <a:p>
              <a:pPr algn="ctr"/>
              <a:r>
                <a:rPr lang="en-US" altLang="zh-CN" b="0" i="1" dirty="0">
                  <a:solidFill>
                    <a:schemeClr val="tx1"/>
                  </a:solidFill>
                  <a:latin typeface="Times New Roman" panose="02020603050405020304" pitchFamily="18" charset="0"/>
                  <a:ea typeface="宋体" panose="02010600030101010101" pitchFamily="2" charset="-122"/>
                </a:rPr>
                <a:t>u</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50207" name="Line 63"/>
            <p:cNvSpPr/>
            <p:nvPr/>
          </p:nvSpPr>
          <p:spPr>
            <a:xfrm>
              <a:off x="2665" y="6535"/>
              <a:ext cx="0" cy="705"/>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50208" name="Text Box 64"/>
            <p:cNvSpPr txBox="1"/>
            <p:nvPr/>
          </p:nvSpPr>
          <p:spPr>
            <a:xfrm>
              <a:off x="2778" y="6585"/>
              <a:ext cx="898" cy="817"/>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r>
                <a:rPr lang="en-US" altLang="zh-CN" b="0" baseline="-25000" dirty="0">
                  <a:solidFill>
                    <a:schemeClr val="tx1"/>
                  </a:solidFill>
                  <a:latin typeface="Times New Roman" panose="02020603050405020304" pitchFamily="18" charset="0"/>
                  <a:ea typeface="宋体" panose="02010600030101010101" pitchFamily="2" charset="-122"/>
                </a:rPr>
                <a:t>1</a:t>
              </a:r>
              <a:endParaRPr lang="en-US" altLang="zh-CN" b="0" i="1" baseline="-25000" dirty="0">
                <a:solidFill>
                  <a:schemeClr val="tx1"/>
                </a:solidFill>
                <a:latin typeface="Times New Roman" panose="02020603050405020304" pitchFamily="18" charset="0"/>
                <a:ea typeface="宋体" panose="02010600030101010101" pitchFamily="2" charset="-122"/>
              </a:endParaRPr>
            </a:p>
          </p:txBody>
        </p:sp>
        <p:sp>
          <p:nvSpPr>
            <p:cNvPr id="50209" name="Text Box 65"/>
            <p:cNvSpPr txBox="1"/>
            <p:nvPr/>
          </p:nvSpPr>
          <p:spPr>
            <a:xfrm>
              <a:off x="4160" y="6425"/>
              <a:ext cx="898" cy="817"/>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r>
                <a:rPr lang="en-US" altLang="zh-CN" b="0" baseline="-25000" dirty="0">
                  <a:solidFill>
                    <a:schemeClr val="tx1"/>
                  </a:solidFill>
                  <a:latin typeface="Times New Roman" panose="02020603050405020304" pitchFamily="18" charset="0"/>
                  <a:ea typeface="宋体" panose="02010600030101010101" pitchFamily="2" charset="-122"/>
                </a:rPr>
                <a:t>2</a:t>
              </a:r>
              <a:endParaRPr lang="en-US" altLang="zh-CN" b="0" i="1" baseline="-25000" dirty="0">
                <a:solidFill>
                  <a:schemeClr val="tx1"/>
                </a:solidFill>
                <a:latin typeface="Times New Roman" panose="02020603050405020304" pitchFamily="18" charset="0"/>
                <a:ea typeface="宋体" panose="02010600030101010101" pitchFamily="2" charset="-122"/>
              </a:endParaRPr>
            </a:p>
          </p:txBody>
        </p:sp>
        <p:sp>
          <p:nvSpPr>
            <p:cNvPr id="50210" name="Text Box 66"/>
            <p:cNvSpPr txBox="1"/>
            <p:nvPr/>
          </p:nvSpPr>
          <p:spPr>
            <a:xfrm>
              <a:off x="5728" y="6423"/>
              <a:ext cx="898" cy="817"/>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宋体" panose="02010600030101010101" pitchFamily="2" charset="-122"/>
                </a:rPr>
                <a:t>i</a:t>
              </a:r>
              <a:r>
                <a:rPr lang="en-US" altLang="zh-CN" b="0" i="1" baseline="-25000" dirty="0">
                  <a:solidFill>
                    <a:schemeClr val="tx1"/>
                  </a:solidFill>
                  <a:latin typeface="Times New Roman" panose="02020603050405020304" pitchFamily="18" charset="0"/>
                  <a:ea typeface="宋体" panose="02010600030101010101" pitchFamily="2" charset="-122"/>
                </a:rPr>
                <a:t>k</a:t>
              </a:r>
              <a:endParaRPr lang="en-US" altLang="zh-CN" b="0" i="1" baseline="-25000" dirty="0">
                <a:solidFill>
                  <a:schemeClr val="tx1"/>
                </a:solidFill>
                <a:latin typeface="Times New Roman" panose="02020603050405020304" pitchFamily="18" charset="0"/>
                <a:ea typeface="宋体" panose="02010600030101010101" pitchFamily="2" charset="-122"/>
              </a:endParaRPr>
            </a:p>
          </p:txBody>
        </p:sp>
        <p:sp>
          <p:nvSpPr>
            <p:cNvPr id="50211" name="Text Box 67"/>
            <p:cNvSpPr txBox="1"/>
            <p:nvPr/>
          </p:nvSpPr>
          <p:spPr>
            <a:xfrm>
              <a:off x="850" y="8123"/>
              <a:ext cx="570" cy="817"/>
            </a:xfrm>
            <a:prstGeom prst="rect">
              <a:avLst/>
            </a:prstGeom>
            <a:noFill/>
            <a:ln w="9525">
              <a:noFill/>
            </a:ln>
          </p:spPr>
          <p:txBody>
            <a:bodyPr wrap="none">
              <a:spAutoFit/>
            </a:bodyPr>
            <a:p>
              <a:pPr>
                <a:spcBef>
                  <a:spcPct val="50000"/>
                </a:spcBef>
              </a:pPr>
              <a:r>
                <a:rPr lang="en-US" altLang="zh-CN" b="0" dirty="0">
                  <a:solidFill>
                    <a:schemeClr val="tx1"/>
                  </a:solidFill>
                  <a:latin typeface="Times New Roman" panose="02020603050405020304" pitchFamily="18" charset="0"/>
                  <a:ea typeface="宋体" panose="02010600030101010101" pitchFamily="2" charset="-122"/>
                </a:rPr>
                <a:t>_</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50212" name="Line 68"/>
            <p:cNvSpPr/>
            <p:nvPr/>
          </p:nvSpPr>
          <p:spPr>
            <a:xfrm>
              <a:off x="3935" y="6535"/>
              <a:ext cx="0" cy="705"/>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50213" name="Line 69"/>
            <p:cNvSpPr/>
            <p:nvPr/>
          </p:nvSpPr>
          <p:spPr>
            <a:xfrm>
              <a:off x="5568" y="6558"/>
              <a:ext cx="0" cy="705"/>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50214" name="Line 70"/>
            <p:cNvSpPr/>
            <p:nvPr/>
          </p:nvSpPr>
          <p:spPr>
            <a:xfrm>
              <a:off x="7563" y="6535"/>
              <a:ext cx="0" cy="702"/>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50215" name="Oval 71"/>
            <p:cNvSpPr/>
            <p:nvPr/>
          </p:nvSpPr>
          <p:spPr bwMode="auto">
            <a:xfrm>
              <a:off x="1065" y="9010"/>
              <a:ext cx="188" cy="190"/>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50216" name="Oval 72"/>
            <p:cNvSpPr/>
            <p:nvPr/>
          </p:nvSpPr>
          <p:spPr bwMode="auto">
            <a:xfrm>
              <a:off x="1065" y="6330"/>
              <a:ext cx="188" cy="190"/>
            </a:xfrm>
            <a:prstGeom prst="ellips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p>
              <a:endParaRPr lang="zh-CN" altLang="en-US" dirty="0">
                <a:solidFill>
                  <a:schemeClr val="tx1"/>
                </a:solidFill>
                <a:latin typeface="Arial" panose="020B0604020202020204" pitchFamily="34" charset="0"/>
              </a:endParaRPr>
            </a:p>
          </p:txBody>
        </p:sp>
        <p:sp>
          <p:nvSpPr>
            <p:cNvPr id="50217" name="Line 73"/>
            <p:cNvSpPr/>
            <p:nvPr/>
          </p:nvSpPr>
          <p:spPr bwMode="auto">
            <a:xfrm flipV="1">
              <a:off x="4365" y="6423"/>
              <a:ext cx="2950" cy="0"/>
            </a:xfrm>
            <a:prstGeom prst="line">
              <a:avLst/>
            </a:prstGeom>
            <a:noFill/>
            <a:ln w="28575" cap="sq" cmpd="thickThin">
              <a:solidFill>
                <a:schemeClr val="accent1">
                  <a:shade val="50000"/>
                </a:schemeClr>
              </a:solidFill>
              <a:prstDash val="sysDash"/>
              <a:round/>
              <a:headEnd type="none" w="med" len="med"/>
              <a:tailEnd type="none" w="med" len="med"/>
            </a:ln>
            <a:effectLst>
              <a:outerShdw blurRad="50800" dist="38100" dir="2700000" algn="tl" rotWithShape="0">
                <a:prstClr val="black">
                  <a:alpha val="40000"/>
                </a:prstClr>
              </a:outerShdw>
            </a:effectLst>
          </p:spPr>
        </p:sp>
        <p:sp>
          <p:nvSpPr>
            <p:cNvPr id="50218" name="Rectangle 74"/>
            <p:cNvSpPr/>
            <p:nvPr/>
          </p:nvSpPr>
          <p:spPr bwMode="auto">
            <a:xfrm>
              <a:off x="5420" y="7330"/>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50219" name="Rectangle 75"/>
            <p:cNvSpPr/>
            <p:nvPr/>
          </p:nvSpPr>
          <p:spPr bwMode="auto">
            <a:xfrm>
              <a:off x="3775" y="7330"/>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50220" name="Rectangle 76"/>
            <p:cNvSpPr/>
            <p:nvPr/>
          </p:nvSpPr>
          <p:spPr bwMode="auto">
            <a:xfrm>
              <a:off x="2505" y="7330"/>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50221" name="Rectangle 77"/>
            <p:cNvSpPr/>
            <p:nvPr/>
          </p:nvSpPr>
          <p:spPr bwMode="auto">
            <a:xfrm>
              <a:off x="7398" y="7330"/>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grpSp>
      <p:sp>
        <p:nvSpPr>
          <p:cNvPr id="116815" name="Text Box 79"/>
          <p:cNvSpPr txBox="1"/>
          <p:nvPr/>
        </p:nvSpPr>
        <p:spPr>
          <a:xfrm>
            <a:off x="1447800" y="782638"/>
            <a:ext cx="4968875" cy="521970"/>
          </a:xfrm>
          <a:prstGeom prst="rect">
            <a:avLst/>
          </a:prstGeom>
          <a:no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串联电路</a:t>
            </a:r>
            <a:r>
              <a:rPr kumimoji="1" lang="zh-CN" altLang="en-US" sz="2800" dirty="0" smtClean="0">
                <a:latin typeface="华文楷体" panose="02010600040101010101" pitchFamily="2" charset="-122"/>
                <a:ea typeface="华文楷体" panose="02010600040101010101" pitchFamily="2" charset="-122"/>
                <a:sym typeface="Symbol" panose="05050102010706020507" pitchFamily="18" charset="2"/>
              </a:rPr>
              <a:t>和并联电路的对偶。</a:t>
            </a:r>
            <a:endParaRPr kumimoji="1" lang="zh-CN" altLang="en-US" sz="2800" dirty="0" smtClean="0">
              <a:latin typeface="华文楷体" panose="02010600040101010101" pitchFamily="2" charset="-122"/>
              <a:ea typeface="华文楷体" panose="02010600040101010101" pitchFamily="2" charset="-122"/>
              <a:sym typeface="Symbol" panose="05050102010706020507" pitchFamily="18" charset="2"/>
            </a:endParaRPr>
          </a:p>
        </p:txBody>
      </p:sp>
      <p:sp>
        <p:nvSpPr>
          <p:cNvPr id="9" name="Text Box 22"/>
          <p:cNvSpPr txBox="1">
            <a:spLocks noChangeArrowheads="1"/>
          </p:cNvSpPr>
          <p:nvPr/>
        </p:nvSpPr>
        <p:spPr bwMode="auto">
          <a:xfrm>
            <a:off x="177800" y="759460"/>
            <a:ext cx="1219200" cy="575945"/>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例</a:t>
            </a:r>
            <a:r>
              <a:rPr kumimoji="1" lang="en-US" altLang="zh-CN" sz="3200" dirty="0">
                <a:solidFill>
                  <a:schemeClr val="bg1"/>
                </a:solidFill>
                <a:latin typeface="华文新魏" panose="02010800040101010101" pitchFamily="2" charset="-122"/>
                <a:ea typeface="华文新魏" panose="02010800040101010101" pitchFamily="2" charset="-122"/>
              </a:rPr>
              <a:t>7-1</a:t>
            </a:r>
            <a:endParaRPr kumimoji="1" lang="en-US" altLang="zh-CN" sz="3200" dirty="0">
              <a:solidFill>
                <a:schemeClr val="bg1"/>
              </a:solidFill>
              <a:latin typeface="华文新魏" panose="02010800040101010101" pitchFamily="2" charset="-122"/>
              <a:ea typeface="华文新魏" panose="02010800040101010101" pitchFamily="2" charset="-122"/>
            </a:endParaRPr>
          </a:p>
        </p:txBody>
      </p:sp>
      <p:graphicFrame>
        <p:nvGraphicFramePr>
          <p:cNvPr id="3" name="对象 2"/>
          <p:cNvGraphicFramePr/>
          <p:nvPr/>
        </p:nvGraphicFramePr>
        <p:xfrm>
          <a:off x="5506085" y="1304290"/>
          <a:ext cx="3171825" cy="2335530"/>
        </p:xfrm>
        <a:graphic>
          <a:graphicData uri="http://schemas.openxmlformats.org/presentationml/2006/ole">
            <mc:AlternateContent xmlns:mc="http://schemas.openxmlformats.org/markup-compatibility/2006">
              <mc:Choice xmlns:v="urn:schemas-microsoft-com:vml" Requires="v">
                <p:oleObj spid="_x0000_s5" name="" r:id="rId1" imgW="1447800" imgH="1320165" progId="Equation.KSEE3">
                  <p:embed/>
                </p:oleObj>
              </mc:Choice>
              <mc:Fallback>
                <p:oleObj name="" r:id="rId1" imgW="1447800" imgH="1320165" progId="Equation.KSEE3">
                  <p:embed/>
                  <p:pic>
                    <p:nvPicPr>
                      <p:cNvPr id="0" name="图片 4"/>
                      <p:cNvPicPr/>
                      <p:nvPr/>
                    </p:nvPicPr>
                    <p:blipFill>
                      <a:blip r:embed="rId2"/>
                      <a:stretch>
                        <a:fillRect/>
                      </a:stretch>
                    </p:blipFill>
                    <p:spPr>
                      <a:xfrm>
                        <a:off x="5506085" y="1304290"/>
                        <a:ext cx="3171825" cy="2335530"/>
                      </a:xfrm>
                      <a:prstGeom prst="rect">
                        <a:avLst/>
                      </a:prstGeom>
                    </p:spPr>
                  </p:pic>
                </p:oleObj>
              </mc:Fallback>
            </mc:AlternateContent>
          </a:graphicData>
        </a:graphic>
      </p:graphicFrame>
      <p:graphicFrame>
        <p:nvGraphicFramePr>
          <p:cNvPr id="6" name="对象 5"/>
          <p:cNvGraphicFramePr/>
          <p:nvPr/>
        </p:nvGraphicFramePr>
        <p:xfrm>
          <a:off x="5429250" y="4025900"/>
          <a:ext cx="3112135" cy="2515870"/>
        </p:xfrm>
        <a:graphic>
          <a:graphicData uri="http://schemas.openxmlformats.org/presentationml/2006/ole">
            <mc:AlternateContent xmlns:mc="http://schemas.openxmlformats.org/markup-compatibility/2006">
              <mc:Choice xmlns:v="urn:schemas-microsoft-com:vml" Requires="v">
                <p:oleObj spid="_x0000_s7" name="" r:id="rId3" imgW="1384300" imgH="1320165" progId="Equation.KSEE3">
                  <p:embed/>
                </p:oleObj>
              </mc:Choice>
              <mc:Fallback>
                <p:oleObj name="" r:id="rId3" imgW="1384300" imgH="1320165" progId="Equation.KSEE3">
                  <p:embed/>
                  <p:pic>
                    <p:nvPicPr>
                      <p:cNvPr id="0" name="图片 6"/>
                      <p:cNvPicPr/>
                      <p:nvPr/>
                    </p:nvPicPr>
                    <p:blipFill>
                      <a:blip r:embed="rId4"/>
                      <a:stretch>
                        <a:fillRect/>
                      </a:stretch>
                    </p:blipFill>
                    <p:spPr>
                      <a:xfrm>
                        <a:off x="5429250" y="4025900"/>
                        <a:ext cx="3112135" cy="251587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fltVal val="0"/>
                                          </p:val>
                                        </p:tav>
                                        <p:tav tm="100000">
                                          <p:val>
                                            <p:strVal val="#ppt_w"/>
                                          </p:val>
                                        </p:tav>
                                      </p:tavLst>
                                    </p:anim>
                                    <p:anim calcmode="lin" valueType="num">
                                      <p:cBhvr>
                                        <p:cTn id="8" dur="1000" fill="hold"/>
                                        <p:tgtEl>
                                          <p:spTgt spid="9"/>
                                        </p:tgtEl>
                                        <p:attrNameLst>
                                          <p:attrName>ppt_h</p:attrName>
                                        </p:attrNameLst>
                                      </p:cBhvr>
                                      <p:tavLst>
                                        <p:tav tm="0">
                                          <p:val>
                                            <p:fltVal val="0"/>
                                          </p:val>
                                        </p:tav>
                                        <p:tav tm="100000">
                                          <p:val>
                                            <p:strVal val="#ppt_h"/>
                                          </p:val>
                                        </p:tav>
                                      </p:tavLst>
                                    </p:anim>
                                    <p:anim calcmode="lin" valueType="num">
                                      <p:cBhvr>
                                        <p:cTn id="9" dur="1000" fill="hold"/>
                                        <p:tgtEl>
                                          <p:spTgt spid="9"/>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9"/>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blinds(horizontal)">
                                      <p:cBhvr>
                                        <p:cTn id="14" dur="500"/>
                                        <p:tgtEl>
                                          <p:spTgt spid="4"/>
                                        </p:tgtEl>
                                      </p:cBhvr>
                                    </p:animEffect>
                                  </p:childTnLst>
                                </p:cTn>
                              </p:par>
                            </p:childTnLst>
                          </p:cTn>
                        </p:par>
                        <p:par>
                          <p:cTn id="15" fill="hold">
                            <p:stCondLst>
                              <p:cond delay="1500"/>
                            </p:stCondLst>
                            <p:childTnLst>
                              <p:par>
                                <p:cTn id="16" presetID="3" presetClass="entr" presetSubtype="10" fill="hold"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blinds(horizontal)">
                                      <p:cBhvr>
                                        <p:cTn id="18" dur="500"/>
                                        <p:tgtEl>
                                          <p:spTgt spid="8"/>
                                        </p:tgtEl>
                                      </p:cBhvr>
                                    </p:animEffect>
                                  </p:childTnLst>
                                </p:cTn>
                              </p:par>
                            </p:childTnLst>
                          </p:cTn>
                        </p:par>
                        <p:par>
                          <p:cTn id="19" fill="hold">
                            <p:stCondLst>
                              <p:cond delay="2000"/>
                            </p:stCondLst>
                            <p:childTnLst>
                              <p:par>
                                <p:cTn id="20" presetID="2" presetClass="entr" presetSubtype="1" fill="hold" grpId="0" nodeType="afterEffect">
                                  <p:stCondLst>
                                    <p:cond delay="0"/>
                                  </p:stCondLst>
                                  <p:childTnLst>
                                    <p:set>
                                      <p:cBhvr>
                                        <p:cTn id="21" dur="1" fill="hold">
                                          <p:stCondLst>
                                            <p:cond delay="0"/>
                                          </p:stCondLst>
                                        </p:cTn>
                                        <p:tgtEl>
                                          <p:spTgt spid="116815"/>
                                        </p:tgtEl>
                                        <p:attrNameLst>
                                          <p:attrName>style.visibility</p:attrName>
                                        </p:attrNameLst>
                                      </p:cBhvr>
                                      <p:to>
                                        <p:strVal val="visible"/>
                                      </p:to>
                                    </p:set>
                                    <p:anim calcmode="lin" valueType="num">
                                      <p:cBhvr additive="base">
                                        <p:cTn id="22" dur="500" fill="hold"/>
                                        <p:tgtEl>
                                          <p:spTgt spid="116815"/>
                                        </p:tgtEl>
                                        <p:attrNameLst>
                                          <p:attrName>ppt_x</p:attrName>
                                        </p:attrNameLst>
                                      </p:cBhvr>
                                      <p:tavLst>
                                        <p:tav tm="0">
                                          <p:val>
                                            <p:strVal val="#ppt_x"/>
                                          </p:val>
                                        </p:tav>
                                        <p:tav tm="100000">
                                          <p:val>
                                            <p:strVal val="#ppt_x"/>
                                          </p:val>
                                        </p:tav>
                                      </p:tavLst>
                                    </p:anim>
                                    <p:anim calcmode="lin" valueType="num">
                                      <p:cBhvr additive="base">
                                        <p:cTn id="23" dur="500" fill="hold"/>
                                        <p:tgtEl>
                                          <p:spTgt spid="116815"/>
                                        </p:tgtEl>
                                        <p:attrNameLst>
                                          <p:attrName>ppt_y</p:attrName>
                                        </p:attrNameLst>
                                      </p:cBhvr>
                                      <p:tavLst>
                                        <p:tav tm="0">
                                          <p:val>
                                            <p:strVal val="0-#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blinds(horizontal)">
                                      <p:cBhvr>
                                        <p:cTn id="28" dur="500"/>
                                        <p:tgtEl>
                                          <p:spTgt spid="3"/>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blinds(horizontal)">
                                      <p:cBhvr>
                                        <p:cTn id="3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815" grpId="0"/>
      <p:bldP spid="9" grpId="0" bldLvl="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*4-7 对偶原理</a:t>
            </a:r>
            <a:endParaRPr lang="zh-CN" altLang="en-US"/>
          </a:p>
        </p:txBody>
      </p:sp>
      <p:sp>
        <p:nvSpPr>
          <p:cNvPr id="117768" name="Text Box 8"/>
          <p:cNvSpPr txBox="1"/>
          <p:nvPr/>
        </p:nvSpPr>
        <p:spPr>
          <a:xfrm>
            <a:off x="755650" y="1563688"/>
            <a:ext cx="7632700" cy="3192145"/>
          </a:xfrm>
          <a:prstGeom prst="rect">
            <a:avLst/>
          </a:prstGeom>
          <a:noFill/>
          <a:ln w="9525">
            <a:noFill/>
          </a:ln>
        </p:spPr>
        <p:txBody>
          <a:bodyPr>
            <a:spAutoFit/>
          </a:bodyPr>
          <a:p>
            <a:pPr>
              <a:lnSpc>
                <a:spcPct val="120000"/>
              </a:lnSpc>
              <a:spcBef>
                <a:spcPct val="50000"/>
              </a:spcBef>
            </a:pPr>
            <a:r>
              <a:rPr lang="en-US" altLang="zh-CN" dirty="0">
                <a:latin typeface="Times New Roman" panose="02020603050405020304" pitchFamily="18" charset="0"/>
                <a:cs typeface="Times New Roman" panose="02020603050405020304" pitchFamily="18" charset="0"/>
              </a:rPr>
              <a:t>       </a:t>
            </a:r>
            <a:r>
              <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rPr>
              <a:t>将串联电路中的电压</a:t>
            </a:r>
            <a:r>
              <a:rPr kumimoji="1" lang="zh-CN" altLang="en-US" sz="2800" b="0" dirty="0" smtClean="0">
                <a:latin typeface="Times New Roman" panose="02020603050405020304" pitchFamily="18" charset="0"/>
                <a:ea typeface="华文中宋" panose="02010600040101010101" pitchFamily="2" charset="-122"/>
                <a:cs typeface="Times New Roman" panose="02020603050405020304" pitchFamily="18" charset="0"/>
              </a:rPr>
              <a:t>u</a:t>
            </a:r>
            <a:r>
              <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rPr>
              <a:t>与并联电路中的电流</a:t>
            </a:r>
            <a:r>
              <a:rPr kumimoji="1" lang="zh-CN" altLang="en-US" sz="2800" b="0" dirty="0" smtClean="0">
                <a:latin typeface="Times New Roman" panose="02020603050405020304" pitchFamily="18" charset="0"/>
                <a:ea typeface="华文中宋" panose="02010600040101010101" pitchFamily="2" charset="-122"/>
                <a:cs typeface="Times New Roman" panose="02020603050405020304" pitchFamily="18" charset="0"/>
              </a:rPr>
              <a:t>i</a:t>
            </a:r>
            <a:r>
              <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rPr>
              <a:t>互换，电阻</a:t>
            </a:r>
            <a:r>
              <a:rPr kumimoji="1" lang="zh-CN" altLang="en-US" sz="2800" b="0" i="1" dirty="0" smtClean="0">
                <a:latin typeface="Times New Roman" panose="02020603050405020304" pitchFamily="18" charset="0"/>
                <a:ea typeface="华文中宋" panose="02010600040101010101" pitchFamily="2" charset="-122"/>
                <a:cs typeface="Times New Roman" panose="02020603050405020304" pitchFamily="18" charset="0"/>
              </a:rPr>
              <a:t>R</a:t>
            </a:r>
            <a:r>
              <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rPr>
              <a:t>与电导</a:t>
            </a:r>
            <a:r>
              <a:rPr kumimoji="1" lang="zh-CN" altLang="en-US" sz="2800" b="0" i="1" dirty="0" smtClean="0">
                <a:latin typeface="Times New Roman" panose="02020603050405020304" pitchFamily="18" charset="0"/>
                <a:ea typeface="华文中宋" panose="02010600040101010101" pitchFamily="2" charset="-122"/>
                <a:cs typeface="Times New Roman" panose="02020603050405020304" pitchFamily="18" charset="0"/>
              </a:rPr>
              <a:t>G</a:t>
            </a:r>
            <a:r>
              <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rPr>
              <a:t>互换，串联电路中的公式就成为并联电路中的公式，反之亦然。这些互换元素称为对偶元素。电压</a:t>
            </a:r>
            <a:r>
              <a:rPr kumimoji="1" lang="zh-CN" altLang="en-US" sz="2800" b="0" i="1" dirty="0" smtClean="0">
                <a:latin typeface="Times New Roman" panose="02020603050405020304" pitchFamily="18" charset="0"/>
                <a:ea typeface="华文中宋" panose="02010600040101010101" pitchFamily="2" charset="-122"/>
                <a:cs typeface="Times New Roman" panose="02020603050405020304" pitchFamily="18" charset="0"/>
              </a:rPr>
              <a:t>u</a:t>
            </a:r>
            <a:r>
              <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rPr>
              <a:t>与电流</a:t>
            </a:r>
            <a:r>
              <a:rPr kumimoji="1" lang="zh-CN" altLang="en-US" sz="2800" b="0" i="1" dirty="0" smtClean="0">
                <a:latin typeface="Times New Roman" panose="02020603050405020304" pitchFamily="18" charset="0"/>
                <a:ea typeface="华文中宋" panose="02010600040101010101" pitchFamily="2" charset="-122"/>
                <a:cs typeface="Times New Roman" panose="02020603050405020304" pitchFamily="18" charset="0"/>
              </a:rPr>
              <a:t>i</a:t>
            </a:r>
            <a:r>
              <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rPr>
              <a:t>；电阻</a:t>
            </a:r>
            <a:r>
              <a:rPr kumimoji="1" lang="zh-CN" altLang="en-US" sz="2800" i="1" dirty="0" smtClean="0">
                <a:latin typeface="Times New Roman" panose="02020603050405020304" pitchFamily="18" charset="0"/>
                <a:ea typeface="华文中宋" panose="02010600040101010101" pitchFamily="2" charset="-122"/>
                <a:cs typeface="Times New Roman" panose="02020603050405020304" pitchFamily="18" charset="0"/>
              </a:rPr>
              <a:t>R</a:t>
            </a:r>
            <a:r>
              <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rPr>
              <a:t>与电导</a:t>
            </a:r>
            <a:r>
              <a:rPr kumimoji="1" lang="zh-CN" altLang="en-US" sz="2800" b="0" i="1" dirty="0" smtClean="0">
                <a:latin typeface="Times New Roman" panose="02020603050405020304" pitchFamily="18" charset="0"/>
                <a:ea typeface="华文中宋" panose="02010600040101010101" pitchFamily="2" charset="-122"/>
                <a:cs typeface="Times New Roman" panose="02020603050405020304" pitchFamily="18" charset="0"/>
              </a:rPr>
              <a:t>G</a:t>
            </a:r>
            <a:r>
              <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rPr>
              <a:t>都是对偶元素。而串联与并联电路则称为对偶电路。</a:t>
            </a:r>
            <a:endParaRPr kumimoji="1"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8" name="组合 57"/>
          <p:cNvGrpSpPr/>
          <p:nvPr/>
        </p:nvGrpSpPr>
        <p:grpSpPr>
          <a:xfrm>
            <a:off x="307413" y="928148"/>
            <a:ext cx="1761325" cy="677037"/>
            <a:chOff x="6673216" y="3127641"/>
            <a:chExt cx="1761325" cy="677037"/>
          </a:xfrm>
        </p:grpSpPr>
        <p:sp>
          <p:nvSpPr>
            <p:cNvPr id="59" name="Text Box 47"/>
            <p:cNvSpPr txBox="1">
              <a:spLocks noChangeArrowheads="1"/>
            </p:cNvSpPr>
            <p:nvPr/>
          </p:nvSpPr>
          <p:spPr bwMode="auto">
            <a:xfrm>
              <a:off x="7429138" y="3127641"/>
              <a:ext cx="1005403" cy="584775"/>
            </a:xfrm>
            <a:prstGeom prst="rect">
              <a:avLst/>
            </a:prstGeom>
            <a:noFill/>
            <a:ln w="9525">
              <a:noFill/>
              <a:miter lim="800000"/>
            </a:ln>
            <a:effectLst/>
          </p:spPr>
          <p:txBody>
            <a:bodyPr wrap="none">
              <a:spAutoFit/>
            </a:bodyPr>
            <a:p>
              <a:r>
                <a:rPr kumimoji="1" lang="zh-CN" altLang="en-US" sz="3200" dirty="0" smtClean="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结论</a:t>
              </a:r>
              <a:endParaRPr kumimoji="1" lang="zh-CN" altLang="en-US" sz="3200"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p:txBody>
        </p:sp>
        <p:sp>
          <p:nvSpPr>
            <p:cNvPr id="60" name="Freeform 6"/>
            <p:cNvSpPr/>
            <p:nvPr/>
          </p:nvSpPr>
          <p:spPr bwMode="auto">
            <a:xfrm>
              <a:off x="6923454" y="3276958"/>
              <a:ext cx="416529" cy="416529"/>
            </a:xfrm>
            <a:custGeom>
              <a:avLst/>
              <a:gdLst/>
              <a:ahLst/>
              <a:cxnLst>
                <a:cxn ang="0">
                  <a:pos x="552" y="2"/>
                </a:cxn>
                <a:cxn ang="0">
                  <a:pos x="649" y="22"/>
                </a:cxn>
                <a:cxn ang="0">
                  <a:pos x="739" y="60"/>
                </a:cxn>
                <a:cxn ang="0">
                  <a:pos x="820" y="114"/>
                </a:cxn>
                <a:cxn ang="0">
                  <a:pos x="888" y="182"/>
                </a:cxn>
                <a:cxn ang="0">
                  <a:pos x="941" y="262"/>
                </a:cxn>
                <a:cxn ang="0">
                  <a:pos x="979" y="350"/>
                </a:cxn>
                <a:cxn ang="0">
                  <a:pos x="1000" y="448"/>
                </a:cxn>
                <a:cxn ang="0">
                  <a:pos x="1000" y="551"/>
                </a:cxn>
                <a:cxn ang="0">
                  <a:pos x="979" y="649"/>
                </a:cxn>
                <a:cxn ang="0">
                  <a:pos x="941" y="739"/>
                </a:cxn>
                <a:cxn ang="0">
                  <a:pos x="888" y="818"/>
                </a:cxn>
                <a:cxn ang="0">
                  <a:pos x="820" y="886"/>
                </a:cxn>
                <a:cxn ang="0">
                  <a:pos x="739" y="940"/>
                </a:cxn>
                <a:cxn ang="0">
                  <a:pos x="649" y="978"/>
                </a:cxn>
                <a:cxn ang="0">
                  <a:pos x="552" y="998"/>
                </a:cxn>
                <a:cxn ang="0">
                  <a:pos x="450" y="998"/>
                </a:cxn>
                <a:cxn ang="0">
                  <a:pos x="352" y="978"/>
                </a:cxn>
                <a:cxn ang="0">
                  <a:pos x="262" y="940"/>
                </a:cxn>
                <a:cxn ang="0">
                  <a:pos x="182" y="886"/>
                </a:cxn>
                <a:cxn ang="0">
                  <a:pos x="114" y="818"/>
                </a:cxn>
                <a:cxn ang="0">
                  <a:pos x="61" y="739"/>
                </a:cxn>
                <a:cxn ang="0">
                  <a:pos x="23" y="649"/>
                </a:cxn>
                <a:cxn ang="0">
                  <a:pos x="2" y="551"/>
                </a:cxn>
                <a:cxn ang="0">
                  <a:pos x="2" y="448"/>
                </a:cxn>
                <a:cxn ang="0">
                  <a:pos x="23" y="350"/>
                </a:cxn>
                <a:cxn ang="0">
                  <a:pos x="61" y="262"/>
                </a:cxn>
                <a:cxn ang="0">
                  <a:pos x="114" y="182"/>
                </a:cxn>
                <a:cxn ang="0">
                  <a:pos x="182" y="114"/>
                </a:cxn>
                <a:cxn ang="0">
                  <a:pos x="262" y="60"/>
                </a:cxn>
                <a:cxn ang="0">
                  <a:pos x="352" y="22"/>
                </a:cxn>
                <a:cxn ang="0">
                  <a:pos x="450" y="2"/>
                </a:cxn>
              </a:cxnLst>
              <a:rect l="0" t="0" r="r" b="b"/>
              <a:pathLst>
                <a:path w="1002" h="1000">
                  <a:moveTo>
                    <a:pt x="501" y="0"/>
                  </a:moveTo>
                  <a:lnTo>
                    <a:pt x="552" y="2"/>
                  </a:lnTo>
                  <a:lnTo>
                    <a:pt x="602" y="10"/>
                  </a:lnTo>
                  <a:lnTo>
                    <a:pt x="649" y="22"/>
                  </a:lnTo>
                  <a:lnTo>
                    <a:pt x="696" y="39"/>
                  </a:lnTo>
                  <a:lnTo>
                    <a:pt x="739" y="60"/>
                  </a:lnTo>
                  <a:lnTo>
                    <a:pt x="781" y="85"/>
                  </a:lnTo>
                  <a:lnTo>
                    <a:pt x="820" y="114"/>
                  </a:lnTo>
                  <a:lnTo>
                    <a:pt x="856" y="146"/>
                  </a:lnTo>
                  <a:lnTo>
                    <a:pt x="888" y="182"/>
                  </a:lnTo>
                  <a:lnTo>
                    <a:pt x="917" y="220"/>
                  </a:lnTo>
                  <a:lnTo>
                    <a:pt x="941" y="262"/>
                  </a:lnTo>
                  <a:lnTo>
                    <a:pt x="963" y="305"/>
                  </a:lnTo>
                  <a:lnTo>
                    <a:pt x="979" y="350"/>
                  </a:lnTo>
                  <a:lnTo>
                    <a:pt x="992" y="399"/>
                  </a:lnTo>
                  <a:lnTo>
                    <a:pt x="1000" y="448"/>
                  </a:lnTo>
                  <a:lnTo>
                    <a:pt x="1002" y="499"/>
                  </a:lnTo>
                  <a:lnTo>
                    <a:pt x="1000" y="551"/>
                  </a:lnTo>
                  <a:lnTo>
                    <a:pt x="992" y="600"/>
                  </a:lnTo>
                  <a:lnTo>
                    <a:pt x="979" y="649"/>
                  </a:lnTo>
                  <a:lnTo>
                    <a:pt x="963" y="695"/>
                  </a:lnTo>
                  <a:lnTo>
                    <a:pt x="941" y="739"/>
                  </a:lnTo>
                  <a:lnTo>
                    <a:pt x="917" y="780"/>
                  </a:lnTo>
                  <a:lnTo>
                    <a:pt x="888" y="818"/>
                  </a:lnTo>
                  <a:lnTo>
                    <a:pt x="856" y="854"/>
                  </a:lnTo>
                  <a:lnTo>
                    <a:pt x="820" y="886"/>
                  </a:lnTo>
                  <a:lnTo>
                    <a:pt x="781" y="915"/>
                  </a:lnTo>
                  <a:lnTo>
                    <a:pt x="739" y="940"/>
                  </a:lnTo>
                  <a:lnTo>
                    <a:pt x="696" y="961"/>
                  </a:lnTo>
                  <a:lnTo>
                    <a:pt x="649" y="978"/>
                  </a:lnTo>
                  <a:lnTo>
                    <a:pt x="602" y="990"/>
                  </a:lnTo>
                  <a:lnTo>
                    <a:pt x="552" y="998"/>
                  </a:lnTo>
                  <a:lnTo>
                    <a:pt x="501" y="1000"/>
                  </a:lnTo>
                  <a:lnTo>
                    <a:pt x="450" y="998"/>
                  </a:lnTo>
                  <a:lnTo>
                    <a:pt x="399" y="990"/>
                  </a:lnTo>
                  <a:lnTo>
                    <a:pt x="352" y="978"/>
                  </a:lnTo>
                  <a:lnTo>
                    <a:pt x="306" y="961"/>
                  </a:lnTo>
                  <a:lnTo>
                    <a:pt x="262" y="940"/>
                  </a:lnTo>
                  <a:lnTo>
                    <a:pt x="221" y="915"/>
                  </a:lnTo>
                  <a:lnTo>
                    <a:pt x="182" y="886"/>
                  </a:lnTo>
                  <a:lnTo>
                    <a:pt x="147" y="854"/>
                  </a:lnTo>
                  <a:lnTo>
                    <a:pt x="114" y="818"/>
                  </a:lnTo>
                  <a:lnTo>
                    <a:pt x="85" y="780"/>
                  </a:lnTo>
                  <a:lnTo>
                    <a:pt x="61" y="739"/>
                  </a:lnTo>
                  <a:lnTo>
                    <a:pt x="39" y="695"/>
                  </a:lnTo>
                  <a:lnTo>
                    <a:pt x="23" y="649"/>
                  </a:lnTo>
                  <a:lnTo>
                    <a:pt x="10" y="600"/>
                  </a:lnTo>
                  <a:lnTo>
                    <a:pt x="2" y="551"/>
                  </a:lnTo>
                  <a:lnTo>
                    <a:pt x="0" y="499"/>
                  </a:lnTo>
                  <a:lnTo>
                    <a:pt x="2" y="448"/>
                  </a:lnTo>
                  <a:lnTo>
                    <a:pt x="10" y="399"/>
                  </a:lnTo>
                  <a:lnTo>
                    <a:pt x="23" y="350"/>
                  </a:lnTo>
                  <a:lnTo>
                    <a:pt x="39" y="305"/>
                  </a:lnTo>
                  <a:lnTo>
                    <a:pt x="61" y="262"/>
                  </a:lnTo>
                  <a:lnTo>
                    <a:pt x="85" y="220"/>
                  </a:lnTo>
                  <a:lnTo>
                    <a:pt x="114" y="182"/>
                  </a:lnTo>
                  <a:lnTo>
                    <a:pt x="147" y="146"/>
                  </a:lnTo>
                  <a:lnTo>
                    <a:pt x="182" y="114"/>
                  </a:lnTo>
                  <a:lnTo>
                    <a:pt x="221" y="85"/>
                  </a:lnTo>
                  <a:lnTo>
                    <a:pt x="262" y="60"/>
                  </a:lnTo>
                  <a:lnTo>
                    <a:pt x="306" y="39"/>
                  </a:lnTo>
                  <a:lnTo>
                    <a:pt x="352" y="22"/>
                  </a:lnTo>
                  <a:lnTo>
                    <a:pt x="399" y="10"/>
                  </a:lnTo>
                  <a:lnTo>
                    <a:pt x="450" y="2"/>
                  </a:lnTo>
                  <a:lnTo>
                    <a:pt x="501" y="0"/>
                  </a:lnTo>
                  <a:close/>
                </a:path>
              </a:pathLst>
            </a:custGeom>
            <a:solidFill>
              <a:schemeClr val="accent6">
                <a:lumMod val="40000"/>
                <a:lumOff val="60000"/>
              </a:schemeClr>
            </a:solidFill>
            <a:ln w="9525">
              <a:noFill/>
              <a:round/>
            </a:ln>
          </p:spPr>
          <p:txBody>
            <a:bodyPr vert="horz" wrap="square" lIns="91440" tIns="45720" rIns="91440" bIns="45720" numCol="1" anchor="t" anchorCtr="0" compatLnSpc="1"/>
            <a:p>
              <a:endParaRPr lang="zh-CN" altLang="en-US" sz="3200"/>
            </a:p>
          </p:txBody>
        </p:sp>
        <p:grpSp>
          <p:nvGrpSpPr>
            <p:cNvPr id="61" name="组合 60"/>
            <p:cNvGrpSpPr/>
            <p:nvPr/>
          </p:nvGrpSpPr>
          <p:grpSpPr>
            <a:xfrm>
              <a:off x="6673216" y="3217424"/>
              <a:ext cx="909255" cy="587254"/>
              <a:chOff x="6624372" y="3254913"/>
              <a:chExt cx="909255" cy="587254"/>
            </a:xfrm>
          </p:grpSpPr>
          <p:grpSp>
            <p:nvGrpSpPr>
              <p:cNvPr id="62" name="组合 61"/>
              <p:cNvGrpSpPr/>
              <p:nvPr/>
            </p:nvGrpSpPr>
            <p:grpSpPr>
              <a:xfrm>
                <a:off x="6624372" y="3254913"/>
                <a:ext cx="909255" cy="587254"/>
                <a:chOff x="4543925" y="5174890"/>
                <a:chExt cx="1100199" cy="710577"/>
              </a:xfrm>
            </p:grpSpPr>
            <p:grpSp>
              <p:nvGrpSpPr>
                <p:cNvPr id="70" name="组合 69"/>
                <p:cNvGrpSpPr/>
                <p:nvPr/>
              </p:nvGrpSpPr>
              <p:grpSpPr>
                <a:xfrm>
                  <a:off x="4543925" y="5218185"/>
                  <a:ext cx="608729" cy="667282"/>
                  <a:chOff x="3667207" y="4720946"/>
                  <a:chExt cx="1578886" cy="1730759"/>
                </a:xfrm>
              </p:grpSpPr>
              <p:cxnSp>
                <p:nvCxnSpPr>
                  <p:cNvPr id="100" name="直接连接符 99"/>
                  <p:cNvCxnSpPr/>
                  <p:nvPr/>
                </p:nvCxnSpPr>
                <p:spPr>
                  <a:xfrm>
                    <a:off x="4139952" y="4752054"/>
                    <a:ext cx="0" cy="97200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a:off x="5096517" y="4872958"/>
                    <a:ext cx="0" cy="97200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2" name="弧形 101"/>
                  <p:cNvSpPr/>
                  <p:nvPr/>
                </p:nvSpPr>
                <p:spPr>
                  <a:xfrm>
                    <a:off x="3667207" y="4720946"/>
                    <a:ext cx="1578886" cy="763097"/>
                  </a:xfrm>
                  <a:prstGeom prst="arc">
                    <a:avLst>
                      <a:gd name="adj1" fmla="val 13674726"/>
                      <a:gd name="adj2" fmla="val 15251032"/>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03" name="弧形 102"/>
                  <p:cNvSpPr/>
                  <p:nvPr/>
                </p:nvSpPr>
                <p:spPr>
                  <a:xfrm>
                    <a:off x="3667207" y="5688608"/>
                    <a:ext cx="1578886" cy="763097"/>
                  </a:xfrm>
                  <a:prstGeom prst="arc">
                    <a:avLst>
                      <a:gd name="adj1" fmla="val 13674726"/>
                      <a:gd name="adj2" fmla="val 20451858"/>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sp>
              <p:nvSpPr>
                <p:cNvPr id="71" name="弧形 70"/>
                <p:cNvSpPr/>
                <p:nvPr/>
              </p:nvSpPr>
              <p:spPr>
                <a:xfrm>
                  <a:off x="4568263" y="5174890"/>
                  <a:ext cx="546231" cy="330350"/>
                </a:xfrm>
                <a:prstGeom prst="arc">
                  <a:avLst>
                    <a:gd name="adj1" fmla="val 15435190"/>
                    <a:gd name="adj2" fmla="val 20816593"/>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72" name="弧形 71"/>
                <p:cNvSpPr/>
                <p:nvPr/>
              </p:nvSpPr>
              <p:spPr>
                <a:xfrm>
                  <a:off x="4568263" y="5547379"/>
                  <a:ext cx="546231" cy="330350"/>
                </a:xfrm>
                <a:prstGeom prst="arc">
                  <a:avLst>
                    <a:gd name="adj1" fmla="val 15435190"/>
                    <a:gd name="adj2" fmla="val 20816593"/>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nvGrpSpPr>
                <p:cNvPr id="73" name="组合 72"/>
                <p:cNvGrpSpPr/>
                <p:nvPr/>
              </p:nvGrpSpPr>
              <p:grpSpPr>
                <a:xfrm flipH="1">
                  <a:off x="5035395" y="5218185"/>
                  <a:ext cx="608729" cy="667282"/>
                  <a:chOff x="3667207" y="4720946"/>
                  <a:chExt cx="1578886" cy="1730759"/>
                </a:xfrm>
              </p:grpSpPr>
              <p:cxnSp>
                <p:nvCxnSpPr>
                  <p:cNvPr id="96" name="直接连接符 95"/>
                  <p:cNvCxnSpPr/>
                  <p:nvPr/>
                </p:nvCxnSpPr>
                <p:spPr>
                  <a:xfrm>
                    <a:off x="4139952" y="4752054"/>
                    <a:ext cx="0" cy="97200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a:off x="5096517" y="4872958"/>
                    <a:ext cx="0" cy="97200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98" name="弧形 97"/>
                  <p:cNvSpPr/>
                  <p:nvPr/>
                </p:nvSpPr>
                <p:spPr>
                  <a:xfrm>
                    <a:off x="3667207" y="4720946"/>
                    <a:ext cx="1578886" cy="763097"/>
                  </a:xfrm>
                  <a:prstGeom prst="arc">
                    <a:avLst>
                      <a:gd name="adj1" fmla="val 13674726"/>
                      <a:gd name="adj2" fmla="val 15251032"/>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99" name="弧形 98"/>
                  <p:cNvSpPr/>
                  <p:nvPr/>
                </p:nvSpPr>
                <p:spPr>
                  <a:xfrm>
                    <a:off x="3667207" y="5688608"/>
                    <a:ext cx="1578886" cy="763097"/>
                  </a:xfrm>
                  <a:prstGeom prst="arc">
                    <a:avLst>
                      <a:gd name="adj1" fmla="val 13674726"/>
                      <a:gd name="adj2" fmla="val 20451858"/>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sp>
              <p:nvSpPr>
                <p:cNvPr id="74" name="弧形 73"/>
                <p:cNvSpPr/>
                <p:nvPr/>
              </p:nvSpPr>
              <p:spPr>
                <a:xfrm flipH="1">
                  <a:off x="5073555" y="5174890"/>
                  <a:ext cx="546231" cy="330350"/>
                </a:xfrm>
                <a:prstGeom prst="arc">
                  <a:avLst>
                    <a:gd name="adj1" fmla="val 15435190"/>
                    <a:gd name="adj2" fmla="val 20816593"/>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75" name="弧形 74"/>
                <p:cNvSpPr/>
                <p:nvPr/>
              </p:nvSpPr>
              <p:spPr>
                <a:xfrm flipH="1">
                  <a:off x="5073555" y="5547379"/>
                  <a:ext cx="546231" cy="330350"/>
                </a:xfrm>
                <a:prstGeom prst="arc">
                  <a:avLst>
                    <a:gd name="adj1" fmla="val 15435190"/>
                    <a:gd name="adj2" fmla="val 20816593"/>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cxnSp>
              <p:nvCxnSpPr>
                <p:cNvPr id="76" name="直接连接符 75"/>
                <p:cNvCxnSpPr/>
                <p:nvPr/>
              </p:nvCxnSpPr>
              <p:spPr>
                <a:xfrm flipH="1">
                  <a:off x="4676897" y="5652499"/>
                  <a:ext cx="551" cy="39262"/>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a:off x="4805803" y="5174890"/>
                  <a:ext cx="0" cy="374748"/>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a:off x="4678121" y="5276792"/>
                  <a:ext cx="0" cy="374748"/>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a:endCxn id="72" idx="2"/>
                </p:cNvCxnSpPr>
                <p:nvPr/>
              </p:nvCxnSpPr>
              <p:spPr>
                <a:xfrm>
                  <a:off x="4678121" y="5651540"/>
                  <a:ext cx="418267" cy="1875"/>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a:off x="4678121" y="5276792"/>
                  <a:ext cx="47121"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093883" y="5653879"/>
                  <a:ext cx="551" cy="39262"/>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a:off x="4678121" y="5690845"/>
                  <a:ext cx="418267" cy="1875"/>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a:off x="4684860" y="5663998"/>
                  <a:ext cx="402507" cy="0"/>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a:off x="4684860" y="5672130"/>
                  <a:ext cx="402507" cy="0"/>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a:off x="4684860" y="5682410"/>
                  <a:ext cx="402507" cy="0"/>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a:off x="5510601" y="5652499"/>
                  <a:ext cx="551" cy="39262"/>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H="1">
                  <a:off x="5382246" y="5174890"/>
                  <a:ext cx="0" cy="374748"/>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a:off x="5509928" y="5276792"/>
                  <a:ext cx="0" cy="374748"/>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a:endCxn id="75" idx="2"/>
                </p:cNvCxnSpPr>
                <p:nvPr/>
              </p:nvCxnSpPr>
              <p:spPr>
                <a:xfrm flipH="1">
                  <a:off x="5091661" y="5651540"/>
                  <a:ext cx="418267" cy="1875"/>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flipH="1">
                  <a:off x="5462807" y="5276792"/>
                  <a:ext cx="47121"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5093615" y="5653879"/>
                  <a:ext cx="551" cy="39262"/>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H="1">
                  <a:off x="5091661" y="5690845"/>
                  <a:ext cx="418267" cy="1875"/>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H="1">
                  <a:off x="5100682" y="5663998"/>
                  <a:ext cx="402507" cy="0"/>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H="1">
                  <a:off x="5100682" y="5672130"/>
                  <a:ext cx="402507" cy="0"/>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H="1">
                  <a:off x="5100682" y="5682410"/>
                  <a:ext cx="402507" cy="0"/>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63" name="组合 62"/>
              <p:cNvGrpSpPr/>
              <p:nvPr/>
            </p:nvGrpSpPr>
            <p:grpSpPr>
              <a:xfrm>
                <a:off x="6732240" y="3332393"/>
                <a:ext cx="690265" cy="406004"/>
                <a:chOff x="6732240" y="3332393"/>
                <a:chExt cx="690265" cy="406004"/>
              </a:xfrm>
            </p:grpSpPr>
            <p:sp>
              <p:nvSpPr>
                <p:cNvPr id="64" name="弧形 63"/>
                <p:cNvSpPr/>
                <p:nvPr/>
              </p:nvSpPr>
              <p:spPr>
                <a:xfrm>
                  <a:off x="6732240" y="3332393"/>
                  <a:ext cx="343505" cy="248196"/>
                </a:xfrm>
                <a:prstGeom prst="arc">
                  <a:avLst>
                    <a:gd name="adj1" fmla="val 15435190"/>
                    <a:gd name="adj2" fmla="val 19418444"/>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65" name="弧形 64"/>
                <p:cNvSpPr/>
                <p:nvPr/>
              </p:nvSpPr>
              <p:spPr>
                <a:xfrm>
                  <a:off x="6732240" y="3409318"/>
                  <a:ext cx="343505" cy="248196"/>
                </a:xfrm>
                <a:prstGeom prst="arc">
                  <a:avLst>
                    <a:gd name="adj1" fmla="val 15435190"/>
                    <a:gd name="adj2" fmla="val 19418444"/>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66" name="弧形 65"/>
                <p:cNvSpPr/>
                <p:nvPr/>
              </p:nvSpPr>
              <p:spPr>
                <a:xfrm>
                  <a:off x="6732240" y="3486243"/>
                  <a:ext cx="343505" cy="248196"/>
                </a:xfrm>
                <a:prstGeom prst="arc">
                  <a:avLst>
                    <a:gd name="adj1" fmla="val 15435190"/>
                    <a:gd name="adj2" fmla="val 19418444"/>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67" name="弧形 66"/>
                <p:cNvSpPr/>
                <p:nvPr/>
              </p:nvSpPr>
              <p:spPr>
                <a:xfrm flipH="1">
                  <a:off x="7079000" y="3336351"/>
                  <a:ext cx="343505" cy="248196"/>
                </a:xfrm>
                <a:prstGeom prst="arc">
                  <a:avLst>
                    <a:gd name="adj1" fmla="val 15435190"/>
                    <a:gd name="adj2" fmla="val 19418444"/>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68" name="弧形 67"/>
                <p:cNvSpPr/>
                <p:nvPr/>
              </p:nvSpPr>
              <p:spPr>
                <a:xfrm flipH="1">
                  <a:off x="7079000" y="3413276"/>
                  <a:ext cx="343505" cy="248196"/>
                </a:xfrm>
                <a:prstGeom prst="arc">
                  <a:avLst>
                    <a:gd name="adj1" fmla="val 15435190"/>
                    <a:gd name="adj2" fmla="val 19418444"/>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69" name="弧形 68"/>
                <p:cNvSpPr/>
                <p:nvPr/>
              </p:nvSpPr>
              <p:spPr>
                <a:xfrm flipH="1">
                  <a:off x="7079000" y="3490201"/>
                  <a:ext cx="343505" cy="248196"/>
                </a:xfrm>
                <a:prstGeom prst="arc">
                  <a:avLst>
                    <a:gd name="adj1" fmla="val 15435190"/>
                    <a:gd name="adj2" fmla="val 19418444"/>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blinds(horizontal)">
                                      <p:cBhvr>
                                        <p:cTn id="7" dur="500"/>
                                        <p:tgtEl>
                                          <p:spTgt spid="58"/>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17768"/>
                                        </p:tgtEl>
                                        <p:attrNameLst>
                                          <p:attrName>style.visibility</p:attrName>
                                        </p:attrNameLst>
                                      </p:cBhvr>
                                      <p:to>
                                        <p:strVal val="visible"/>
                                      </p:to>
                                    </p:set>
                                    <p:animEffect transition="in" filter="blinds(horizontal)">
                                      <p:cBhvr>
                                        <p:cTn id="11" dur="500"/>
                                        <p:tgtEl>
                                          <p:spTgt spid="1177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8"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*4-7 对偶原理</a:t>
            </a:r>
            <a:endParaRPr lang="zh-CN" altLang="en-US"/>
          </a:p>
        </p:txBody>
      </p:sp>
      <p:sp>
        <p:nvSpPr>
          <p:cNvPr id="118843" name="Text Box 59"/>
          <p:cNvSpPr txBox="1"/>
          <p:nvPr/>
        </p:nvSpPr>
        <p:spPr>
          <a:xfrm>
            <a:off x="5148263" y="1370013"/>
            <a:ext cx="2844800" cy="521970"/>
          </a:xfrm>
          <a:prstGeom prst="rect">
            <a:avLst/>
          </a:prstGeom>
          <a:no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网孔电流方程为</a:t>
            </a:r>
            <a:endParaRPr kumimoji="1" lang="zh-CN" altLang="en-US" sz="2800" dirty="0" smtClean="0">
              <a:latin typeface="华文楷体" panose="02010600040101010101" pitchFamily="2" charset="-122"/>
              <a:ea typeface="华文楷体" panose="02010600040101010101" pitchFamily="2" charset="-122"/>
              <a:sym typeface="Symbol" panose="05050102010706020507" pitchFamily="18" charset="2"/>
            </a:endParaRPr>
          </a:p>
        </p:txBody>
      </p:sp>
      <p:sp>
        <p:nvSpPr>
          <p:cNvPr id="118844" name="Text Box 60"/>
          <p:cNvSpPr txBox="1"/>
          <p:nvPr/>
        </p:nvSpPr>
        <p:spPr>
          <a:xfrm>
            <a:off x="5292725" y="3673475"/>
            <a:ext cx="2881313" cy="521970"/>
          </a:xfrm>
          <a:prstGeom prst="rect">
            <a:avLst/>
          </a:prstGeom>
          <a:no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节点电压</a:t>
            </a:r>
            <a:r>
              <a:rPr kumimoji="1" lang="zh-CN" altLang="en-US" sz="2800" dirty="0" smtClean="0">
                <a:latin typeface="华文楷体" panose="02010600040101010101" pitchFamily="2" charset="-122"/>
                <a:ea typeface="华文楷体" panose="02010600040101010101" pitchFamily="2" charset="-122"/>
                <a:sym typeface="Symbol" panose="05050102010706020507" pitchFamily="18" charset="2"/>
              </a:rPr>
              <a:t>方程为</a:t>
            </a:r>
            <a:endParaRPr kumimoji="1" lang="zh-CN" altLang="en-US" sz="2800" dirty="0" smtClean="0">
              <a:latin typeface="华文楷体" panose="02010600040101010101" pitchFamily="2" charset="-122"/>
              <a:ea typeface="华文楷体" panose="02010600040101010101" pitchFamily="2" charset="-122"/>
              <a:sym typeface="Symbol" panose="05050102010706020507" pitchFamily="18" charset="2"/>
            </a:endParaRPr>
          </a:p>
        </p:txBody>
      </p:sp>
      <p:sp>
        <p:nvSpPr>
          <p:cNvPr id="118848" name="Text Box 64"/>
          <p:cNvSpPr txBox="1"/>
          <p:nvPr/>
        </p:nvSpPr>
        <p:spPr>
          <a:xfrm>
            <a:off x="1682750" y="720725"/>
            <a:ext cx="4968875" cy="521970"/>
          </a:xfrm>
          <a:prstGeom prst="rect">
            <a:avLst/>
          </a:prstGeom>
          <a:no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网孔电流与节点电压</a:t>
            </a:r>
            <a:r>
              <a:rPr kumimoji="1" lang="zh-CN" altLang="en-US" sz="2800" dirty="0" smtClean="0">
                <a:latin typeface="华文楷体" panose="02010600040101010101" pitchFamily="2" charset="-122"/>
                <a:ea typeface="华文楷体" panose="02010600040101010101" pitchFamily="2" charset="-122"/>
                <a:sym typeface="Symbol" panose="05050102010706020507" pitchFamily="18" charset="2"/>
              </a:rPr>
              <a:t>的对偶。</a:t>
            </a:r>
            <a:endParaRPr kumimoji="1" lang="zh-CN" altLang="en-US" sz="2800" dirty="0" smtClean="0">
              <a:latin typeface="华文楷体" panose="02010600040101010101" pitchFamily="2" charset="-122"/>
              <a:ea typeface="华文楷体" panose="02010600040101010101" pitchFamily="2" charset="-122"/>
              <a:sym typeface="Symbol" panose="05050102010706020507" pitchFamily="18" charset="2"/>
            </a:endParaRPr>
          </a:p>
        </p:txBody>
      </p:sp>
      <p:sp>
        <p:nvSpPr>
          <p:cNvPr id="9" name="Text Box 22"/>
          <p:cNvSpPr txBox="1">
            <a:spLocks noChangeArrowheads="1"/>
          </p:cNvSpPr>
          <p:nvPr/>
        </p:nvSpPr>
        <p:spPr bwMode="auto">
          <a:xfrm>
            <a:off x="177800" y="692785"/>
            <a:ext cx="1219200" cy="575945"/>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例</a:t>
            </a:r>
            <a:r>
              <a:rPr kumimoji="1" lang="en-US" altLang="zh-CN" sz="3200" dirty="0">
                <a:solidFill>
                  <a:schemeClr val="bg1"/>
                </a:solidFill>
                <a:latin typeface="华文新魏" panose="02010800040101010101" pitchFamily="2" charset="-122"/>
                <a:ea typeface="华文新魏" panose="02010800040101010101" pitchFamily="2" charset="-122"/>
              </a:rPr>
              <a:t>7-2</a:t>
            </a:r>
            <a:endParaRPr kumimoji="1" lang="en-US" altLang="zh-CN" sz="3200" dirty="0">
              <a:solidFill>
                <a:schemeClr val="bg1"/>
              </a:solidFill>
              <a:latin typeface="华文新魏" panose="02010800040101010101" pitchFamily="2" charset="-122"/>
              <a:ea typeface="华文新魏" panose="02010800040101010101" pitchFamily="2" charset="-122"/>
            </a:endParaRPr>
          </a:p>
        </p:txBody>
      </p:sp>
      <p:graphicFrame>
        <p:nvGraphicFramePr>
          <p:cNvPr id="3" name="对象 2"/>
          <p:cNvGraphicFramePr/>
          <p:nvPr/>
        </p:nvGraphicFramePr>
        <p:xfrm>
          <a:off x="5011420" y="2099310"/>
          <a:ext cx="3881120" cy="1172210"/>
        </p:xfrm>
        <a:graphic>
          <a:graphicData uri="http://schemas.openxmlformats.org/presentationml/2006/ole">
            <mc:AlternateContent xmlns:mc="http://schemas.openxmlformats.org/markup-compatibility/2006">
              <mc:Choice xmlns:v="urn:schemas-microsoft-com:vml" Requires="v">
                <p:oleObj spid="_x0000_s6" name="" r:id="rId1" imgW="1752600" imgH="482600" progId="Equation.KSEE3">
                  <p:embed/>
                </p:oleObj>
              </mc:Choice>
              <mc:Fallback>
                <p:oleObj name="" r:id="rId1" imgW="1752600" imgH="482600" progId="Equation.KSEE3">
                  <p:embed/>
                  <p:pic>
                    <p:nvPicPr>
                      <p:cNvPr id="0" name="图片 5"/>
                      <p:cNvPicPr/>
                      <p:nvPr/>
                    </p:nvPicPr>
                    <p:blipFill>
                      <a:blip r:embed="rId2"/>
                      <a:stretch>
                        <a:fillRect/>
                      </a:stretch>
                    </p:blipFill>
                    <p:spPr>
                      <a:xfrm>
                        <a:off x="5011420" y="2099310"/>
                        <a:ext cx="3881120" cy="1172210"/>
                      </a:xfrm>
                      <a:prstGeom prst="rect">
                        <a:avLst/>
                      </a:prstGeom>
                    </p:spPr>
                  </p:pic>
                </p:oleObj>
              </mc:Fallback>
            </mc:AlternateContent>
          </a:graphicData>
        </a:graphic>
      </p:graphicFrame>
      <p:graphicFrame>
        <p:nvGraphicFramePr>
          <p:cNvPr id="7" name="对象 6"/>
          <p:cNvGraphicFramePr/>
          <p:nvPr/>
        </p:nvGraphicFramePr>
        <p:xfrm>
          <a:off x="4935855" y="4620260"/>
          <a:ext cx="4037330" cy="1159510"/>
        </p:xfrm>
        <a:graphic>
          <a:graphicData uri="http://schemas.openxmlformats.org/presentationml/2006/ole">
            <mc:AlternateContent xmlns:mc="http://schemas.openxmlformats.org/markup-compatibility/2006">
              <mc:Choice xmlns:v="urn:schemas-microsoft-com:vml" Requires="v">
                <p:oleObj spid="_x0000_s8" name="" r:id="rId3" imgW="1765300" imgH="482600" progId="Equation.KSEE3">
                  <p:embed/>
                </p:oleObj>
              </mc:Choice>
              <mc:Fallback>
                <p:oleObj name="" r:id="rId3" imgW="1765300" imgH="482600" progId="Equation.KSEE3">
                  <p:embed/>
                  <p:pic>
                    <p:nvPicPr>
                      <p:cNvPr id="0" name="图片 7"/>
                      <p:cNvPicPr/>
                      <p:nvPr/>
                    </p:nvPicPr>
                    <p:blipFill>
                      <a:blip r:embed="rId4"/>
                      <a:stretch>
                        <a:fillRect/>
                      </a:stretch>
                    </p:blipFill>
                    <p:spPr>
                      <a:xfrm>
                        <a:off x="4935855" y="4620260"/>
                        <a:ext cx="4037330" cy="1159510"/>
                      </a:xfrm>
                      <a:prstGeom prst="rect">
                        <a:avLst/>
                      </a:prstGeom>
                    </p:spPr>
                  </p:pic>
                </p:oleObj>
              </mc:Fallback>
            </mc:AlternateContent>
          </a:graphicData>
        </a:graphic>
      </p:graphicFrame>
      <p:grpSp>
        <p:nvGrpSpPr>
          <p:cNvPr id="17" name="组合 16"/>
          <p:cNvGrpSpPr/>
          <p:nvPr/>
        </p:nvGrpSpPr>
        <p:grpSpPr>
          <a:xfrm>
            <a:off x="250825" y="1225550"/>
            <a:ext cx="4375785" cy="2275205"/>
            <a:chOff x="395" y="1930"/>
            <a:chExt cx="6891" cy="3583"/>
          </a:xfrm>
        </p:grpSpPr>
        <p:sp>
          <p:nvSpPr>
            <p:cNvPr id="51238" name="Rectangle 17"/>
            <p:cNvSpPr/>
            <p:nvPr/>
          </p:nvSpPr>
          <p:spPr bwMode="auto">
            <a:xfrm>
              <a:off x="1660" y="2855"/>
              <a:ext cx="5180" cy="2658"/>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p>
              <a:endParaRPr lang="zh-CN" altLang="en-US" dirty="0">
                <a:solidFill>
                  <a:schemeClr val="tx1"/>
                </a:solidFill>
                <a:latin typeface="Arial" panose="020B0604020202020204" pitchFamily="34" charset="0"/>
              </a:endParaRPr>
            </a:p>
          </p:txBody>
        </p:sp>
        <p:sp>
          <p:nvSpPr>
            <p:cNvPr id="51239" name="Rectangle 18"/>
            <p:cNvSpPr/>
            <p:nvPr/>
          </p:nvSpPr>
          <p:spPr bwMode="auto">
            <a:xfrm>
              <a:off x="2583" y="2693"/>
              <a:ext cx="803" cy="348"/>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51240" name="Text Box 19"/>
            <p:cNvSpPr txBox="1"/>
            <p:nvPr/>
          </p:nvSpPr>
          <p:spPr>
            <a:xfrm>
              <a:off x="740" y="2970"/>
              <a:ext cx="808" cy="818"/>
            </a:xfrm>
            <a:prstGeom prst="rect">
              <a:avLst/>
            </a:prstGeom>
            <a:noFill/>
            <a:ln w="9525">
              <a:noFill/>
            </a:ln>
          </p:spPr>
          <p:txBody>
            <a:bodyPr>
              <a:spAutoFit/>
            </a:bodyPr>
            <a:p>
              <a:pPr>
                <a:spcBef>
                  <a:spcPct val="50000"/>
                </a:spcBef>
              </a:pPr>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51241" name="Text Box 20"/>
            <p:cNvSpPr txBox="1"/>
            <p:nvPr/>
          </p:nvSpPr>
          <p:spPr>
            <a:xfrm>
              <a:off x="742" y="4470"/>
              <a:ext cx="953" cy="818"/>
            </a:xfrm>
            <a:prstGeom prst="rect">
              <a:avLst/>
            </a:prstGeom>
            <a:noFill/>
            <a:ln w="9525">
              <a:noFill/>
            </a:ln>
          </p:spPr>
          <p:txBody>
            <a:bodyPr>
              <a:spAutoFit/>
            </a:bodyPr>
            <a:p>
              <a:pPr>
                <a:spcBef>
                  <a:spcPct val="50000"/>
                </a:spcBef>
              </a:pPr>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51242" name="Text Box 21"/>
            <p:cNvSpPr txBox="1"/>
            <p:nvPr/>
          </p:nvSpPr>
          <p:spPr>
            <a:xfrm>
              <a:off x="2468" y="3548"/>
              <a:ext cx="138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仿宋_GB2312" pitchFamily="49" charset="-122"/>
                </a:rPr>
                <a:t>i</a:t>
              </a:r>
              <a:r>
                <a:rPr lang="en-US" altLang="zh-CN" b="0" baseline="-25000" dirty="0">
                  <a:solidFill>
                    <a:schemeClr val="tx1"/>
                  </a:solidFill>
                  <a:latin typeface="Times New Roman" panose="02020603050405020304" pitchFamily="18" charset="0"/>
                  <a:ea typeface="仿宋_GB2312" pitchFamily="49" charset="-122"/>
                </a:rPr>
                <a:t>m1</a:t>
              </a:r>
              <a:endParaRPr lang="en-US" altLang="zh-CN" b="0" baseline="-25000" dirty="0">
                <a:solidFill>
                  <a:schemeClr val="tx1"/>
                </a:solidFill>
                <a:latin typeface="Times New Roman" panose="02020603050405020304" pitchFamily="18" charset="0"/>
                <a:ea typeface="仿宋_GB2312" pitchFamily="49" charset="-122"/>
              </a:endParaRPr>
            </a:p>
          </p:txBody>
        </p:sp>
        <p:sp>
          <p:nvSpPr>
            <p:cNvPr id="51243" name="Line 22"/>
            <p:cNvSpPr/>
            <p:nvPr/>
          </p:nvSpPr>
          <p:spPr bwMode="auto">
            <a:xfrm>
              <a:off x="3968" y="2855"/>
              <a:ext cx="0" cy="2658"/>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51244" name="Text Box 23"/>
            <p:cNvSpPr txBox="1"/>
            <p:nvPr/>
          </p:nvSpPr>
          <p:spPr>
            <a:xfrm>
              <a:off x="2583" y="1930"/>
              <a:ext cx="92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仿宋_GB2312" pitchFamily="49" charset="-122"/>
                </a:rPr>
                <a:t>R</a:t>
              </a:r>
              <a:r>
                <a:rPr lang="en-US" altLang="zh-CN" b="0" baseline="-25000" dirty="0">
                  <a:solidFill>
                    <a:schemeClr val="tx1"/>
                  </a:solidFill>
                  <a:latin typeface="Times New Roman" panose="02020603050405020304" pitchFamily="18" charset="0"/>
                  <a:ea typeface="仿宋_GB2312" pitchFamily="49" charset="-122"/>
                </a:rPr>
                <a:t>1</a:t>
              </a:r>
              <a:endParaRPr lang="en-US" altLang="zh-CN" b="0" baseline="-25000" dirty="0">
                <a:solidFill>
                  <a:schemeClr val="tx1"/>
                </a:solidFill>
                <a:latin typeface="Times New Roman" panose="02020603050405020304" pitchFamily="18" charset="0"/>
                <a:ea typeface="仿宋_GB2312" pitchFamily="49" charset="-122"/>
              </a:endParaRPr>
            </a:p>
          </p:txBody>
        </p:sp>
        <p:sp>
          <p:nvSpPr>
            <p:cNvPr id="51245" name="Text Box 24"/>
            <p:cNvSpPr txBox="1"/>
            <p:nvPr/>
          </p:nvSpPr>
          <p:spPr>
            <a:xfrm>
              <a:off x="395" y="3778"/>
              <a:ext cx="1135"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仿宋_GB2312" pitchFamily="49" charset="-122"/>
                </a:rPr>
                <a:t>u</a:t>
              </a:r>
              <a:r>
                <a:rPr lang="en-US" altLang="zh-CN" b="0" baseline="-25000" dirty="0">
                  <a:solidFill>
                    <a:schemeClr val="tx1"/>
                  </a:solidFill>
                  <a:latin typeface="Times New Roman" panose="02020603050405020304" pitchFamily="18" charset="0"/>
                  <a:ea typeface="仿宋_GB2312" pitchFamily="49" charset="-122"/>
                </a:rPr>
                <a:t>S1</a:t>
              </a:r>
              <a:endParaRPr lang="en-US" altLang="zh-CN" b="0" baseline="-25000" dirty="0">
                <a:solidFill>
                  <a:schemeClr val="tx1"/>
                </a:solidFill>
                <a:latin typeface="Times New Roman" panose="02020603050405020304" pitchFamily="18" charset="0"/>
                <a:ea typeface="仿宋_GB2312" pitchFamily="49" charset="-122"/>
              </a:endParaRPr>
            </a:p>
          </p:txBody>
        </p:sp>
        <p:sp>
          <p:nvSpPr>
            <p:cNvPr id="51246" name="Text Box 25"/>
            <p:cNvSpPr txBox="1"/>
            <p:nvPr/>
          </p:nvSpPr>
          <p:spPr>
            <a:xfrm>
              <a:off x="6065" y="4605"/>
              <a:ext cx="920" cy="818"/>
            </a:xfrm>
            <a:prstGeom prst="rect">
              <a:avLst/>
            </a:prstGeom>
            <a:noFill/>
            <a:ln w="9525">
              <a:noFill/>
            </a:ln>
          </p:spPr>
          <p:txBody>
            <a:bodyPr>
              <a:spAutoFit/>
            </a:bodyPr>
            <a:p>
              <a:pPr>
                <a:spcBef>
                  <a:spcPct val="50000"/>
                </a:spcBef>
              </a:pPr>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51247" name="Text Box 26"/>
            <p:cNvSpPr txBox="1"/>
            <p:nvPr/>
          </p:nvSpPr>
          <p:spPr>
            <a:xfrm>
              <a:off x="6065" y="2905"/>
              <a:ext cx="953" cy="818"/>
            </a:xfrm>
            <a:prstGeom prst="rect">
              <a:avLst/>
            </a:prstGeom>
            <a:noFill/>
            <a:ln w="9525">
              <a:noFill/>
            </a:ln>
          </p:spPr>
          <p:txBody>
            <a:bodyPr>
              <a:spAutoFit/>
            </a:bodyPr>
            <a:p>
              <a:pPr>
                <a:spcBef>
                  <a:spcPct val="50000"/>
                </a:spcBef>
              </a:pPr>
              <a:r>
                <a:rPr lang="zh-CN" altLang="en-US" b="0" dirty="0">
                  <a:solidFill>
                    <a:schemeClr val="tx1"/>
                  </a:solidFill>
                  <a:latin typeface="Times New Roman" panose="02020603050405020304" pitchFamily="18" charset="0"/>
                  <a:ea typeface="仿宋_GB2312" pitchFamily="49" charset="-122"/>
                </a:rPr>
                <a:t>－</a:t>
              </a:r>
              <a:endParaRPr lang="zh-CN" altLang="en-US" b="0" dirty="0">
                <a:solidFill>
                  <a:schemeClr val="tx1"/>
                </a:solidFill>
                <a:latin typeface="Times New Roman" panose="02020603050405020304" pitchFamily="18" charset="0"/>
                <a:ea typeface="仿宋_GB2312" pitchFamily="49" charset="-122"/>
              </a:endParaRPr>
            </a:p>
          </p:txBody>
        </p:sp>
        <p:sp>
          <p:nvSpPr>
            <p:cNvPr id="51248" name="Rectangle 27"/>
            <p:cNvSpPr/>
            <p:nvPr/>
          </p:nvSpPr>
          <p:spPr bwMode="auto">
            <a:xfrm>
              <a:off x="3805" y="3663"/>
              <a:ext cx="320" cy="81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51249" name="Rectangle 28"/>
            <p:cNvSpPr/>
            <p:nvPr/>
          </p:nvSpPr>
          <p:spPr bwMode="auto">
            <a:xfrm>
              <a:off x="4680" y="2693"/>
              <a:ext cx="803" cy="348"/>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51250" name="Text Box 29"/>
            <p:cNvSpPr txBox="1"/>
            <p:nvPr/>
          </p:nvSpPr>
          <p:spPr>
            <a:xfrm>
              <a:off x="5658" y="4076"/>
              <a:ext cx="1148"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仿宋_GB2312" pitchFamily="49" charset="-122"/>
                </a:rPr>
                <a:t>u</a:t>
              </a:r>
              <a:r>
                <a:rPr lang="en-US" altLang="zh-CN" b="0" baseline="-25000" dirty="0">
                  <a:solidFill>
                    <a:schemeClr val="tx1"/>
                  </a:solidFill>
                  <a:latin typeface="Times New Roman" panose="02020603050405020304" pitchFamily="18" charset="0"/>
                  <a:ea typeface="仿宋_GB2312" pitchFamily="49" charset="-122"/>
                </a:rPr>
                <a:t>S2</a:t>
              </a:r>
              <a:endParaRPr lang="en-US" altLang="zh-CN" b="0" baseline="-25000" dirty="0">
                <a:solidFill>
                  <a:schemeClr val="tx1"/>
                </a:solidFill>
                <a:latin typeface="Times New Roman" panose="02020603050405020304" pitchFamily="18" charset="0"/>
                <a:ea typeface="仿宋_GB2312" pitchFamily="49" charset="-122"/>
              </a:endParaRPr>
            </a:p>
          </p:txBody>
        </p:sp>
        <p:sp>
          <p:nvSpPr>
            <p:cNvPr id="51251" name="Text Box 30"/>
            <p:cNvSpPr txBox="1"/>
            <p:nvPr/>
          </p:nvSpPr>
          <p:spPr>
            <a:xfrm>
              <a:off x="4795" y="1930"/>
              <a:ext cx="923"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仿宋_GB2312" pitchFamily="49" charset="-122"/>
                </a:rPr>
                <a:t>R</a:t>
              </a:r>
              <a:r>
                <a:rPr lang="en-US" altLang="zh-CN" b="0" baseline="-25000" dirty="0">
                  <a:solidFill>
                    <a:schemeClr val="tx1"/>
                  </a:solidFill>
                  <a:latin typeface="Times New Roman" panose="02020603050405020304" pitchFamily="18" charset="0"/>
                  <a:ea typeface="仿宋_GB2312" pitchFamily="49" charset="-122"/>
                </a:rPr>
                <a:t>3</a:t>
              </a:r>
              <a:endParaRPr lang="en-US" altLang="zh-CN" b="0" baseline="-25000" dirty="0">
                <a:solidFill>
                  <a:schemeClr val="tx1"/>
                </a:solidFill>
                <a:latin typeface="Times New Roman" panose="02020603050405020304" pitchFamily="18" charset="0"/>
                <a:ea typeface="仿宋_GB2312" pitchFamily="49" charset="-122"/>
              </a:endParaRPr>
            </a:p>
          </p:txBody>
        </p:sp>
        <p:sp>
          <p:nvSpPr>
            <p:cNvPr id="51252" name="Text Box 31"/>
            <p:cNvSpPr txBox="1"/>
            <p:nvPr/>
          </p:nvSpPr>
          <p:spPr>
            <a:xfrm>
              <a:off x="4035" y="3663"/>
              <a:ext cx="92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仿宋_GB2312" pitchFamily="49" charset="-122"/>
                </a:rPr>
                <a:t>R</a:t>
              </a:r>
              <a:r>
                <a:rPr lang="en-US" altLang="zh-CN" b="0" baseline="-25000" dirty="0">
                  <a:solidFill>
                    <a:schemeClr val="tx1"/>
                  </a:solidFill>
                  <a:latin typeface="Times New Roman" panose="02020603050405020304" pitchFamily="18" charset="0"/>
                  <a:ea typeface="仿宋_GB2312" pitchFamily="49" charset="-122"/>
                </a:rPr>
                <a:t>2</a:t>
              </a:r>
              <a:endParaRPr lang="en-US" altLang="zh-CN" b="0" baseline="-25000" dirty="0">
                <a:solidFill>
                  <a:schemeClr val="tx1"/>
                </a:solidFill>
                <a:latin typeface="Times New Roman" panose="02020603050405020304" pitchFamily="18" charset="0"/>
                <a:ea typeface="仿宋_GB2312" pitchFamily="49" charset="-122"/>
              </a:endParaRPr>
            </a:p>
          </p:txBody>
        </p:sp>
        <p:sp>
          <p:nvSpPr>
            <p:cNvPr id="51253" name="Text Box 32"/>
            <p:cNvSpPr txBox="1"/>
            <p:nvPr/>
          </p:nvSpPr>
          <p:spPr>
            <a:xfrm>
              <a:off x="4910" y="3523"/>
              <a:ext cx="138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仿宋_GB2312" pitchFamily="49" charset="-122"/>
                </a:rPr>
                <a:t>i</a:t>
              </a:r>
              <a:r>
                <a:rPr lang="en-US" altLang="zh-CN" b="0" baseline="-25000" dirty="0">
                  <a:solidFill>
                    <a:schemeClr val="tx1"/>
                  </a:solidFill>
                  <a:latin typeface="Times New Roman" panose="02020603050405020304" pitchFamily="18" charset="0"/>
                  <a:ea typeface="仿宋_GB2312" pitchFamily="49" charset="-122"/>
                </a:rPr>
                <a:t>m2</a:t>
              </a:r>
              <a:endParaRPr lang="en-US" altLang="zh-CN" b="0" baseline="-25000" dirty="0">
                <a:solidFill>
                  <a:schemeClr val="tx1"/>
                </a:solidFill>
                <a:latin typeface="Times New Roman" panose="02020603050405020304" pitchFamily="18" charset="0"/>
                <a:ea typeface="仿宋_GB2312" pitchFamily="49" charset="-122"/>
              </a:endParaRPr>
            </a:p>
          </p:txBody>
        </p:sp>
        <p:sp>
          <p:nvSpPr>
            <p:cNvPr id="51254" name="Freeform 33"/>
            <p:cNvSpPr/>
            <p:nvPr/>
          </p:nvSpPr>
          <p:spPr>
            <a:xfrm>
              <a:off x="2353" y="3473"/>
              <a:ext cx="1170" cy="1115"/>
            </a:xfrm>
            <a:custGeom>
              <a:avLst/>
              <a:gdLst>
                <a:gd name="txL" fmla="*/ 0 w 461"/>
                <a:gd name="txT" fmla="*/ 0 h 438"/>
                <a:gd name="txR" fmla="*/ 461 w 461"/>
                <a:gd name="txB" fmla="*/ 438 h 438"/>
              </a:gdLst>
              <a:ahLst/>
              <a:cxnLst>
                <a:cxn ang="0">
                  <a:pos x="46" y="399"/>
                </a:cxn>
                <a:cxn ang="0">
                  <a:pos x="46" y="122"/>
                </a:cxn>
                <a:cxn ang="0">
                  <a:pos x="322" y="31"/>
                </a:cxn>
                <a:cxn ang="0">
                  <a:pos x="460" y="308"/>
                </a:cxn>
                <a:cxn ang="0">
                  <a:pos x="367" y="446"/>
                </a:cxn>
              </a:cxnLst>
              <a:rect l="txL" t="txT" r="txR" b="txB"/>
              <a:pathLst>
                <a:path w="461" h="438">
                  <a:moveTo>
                    <a:pt x="45" y="392"/>
                  </a:moveTo>
                  <a:cubicBezTo>
                    <a:pt x="22" y="286"/>
                    <a:pt x="0" y="180"/>
                    <a:pt x="45" y="120"/>
                  </a:cubicBezTo>
                  <a:cubicBezTo>
                    <a:pt x="90" y="60"/>
                    <a:pt x="249" y="0"/>
                    <a:pt x="317" y="30"/>
                  </a:cubicBezTo>
                  <a:cubicBezTo>
                    <a:pt x="385" y="60"/>
                    <a:pt x="445" y="234"/>
                    <a:pt x="453" y="302"/>
                  </a:cubicBezTo>
                  <a:cubicBezTo>
                    <a:pt x="461" y="370"/>
                    <a:pt x="377" y="415"/>
                    <a:pt x="362" y="438"/>
                  </a:cubicBezTo>
                </a:path>
              </a:pathLst>
            </a:custGeom>
            <a:noFill/>
            <a:ln w="28575" cap="flat" cmpd="sng">
              <a:solidFill>
                <a:srgbClr val="CC0000"/>
              </a:solidFill>
              <a:prstDash val="solid"/>
              <a:round/>
              <a:headEnd type="none" w="med" len="med"/>
              <a:tailEnd type="triangle" w="med" len="med"/>
            </a:ln>
          </p:spPr>
          <p:txBody>
            <a:bodyPr/>
            <a:p>
              <a:endParaRPr lang="zh-CN" altLang="en-US" dirty="0">
                <a:solidFill>
                  <a:schemeClr val="tx1"/>
                </a:solidFill>
                <a:latin typeface="Arial" panose="020B0604020202020204" pitchFamily="34" charset="0"/>
              </a:endParaRPr>
            </a:p>
          </p:txBody>
        </p:sp>
        <p:sp>
          <p:nvSpPr>
            <p:cNvPr id="51255" name="Freeform 34"/>
            <p:cNvSpPr/>
            <p:nvPr/>
          </p:nvSpPr>
          <p:spPr>
            <a:xfrm>
              <a:off x="4705" y="3430"/>
              <a:ext cx="1170" cy="1118"/>
            </a:xfrm>
            <a:custGeom>
              <a:avLst/>
              <a:gdLst>
                <a:gd name="txL" fmla="*/ 0 w 461"/>
                <a:gd name="txT" fmla="*/ 0 h 438"/>
                <a:gd name="txR" fmla="*/ 461 w 461"/>
                <a:gd name="txB" fmla="*/ 438 h 438"/>
              </a:gdLst>
              <a:ahLst/>
              <a:cxnLst>
                <a:cxn ang="0">
                  <a:pos x="46" y="400"/>
                </a:cxn>
                <a:cxn ang="0">
                  <a:pos x="46" y="122"/>
                </a:cxn>
                <a:cxn ang="0">
                  <a:pos x="322" y="31"/>
                </a:cxn>
                <a:cxn ang="0">
                  <a:pos x="460" y="308"/>
                </a:cxn>
                <a:cxn ang="0">
                  <a:pos x="367" y="447"/>
                </a:cxn>
              </a:cxnLst>
              <a:rect l="txL" t="txT" r="txR" b="txB"/>
              <a:pathLst>
                <a:path w="461" h="438">
                  <a:moveTo>
                    <a:pt x="45" y="392"/>
                  </a:moveTo>
                  <a:cubicBezTo>
                    <a:pt x="22" y="286"/>
                    <a:pt x="0" y="180"/>
                    <a:pt x="45" y="120"/>
                  </a:cubicBezTo>
                  <a:cubicBezTo>
                    <a:pt x="90" y="60"/>
                    <a:pt x="249" y="0"/>
                    <a:pt x="317" y="30"/>
                  </a:cubicBezTo>
                  <a:cubicBezTo>
                    <a:pt x="385" y="60"/>
                    <a:pt x="445" y="234"/>
                    <a:pt x="453" y="302"/>
                  </a:cubicBezTo>
                  <a:cubicBezTo>
                    <a:pt x="461" y="370"/>
                    <a:pt x="377" y="415"/>
                    <a:pt x="362" y="438"/>
                  </a:cubicBezTo>
                </a:path>
              </a:pathLst>
            </a:custGeom>
            <a:noFill/>
            <a:ln w="28575" cap="flat" cmpd="sng">
              <a:solidFill>
                <a:srgbClr val="CC0000"/>
              </a:solidFill>
              <a:prstDash val="solid"/>
              <a:round/>
              <a:headEnd type="none" w="med" len="med"/>
              <a:tailEnd type="triangle" w="med" len="med"/>
            </a:ln>
          </p:spPr>
          <p:txBody>
            <a:bodyPr/>
            <a:p>
              <a:endParaRPr lang="zh-CN" altLang="en-US" dirty="0">
                <a:solidFill>
                  <a:schemeClr val="tx1"/>
                </a:solidFill>
                <a:latin typeface="Arial" panose="020B0604020202020204" pitchFamily="34" charset="0"/>
              </a:endParaRPr>
            </a:p>
          </p:txBody>
        </p:sp>
        <p:grpSp>
          <p:nvGrpSpPr>
            <p:cNvPr id="79" name="组合 78"/>
            <p:cNvGrpSpPr/>
            <p:nvPr/>
          </p:nvGrpSpPr>
          <p:grpSpPr>
            <a:xfrm>
              <a:off x="6378" y="3697"/>
              <a:ext cx="908" cy="908"/>
              <a:chOff x="505193" y="3720552"/>
              <a:chExt cx="432197" cy="432197"/>
            </a:xfrm>
            <a:solidFill>
              <a:schemeClr val="accent6">
                <a:lumMod val="40000"/>
                <a:lumOff val="60000"/>
              </a:schemeClr>
            </a:solidFill>
          </p:grpSpPr>
          <p:sp>
            <p:nvSpPr>
              <p:cNvPr id="80"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81" name="直接连接符 80"/>
              <p:cNvCxnSpPr>
                <a:stCxn id="80" idx="0"/>
                <a:endCxn id="80"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1185" y="3572"/>
              <a:ext cx="908" cy="908"/>
              <a:chOff x="505193" y="3720552"/>
              <a:chExt cx="432197" cy="432197"/>
            </a:xfrm>
            <a:solidFill>
              <a:schemeClr val="accent6">
                <a:lumMod val="40000"/>
                <a:lumOff val="60000"/>
              </a:schemeClr>
            </a:solidFill>
          </p:grpSpPr>
          <p:sp>
            <p:nvSpPr>
              <p:cNvPr id="11"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12" name="直接连接符 11"/>
              <p:cNvCxnSpPr>
                <a:stCxn id="11" idx="0"/>
                <a:endCxn id="11"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8" name="组合 17"/>
          <p:cNvGrpSpPr/>
          <p:nvPr/>
        </p:nvGrpSpPr>
        <p:grpSpPr>
          <a:xfrm>
            <a:off x="491490" y="3818255"/>
            <a:ext cx="4319270" cy="2232025"/>
            <a:chOff x="738" y="6013"/>
            <a:chExt cx="6802" cy="3515"/>
          </a:xfrm>
        </p:grpSpPr>
        <p:sp>
          <p:nvSpPr>
            <p:cNvPr id="51215" name="Rectangle 36"/>
            <p:cNvSpPr/>
            <p:nvPr/>
          </p:nvSpPr>
          <p:spPr bwMode="auto">
            <a:xfrm>
              <a:off x="1530" y="6920"/>
              <a:ext cx="5105" cy="2608"/>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p>
              <a:endParaRPr lang="zh-CN" altLang="en-US" dirty="0">
                <a:solidFill>
                  <a:schemeClr val="tx1"/>
                </a:solidFill>
                <a:latin typeface="Arial" panose="020B0604020202020204" pitchFamily="34" charset="0"/>
              </a:endParaRPr>
            </a:p>
          </p:txBody>
        </p:sp>
        <p:sp>
          <p:nvSpPr>
            <p:cNvPr id="51216" name="Text Box 37"/>
            <p:cNvSpPr txBox="1"/>
            <p:nvPr/>
          </p:nvSpPr>
          <p:spPr>
            <a:xfrm>
              <a:off x="2553" y="6013"/>
              <a:ext cx="136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仿宋_GB2312" pitchFamily="49" charset="-122"/>
                </a:rPr>
                <a:t>u</a:t>
              </a:r>
              <a:r>
                <a:rPr lang="en-US" altLang="zh-CN" b="0" baseline="-25000" dirty="0">
                  <a:solidFill>
                    <a:schemeClr val="tx1"/>
                  </a:solidFill>
                  <a:latin typeface="Times New Roman" panose="02020603050405020304" pitchFamily="18" charset="0"/>
                  <a:ea typeface="仿宋_GB2312" pitchFamily="49" charset="-122"/>
                </a:rPr>
                <a:t>n1</a:t>
              </a:r>
              <a:endParaRPr lang="en-US" altLang="zh-CN" b="0" baseline="-25000" dirty="0">
                <a:solidFill>
                  <a:schemeClr val="tx1"/>
                </a:solidFill>
                <a:latin typeface="Times New Roman" panose="02020603050405020304" pitchFamily="18" charset="0"/>
                <a:ea typeface="仿宋_GB2312" pitchFamily="49" charset="-122"/>
              </a:endParaRPr>
            </a:p>
          </p:txBody>
        </p:sp>
        <p:sp>
          <p:nvSpPr>
            <p:cNvPr id="51217" name="Line 38"/>
            <p:cNvSpPr/>
            <p:nvPr/>
          </p:nvSpPr>
          <p:spPr bwMode="auto">
            <a:xfrm>
              <a:off x="3118" y="6920"/>
              <a:ext cx="0" cy="2608"/>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51218" name="Text Box 39"/>
            <p:cNvSpPr txBox="1"/>
            <p:nvPr/>
          </p:nvSpPr>
          <p:spPr>
            <a:xfrm>
              <a:off x="3174" y="7600"/>
              <a:ext cx="907" cy="725"/>
            </a:xfrm>
            <a:prstGeom prst="rect">
              <a:avLst/>
            </a:prstGeom>
            <a:noFill/>
            <a:ln w="9525">
              <a:noFill/>
            </a:ln>
          </p:spPr>
          <p:txBody>
            <a:bodyPr wrap="square">
              <a:spAutoFit/>
            </a:bodyPr>
            <a:p>
              <a:pPr>
                <a:spcBef>
                  <a:spcPct val="50000"/>
                </a:spcBef>
              </a:pPr>
              <a:r>
                <a:rPr lang="en-US" altLang="zh-CN" b="0" i="1" dirty="0">
                  <a:solidFill>
                    <a:schemeClr val="tx1"/>
                  </a:solidFill>
                  <a:latin typeface="Times New Roman" panose="02020603050405020304" pitchFamily="18" charset="0"/>
                  <a:ea typeface="仿宋_GB2312" pitchFamily="49" charset="-122"/>
                </a:rPr>
                <a:t>G</a:t>
              </a:r>
              <a:r>
                <a:rPr lang="en-US" altLang="zh-CN" b="0" baseline="-25000" dirty="0">
                  <a:solidFill>
                    <a:schemeClr val="tx1"/>
                  </a:solidFill>
                  <a:latin typeface="Times New Roman" panose="02020603050405020304" pitchFamily="18" charset="0"/>
                  <a:ea typeface="仿宋_GB2312" pitchFamily="49" charset="-122"/>
                </a:rPr>
                <a:t>1</a:t>
              </a:r>
              <a:endParaRPr lang="en-US" altLang="zh-CN" b="0" baseline="-25000" dirty="0">
                <a:solidFill>
                  <a:schemeClr val="tx1"/>
                </a:solidFill>
                <a:latin typeface="Times New Roman" panose="02020603050405020304" pitchFamily="18" charset="0"/>
                <a:ea typeface="仿宋_GB2312" pitchFamily="49" charset="-122"/>
              </a:endParaRPr>
            </a:p>
          </p:txBody>
        </p:sp>
        <p:sp>
          <p:nvSpPr>
            <p:cNvPr id="51219" name="Text Box 40"/>
            <p:cNvSpPr txBox="1"/>
            <p:nvPr/>
          </p:nvSpPr>
          <p:spPr>
            <a:xfrm>
              <a:off x="738" y="6988"/>
              <a:ext cx="907"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仿宋_GB2312" pitchFamily="49" charset="-122"/>
                </a:rPr>
                <a:t>i</a:t>
              </a:r>
              <a:r>
                <a:rPr lang="en-US" altLang="zh-CN" b="0" baseline="-25000" dirty="0">
                  <a:solidFill>
                    <a:schemeClr val="tx1"/>
                  </a:solidFill>
                  <a:latin typeface="Times New Roman" panose="02020603050405020304" pitchFamily="18" charset="0"/>
                  <a:ea typeface="仿宋_GB2312" pitchFamily="49" charset="-122"/>
                </a:rPr>
                <a:t>S1</a:t>
              </a:r>
              <a:endParaRPr lang="en-US" altLang="zh-CN" b="0" baseline="-25000" dirty="0">
                <a:solidFill>
                  <a:schemeClr val="tx1"/>
                </a:solidFill>
                <a:latin typeface="Times New Roman" panose="02020603050405020304" pitchFamily="18" charset="0"/>
                <a:ea typeface="仿宋_GB2312" pitchFamily="49" charset="-122"/>
              </a:endParaRPr>
            </a:p>
          </p:txBody>
        </p:sp>
        <p:sp>
          <p:nvSpPr>
            <p:cNvPr id="51220" name="Rectangle 41"/>
            <p:cNvSpPr/>
            <p:nvPr/>
          </p:nvSpPr>
          <p:spPr bwMode="auto">
            <a:xfrm>
              <a:off x="2943" y="7713"/>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51221" name="Rectangle 42"/>
            <p:cNvSpPr/>
            <p:nvPr/>
          </p:nvSpPr>
          <p:spPr bwMode="auto">
            <a:xfrm>
              <a:off x="3685" y="6805"/>
              <a:ext cx="792"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51222" name="Text Box 43"/>
            <p:cNvSpPr txBox="1"/>
            <p:nvPr/>
          </p:nvSpPr>
          <p:spPr>
            <a:xfrm>
              <a:off x="6633" y="7078"/>
              <a:ext cx="907"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仿宋_GB2312" pitchFamily="49" charset="-122"/>
                </a:rPr>
                <a:t>i</a:t>
              </a:r>
              <a:r>
                <a:rPr lang="en-US" altLang="zh-CN" b="0" baseline="-25000" dirty="0">
                  <a:solidFill>
                    <a:schemeClr val="tx1"/>
                  </a:solidFill>
                  <a:latin typeface="Times New Roman" panose="02020603050405020304" pitchFamily="18" charset="0"/>
                  <a:ea typeface="仿宋_GB2312" pitchFamily="49" charset="-122"/>
                </a:rPr>
                <a:t>S2</a:t>
              </a:r>
              <a:endParaRPr lang="en-US" altLang="zh-CN" b="0" baseline="-25000" dirty="0">
                <a:solidFill>
                  <a:schemeClr val="tx1"/>
                </a:solidFill>
                <a:latin typeface="Times New Roman" panose="02020603050405020304" pitchFamily="18" charset="0"/>
                <a:ea typeface="仿宋_GB2312" pitchFamily="49" charset="-122"/>
              </a:endParaRPr>
            </a:p>
          </p:txBody>
        </p:sp>
        <p:sp>
          <p:nvSpPr>
            <p:cNvPr id="51223" name="Text Box 44"/>
            <p:cNvSpPr txBox="1"/>
            <p:nvPr/>
          </p:nvSpPr>
          <p:spPr>
            <a:xfrm>
              <a:off x="5216" y="7600"/>
              <a:ext cx="907"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仿宋_GB2312" pitchFamily="49" charset="-122"/>
                </a:rPr>
                <a:t>G</a:t>
              </a:r>
              <a:r>
                <a:rPr lang="en-US" altLang="zh-CN" b="0" baseline="-25000" dirty="0">
                  <a:solidFill>
                    <a:schemeClr val="tx1"/>
                  </a:solidFill>
                  <a:latin typeface="Times New Roman" panose="02020603050405020304" pitchFamily="18" charset="0"/>
                  <a:ea typeface="仿宋_GB2312" pitchFamily="49" charset="-122"/>
                </a:rPr>
                <a:t>3</a:t>
              </a:r>
              <a:endParaRPr lang="en-US" altLang="zh-CN" b="0" baseline="-25000" dirty="0">
                <a:solidFill>
                  <a:schemeClr val="tx1"/>
                </a:solidFill>
                <a:latin typeface="Times New Roman" panose="02020603050405020304" pitchFamily="18" charset="0"/>
                <a:ea typeface="仿宋_GB2312" pitchFamily="49" charset="-122"/>
              </a:endParaRPr>
            </a:p>
          </p:txBody>
        </p:sp>
        <p:sp>
          <p:nvSpPr>
            <p:cNvPr id="51224" name="Text Box 45"/>
            <p:cNvSpPr txBox="1"/>
            <p:nvPr/>
          </p:nvSpPr>
          <p:spPr>
            <a:xfrm>
              <a:off x="3685" y="6013"/>
              <a:ext cx="907"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仿宋_GB2312" pitchFamily="49" charset="-122"/>
                </a:rPr>
                <a:t>G</a:t>
              </a:r>
              <a:r>
                <a:rPr lang="en-US" altLang="zh-CN" b="0" baseline="-25000" dirty="0">
                  <a:solidFill>
                    <a:schemeClr val="tx1"/>
                  </a:solidFill>
                  <a:latin typeface="Times New Roman" panose="02020603050405020304" pitchFamily="18" charset="0"/>
                  <a:ea typeface="仿宋_GB2312" pitchFamily="49" charset="-122"/>
                </a:rPr>
                <a:t>2</a:t>
              </a:r>
              <a:endParaRPr lang="en-US" altLang="zh-CN" b="0" baseline="-25000" dirty="0">
                <a:solidFill>
                  <a:schemeClr val="tx1"/>
                </a:solidFill>
                <a:latin typeface="Times New Roman" panose="02020603050405020304" pitchFamily="18" charset="0"/>
                <a:ea typeface="仿宋_GB2312" pitchFamily="49" charset="-122"/>
              </a:endParaRPr>
            </a:p>
          </p:txBody>
        </p:sp>
        <p:sp>
          <p:nvSpPr>
            <p:cNvPr id="51225" name="Text Box 46"/>
            <p:cNvSpPr txBox="1"/>
            <p:nvPr/>
          </p:nvSpPr>
          <p:spPr>
            <a:xfrm>
              <a:off x="4705" y="6013"/>
              <a:ext cx="136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仿宋_GB2312" pitchFamily="49" charset="-122"/>
                </a:rPr>
                <a:t>u</a:t>
              </a:r>
              <a:r>
                <a:rPr lang="en-US" altLang="zh-CN" b="0" baseline="-25000" dirty="0">
                  <a:solidFill>
                    <a:schemeClr val="tx1"/>
                  </a:solidFill>
                  <a:latin typeface="Times New Roman" panose="02020603050405020304" pitchFamily="18" charset="0"/>
                  <a:ea typeface="仿宋_GB2312" pitchFamily="49" charset="-122"/>
                </a:rPr>
                <a:t>n2</a:t>
              </a:r>
              <a:endParaRPr lang="en-US" altLang="zh-CN" b="0" baseline="-25000" dirty="0">
                <a:solidFill>
                  <a:schemeClr val="tx1"/>
                </a:solidFill>
                <a:latin typeface="Times New Roman" panose="02020603050405020304" pitchFamily="18" charset="0"/>
                <a:ea typeface="仿宋_GB2312" pitchFamily="49" charset="-122"/>
              </a:endParaRPr>
            </a:p>
          </p:txBody>
        </p:sp>
        <p:sp>
          <p:nvSpPr>
            <p:cNvPr id="51226" name="Line 47"/>
            <p:cNvSpPr/>
            <p:nvPr/>
          </p:nvSpPr>
          <p:spPr bwMode="auto">
            <a:xfrm>
              <a:off x="5158" y="6918"/>
              <a:ext cx="0" cy="2608"/>
            </a:xfrm>
            <a:prstGeom prst="line">
              <a:avLst/>
            </a:prstGeom>
            <a:noFill/>
            <a:ln w="19050" cap="sq">
              <a:solidFill>
                <a:schemeClr val="tx2">
                  <a:lumMod val="75000"/>
                </a:schemeClr>
              </a:solidFill>
              <a:round/>
              <a:headEnd type="oval" w="med" len="med"/>
              <a:tailEnd type="oval" w="med" len="med"/>
            </a:ln>
            <a:effectLst>
              <a:outerShdw blurRad="50800" dist="38100" dir="2700000" algn="tl" rotWithShape="0">
                <a:prstClr val="black">
                  <a:alpha val="40000"/>
                </a:prstClr>
              </a:outerShdw>
            </a:effectLst>
          </p:spPr>
        </p:sp>
        <p:sp>
          <p:nvSpPr>
            <p:cNvPr id="51227" name="Rectangle 48"/>
            <p:cNvSpPr/>
            <p:nvPr/>
          </p:nvSpPr>
          <p:spPr bwMode="auto">
            <a:xfrm>
              <a:off x="4997" y="7710"/>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51229" name="Line 55"/>
            <p:cNvSpPr/>
            <p:nvPr/>
          </p:nvSpPr>
          <p:spPr>
            <a:xfrm flipV="1">
              <a:off x="1530" y="7145"/>
              <a:ext cx="0" cy="863"/>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51230" name="Line 56"/>
            <p:cNvSpPr/>
            <p:nvPr/>
          </p:nvSpPr>
          <p:spPr>
            <a:xfrm flipV="1">
              <a:off x="6633" y="7100"/>
              <a:ext cx="0" cy="908"/>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pSp>
          <p:nvGrpSpPr>
            <p:cNvPr id="73" name="组合 72"/>
            <p:cNvGrpSpPr/>
            <p:nvPr/>
          </p:nvGrpSpPr>
          <p:grpSpPr>
            <a:xfrm>
              <a:off x="6180" y="7896"/>
              <a:ext cx="908" cy="908"/>
              <a:chOff x="5907581" y="4495572"/>
              <a:chExt cx="576263" cy="576263"/>
            </a:xfrm>
          </p:grpSpPr>
          <p:sp>
            <p:nvSpPr>
              <p:cNvPr id="74"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75" name="直接连接符 74"/>
              <p:cNvCxnSpPr>
                <a:stCxn id="74" idx="4"/>
                <a:endCxn id="74"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nvGrpSpPr>
          <p:grpSpPr>
            <a:xfrm>
              <a:off x="1076" y="7806"/>
              <a:ext cx="908" cy="908"/>
              <a:chOff x="5907581" y="4495572"/>
              <a:chExt cx="576263" cy="576263"/>
            </a:xfrm>
          </p:grpSpPr>
          <p:sp>
            <p:nvSpPr>
              <p:cNvPr id="14" name="Oval 953"/>
              <p:cNvSpPr>
                <a:spLocks noChangeArrowheads="1"/>
              </p:cNvSpPr>
              <p:nvPr/>
            </p:nvSpPr>
            <p:spPr bwMode="auto">
              <a:xfrm rot="5400000">
                <a:off x="5907581" y="449557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15" name="直接连接符 14"/>
              <p:cNvCxnSpPr>
                <a:stCxn id="14" idx="4"/>
                <a:endCxn id="14" idx="0"/>
              </p:cNvCxnSpPr>
              <p:nvPr/>
            </p:nvCxnSpPr>
            <p:spPr>
              <a:xfrm>
                <a:off x="5907581" y="478370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fltVal val="0"/>
                                          </p:val>
                                        </p:tav>
                                        <p:tav tm="100000">
                                          <p:val>
                                            <p:strVal val="#ppt_w"/>
                                          </p:val>
                                        </p:tav>
                                      </p:tavLst>
                                    </p:anim>
                                    <p:anim calcmode="lin" valueType="num">
                                      <p:cBhvr>
                                        <p:cTn id="8" dur="1000" fill="hold"/>
                                        <p:tgtEl>
                                          <p:spTgt spid="9"/>
                                        </p:tgtEl>
                                        <p:attrNameLst>
                                          <p:attrName>ppt_h</p:attrName>
                                        </p:attrNameLst>
                                      </p:cBhvr>
                                      <p:tavLst>
                                        <p:tav tm="0">
                                          <p:val>
                                            <p:fltVal val="0"/>
                                          </p:val>
                                        </p:tav>
                                        <p:tav tm="100000">
                                          <p:val>
                                            <p:strVal val="#ppt_h"/>
                                          </p:val>
                                        </p:tav>
                                      </p:tavLst>
                                    </p:anim>
                                    <p:anim calcmode="lin" valueType="num">
                                      <p:cBhvr>
                                        <p:cTn id="9" dur="1000" fill="hold"/>
                                        <p:tgtEl>
                                          <p:spTgt spid="9"/>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9"/>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blinds(horizontal)">
                                      <p:cBhvr>
                                        <p:cTn id="14" dur="500"/>
                                        <p:tgtEl>
                                          <p:spTgt spid="17"/>
                                        </p:tgtEl>
                                      </p:cBhvr>
                                    </p:animEffect>
                                  </p:childTnLst>
                                </p:cTn>
                              </p:par>
                            </p:childTnLst>
                          </p:cTn>
                        </p:par>
                        <p:par>
                          <p:cTn id="15" fill="hold">
                            <p:stCondLst>
                              <p:cond delay="1500"/>
                            </p:stCondLst>
                            <p:childTnLst>
                              <p:par>
                                <p:cTn id="16" presetID="2" presetClass="entr" presetSubtype="1" fill="hold" grpId="0" nodeType="afterEffect">
                                  <p:stCondLst>
                                    <p:cond delay="0"/>
                                  </p:stCondLst>
                                  <p:childTnLst>
                                    <p:set>
                                      <p:cBhvr>
                                        <p:cTn id="17" dur="1" fill="hold">
                                          <p:stCondLst>
                                            <p:cond delay="0"/>
                                          </p:stCondLst>
                                        </p:cTn>
                                        <p:tgtEl>
                                          <p:spTgt spid="118848"/>
                                        </p:tgtEl>
                                        <p:attrNameLst>
                                          <p:attrName>style.visibility</p:attrName>
                                        </p:attrNameLst>
                                      </p:cBhvr>
                                      <p:to>
                                        <p:strVal val="visible"/>
                                      </p:to>
                                    </p:set>
                                    <p:anim calcmode="lin" valueType="num">
                                      <p:cBhvr additive="base">
                                        <p:cTn id="18" dur="500" fill="hold"/>
                                        <p:tgtEl>
                                          <p:spTgt spid="118848"/>
                                        </p:tgtEl>
                                        <p:attrNameLst>
                                          <p:attrName>ppt_x</p:attrName>
                                        </p:attrNameLst>
                                      </p:cBhvr>
                                      <p:tavLst>
                                        <p:tav tm="0">
                                          <p:val>
                                            <p:strVal val="#ppt_x"/>
                                          </p:val>
                                        </p:tav>
                                        <p:tav tm="100000">
                                          <p:val>
                                            <p:strVal val="#ppt_x"/>
                                          </p:val>
                                        </p:tav>
                                      </p:tavLst>
                                    </p:anim>
                                    <p:anim calcmode="lin" valueType="num">
                                      <p:cBhvr additive="base">
                                        <p:cTn id="19" dur="500" fill="hold"/>
                                        <p:tgtEl>
                                          <p:spTgt spid="118848"/>
                                        </p:tgtEl>
                                        <p:attrNameLst>
                                          <p:attrName>ppt_y</p:attrName>
                                        </p:attrNameLst>
                                      </p:cBhvr>
                                      <p:tavLst>
                                        <p:tav tm="0">
                                          <p:val>
                                            <p:strVal val="0-#ppt_h/2"/>
                                          </p:val>
                                        </p:tav>
                                        <p:tav tm="100000">
                                          <p:val>
                                            <p:strVal val="#ppt_y"/>
                                          </p:val>
                                        </p:tav>
                                      </p:tavLst>
                                    </p:anim>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wipe(left)">
                                      <p:cBhvr>
                                        <p:cTn id="23" dur="500"/>
                                        <p:tgtEl>
                                          <p:spTgt spid="18"/>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1" fill="hold" grpId="0" nodeType="clickEffect">
                                  <p:stCondLst>
                                    <p:cond delay="0"/>
                                  </p:stCondLst>
                                  <p:childTnLst>
                                    <p:set>
                                      <p:cBhvr>
                                        <p:cTn id="27" dur="1" fill="hold">
                                          <p:stCondLst>
                                            <p:cond delay="0"/>
                                          </p:stCondLst>
                                        </p:cTn>
                                        <p:tgtEl>
                                          <p:spTgt spid="118843"/>
                                        </p:tgtEl>
                                        <p:attrNameLst>
                                          <p:attrName>style.visibility</p:attrName>
                                        </p:attrNameLst>
                                      </p:cBhvr>
                                      <p:to>
                                        <p:strVal val="visible"/>
                                      </p:to>
                                    </p:set>
                                    <p:anim calcmode="lin" valueType="num">
                                      <p:cBhvr additive="base">
                                        <p:cTn id="28" dur="500" fill="hold"/>
                                        <p:tgtEl>
                                          <p:spTgt spid="118843"/>
                                        </p:tgtEl>
                                        <p:attrNameLst>
                                          <p:attrName>ppt_x</p:attrName>
                                        </p:attrNameLst>
                                      </p:cBhvr>
                                      <p:tavLst>
                                        <p:tav tm="0">
                                          <p:val>
                                            <p:strVal val="#ppt_x"/>
                                          </p:val>
                                        </p:tav>
                                        <p:tav tm="100000">
                                          <p:val>
                                            <p:strVal val="#ppt_x"/>
                                          </p:val>
                                        </p:tav>
                                      </p:tavLst>
                                    </p:anim>
                                    <p:anim calcmode="lin" valueType="num">
                                      <p:cBhvr additive="base">
                                        <p:cTn id="29" dur="500" fill="hold"/>
                                        <p:tgtEl>
                                          <p:spTgt spid="118843"/>
                                        </p:tgtEl>
                                        <p:attrNameLst>
                                          <p:attrName>ppt_y</p:attrName>
                                        </p:attrNameLst>
                                      </p:cBhvr>
                                      <p:tavLst>
                                        <p:tav tm="0">
                                          <p:val>
                                            <p:strVal val="0-#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blinds(horizontal)">
                                      <p:cBhvr>
                                        <p:cTn id="34" dur="500"/>
                                        <p:tgtEl>
                                          <p:spTgt spid="3"/>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1" fill="hold" grpId="0" nodeType="clickEffect">
                                  <p:stCondLst>
                                    <p:cond delay="0"/>
                                  </p:stCondLst>
                                  <p:childTnLst>
                                    <p:set>
                                      <p:cBhvr>
                                        <p:cTn id="38" dur="1" fill="hold">
                                          <p:stCondLst>
                                            <p:cond delay="0"/>
                                          </p:stCondLst>
                                        </p:cTn>
                                        <p:tgtEl>
                                          <p:spTgt spid="118844"/>
                                        </p:tgtEl>
                                        <p:attrNameLst>
                                          <p:attrName>style.visibility</p:attrName>
                                        </p:attrNameLst>
                                      </p:cBhvr>
                                      <p:to>
                                        <p:strVal val="visible"/>
                                      </p:to>
                                    </p:set>
                                    <p:anim calcmode="lin" valueType="num">
                                      <p:cBhvr additive="base">
                                        <p:cTn id="39" dur="500" fill="hold"/>
                                        <p:tgtEl>
                                          <p:spTgt spid="118844"/>
                                        </p:tgtEl>
                                        <p:attrNameLst>
                                          <p:attrName>ppt_x</p:attrName>
                                        </p:attrNameLst>
                                      </p:cBhvr>
                                      <p:tavLst>
                                        <p:tav tm="0">
                                          <p:val>
                                            <p:strVal val="#ppt_x"/>
                                          </p:val>
                                        </p:tav>
                                        <p:tav tm="100000">
                                          <p:val>
                                            <p:strVal val="#ppt_x"/>
                                          </p:val>
                                        </p:tav>
                                      </p:tavLst>
                                    </p:anim>
                                    <p:anim calcmode="lin" valueType="num">
                                      <p:cBhvr additive="base">
                                        <p:cTn id="40" dur="500" fill="hold"/>
                                        <p:tgtEl>
                                          <p:spTgt spid="118844"/>
                                        </p:tgtEl>
                                        <p:attrNameLst>
                                          <p:attrName>ppt_y</p:attrName>
                                        </p:attrNameLst>
                                      </p:cBhvr>
                                      <p:tavLst>
                                        <p:tav tm="0">
                                          <p:val>
                                            <p:strVal val="0-#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blinds(horizontal)">
                                      <p:cBhvr>
                                        <p:cTn id="4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843" grpId="0"/>
      <p:bldP spid="118844" grpId="0"/>
      <p:bldP spid="118848" grpId="0"/>
      <p:bldP spid="9" grpId="0" bldLvl="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*4-7 对偶原理</a:t>
            </a:r>
            <a:endParaRPr lang="zh-CN" altLang="en-US"/>
          </a:p>
        </p:txBody>
      </p:sp>
      <p:sp>
        <p:nvSpPr>
          <p:cNvPr id="119810" name="Text Box 2"/>
          <p:cNvSpPr txBox="1"/>
          <p:nvPr/>
        </p:nvSpPr>
        <p:spPr>
          <a:xfrm>
            <a:off x="755650" y="1649413"/>
            <a:ext cx="7632700" cy="2158365"/>
          </a:xfrm>
          <a:prstGeom prst="rect">
            <a:avLst/>
          </a:prstGeom>
          <a:noFill/>
          <a:ln w="9525">
            <a:noFill/>
          </a:ln>
        </p:spPr>
        <p:txBody>
          <a:bodyPr>
            <a:spAutoFit/>
          </a:bodyPr>
          <a:p>
            <a:pPr>
              <a:lnSpc>
                <a:spcPct val="120000"/>
              </a:lnSpc>
              <a:spcBef>
                <a:spcPct val="50000"/>
              </a:spcBef>
            </a:pPr>
            <a:r>
              <a:rPr lang="en-US" altLang="zh-CN" dirty="0">
                <a:latin typeface="Times New Roman" panose="02020603050405020304" pitchFamily="18" charset="0"/>
                <a:cs typeface="Times New Roman" panose="02020603050405020304" pitchFamily="18" charset="0"/>
              </a:rPr>
              <a:t>       </a:t>
            </a:r>
            <a:r>
              <a:rPr kumimoji="1" lang="zh-CN" altLang="en-US" sz="280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把 </a:t>
            </a:r>
            <a:r>
              <a:rPr kumimoji="1" lang="zh-CN" altLang="en-US" sz="2800" b="0" i="1"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R</a:t>
            </a:r>
            <a:r>
              <a:rPr kumimoji="1" lang="zh-CN" altLang="en-US" sz="2800" b="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80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和 </a:t>
            </a:r>
            <a:r>
              <a:rPr kumimoji="1" lang="zh-CN" altLang="en-US" sz="2800" b="0" i="1"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G</a:t>
            </a:r>
            <a:r>
              <a:rPr kumimoji="1" lang="zh-CN" altLang="en-US" sz="280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a:t>
            </a:r>
            <a:r>
              <a:rPr kumimoji="1" lang="zh-CN" altLang="en-US" sz="2800" b="0" i="1"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u</a:t>
            </a:r>
            <a:r>
              <a:rPr lang="en-US" altLang="zh-CN" b="0" baseline="-25000" dirty="0">
                <a:solidFill>
                  <a:schemeClr val="tx1"/>
                </a:solidFill>
                <a:latin typeface="Times New Roman" panose="02020603050405020304" pitchFamily="18" charset="0"/>
                <a:cs typeface="Times New Roman" panose="02020603050405020304" pitchFamily="18" charset="0"/>
              </a:rPr>
              <a:t>S </a:t>
            </a:r>
            <a:r>
              <a:rPr kumimoji="1" lang="zh-CN" altLang="en-US" sz="280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和 </a:t>
            </a:r>
            <a:r>
              <a:rPr kumimoji="1" lang="zh-CN" altLang="en-US" sz="2800" b="0" i="1"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b="0" baseline="-25000" dirty="0">
                <a:solidFill>
                  <a:schemeClr val="tx1"/>
                </a:solidFill>
                <a:latin typeface="Times New Roman" panose="02020603050405020304" pitchFamily="18" charset="0"/>
                <a:cs typeface="Times New Roman" panose="02020603050405020304" pitchFamily="18" charset="0"/>
              </a:rPr>
              <a:t>S</a:t>
            </a:r>
            <a:r>
              <a:rPr lang="en-US" altLang="zh-CN" dirty="0">
                <a:solidFill>
                  <a:schemeClr val="tx1"/>
                </a:solidFill>
                <a:latin typeface="Times New Roman" panose="02020603050405020304" pitchFamily="18" charset="0"/>
                <a:cs typeface="Times New Roman" panose="02020603050405020304" pitchFamily="18" charset="0"/>
              </a:rPr>
              <a:t> </a:t>
            </a:r>
            <a:r>
              <a:rPr kumimoji="1" lang="zh-CN" altLang="en-US" sz="280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，网孔电流和节点电压等对应元素互换，则上面两个方程彼此转换。所以“网孔电流”和“节点电压”是对偶元素，这两个平面电路称为对偶电路。</a:t>
            </a:r>
            <a:endParaRPr kumimoji="1" lang="zh-CN" altLang="en-US" sz="280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8" name="组合 57"/>
          <p:cNvGrpSpPr/>
          <p:nvPr/>
        </p:nvGrpSpPr>
        <p:grpSpPr>
          <a:xfrm>
            <a:off x="736673" y="845598"/>
            <a:ext cx="1761325" cy="677037"/>
            <a:chOff x="6673216" y="3127641"/>
            <a:chExt cx="1761325" cy="677037"/>
          </a:xfrm>
        </p:grpSpPr>
        <p:sp>
          <p:nvSpPr>
            <p:cNvPr id="59" name="Text Box 47"/>
            <p:cNvSpPr txBox="1">
              <a:spLocks noChangeArrowheads="1"/>
            </p:cNvSpPr>
            <p:nvPr/>
          </p:nvSpPr>
          <p:spPr bwMode="auto">
            <a:xfrm>
              <a:off x="7429138" y="3127641"/>
              <a:ext cx="1005403" cy="584775"/>
            </a:xfrm>
            <a:prstGeom prst="rect">
              <a:avLst/>
            </a:prstGeom>
            <a:noFill/>
            <a:ln w="9525">
              <a:noFill/>
              <a:miter lim="800000"/>
            </a:ln>
            <a:effectLst/>
          </p:spPr>
          <p:txBody>
            <a:bodyPr wrap="none">
              <a:spAutoFit/>
            </a:bodyPr>
            <a:p>
              <a:r>
                <a:rPr kumimoji="1" lang="zh-CN" altLang="en-US" sz="3200" dirty="0" smtClean="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结论</a:t>
              </a:r>
              <a:endParaRPr kumimoji="1" lang="zh-CN" altLang="en-US" sz="3200" dirty="0">
                <a:solidFill>
                  <a:schemeClr val="accent2">
                    <a:lumMod val="75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p:txBody>
        </p:sp>
        <p:sp>
          <p:nvSpPr>
            <p:cNvPr id="60" name="Freeform 6"/>
            <p:cNvSpPr/>
            <p:nvPr/>
          </p:nvSpPr>
          <p:spPr bwMode="auto">
            <a:xfrm>
              <a:off x="6923454" y="3276958"/>
              <a:ext cx="416529" cy="416529"/>
            </a:xfrm>
            <a:custGeom>
              <a:avLst/>
              <a:gdLst/>
              <a:ahLst/>
              <a:cxnLst>
                <a:cxn ang="0">
                  <a:pos x="552" y="2"/>
                </a:cxn>
                <a:cxn ang="0">
                  <a:pos x="649" y="22"/>
                </a:cxn>
                <a:cxn ang="0">
                  <a:pos x="739" y="60"/>
                </a:cxn>
                <a:cxn ang="0">
                  <a:pos x="820" y="114"/>
                </a:cxn>
                <a:cxn ang="0">
                  <a:pos x="888" y="182"/>
                </a:cxn>
                <a:cxn ang="0">
                  <a:pos x="941" y="262"/>
                </a:cxn>
                <a:cxn ang="0">
                  <a:pos x="979" y="350"/>
                </a:cxn>
                <a:cxn ang="0">
                  <a:pos x="1000" y="448"/>
                </a:cxn>
                <a:cxn ang="0">
                  <a:pos x="1000" y="551"/>
                </a:cxn>
                <a:cxn ang="0">
                  <a:pos x="979" y="649"/>
                </a:cxn>
                <a:cxn ang="0">
                  <a:pos x="941" y="739"/>
                </a:cxn>
                <a:cxn ang="0">
                  <a:pos x="888" y="818"/>
                </a:cxn>
                <a:cxn ang="0">
                  <a:pos x="820" y="886"/>
                </a:cxn>
                <a:cxn ang="0">
                  <a:pos x="739" y="940"/>
                </a:cxn>
                <a:cxn ang="0">
                  <a:pos x="649" y="978"/>
                </a:cxn>
                <a:cxn ang="0">
                  <a:pos x="552" y="998"/>
                </a:cxn>
                <a:cxn ang="0">
                  <a:pos x="450" y="998"/>
                </a:cxn>
                <a:cxn ang="0">
                  <a:pos x="352" y="978"/>
                </a:cxn>
                <a:cxn ang="0">
                  <a:pos x="262" y="940"/>
                </a:cxn>
                <a:cxn ang="0">
                  <a:pos x="182" y="886"/>
                </a:cxn>
                <a:cxn ang="0">
                  <a:pos x="114" y="818"/>
                </a:cxn>
                <a:cxn ang="0">
                  <a:pos x="61" y="739"/>
                </a:cxn>
                <a:cxn ang="0">
                  <a:pos x="23" y="649"/>
                </a:cxn>
                <a:cxn ang="0">
                  <a:pos x="2" y="551"/>
                </a:cxn>
                <a:cxn ang="0">
                  <a:pos x="2" y="448"/>
                </a:cxn>
                <a:cxn ang="0">
                  <a:pos x="23" y="350"/>
                </a:cxn>
                <a:cxn ang="0">
                  <a:pos x="61" y="262"/>
                </a:cxn>
                <a:cxn ang="0">
                  <a:pos x="114" y="182"/>
                </a:cxn>
                <a:cxn ang="0">
                  <a:pos x="182" y="114"/>
                </a:cxn>
                <a:cxn ang="0">
                  <a:pos x="262" y="60"/>
                </a:cxn>
                <a:cxn ang="0">
                  <a:pos x="352" y="22"/>
                </a:cxn>
                <a:cxn ang="0">
                  <a:pos x="450" y="2"/>
                </a:cxn>
              </a:cxnLst>
              <a:rect l="0" t="0" r="r" b="b"/>
              <a:pathLst>
                <a:path w="1002" h="1000">
                  <a:moveTo>
                    <a:pt x="501" y="0"/>
                  </a:moveTo>
                  <a:lnTo>
                    <a:pt x="552" y="2"/>
                  </a:lnTo>
                  <a:lnTo>
                    <a:pt x="602" y="10"/>
                  </a:lnTo>
                  <a:lnTo>
                    <a:pt x="649" y="22"/>
                  </a:lnTo>
                  <a:lnTo>
                    <a:pt x="696" y="39"/>
                  </a:lnTo>
                  <a:lnTo>
                    <a:pt x="739" y="60"/>
                  </a:lnTo>
                  <a:lnTo>
                    <a:pt x="781" y="85"/>
                  </a:lnTo>
                  <a:lnTo>
                    <a:pt x="820" y="114"/>
                  </a:lnTo>
                  <a:lnTo>
                    <a:pt x="856" y="146"/>
                  </a:lnTo>
                  <a:lnTo>
                    <a:pt x="888" y="182"/>
                  </a:lnTo>
                  <a:lnTo>
                    <a:pt x="917" y="220"/>
                  </a:lnTo>
                  <a:lnTo>
                    <a:pt x="941" y="262"/>
                  </a:lnTo>
                  <a:lnTo>
                    <a:pt x="963" y="305"/>
                  </a:lnTo>
                  <a:lnTo>
                    <a:pt x="979" y="350"/>
                  </a:lnTo>
                  <a:lnTo>
                    <a:pt x="992" y="399"/>
                  </a:lnTo>
                  <a:lnTo>
                    <a:pt x="1000" y="448"/>
                  </a:lnTo>
                  <a:lnTo>
                    <a:pt x="1002" y="499"/>
                  </a:lnTo>
                  <a:lnTo>
                    <a:pt x="1000" y="551"/>
                  </a:lnTo>
                  <a:lnTo>
                    <a:pt x="992" y="600"/>
                  </a:lnTo>
                  <a:lnTo>
                    <a:pt x="979" y="649"/>
                  </a:lnTo>
                  <a:lnTo>
                    <a:pt x="963" y="695"/>
                  </a:lnTo>
                  <a:lnTo>
                    <a:pt x="941" y="739"/>
                  </a:lnTo>
                  <a:lnTo>
                    <a:pt x="917" y="780"/>
                  </a:lnTo>
                  <a:lnTo>
                    <a:pt x="888" y="818"/>
                  </a:lnTo>
                  <a:lnTo>
                    <a:pt x="856" y="854"/>
                  </a:lnTo>
                  <a:lnTo>
                    <a:pt x="820" y="886"/>
                  </a:lnTo>
                  <a:lnTo>
                    <a:pt x="781" y="915"/>
                  </a:lnTo>
                  <a:lnTo>
                    <a:pt x="739" y="940"/>
                  </a:lnTo>
                  <a:lnTo>
                    <a:pt x="696" y="961"/>
                  </a:lnTo>
                  <a:lnTo>
                    <a:pt x="649" y="978"/>
                  </a:lnTo>
                  <a:lnTo>
                    <a:pt x="602" y="990"/>
                  </a:lnTo>
                  <a:lnTo>
                    <a:pt x="552" y="998"/>
                  </a:lnTo>
                  <a:lnTo>
                    <a:pt x="501" y="1000"/>
                  </a:lnTo>
                  <a:lnTo>
                    <a:pt x="450" y="998"/>
                  </a:lnTo>
                  <a:lnTo>
                    <a:pt x="399" y="990"/>
                  </a:lnTo>
                  <a:lnTo>
                    <a:pt x="352" y="978"/>
                  </a:lnTo>
                  <a:lnTo>
                    <a:pt x="306" y="961"/>
                  </a:lnTo>
                  <a:lnTo>
                    <a:pt x="262" y="940"/>
                  </a:lnTo>
                  <a:lnTo>
                    <a:pt x="221" y="915"/>
                  </a:lnTo>
                  <a:lnTo>
                    <a:pt x="182" y="886"/>
                  </a:lnTo>
                  <a:lnTo>
                    <a:pt x="147" y="854"/>
                  </a:lnTo>
                  <a:lnTo>
                    <a:pt x="114" y="818"/>
                  </a:lnTo>
                  <a:lnTo>
                    <a:pt x="85" y="780"/>
                  </a:lnTo>
                  <a:lnTo>
                    <a:pt x="61" y="739"/>
                  </a:lnTo>
                  <a:lnTo>
                    <a:pt x="39" y="695"/>
                  </a:lnTo>
                  <a:lnTo>
                    <a:pt x="23" y="649"/>
                  </a:lnTo>
                  <a:lnTo>
                    <a:pt x="10" y="600"/>
                  </a:lnTo>
                  <a:lnTo>
                    <a:pt x="2" y="551"/>
                  </a:lnTo>
                  <a:lnTo>
                    <a:pt x="0" y="499"/>
                  </a:lnTo>
                  <a:lnTo>
                    <a:pt x="2" y="448"/>
                  </a:lnTo>
                  <a:lnTo>
                    <a:pt x="10" y="399"/>
                  </a:lnTo>
                  <a:lnTo>
                    <a:pt x="23" y="350"/>
                  </a:lnTo>
                  <a:lnTo>
                    <a:pt x="39" y="305"/>
                  </a:lnTo>
                  <a:lnTo>
                    <a:pt x="61" y="262"/>
                  </a:lnTo>
                  <a:lnTo>
                    <a:pt x="85" y="220"/>
                  </a:lnTo>
                  <a:lnTo>
                    <a:pt x="114" y="182"/>
                  </a:lnTo>
                  <a:lnTo>
                    <a:pt x="147" y="146"/>
                  </a:lnTo>
                  <a:lnTo>
                    <a:pt x="182" y="114"/>
                  </a:lnTo>
                  <a:lnTo>
                    <a:pt x="221" y="85"/>
                  </a:lnTo>
                  <a:lnTo>
                    <a:pt x="262" y="60"/>
                  </a:lnTo>
                  <a:lnTo>
                    <a:pt x="306" y="39"/>
                  </a:lnTo>
                  <a:lnTo>
                    <a:pt x="352" y="22"/>
                  </a:lnTo>
                  <a:lnTo>
                    <a:pt x="399" y="10"/>
                  </a:lnTo>
                  <a:lnTo>
                    <a:pt x="450" y="2"/>
                  </a:lnTo>
                  <a:lnTo>
                    <a:pt x="501" y="0"/>
                  </a:lnTo>
                  <a:close/>
                </a:path>
              </a:pathLst>
            </a:custGeom>
            <a:solidFill>
              <a:schemeClr val="accent6">
                <a:lumMod val="40000"/>
                <a:lumOff val="60000"/>
              </a:schemeClr>
            </a:solidFill>
            <a:ln w="9525">
              <a:noFill/>
              <a:round/>
            </a:ln>
          </p:spPr>
          <p:txBody>
            <a:bodyPr vert="horz" wrap="square" lIns="91440" tIns="45720" rIns="91440" bIns="45720" numCol="1" anchor="t" anchorCtr="0" compatLnSpc="1"/>
            <a:p>
              <a:endParaRPr lang="zh-CN" altLang="en-US" sz="3200"/>
            </a:p>
          </p:txBody>
        </p:sp>
        <p:grpSp>
          <p:nvGrpSpPr>
            <p:cNvPr id="61" name="组合 60"/>
            <p:cNvGrpSpPr/>
            <p:nvPr/>
          </p:nvGrpSpPr>
          <p:grpSpPr>
            <a:xfrm>
              <a:off x="6673216" y="3217424"/>
              <a:ext cx="909255" cy="587254"/>
              <a:chOff x="6624372" y="3254913"/>
              <a:chExt cx="909255" cy="587254"/>
            </a:xfrm>
          </p:grpSpPr>
          <p:grpSp>
            <p:nvGrpSpPr>
              <p:cNvPr id="62" name="组合 61"/>
              <p:cNvGrpSpPr/>
              <p:nvPr/>
            </p:nvGrpSpPr>
            <p:grpSpPr>
              <a:xfrm>
                <a:off x="6624372" y="3254913"/>
                <a:ext cx="909255" cy="587254"/>
                <a:chOff x="4543925" y="5174890"/>
                <a:chExt cx="1100199" cy="710577"/>
              </a:xfrm>
            </p:grpSpPr>
            <p:grpSp>
              <p:nvGrpSpPr>
                <p:cNvPr id="70" name="组合 69"/>
                <p:cNvGrpSpPr/>
                <p:nvPr/>
              </p:nvGrpSpPr>
              <p:grpSpPr>
                <a:xfrm>
                  <a:off x="4543925" y="5218185"/>
                  <a:ext cx="608729" cy="667282"/>
                  <a:chOff x="3667207" y="4720946"/>
                  <a:chExt cx="1578886" cy="1730759"/>
                </a:xfrm>
              </p:grpSpPr>
              <p:cxnSp>
                <p:nvCxnSpPr>
                  <p:cNvPr id="100" name="直接连接符 99"/>
                  <p:cNvCxnSpPr/>
                  <p:nvPr/>
                </p:nvCxnSpPr>
                <p:spPr>
                  <a:xfrm>
                    <a:off x="4139952" y="4752054"/>
                    <a:ext cx="0" cy="97200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a:off x="5096517" y="4872958"/>
                    <a:ext cx="0" cy="97200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2" name="弧形 101"/>
                  <p:cNvSpPr/>
                  <p:nvPr/>
                </p:nvSpPr>
                <p:spPr>
                  <a:xfrm>
                    <a:off x="3667207" y="4720946"/>
                    <a:ext cx="1578886" cy="763097"/>
                  </a:xfrm>
                  <a:prstGeom prst="arc">
                    <a:avLst>
                      <a:gd name="adj1" fmla="val 13674726"/>
                      <a:gd name="adj2" fmla="val 15251032"/>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03" name="弧形 102"/>
                  <p:cNvSpPr/>
                  <p:nvPr/>
                </p:nvSpPr>
                <p:spPr>
                  <a:xfrm>
                    <a:off x="3667207" y="5688608"/>
                    <a:ext cx="1578886" cy="763097"/>
                  </a:xfrm>
                  <a:prstGeom prst="arc">
                    <a:avLst>
                      <a:gd name="adj1" fmla="val 13674726"/>
                      <a:gd name="adj2" fmla="val 20451858"/>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sp>
              <p:nvSpPr>
                <p:cNvPr id="71" name="弧形 70"/>
                <p:cNvSpPr/>
                <p:nvPr/>
              </p:nvSpPr>
              <p:spPr>
                <a:xfrm>
                  <a:off x="4568263" y="5174890"/>
                  <a:ext cx="546231" cy="330350"/>
                </a:xfrm>
                <a:prstGeom prst="arc">
                  <a:avLst>
                    <a:gd name="adj1" fmla="val 15435190"/>
                    <a:gd name="adj2" fmla="val 20816593"/>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72" name="弧形 71"/>
                <p:cNvSpPr/>
                <p:nvPr/>
              </p:nvSpPr>
              <p:spPr>
                <a:xfrm>
                  <a:off x="4568263" y="5547379"/>
                  <a:ext cx="546231" cy="330350"/>
                </a:xfrm>
                <a:prstGeom prst="arc">
                  <a:avLst>
                    <a:gd name="adj1" fmla="val 15435190"/>
                    <a:gd name="adj2" fmla="val 20816593"/>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nvGrpSpPr>
                <p:cNvPr id="73" name="组合 72"/>
                <p:cNvGrpSpPr/>
                <p:nvPr/>
              </p:nvGrpSpPr>
              <p:grpSpPr>
                <a:xfrm flipH="1">
                  <a:off x="5035395" y="5218185"/>
                  <a:ext cx="608729" cy="667282"/>
                  <a:chOff x="3667207" y="4720946"/>
                  <a:chExt cx="1578886" cy="1730759"/>
                </a:xfrm>
              </p:grpSpPr>
              <p:cxnSp>
                <p:nvCxnSpPr>
                  <p:cNvPr id="96" name="直接连接符 95"/>
                  <p:cNvCxnSpPr/>
                  <p:nvPr/>
                </p:nvCxnSpPr>
                <p:spPr>
                  <a:xfrm>
                    <a:off x="4139952" y="4752054"/>
                    <a:ext cx="0" cy="97200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a:off x="5096517" y="4872958"/>
                    <a:ext cx="0" cy="97200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98" name="弧形 97"/>
                  <p:cNvSpPr/>
                  <p:nvPr/>
                </p:nvSpPr>
                <p:spPr>
                  <a:xfrm>
                    <a:off x="3667207" y="4720946"/>
                    <a:ext cx="1578886" cy="763097"/>
                  </a:xfrm>
                  <a:prstGeom prst="arc">
                    <a:avLst>
                      <a:gd name="adj1" fmla="val 13674726"/>
                      <a:gd name="adj2" fmla="val 15251032"/>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99" name="弧形 98"/>
                  <p:cNvSpPr/>
                  <p:nvPr/>
                </p:nvSpPr>
                <p:spPr>
                  <a:xfrm>
                    <a:off x="3667207" y="5688608"/>
                    <a:ext cx="1578886" cy="763097"/>
                  </a:xfrm>
                  <a:prstGeom prst="arc">
                    <a:avLst>
                      <a:gd name="adj1" fmla="val 13674726"/>
                      <a:gd name="adj2" fmla="val 20451858"/>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sp>
              <p:nvSpPr>
                <p:cNvPr id="74" name="弧形 73"/>
                <p:cNvSpPr/>
                <p:nvPr/>
              </p:nvSpPr>
              <p:spPr>
                <a:xfrm flipH="1">
                  <a:off x="5073555" y="5174890"/>
                  <a:ext cx="546231" cy="330350"/>
                </a:xfrm>
                <a:prstGeom prst="arc">
                  <a:avLst>
                    <a:gd name="adj1" fmla="val 15435190"/>
                    <a:gd name="adj2" fmla="val 20816593"/>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75" name="弧形 74"/>
                <p:cNvSpPr/>
                <p:nvPr/>
              </p:nvSpPr>
              <p:spPr>
                <a:xfrm flipH="1">
                  <a:off x="5073555" y="5547379"/>
                  <a:ext cx="546231" cy="330350"/>
                </a:xfrm>
                <a:prstGeom prst="arc">
                  <a:avLst>
                    <a:gd name="adj1" fmla="val 15435190"/>
                    <a:gd name="adj2" fmla="val 20816593"/>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cxnSp>
              <p:nvCxnSpPr>
                <p:cNvPr id="76" name="直接连接符 75"/>
                <p:cNvCxnSpPr/>
                <p:nvPr/>
              </p:nvCxnSpPr>
              <p:spPr>
                <a:xfrm flipH="1">
                  <a:off x="4676897" y="5652499"/>
                  <a:ext cx="551" cy="39262"/>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a:off x="4805803" y="5174890"/>
                  <a:ext cx="0" cy="374748"/>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a:off x="4678121" y="5276792"/>
                  <a:ext cx="0" cy="374748"/>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a:endCxn id="72" idx="2"/>
                </p:cNvCxnSpPr>
                <p:nvPr/>
              </p:nvCxnSpPr>
              <p:spPr>
                <a:xfrm>
                  <a:off x="4678121" y="5651540"/>
                  <a:ext cx="418267" cy="1875"/>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a:off x="4678121" y="5276792"/>
                  <a:ext cx="47121"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093883" y="5653879"/>
                  <a:ext cx="551" cy="39262"/>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a:off x="4678121" y="5690845"/>
                  <a:ext cx="418267" cy="1875"/>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a:off x="4684860" y="5663998"/>
                  <a:ext cx="402507" cy="0"/>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a:off x="4684860" y="5672130"/>
                  <a:ext cx="402507" cy="0"/>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a:off x="4684860" y="5682410"/>
                  <a:ext cx="402507" cy="0"/>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a:off x="5510601" y="5652499"/>
                  <a:ext cx="551" cy="39262"/>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H="1">
                  <a:off x="5382246" y="5174890"/>
                  <a:ext cx="0" cy="374748"/>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a:off x="5509928" y="5276792"/>
                  <a:ext cx="0" cy="374748"/>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a:endCxn id="75" idx="2"/>
                </p:cNvCxnSpPr>
                <p:nvPr/>
              </p:nvCxnSpPr>
              <p:spPr>
                <a:xfrm flipH="1">
                  <a:off x="5091661" y="5651540"/>
                  <a:ext cx="418267" cy="1875"/>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flipH="1">
                  <a:off x="5462807" y="5276792"/>
                  <a:ext cx="47121"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5093615" y="5653879"/>
                  <a:ext cx="551" cy="39262"/>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H="1">
                  <a:off x="5091661" y="5690845"/>
                  <a:ext cx="418267" cy="1875"/>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H="1">
                  <a:off x="5100682" y="5663998"/>
                  <a:ext cx="402507" cy="0"/>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H="1">
                  <a:off x="5100682" y="5672130"/>
                  <a:ext cx="402507" cy="0"/>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H="1">
                  <a:off x="5100682" y="5682410"/>
                  <a:ext cx="402507" cy="0"/>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63" name="组合 62"/>
              <p:cNvGrpSpPr/>
              <p:nvPr/>
            </p:nvGrpSpPr>
            <p:grpSpPr>
              <a:xfrm>
                <a:off x="6732240" y="3332393"/>
                <a:ext cx="690265" cy="406004"/>
                <a:chOff x="6732240" y="3332393"/>
                <a:chExt cx="690265" cy="406004"/>
              </a:xfrm>
            </p:grpSpPr>
            <p:sp>
              <p:nvSpPr>
                <p:cNvPr id="64" name="弧形 63"/>
                <p:cNvSpPr/>
                <p:nvPr/>
              </p:nvSpPr>
              <p:spPr>
                <a:xfrm>
                  <a:off x="6732240" y="3332393"/>
                  <a:ext cx="343505" cy="248196"/>
                </a:xfrm>
                <a:prstGeom prst="arc">
                  <a:avLst>
                    <a:gd name="adj1" fmla="val 15435190"/>
                    <a:gd name="adj2" fmla="val 19418444"/>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65" name="弧形 64"/>
                <p:cNvSpPr/>
                <p:nvPr/>
              </p:nvSpPr>
              <p:spPr>
                <a:xfrm>
                  <a:off x="6732240" y="3409318"/>
                  <a:ext cx="343505" cy="248196"/>
                </a:xfrm>
                <a:prstGeom prst="arc">
                  <a:avLst>
                    <a:gd name="adj1" fmla="val 15435190"/>
                    <a:gd name="adj2" fmla="val 19418444"/>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66" name="弧形 65"/>
                <p:cNvSpPr/>
                <p:nvPr/>
              </p:nvSpPr>
              <p:spPr>
                <a:xfrm>
                  <a:off x="6732240" y="3486243"/>
                  <a:ext cx="343505" cy="248196"/>
                </a:xfrm>
                <a:prstGeom prst="arc">
                  <a:avLst>
                    <a:gd name="adj1" fmla="val 15435190"/>
                    <a:gd name="adj2" fmla="val 19418444"/>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67" name="弧形 66"/>
                <p:cNvSpPr/>
                <p:nvPr/>
              </p:nvSpPr>
              <p:spPr>
                <a:xfrm flipH="1">
                  <a:off x="7079000" y="3336351"/>
                  <a:ext cx="343505" cy="248196"/>
                </a:xfrm>
                <a:prstGeom prst="arc">
                  <a:avLst>
                    <a:gd name="adj1" fmla="val 15435190"/>
                    <a:gd name="adj2" fmla="val 19418444"/>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68" name="弧形 67"/>
                <p:cNvSpPr/>
                <p:nvPr/>
              </p:nvSpPr>
              <p:spPr>
                <a:xfrm flipH="1">
                  <a:off x="7079000" y="3413276"/>
                  <a:ext cx="343505" cy="248196"/>
                </a:xfrm>
                <a:prstGeom prst="arc">
                  <a:avLst>
                    <a:gd name="adj1" fmla="val 15435190"/>
                    <a:gd name="adj2" fmla="val 19418444"/>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69" name="弧形 68"/>
                <p:cNvSpPr/>
                <p:nvPr/>
              </p:nvSpPr>
              <p:spPr>
                <a:xfrm flipH="1">
                  <a:off x="7079000" y="3490201"/>
                  <a:ext cx="343505" cy="248196"/>
                </a:xfrm>
                <a:prstGeom prst="arc">
                  <a:avLst>
                    <a:gd name="adj1" fmla="val 15435190"/>
                    <a:gd name="adj2" fmla="val 19418444"/>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blinds(horizontal)">
                                      <p:cBhvr>
                                        <p:cTn id="7" dur="500"/>
                                        <p:tgtEl>
                                          <p:spTgt spid="58"/>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19810"/>
                                        </p:tgtEl>
                                        <p:attrNameLst>
                                          <p:attrName>style.visibility</p:attrName>
                                        </p:attrNameLst>
                                      </p:cBhvr>
                                      <p:to>
                                        <p:strVal val="visible"/>
                                      </p:to>
                                    </p:set>
                                    <p:animEffect transition="in" filter="blinds(horizontal)">
                                      <p:cBhvr>
                                        <p:cTn id="11" dur="500"/>
                                        <p:tgtEl>
                                          <p:spTgt spid="1198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0"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*4-7 对偶原理</a:t>
            </a:r>
            <a:endParaRPr lang="zh-CN" altLang="en-US"/>
          </a:p>
        </p:txBody>
      </p:sp>
      <p:sp>
        <p:nvSpPr>
          <p:cNvPr id="82946" name="Text Box 2" descr="绿色大理石"/>
          <p:cNvSpPr txBox="1"/>
          <p:nvPr/>
        </p:nvSpPr>
        <p:spPr>
          <a:xfrm>
            <a:off x="539750" y="768350"/>
            <a:ext cx="3024188" cy="521970"/>
          </a:xfrm>
          <a:prstGeom prst="rect">
            <a:avLst/>
          </a:prstGeom>
          <a:blipFill rotWithShape="1">
            <a:blip r:embed="rId1"/>
          </a:blipFill>
          <a:ln w="9525">
            <a:noFill/>
          </a:ln>
        </p:spPr>
        <p:txBody>
          <a:bodyPr>
            <a:spAutoFit/>
          </a:bodyPr>
          <a:p>
            <a:pPr>
              <a:spcBef>
                <a:spcPct val="50000"/>
              </a:spcBef>
            </a:pPr>
            <a:r>
              <a:rPr kumimoji="1" lang="zh-CN" altLang="en-US" sz="2800" dirty="0" smtClean="0">
                <a:solidFill>
                  <a:schemeClr val="bg1"/>
                </a:solidFill>
                <a:latin typeface="华文楷体" panose="02010600040101010101" pitchFamily="2" charset="-122"/>
                <a:ea typeface="华文楷体" panose="02010600040101010101" pitchFamily="2" charset="-122"/>
              </a:rPr>
              <a:t>定理的综合应用</a:t>
            </a:r>
            <a:endParaRPr kumimoji="1" lang="zh-CN" altLang="en-US" sz="2800" dirty="0" smtClean="0">
              <a:solidFill>
                <a:schemeClr val="bg1"/>
              </a:solidFill>
              <a:latin typeface="华文楷体" panose="02010600040101010101" pitchFamily="2" charset="-122"/>
              <a:ea typeface="华文楷体" panose="02010600040101010101" pitchFamily="2" charset="-122"/>
            </a:endParaRPr>
          </a:p>
        </p:txBody>
      </p:sp>
      <p:sp>
        <p:nvSpPr>
          <p:cNvPr id="82954" name="Text Box 10"/>
          <p:cNvSpPr txBox="1"/>
          <p:nvPr/>
        </p:nvSpPr>
        <p:spPr>
          <a:xfrm>
            <a:off x="1271905" y="1569403"/>
            <a:ext cx="7343775" cy="1529715"/>
          </a:xfrm>
          <a:prstGeom prst="rect">
            <a:avLst/>
          </a:prstGeom>
          <a:noFill/>
          <a:ln w="9525">
            <a:noFill/>
          </a:ln>
        </p:spPr>
        <p:txBody>
          <a:bodyPr>
            <a:spAutoFit/>
          </a:bodyPr>
          <a:p>
            <a:pPr>
              <a:lnSpc>
                <a:spcPct val="120000"/>
              </a:lnSpc>
              <a:spcBef>
                <a:spcPct val="50000"/>
              </a:spcBef>
            </a:pPr>
            <a:r>
              <a:rPr lang="en-US" altLang="zh-CN" sz="2600" dirty="0">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60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图示线性电路，</a:t>
            </a:r>
            <a:r>
              <a:rPr kumimoji="1" lang="zh-CN" altLang="en-US" sz="260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当</a:t>
            </a:r>
            <a:r>
              <a:rPr kumimoji="1" lang="zh-CN" altLang="en-US" sz="2600" b="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a:t>
            </a:r>
            <a:r>
              <a:rPr kumimoji="1" lang="zh-CN" altLang="en-US" sz="260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支路中的电阻</a:t>
            </a:r>
            <a:r>
              <a:rPr kumimoji="1" lang="zh-CN" altLang="en-US" sz="2600" b="0" i="1"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R</a:t>
            </a:r>
            <a:r>
              <a:rPr kumimoji="1" lang="zh-CN" altLang="en-US" sz="2600" b="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＝0</a:t>
            </a:r>
            <a:r>
              <a:rPr kumimoji="1" lang="zh-CN" altLang="en-US" sz="260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时，测得</a:t>
            </a:r>
            <a:r>
              <a:rPr kumimoji="1" lang="zh-CN" altLang="en-US" sz="2600" b="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B</a:t>
            </a:r>
            <a:r>
              <a:rPr kumimoji="1" lang="zh-CN" altLang="en-US" sz="260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支路电压</a:t>
            </a:r>
            <a:r>
              <a:rPr kumimoji="1" lang="zh-CN" altLang="en-US" sz="2600" b="0" i="1"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U</a:t>
            </a:r>
            <a:r>
              <a:rPr kumimoji="1" lang="zh-CN" altLang="en-US" sz="2600" b="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1" lang="zh-CN" altLang="en-US" sz="2600" b="0" i="1"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U</a:t>
            </a:r>
            <a:r>
              <a:rPr lang="en-US" altLang="zh-CN" sz="2600" b="0" baseline="-25000" dirty="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1</a:t>
            </a:r>
            <a:r>
              <a:rPr kumimoji="1" lang="zh-CN" altLang="en-US" sz="260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,当</a:t>
            </a:r>
            <a:r>
              <a:rPr kumimoji="1" lang="zh-CN" altLang="en-US" sz="2600" b="0" i="1"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R</a:t>
            </a:r>
            <a:r>
              <a:rPr kumimoji="1" lang="zh-CN" altLang="en-US" sz="2600" b="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1" lang="zh-CN" altLang="en-US" sz="260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时，</a:t>
            </a:r>
            <a:r>
              <a:rPr kumimoji="1" lang="zh-CN" altLang="en-US" sz="2600" b="0" i="1"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U</a:t>
            </a:r>
            <a:r>
              <a:rPr kumimoji="1" lang="zh-CN" altLang="en-US" sz="2600" b="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1" lang="zh-CN" altLang="en-US" sz="2600" b="0" i="1"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U</a:t>
            </a:r>
            <a:r>
              <a:rPr lang="en-US" altLang="zh-CN" sz="2600" b="0" baseline="-25000" dirty="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2</a:t>
            </a:r>
            <a:r>
              <a:rPr kumimoji="1" lang="zh-CN" altLang="en-US" sz="260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,已知</a:t>
            </a:r>
            <a:r>
              <a:rPr kumimoji="1" lang="zh-CN" altLang="en-US" sz="2600" b="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ab</a:t>
            </a:r>
            <a:r>
              <a:rPr kumimoji="1" lang="zh-CN" altLang="en-US" sz="260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端口的等效电阻为</a:t>
            </a:r>
            <a:r>
              <a:rPr kumimoji="1" lang="zh-CN" altLang="en-US" sz="2600" b="0" i="1"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R</a:t>
            </a:r>
            <a:r>
              <a:rPr lang="en-US" altLang="zh-CN" sz="2600" b="0" baseline="-25000" dirty="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a:t>
            </a:r>
            <a:r>
              <a:rPr kumimoji="1" lang="zh-CN" altLang="en-US" sz="260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，求</a:t>
            </a:r>
            <a:r>
              <a:rPr kumimoji="1" lang="zh-CN" altLang="en-US" sz="2600" b="0" i="1"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R</a:t>
            </a:r>
            <a:r>
              <a:rPr kumimoji="1" lang="zh-CN" altLang="en-US" sz="260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为任意值时的电压</a:t>
            </a:r>
            <a:r>
              <a:rPr kumimoji="1" lang="zh-CN" altLang="en-US" sz="2600" b="0" i="1"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U</a:t>
            </a:r>
            <a:r>
              <a:rPr kumimoji="1" lang="zh-CN" altLang="en-US" sz="2600" b="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endParaRPr kumimoji="1" lang="zh-CN" altLang="en-US" sz="2600" b="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p:txBody>
      </p:sp>
      <p:grpSp>
        <p:nvGrpSpPr>
          <p:cNvPr id="3" name="组合 2"/>
          <p:cNvGrpSpPr/>
          <p:nvPr/>
        </p:nvGrpSpPr>
        <p:grpSpPr>
          <a:xfrm>
            <a:off x="1472565" y="3340100"/>
            <a:ext cx="5144770" cy="2174875"/>
            <a:chOff x="1418" y="5288"/>
            <a:chExt cx="8102" cy="3425"/>
          </a:xfrm>
        </p:grpSpPr>
        <p:sp>
          <p:nvSpPr>
            <p:cNvPr id="90123" name="Rectangle 43"/>
            <p:cNvSpPr/>
            <p:nvPr/>
          </p:nvSpPr>
          <p:spPr bwMode="auto">
            <a:xfrm>
              <a:off x="2098" y="6193"/>
              <a:ext cx="6462" cy="1703"/>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90124" name="Text Box 44"/>
            <p:cNvSpPr txBox="1"/>
            <p:nvPr/>
          </p:nvSpPr>
          <p:spPr>
            <a:xfrm>
              <a:off x="2325" y="6533"/>
              <a:ext cx="960" cy="818"/>
            </a:xfrm>
            <a:prstGeom prst="rect">
              <a:avLst/>
            </a:prstGeom>
            <a:noFill/>
            <a:ln w="9525">
              <a:noFill/>
            </a:ln>
          </p:spPr>
          <p:txBody>
            <a:bodyPr>
              <a:spAutoFit/>
            </a:bodyPr>
            <a:p>
              <a:r>
                <a:rPr lang="en-US" altLang="zh-CN" b="0" i="1" dirty="0">
                  <a:solidFill>
                    <a:schemeClr val="tx1"/>
                  </a:solidFill>
                  <a:latin typeface="Times New Roman" panose="02020603050405020304" pitchFamily="18" charset="0"/>
                  <a:ea typeface="宋体" panose="02010600030101010101" pitchFamily="2" charset="-122"/>
                </a:rPr>
                <a:t>U</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90125" name="Text Box 45"/>
            <p:cNvSpPr txBox="1"/>
            <p:nvPr/>
          </p:nvSpPr>
          <p:spPr>
            <a:xfrm>
              <a:off x="2325" y="7100"/>
              <a:ext cx="600"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90126" name="Text Box 46"/>
            <p:cNvSpPr txBox="1"/>
            <p:nvPr/>
          </p:nvSpPr>
          <p:spPr>
            <a:xfrm>
              <a:off x="2325" y="6010"/>
              <a:ext cx="682"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90127" name="Text Box 47"/>
            <p:cNvSpPr txBox="1"/>
            <p:nvPr/>
          </p:nvSpPr>
          <p:spPr>
            <a:xfrm>
              <a:off x="8699" y="6533"/>
              <a:ext cx="821" cy="725"/>
            </a:xfrm>
            <a:prstGeom prst="rect">
              <a:avLst/>
            </a:prstGeom>
            <a:noFill/>
            <a:ln w="9525">
              <a:noFill/>
            </a:ln>
          </p:spPr>
          <p:txBody>
            <a:bodyPr wrap="square">
              <a:spAutoFit/>
            </a:bodyPr>
            <a:p>
              <a:r>
                <a:rPr lang="en-US" altLang="zh-CN" b="0" i="1" dirty="0">
                  <a:solidFill>
                    <a:schemeClr val="tx1"/>
                  </a:solidFill>
                  <a:latin typeface="Times New Roman" panose="02020603050405020304" pitchFamily="18" charset="0"/>
                  <a:ea typeface="宋体" panose="02010600030101010101" pitchFamily="2" charset="-122"/>
                </a:rPr>
                <a:t>R</a:t>
              </a:r>
              <a:endParaRPr lang="en-US" altLang="zh-CN" b="0" i="1" dirty="0">
                <a:solidFill>
                  <a:schemeClr val="tx1"/>
                </a:solidFill>
                <a:latin typeface="Times New Roman" panose="02020603050405020304" pitchFamily="18" charset="0"/>
                <a:ea typeface="宋体" panose="02010600030101010101" pitchFamily="2" charset="-122"/>
              </a:endParaRPr>
            </a:p>
          </p:txBody>
        </p:sp>
        <p:grpSp>
          <p:nvGrpSpPr>
            <p:cNvPr id="90128" name="Group 48"/>
            <p:cNvGrpSpPr/>
            <p:nvPr/>
          </p:nvGrpSpPr>
          <p:grpSpPr>
            <a:xfrm rot="0">
              <a:off x="6973" y="6308"/>
              <a:ext cx="1247" cy="818"/>
              <a:chOff x="4150" y="3067"/>
              <a:chExt cx="499" cy="327"/>
            </a:xfrm>
          </p:grpSpPr>
          <p:sp>
            <p:nvSpPr>
              <p:cNvPr id="90138" name="Text Box 49"/>
              <p:cNvSpPr txBox="1"/>
              <p:nvPr/>
            </p:nvSpPr>
            <p:spPr>
              <a:xfrm>
                <a:off x="4150" y="3067"/>
                <a:ext cx="499" cy="327"/>
              </a:xfrm>
              <a:prstGeom prst="rect">
                <a:avLst/>
              </a:prstGeom>
              <a:noFill/>
              <a:ln w="9525">
                <a:noFill/>
              </a:ln>
            </p:spPr>
            <p:txBody>
              <a:bodyPr>
                <a:spAutoFit/>
              </a:bodyPr>
              <a:p>
                <a:r>
                  <a:rPr lang="en-US" altLang="zh-CN" b="0" i="1" dirty="0">
                    <a:solidFill>
                      <a:schemeClr val="tx1"/>
                    </a:solidFill>
                    <a:latin typeface="Times New Roman" panose="02020603050405020304" pitchFamily="18" charset="0"/>
                    <a:ea typeface="宋体" panose="02010600030101010101" pitchFamily="2" charset="-122"/>
                    <a:sym typeface="Symbol" panose="05050102010706020507" pitchFamily="18" charset="2"/>
                  </a:rPr>
                  <a:t>R</a:t>
                </a:r>
                <a:r>
                  <a:rPr lang="en-US" altLang="zh-CN" b="0" baseline="-25000" dirty="0">
                    <a:solidFill>
                      <a:schemeClr val="tx1"/>
                    </a:solidFill>
                    <a:latin typeface="Times New Roman" panose="02020603050405020304" pitchFamily="18" charset="0"/>
                    <a:ea typeface="宋体" panose="02010600030101010101" pitchFamily="2" charset="-122"/>
                    <a:sym typeface="Symbol" panose="05050102010706020507" pitchFamily="18" charset="2"/>
                  </a:rPr>
                  <a:t>A</a:t>
                </a:r>
                <a:endParaRPr lang="en-US" altLang="zh-CN" b="0" baseline="-2500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90139" name="Line 50"/>
              <p:cNvSpPr/>
              <p:nvPr/>
            </p:nvSpPr>
            <p:spPr>
              <a:xfrm flipH="1">
                <a:off x="4150" y="3385"/>
                <a:ext cx="318" cy="0"/>
              </a:xfrm>
              <a:prstGeom prst="line">
                <a:avLst/>
              </a:prstGeom>
              <a:ln w="57150" cap="flat" cmpd="sng">
                <a:solidFill>
                  <a:srgbClr val="00CCFF"/>
                </a:solidFill>
                <a:prstDash val="solid"/>
                <a:headEnd type="none" w="med" len="med"/>
                <a:tailEnd type="triangle" w="med" len="med"/>
              </a:ln>
            </p:spPr>
          </p:sp>
        </p:grpSp>
        <p:sp>
          <p:nvSpPr>
            <p:cNvPr id="90129" name="Text Box 51"/>
            <p:cNvSpPr txBox="1"/>
            <p:nvPr/>
          </p:nvSpPr>
          <p:spPr>
            <a:xfrm>
              <a:off x="7200" y="5288"/>
              <a:ext cx="452"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90130" name="Text Box 52"/>
            <p:cNvSpPr txBox="1"/>
            <p:nvPr/>
          </p:nvSpPr>
          <p:spPr>
            <a:xfrm>
              <a:off x="7200" y="7895"/>
              <a:ext cx="682"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b</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90131" name="Oval 53"/>
            <p:cNvSpPr/>
            <p:nvPr/>
          </p:nvSpPr>
          <p:spPr>
            <a:xfrm>
              <a:off x="7315" y="7780"/>
              <a:ext cx="227" cy="225"/>
            </a:xfrm>
            <a:prstGeom prst="ellipse">
              <a:avLst/>
            </a:prstGeom>
            <a:solidFill>
              <a:schemeClr val="bg1"/>
            </a:solidFill>
            <a:ln w="38100">
              <a:solidFill>
                <a:schemeClr val="tx2">
                  <a:lumMod val="75000"/>
                </a:schemeClr>
              </a:solidFill>
            </a:ln>
          </p:spPr>
          <p:txBody>
            <a:bodyPr wrap="none" anchor="ctr" anchorCtr="0"/>
            <a:p>
              <a:endParaRPr lang="zh-CN" altLang="en-US" dirty="0">
                <a:solidFill>
                  <a:schemeClr val="tx1"/>
                </a:solidFill>
                <a:latin typeface="Arial" panose="020B0604020202020204" pitchFamily="34" charset="0"/>
              </a:endParaRPr>
            </a:p>
          </p:txBody>
        </p:sp>
        <p:sp>
          <p:nvSpPr>
            <p:cNvPr id="90132" name="Oval 54"/>
            <p:cNvSpPr/>
            <p:nvPr/>
          </p:nvSpPr>
          <p:spPr>
            <a:xfrm>
              <a:off x="7315" y="6080"/>
              <a:ext cx="227" cy="225"/>
            </a:xfrm>
            <a:prstGeom prst="ellipse">
              <a:avLst/>
            </a:prstGeom>
            <a:solidFill>
              <a:schemeClr val="bg1"/>
            </a:solidFill>
            <a:ln w="38100">
              <a:solidFill>
                <a:schemeClr val="tx2">
                  <a:lumMod val="75000"/>
                </a:schemeClr>
              </a:solidFill>
            </a:ln>
          </p:spPr>
          <p:txBody>
            <a:bodyPr wrap="none" anchor="ctr" anchorCtr="0"/>
            <a:p>
              <a:endParaRPr lang="zh-CN" altLang="en-US" dirty="0">
                <a:solidFill>
                  <a:schemeClr val="tx1"/>
                </a:solidFill>
                <a:latin typeface="Arial" panose="020B0604020202020204" pitchFamily="34" charset="0"/>
              </a:endParaRPr>
            </a:p>
          </p:txBody>
        </p:sp>
        <p:sp>
          <p:nvSpPr>
            <p:cNvPr id="90133" name="Text Box 55"/>
            <p:cNvSpPr txBox="1"/>
            <p:nvPr/>
          </p:nvSpPr>
          <p:spPr>
            <a:xfrm>
              <a:off x="8560" y="5513"/>
              <a:ext cx="960"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90134" name="Text Box 56"/>
            <p:cNvSpPr txBox="1"/>
            <p:nvPr/>
          </p:nvSpPr>
          <p:spPr>
            <a:xfrm>
              <a:off x="1418" y="5628"/>
              <a:ext cx="960"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B</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90135" name="Rectangle 57"/>
            <p:cNvSpPr/>
            <p:nvPr/>
          </p:nvSpPr>
          <p:spPr bwMode="auto">
            <a:xfrm>
              <a:off x="8391" y="6533"/>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90136" name="Rectangle 58"/>
            <p:cNvSpPr/>
            <p:nvPr/>
          </p:nvSpPr>
          <p:spPr bwMode="auto">
            <a:xfrm>
              <a:off x="1943" y="6533"/>
              <a:ext cx="317"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90137" name="Rectangle 59"/>
            <p:cNvSpPr/>
            <p:nvPr/>
          </p:nvSpPr>
          <p:spPr>
            <a:xfrm>
              <a:off x="4253" y="5628"/>
              <a:ext cx="1837" cy="2948"/>
            </a:xfrm>
            <a:prstGeom prst="rect">
              <a:avLst/>
            </a:prstGeom>
            <a:solidFill>
              <a:schemeClr val="tx2">
                <a:lumMod val="20000"/>
                <a:lumOff val="80000"/>
              </a:schemeClr>
            </a:solidFill>
            <a:ln w="38100">
              <a:noFill/>
            </a:ln>
          </p:spPr>
          <p:txBody>
            <a:bodyPr wrap="none" anchor="ctr" anchorCtr="0"/>
            <a:p>
              <a:pPr algn="ctr"/>
              <a:r>
                <a:rPr lang="zh-CN" altLang="en-US" dirty="0">
                  <a:solidFill>
                    <a:schemeClr val="tx1"/>
                  </a:solidFill>
                  <a:latin typeface="Arial" panose="020B0604020202020204" pitchFamily="34" charset="0"/>
                </a:rPr>
                <a:t>线性</a:t>
              </a:r>
              <a:endParaRPr lang="zh-CN" altLang="en-US" dirty="0">
                <a:solidFill>
                  <a:schemeClr val="tx1"/>
                </a:solidFill>
                <a:latin typeface="Arial" panose="020B0604020202020204" pitchFamily="34" charset="0"/>
              </a:endParaRPr>
            </a:p>
            <a:p>
              <a:pPr algn="ctr"/>
              <a:r>
                <a:rPr lang="zh-CN" altLang="en-US" dirty="0">
                  <a:solidFill>
                    <a:schemeClr val="tx1"/>
                  </a:solidFill>
                  <a:latin typeface="Arial" panose="020B0604020202020204" pitchFamily="34" charset="0"/>
                </a:rPr>
                <a:t>含源</a:t>
              </a:r>
              <a:endParaRPr lang="zh-CN" altLang="en-US" dirty="0">
                <a:solidFill>
                  <a:schemeClr val="tx1"/>
                </a:solidFill>
                <a:latin typeface="Arial" panose="020B0604020202020204" pitchFamily="34" charset="0"/>
              </a:endParaRPr>
            </a:p>
            <a:p>
              <a:pPr algn="ctr"/>
              <a:r>
                <a:rPr lang="zh-CN" altLang="en-US" dirty="0">
                  <a:solidFill>
                    <a:schemeClr val="tx1"/>
                  </a:solidFill>
                  <a:latin typeface="Arial" panose="020B0604020202020204" pitchFamily="34" charset="0"/>
                </a:rPr>
                <a:t>网络</a:t>
              </a:r>
              <a:endParaRPr lang="zh-CN" altLang="en-US" dirty="0">
                <a:solidFill>
                  <a:schemeClr val="tx1"/>
                </a:solidFill>
                <a:latin typeface="Arial" panose="020B0604020202020204" pitchFamily="34" charset="0"/>
              </a:endParaRPr>
            </a:p>
            <a:p>
              <a:pPr algn="ctr"/>
              <a:endParaRPr lang="zh-CN" altLang="en-US" b="0" baseline="-25000" dirty="0">
                <a:solidFill>
                  <a:schemeClr val="tx1"/>
                </a:solidFill>
                <a:latin typeface="Arial" panose="020B0604020202020204" pitchFamily="34" charset="0"/>
                <a:ea typeface="仿宋_GB2312" pitchFamily="49" charset="-122"/>
              </a:endParaRPr>
            </a:p>
          </p:txBody>
        </p:sp>
      </p:grpSp>
      <p:sp>
        <p:nvSpPr>
          <p:cNvPr id="9" name="Text Box 22"/>
          <p:cNvSpPr txBox="1">
            <a:spLocks noChangeArrowheads="1"/>
          </p:cNvSpPr>
          <p:nvPr/>
        </p:nvSpPr>
        <p:spPr bwMode="auto">
          <a:xfrm>
            <a:off x="606425" y="1591945"/>
            <a:ext cx="845820" cy="532765"/>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例</a:t>
            </a:r>
            <a:r>
              <a:rPr kumimoji="1" lang="en-US" altLang="zh-CN" sz="3200" dirty="0">
                <a:solidFill>
                  <a:schemeClr val="bg1"/>
                </a:solidFill>
                <a:latin typeface="华文新魏" panose="02010800040101010101" pitchFamily="2" charset="-122"/>
                <a:ea typeface="华文新魏" panose="02010800040101010101" pitchFamily="2" charset="-122"/>
              </a:rPr>
              <a:t>1</a:t>
            </a:r>
            <a:endParaRPr kumimoji="1" lang="en-US" altLang="zh-CN" sz="3200" dirty="0">
              <a:solidFill>
                <a:schemeClr val="bg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2946"/>
                                        </p:tgtEl>
                                        <p:attrNameLst>
                                          <p:attrName>style.visibility</p:attrName>
                                        </p:attrNameLst>
                                      </p:cBhvr>
                                      <p:to>
                                        <p:strVal val="visible"/>
                                      </p:to>
                                    </p:set>
                                    <p:animEffect transition="in" filter="wipe(left)">
                                      <p:cBhvr>
                                        <p:cTn id="7" dur="2000"/>
                                        <p:tgtEl>
                                          <p:spTgt spid="82946"/>
                                        </p:tgtEl>
                                      </p:cBhvr>
                                    </p:animEffect>
                                  </p:childTnLst>
                                </p:cTn>
                              </p:par>
                            </p:childTnLst>
                          </p:cTn>
                        </p:par>
                      </p:childTnLst>
                    </p:cTn>
                  </p:par>
                  <p:par>
                    <p:cTn id="8" fill="hold">
                      <p:stCondLst>
                        <p:cond delay="indefinite"/>
                      </p:stCondLst>
                      <p:childTnLst>
                        <p:par>
                          <p:cTn id="9" fill="hold">
                            <p:stCondLst>
                              <p:cond delay="0"/>
                            </p:stCondLst>
                            <p:childTnLst>
                              <p:par>
                                <p:cTn id="10" presetID="15" presetClass="entr" presetSubtype="0" fill="hold" grpId="1"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1000" fill="hold"/>
                                        <p:tgtEl>
                                          <p:spTgt spid="9"/>
                                        </p:tgtEl>
                                        <p:attrNameLst>
                                          <p:attrName>ppt_w</p:attrName>
                                        </p:attrNameLst>
                                      </p:cBhvr>
                                      <p:tavLst>
                                        <p:tav tm="0">
                                          <p:val>
                                            <p:fltVal val="0"/>
                                          </p:val>
                                        </p:tav>
                                        <p:tav tm="100000">
                                          <p:val>
                                            <p:strVal val="#ppt_w"/>
                                          </p:val>
                                        </p:tav>
                                      </p:tavLst>
                                    </p:anim>
                                    <p:anim calcmode="lin" valueType="num">
                                      <p:cBhvr>
                                        <p:cTn id="13" dur="1000" fill="hold"/>
                                        <p:tgtEl>
                                          <p:spTgt spid="9"/>
                                        </p:tgtEl>
                                        <p:attrNameLst>
                                          <p:attrName>ppt_h</p:attrName>
                                        </p:attrNameLst>
                                      </p:cBhvr>
                                      <p:tavLst>
                                        <p:tav tm="0">
                                          <p:val>
                                            <p:fltVal val="0"/>
                                          </p:val>
                                        </p:tav>
                                        <p:tav tm="100000">
                                          <p:val>
                                            <p:strVal val="#ppt_h"/>
                                          </p:val>
                                        </p:tav>
                                      </p:tavLst>
                                    </p:anim>
                                    <p:anim calcmode="lin" valueType="num">
                                      <p:cBhvr>
                                        <p:cTn id="14" dur="1000" fill="hold"/>
                                        <p:tgtEl>
                                          <p:spTgt spid="9"/>
                                        </p:tgtEl>
                                        <p:attrNameLst>
                                          <p:attrName>ppt_x</p:attrName>
                                        </p:attrNameLst>
                                      </p:cBhvr>
                                      <p:tavLst>
                                        <p:tav tm="0" fmla="#ppt_x+(cos(-2*pi*(1-$))*-#ppt_x-sin(-2*pi*(1-$))*(1-#ppt_y))*(1-$)">
                                          <p:val>
                                            <p:fltVal val="0"/>
                                          </p:val>
                                        </p:tav>
                                        <p:tav tm="100000">
                                          <p:val>
                                            <p:fltVal val="1"/>
                                          </p:val>
                                        </p:tav>
                                      </p:tavLst>
                                    </p:anim>
                                    <p:anim calcmode="lin" valueType="num">
                                      <p:cBhvr>
                                        <p:cTn id="15" dur="1000" fill="hold"/>
                                        <p:tgtEl>
                                          <p:spTgt spid="9"/>
                                        </p:tgtEl>
                                        <p:attrNameLst>
                                          <p:attrName>ppt_y</p:attrName>
                                        </p:attrNameLst>
                                      </p:cBhvr>
                                      <p:tavLst>
                                        <p:tav tm="0" fmla="#ppt_y+(sin(-2*pi*(1-$))*-#ppt_x+cos(-2*pi*(1-$))*(1-#ppt_y))*(1-$)">
                                          <p:val>
                                            <p:fltVal val="0"/>
                                          </p:val>
                                        </p:tav>
                                        <p:tav tm="100000">
                                          <p:val>
                                            <p:fltVal val="1"/>
                                          </p:val>
                                        </p:tav>
                                      </p:tavLst>
                                    </p:anim>
                                  </p:childTnLst>
                                </p:cTn>
                              </p:par>
                              <p:par>
                                <p:cTn id="16" presetID="3" presetClass="entr" presetSubtype="10" fill="hold"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blinds(horizontal)">
                                      <p:cBhvr>
                                        <p:cTn id="18" dur="500"/>
                                        <p:tgtEl>
                                          <p:spTgt spid="3"/>
                                        </p:tgtEl>
                                      </p:cBhvr>
                                    </p:animEffect>
                                  </p:childTnLst>
                                </p:cTn>
                              </p:par>
                            </p:childTnLst>
                          </p:cTn>
                        </p:par>
                        <p:par>
                          <p:cTn id="19" fill="hold">
                            <p:stCondLst>
                              <p:cond delay="1000"/>
                            </p:stCondLst>
                            <p:childTnLst>
                              <p:par>
                                <p:cTn id="20" presetID="22" presetClass="entr" presetSubtype="8" fill="hold" grpId="0" nodeType="afterEffect">
                                  <p:stCondLst>
                                    <p:cond delay="0"/>
                                  </p:stCondLst>
                                  <p:childTnLst>
                                    <p:set>
                                      <p:cBhvr>
                                        <p:cTn id="21" dur="1" fill="hold">
                                          <p:stCondLst>
                                            <p:cond delay="0"/>
                                          </p:stCondLst>
                                        </p:cTn>
                                        <p:tgtEl>
                                          <p:spTgt spid="82954"/>
                                        </p:tgtEl>
                                        <p:attrNameLst>
                                          <p:attrName>style.visibility</p:attrName>
                                        </p:attrNameLst>
                                      </p:cBhvr>
                                      <p:to>
                                        <p:strVal val="visible"/>
                                      </p:to>
                                    </p:set>
                                    <p:animEffect transition="in" filter="wipe(left)">
                                      <p:cBhvr>
                                        <p:cTn id="22" dur="500"/>
                                        <p:tgtEl>
                                          <p:spTgt spid="829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6" grpId="0" bldLvl="0" animBg="1"/>
      <p:bldP spid="82954" grpId="0"/>
      <p:bldP spid="9" grpId="1" bldLvl="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*4-7 对偶原理</a:t>
            </a:r>
            <a:endParaRPr lang="zh-CN" altLang="en-US"/>
          </a:p>
        </p:txBody>
      </p:sp>
      <p:sp>
        <p:nvSpPr>
          <p:cNvPr id="112642" name="Text Box 2"/>
          <p:cNvSpPr txBox="1"/>
          <p:nvPr/>
        </p:nvSpPr>
        <p:spPr>
          <a:xfrm>
            <a:off x="4776788" y="882650"/>
            <a:ext cx="3889375" cy="521970"/>
          </a:xfrm>
          <a:prstGeom prst="rect">
            <a:avLst/>
          </a:prstGeom>
          <a:noFill/>
          <a:ln w="9525">
            <a:noFill/>
          </a:ln>
        </p:spPr>
        <p:txBody>
          <a:bodyPr>
            <a:spAutoFit/>
          </a:bodyPr>
          <a:p>
            <a:pPr marL="342900" lvl="0" indent="-342900" algn="l">
              <a:spcBef>
                <a:spcPct val="50000"/>
              </a:spcBef>
              <a:buClrTx/>
              <a:buSzTx/>
              <a:buFontTx/>
              <a:buAutoNum type="circleNumDbPlain"/>
            </a:pPr>
            <a:r>
              <a:rPr kumimoji="1" lang="zh-CN" altLang="en-US" sz="2600" dirty="0" smtClean="0">
                <a:latin typeface="华文中宋" panose="02010600040101010101" pitchFamily="2" charset="-122"/>
                <a:ea typeface="华文中宋" panose="02010600040101010101" pitchFamily="2" charset="-122"/>
                <a:sym typeface="+mn-ea"/>
              </a:rPr>
              <a:t>应用替代定理</a:t>
            </a:r>
            <a:endParaRPr kumimoji="1" lang="zh-CN" altLang="en-US" sz="2600" dirty="0" smtClean="0">
              <a:latin typeface="华文中宋" panose="02010600040101010101" pitchFamily="2" charset="-122"/>
              <a:ea typeface="华文中宋" panose="02010600040101010101" pitchFamily="2" charset="-122"/>
              <a:sym typeface="+mn-ea"/>
            </a:endParaRPr>
          </a:p>
        </p:txBody>
      </p:sp>
      <p:sp>
        <p:nvSpPr>
          <p:cNvPr id="112643" name="AutoShape 3"/>
          <p:cNvSpPr/>
          <p:nvPr/>
        </p:nvSpPr>
        <p:spPr>
          <a:xfrm>
            <a:off x="5435600" y="2574925"/>
            <a:ext cx="720725" cy="142875"/>
          </a:xfrm>
          <a:prstGeom prst="rightArrow">
            <a:avLst>
              <a:gd name="adj1" fmla="val 50000"/>
              <a:gd name="adj2" fmla="val 126111"/>
            </a:avLst>
          </a:prstGeom>
          <a:solidFill>
            <a:srgbClr val="00CCFF"/>
          </a:solidFill>
          <a:ln w="9525" cap="flat" cmpd="sng">
            <a:solidFill>
              <a:srgbClr val="00CC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12644" name="Text Box 4"/>
          <p:cNvSpPr txBox="1"/>
          <p:nvPr/>
        </p:nvSpPr>
        <p:spPr>
          <a:xfrm>
            <a:off x="468313" y="4132263"/>
            <a:ext cx="3889375" cy="521970"/>
          </a:xfrm>
          <a:prstGeom prst="rect">
            <a:avLst/>
          </a:prstGeom>
          <a:noFill/>
          <a:ln w="9525">
            <a:noFill/>
          </a:ln>
        </p:spPr>
        <p:txBody>
          <a:bodyPr>
            <a:spAutoFit/>
          </a:bodyPr>
          <a:p>
            <a:pPr marL="342900" lvl="0" indent="-342900" algn="l">
              <a:spcBef>
                <a:spcPct val="50000"/>
              </a:spcBef>
              <a:buClrTx/>
              <a:buSzTx/>
              <a:buFontTx/>
              <a:buAutoNum type="circleNumDbPlain"/>
            </a:pPr>
            <a:r>
              <a:rPr kumimoji="1" lang="zh-CN" altLang="en-US" sz="2600" dirty="0" smtClean="0">
                <a:latin typeface="华文中宋" panose="02010600040101010101" pitchFamily="2" charset="-122"/>
                <a:ea typeface="华文中宋" panose="02010600040101010101" pitchFamily="2" charset="-122"/>
                <a:sym typeface="+mn-ea"/>
              </a:rPr>
              <a:t>应用叠加定理</a:t>
            </a:r>
            <a:endParaRPr kumimoji="1" lang="zh-CN" altLang="en-US" sz="2600" dirty="0" smtClean="0">
              <a:latin typeface="华文中宋" panose="02010600040101010101" pitchFamily="2" charset="-122"/>
              <a:ea typeface="华文中宋" panose="02010600040101010101" pitchFamily="2" charset="-122"/>
              <a:sym typeface="+mn-ea"/>
            </a:endParaRPr>
          </a:p>
        </p:txBody>
      </p:sp>
      <p:sp>
        <p:nvSpPr>
          <p:cNvPr id="112646" name="AutoShape 6"/>
          <p:cNvSpPr/>
          <p:nvPr/>
        </p:nvSpPr>
        <p:spPr>
          <a:xfrm>
            <a:off x="3564255" y="4276725"/>
            <a:ext cx="182245" cy="1674495"/>
          </a:xfrm>
          <a:prstGeom prst="leftBrace">
            <a:avLst>
              <a:gd name="adj1" fmla="val 87271"/>
              <a:gd name="adj2" fmla="val 50000"/>
            </a:avLst>
          </a:prstGeom>
          <a:noFill/>
          <a:ln w="28575" cap="flat" cmpd="sng">
            <a:solidFill>
              <a:schemeClr val="tx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12676" name="Text Box 36"/>
          <p:cNvSpPr txBox="1"/>
          <p:nvPr/>
        </p:nvSpPr>
        <p:spPr>
          <a:xfrm>
            <a:off x="1320800" y="882650"/>
            <a:ext cx="4392613" cy="491490"/>
          </a:xfrm>
          <a:prstGeom prst="rect">
            <a:avLst/>
          </a:prstGeom>
          <a:noFill/>
          <a:ln w="9525">
            <a:noFill/>
          </a:ln>
        </p:spPr>
        <p:txBody>
          <a:bodyPr>
            <a:spAutoFit/>
          </a:bodyPr>
          <a:p>
            <a:pPr marL="342900" indent="-342900">
              <a:spcBef>
                <a:spcPct val="50000"/>
              </a:spcBef>
              <a:buAutoNum type="circleNumDbPlain"/>
            </a:pPr>
            <a:r>
              <a:rPr kumimoji="1" lang="zh-CN" altLang="en-US" sz="2600" dirty="0" smtClean="0">
                <a:latin typeface="华文中宋" panose="02010600040101010101" pitchFamily="2" charset="-122"/>
                <a:ea typeface="华文中宋" panose="02010600040101010101" pitchFamily="2" charset="-122"/>
              </a:rPr>
              <a:t>应用戴维南定理</a:t>
            </a:r>
            <a:endParaRPr kumimoji="1" lang="zh-CN" altLang="en-US" sz="2600" dirty="0" smtClean="0">
              <a:latin typeface="华文中宋" panose="02010600040101010101" pitchFamily="2" charset="-122"/>
              <a:ea typeface="华文中宋" panose="02010600040101010101" pitchFamily="2" charset="-122"/>
            </a:endParaRPr>
          </a:p>
        </p:txBody>
      </p:sp>
      <p:sp>
        <p:nvSpPr>
          <p:cNvPr id="10" name="Text Box 22"/>
          <p:cNvSpPr txBox="1">
            <a:spLocks noChangeArrowheads="1"/>
          </p:cNvSpPr>
          <p:nvPr/>
        </p:nvSpPr>
        <p:spPr bwMode="auto">
          <a:xfrm>
            <a:off x="312969" y="845338"/>
            <a:ext cx="648000" cy="576000"/>
          </a:xfrm>
          <a:prstGeom prst="rect">
            <a:avLst/>
          </a:pr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解</a:t>
            </a:r>
            <a:endParaRPr kumimoji="1" lang="zh-CN" altLang="en-US" sz="3200" dirty="0">
              <a:solidFill>
                <a:schemeClr val="bg1"/>
              </a:solidFill>
              <a:latin typeface="华文新魏" panose="02010800040101010101" pitchFamily="2" charset="-122"/>
              <a:ea typeface="华文新魏" panose="02010800040101010101" pitchFamily="2" charset="-122"/>
            </a:endParaRPr>
          </a:p>
        </p:txBody>
      </p:sp>
      <p:graphicFrame>
        <p:nvGraphicFramePr>
          <p:cNvPr id="8" name="对象 7"/>
          <p:cNvGraphicFramePr/>
          <p:nvPr/>
        </p:nvGraphicFramePr>
        <p:xfrm>
          <a:off x="3996055" y="4132580"/>
          <a:ext cx="3899535" cy="522605"/>
        </p:xfrm>
        <a:graphic>
          <a:graphicData uri="http://schemas.openxmlformats.org/presentationml/2006/ole">
            <mc:AlternateContent xmlns:mc="http://schemas.openxmlformats.org/markup-compatibility/2006">
              <mc:Choice xmlns:v="urn:schemas-microsoft-com:vml" Requires="v">
                <p:oleObj spid="_x0000_s9" name="" r:id="rId1" imgW="1854200" imgH="215900" progId="Equation.KSEE3">
                  <p:embed/>
                </p:oleObj>
              </mc:Choice>
              <mc:Fallback>
                <p:oleObj name="" r:id="rId1" imgW="1854200" imgH="215900" progId="Equation.KSEE3">
                  <p:embed/>
                  <p:pic>
                    <p:nvPicPr>
                      <p:cNvPr id="0" name="图片 8"/>
                      <p:cNvPicPr/>
                      <p:nvPr/>
                    </p:nvPicPr>
                    <p:blipFill>
                      <a:blip r:embed="rId2"/>
                      <a:stretch>
                        <a:fillRect/>
                      </a:stretch>
                    </p:blipFill>
                    <p:spPr>
                      <a:xfrm>
                        <a:off x="3996055" y="4132580"/>
                        <a:ext cx="3899535" cy="522605"/>
                      </a:xfrm>
                      <a:prstGeom prst="rect">
                        <a:avLst/>
                      </a:prstGeom>
                    </p:spPr>
                  </p:pic>
                </p:oleObj>
              </mc:Fallback>
            </mc:AlternateContent>
          </a:graphicData>
        </a:graphic>
      </p:graphicFrame>
      <p:grpSp>
        <p:nvGrpSpPr>
          <p:cNvPr id="13" name="组合 12"/>
          <p:cNvGrpSpPr/>
          <p:nvPr/>
        </p:nvGrpSpPr>
        <p:grpSpPr>
          <a:xfrm>
            <a:off x="6301105" y="1687830"/>
            <a:ext cx="2181225" cy="1887220"/>
            <a:chOff x="9923" y="2118"/>
            <a:chExt cx="3435" cy="2972"/>
          </a:xfrm>
        </p:grpSpPr>
        <p:sp>
          <p:nvSpPr>
            <p:cNvPr id="52265" name="Rectangle 40"/>
            <p:cNvSpPr/>
            <p:nvPr/>
          </p:nvSpPr>
          <p:spPr bwMode="auto">
            <a:xfrm>
              <a:off x="10375" y="2458"/>
              <a:ext cx="2383" cy="2495"/>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52266" name="Rectangle 41"/>
            <p:cNvSpPr/>
            <p:nvPr/>
          </p:nvSpPr>
          <p:spPr bwMode="auto">
            <a:xfrm>
              <a:off x="10943" y="2303"/>
              <a:ext cx="793" cy="340"/>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52267" name="Rectangle 42"/>
            <p:cNvSpPr/>
            <p:nvPr/>
          </p:nvSpPr>
          <p:spPr bwMode="auto">
            <a:xfrm>
              <a:off x="12598" y="3253"/>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52268" name="Text Box 43"/>
            <p:cNvSpPr txBox="1"/>
            <p:nvPr/>
          </p:nvSpPr>
          <p:spPr>
            <a:xfrm>
              <a:off x="12044" y="3253"/>
              <a:ext cx="713" cy="725"/>
            </a:xfrm>
            <a:prstGeom prst="rect">
              <a:avLst/>
            </a:prstGeom>
            <a:noFill/>
            <a:ln w="9525">
              <a:noFill/>
            </a:ln>
          </p:spPr>
          <p:txBody>
            <a:bodyPr wrap="square">
              <a:spAutoFit/>
            </a:bodyPr>
            <a:p>
              <a:r>
                <a:rPr lang="en-US" altLang="zh-CN" b="0" i="1" dirty="0">
                  <a:solidFill>
                    <a:schemeClr val="tx1"/>
                  </a:solidFill>
                  <a:latin typeface="Times New Roman" panose="02020603050405020304" pitchFamily="18" charset="0"/>
                  <a:ea typeface="宋体" panose="02010600030101010101" pitchFamily="2" charset="-122"/>
                  <a:sym typeface="Symbol" panose="05050102010706020507" pitchFamily="18" charset="2"/>
                </a:rPr>
                <a:t>R</a:t>
              </a:r>
              <a:endParaRPr lang="en-US" altLang="zh-CN" b="0" i="1"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52269" name="Text Box 44"/>
            <p:cNvSpPr txBox="1"/>
            <p:nvPr/>
          </p:nvSpPr>
          <p:spPr>
            <a:xfrm>
              <a:off x="12758" y="2118"/>
              <a:ext cx="600" cy="81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52270" name="Text Box 45"/>
            <p:cNvSpPr txBox="1"/>
            <p:nvPr/>
          </p:nvSpPr>
          <p:spPr>
            <a:xfrm>
              <a:off x="12758" y="4273"/>
              <a:ext cx="600" cy="81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b</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52271" name="Line 46"/>
            <p:cNvSpPr/>
            <p:nvPr/>
          </p:nvSpPr>
          <p:spPr>
            <a:xfrm>
              <a:off x="12758" y="2570"/>
              <a:ext cx="0" cy="60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52272" name="Text Box 47"/>
            <p:cNvSpPr txBox="1"/>
            <p:nvPr/>
          </p:nvSpPr>
          <p:spPr>
            <a:xfrm>
              <a:off x="12190" y="2458"/>
              <a:ext cx="720" cy="817"/>
            </a:xfrm>
            <a:prstGeom prst="rect">
              <a:avLst/>
            </a:prstGeom>
            <a:noFill/>
            <a:ln w="9525">
              <a:noFill/>
            </a:ln>
          </p:spPr>
          <p:txBody>
            <a:bodyPr>
              <a:spAutoFit/>
            </a:bodyPr>
            <a:p>
              <a:r>
                <a:rPr lang="en-US" altLang="zh-CN" b="0" i="1" dirty="0">
                  <a:solidFill>
                    <a:schemeClr val="tx1"/>
                  </a:solidFill>
                  <a:latin typeface="Times New Roman" panose="02020603050405020304" pitchFamily="18" charset="0"/>
                  <a:ea typeface="宋体" panose="02010600030101010101" pitchFamily="2" charset="-122"/>
                </a:rPr>
                <a:t>I</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52273" name="Text Box 48"/>
            <p:cNvSpPr txBox="1"/>
            <p:nvPr/>
          </p:nvSpPr>
          <p:spPr>
            <a:xfrm>
              <a:off x="10375" y="2570"/>
              <a:ext cx="720" cy="81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52274" name="Text Box 49"/>
            <p:cNvSpPr txBox="1"/>
            <p:nvPr/>
          </p:nvSpPr>
          <p:spPr>
            <a:xfrm>
              <a:off x="10375" y="4158"/>
              <a:ext cx="600" cy="81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52275" name="Text Box 50"/>
            <p:cNvSpPr txBox="1"/>
            <p:nvPr/>
          </p:nvSpPr>
          <p:spPr>
            <a:xfrm>
              <a:off x="10715" y="3365"/>
              <a:ext cx="1135" cy="817"/>
            </a:xfrm>
            <a:prstGeom prst="rect">
              <a:avLst/>
            </a:prstGeom>
            <a:noFill/>
            <a:ln w="9525">
              <a:noFill/>
            </a:ln>
          </p:spPr>
          <p:txBody>
            <a:bodyPr>
              <a:spAutoFit/>
            </a:bodyPr>
            <a:p>
              <a:r>
                <a:rPr lang="en-US" altLang="zh-CN" b="0" i="1" dirty="0">
                  <a:solidFill>
                    <a:schemeClr val="tx1"/>
                  </a:solidFill>
                  <a:latin typeface="Times New Roman" panose="02020603050405020304" pitchFamily="18" charset="0"/>
                  <a:ea typeface="宋体" panose="02010600030101010101" pitchFamily="2" charset="-122"/>
                </a:rPr>
                <a:t>U</a:t>
              </a:r>
              <a:r>
                <a:rPr lang="en-US" altLang="zh-CN" b="0" baseline="-25000" dirty="0">
                  <a:solidFill>
                    <a:schemeClr val="tx1"/>
                  </a:solidFill>
                  <a:latin typeface="Times New Roman" panose="02020603050405020304" pitchFamily="18" charset="0"/>
                  <a:ea typeface="宋体" panose="02010600030101010101" pitchFamily="2" charset="-122"/>
                </a:rPr>
                <a:t>oc</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sp>
          <p:nvSpPr>
            <p:cNvPr id="52276" name="Text Box 51"/>
            <p:cNvSpPr txBox="1"/>
            <p:nvPr/>
          </p:nvSpPr>
          <p:spPr>
            <a:xfrm>
              <a:off x="10943" y="2570"/>
              <a:ext cx="1135" cy="817"/>
            </a:xfrm>
            <a:prstGeom prst="rect">
              <a:avLst/>
            </a:prstGeom>
            <a:noFill/>
            <a:ln w="9525">
              <a:noFill/>
            </a:ln>
          </p:spPr>
          <p:txBody>
            <a:bodyPr>
              <a:spAutoFit/>
            </a:bodyPr>
            <a:p>
              <a:r>
                <a:rPr lang="en-US" altLang="zh-CN" b="0" i="1" dirty="0">
                  <a:solidFill>
                    <a:schemeClr val="tx1"/>
                  </a:solidFill>
                  <a:latin typeface="Times New Roman" panose="02020603050405020304" pitchFamily="18" charset="0"/>
                  <a:ea typeface="宋体" panose="02010600030101010101" pitchFamily="2" charset="-122"/>
                </a:rPr>
                <a:t>R</a:t>
              </a:r>
              <a:r>
                <a:rPr lang="en-US" altLang="zh-CN" b="0" baseline="-25000" dirty="0">
                  <a:solidFill>
                    <a:schemeClr val="tx1"/>
                  </a:solidFill>
                  <a:latin typeface="Times New Roman" panose="02020603050405020304" pitchFamily="18" charset="0"/>
                  <a:ea typeface="宋体" panose="02010600030101010101" pitchFamily="2" charset="-122"/>
                </a:rPr>
                <a:t>A</a:t>
              </a:r>
              <a:endParaRPr lang="en-US" altLang="zh-CN" b="0" baseline="-25000" dirty="0">
                <a:solidFill>
                  <a:schemeClr val="tx1"/>
                </a:solidFill>
                <a:latin typeface="Times New Roman" panose="02020603050405020304" pitchFamily="18" charset="0"/>
                <a:ea typeface="宋体" panose="02010600030101010101" pitchFamily="2" charset="-122"/>
              </a:endParaRPr>
            </a:p>
          </p:txBody>
        </p:sp>
        <p:grpSp>
          <p:nvGrpSpPr>
            <p:cNvPr id="79" name="组合 78"/>
            <p:cNvGrpSpPr/>
            <p:nvPr/>
          </p:nvGrpSpPr>
          <p:grpSpPr>
            <a:xfrm>
              <a:off x="9923" y="3312"/>
              <a:ext cx="908" cy="908"/>
              <a:chOff x="505193" y="3720552"/>
              <a:chExt cx="432197" cy="432197"/>
            </a:xfrm>
            <a:solidFill>
              <a:schemeClr val="accent6">
                <a:lumMod val="40000"/>
                <a:lumOff val="60000"/>
              </a:schemeClr>
            </a:solidFill>
          </p:grpSpPr>
          <p:sp>
            <p:nvSpPr>
              <p:cNvPr id="80"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81" name="直接连接符 80"/>
              <p:cNvCxnSpPr>
                <a:stCxn id="80" idx="0"/>
                <a:endCxn id="80"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7" name="组合 6"/>
          <p:cNvGrpSpPr/>
          <p:nvPr/>
        </p:nvGrpSpPr>
        <p:grpSpPr>
          <a:xfrm>
            <a:off x="415290" y="1570990"/>
            <a:ext cx="5144770" cy="2174875"/>
            <a:chOff x="623" y="1773"/>
            <a:chExt cx="8102" cy="3425"/>
          </a:xfrm>
        </p:grpSpPr>
        <p:grpSp>
          <p:nvGrpSpPr>
            <p:cNvPr id="14" name="Group 18"/>
            <p:cNvGrpSpPr/>
            <p:nvPr/>
          </p:nvGrpSpPr>
          <p:grpSpPr>
            <a:xfrm>
              <a:off x="623" y="1773"/>
              <a:ext cx="8102" cy="3425"/>
              <a:chOff x="1973" y="2478"/>
              <a:chExt cx="3241" cy="1370"/>
            </a:xfrm>
          </p:grpSpPr>
          <p:sp>
            <p:nvSpPr>
              <p:cNvPr id="15" name="Rectangle 19"/>
              <p:cNvSpPr/>
              <p:nvPr>
                <p:custDataLst>
                  <p:tags r:id="rId3"/>
                </p:custDataLst>
              </p:nvPr>
            </p:nvSpPr>
            <p:spPr>
              <a:xfrm>
                <a:off x="2245" y="2840"/>
                <a:ext cx="2585" cy="681"/>
              </a:xfrm>
              <a:prstGeom prst="rect">
                <a:avLst/>
              </a:prstGeom>
              <a:noFill/>
              <a:ln w="19050" cap="flat" cmpd="sng">
                <a:solidFill>
                  <a:schemeClr val="tx2">
                    <a:lumMod val="75000"/>
                  </a:schemeClr>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6" name="Text Box 20"/>
              <p:cNvSpPr txBox="1"/>
              <p:nvPr>
                <p:custDataLst>
                  <p:tags r:id="rId4"/>
                </p:custDataLst>
              </p:nvPr>
            </p:nvSpPr>
            <p:spPr>
              <a:xfrm>
                <a:off x="2336" y="2976"/>
                <a:ext cx="384" cy="327"/>
              </a:xfrm>
              <a:prstGeom prst="rect">
                <a:avLst/>
              </a:prstGeom>
              <a:noFill/>
              <a:ln w="9525">
                <a:noFill/>
              </a:ln>
            </p:spPr>
            <p:txBody>
              <a:bodyPr>
                <a:spAutoFit/>
              </a:bodyPr>
              <a:p>
                <a:r>
                  <a:rPr lang="en-US" altLang="zh-CN" b="0" i="1" dirty="0">
                    <a:solidFill>
                      <a:schemeClr val="bg1"/>
                    </a:solidFill>
                    <a:latin typeface="Times New Roman" panose="02020603050405020304" pitchFamily="18" charset="0"/>
                    <a:ea typeface="宋体" panose="02010600030101010101" pitchFamily="2" charset="-122"/>
                  </a:rPr>
                  <a:t>U</a:t>
                </a:r>
                <a:endParaRPr lang="en-US" altLang="zh-CN" b="0" dirty="0">
                  <a:latin typeface="Arial" panose="020B0604020202020204" pitchFamily="34" charset="0"/>
                  <a:ea typeface="仿宋_GB2312" pitchFamily="49" charset="-122"/>
                </a:endParaRPr>
              </a:p>
            </p:txBody>
          </p:sp>
          <p:sp>
            <p:nvSpPr>
              <p:cNvPr id="17" name="Text Box 21"/>
              <p:cNvSpPr txBox="1"/>
              <p:nvPr>
                <p:custDataLst>
                  <p:tags r:id="rId5"/>
                </p:custDataLst>
              </p:nvPr>
            </p:nvSpPr>
            <p:spPr>
              <a:xfrm>
                <a:off x="2336" y="3203"/>
                <a:ext cx="240"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latin typeface="Arial" panose="020B0604020202020204" pitchFamily="34" charset="0"/>
                  <a:ea typeface="仿宋_GB2312" pitchFamily="49" charset="-122"/>
                </a:endParaRPr>
              </a:p>
            </p:txBody>
          </p:sp>
          <p:sp>
            <p:nvSpPr>
              <p:cNvPr id="18" name="Text Box 22"/>
              <p:cNvSpPr txBox="1"/>
              <p:nvPr>
                <p:custDataLst>
                  <p:tags r:id="rId6"/>
                </p:custDataLst>
              </p:nvPr>
            </p:nvSpPr>
            <p:spPr>
              <a:xfrm>
                <a:off x="2336" y="2750"/>
                <a:ext cx="273"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latin typeface="Arial" panose="020B0604020202020204" pitchFamily="34" charset="0"/>
                  <a:ea typeface="仿宋_GB2312" pitchFamily="49" charset="-122"/>
                </a:endParaRPr>
              </a:p>
            </p:txBody>
          </p:sp>
          <p:sp>
            <p:nvSpPr>
              <p:cNvPr id="19" name="Text Box 23"/>
              <p:cNvSpPr txBox="1"/>
              <p:nvPr>
                <p:custDataLst>
                  <p:tags r:id="rId7"/>
                </p:custDataLst>
              </p:nvPr>
            </p:nvSpPr>
            <p:spPr>
              <a:xfrm>
                <a:off x="4830" y="2976"/>
                <a:ext cx="384" cy="327"/>
              </a:xfrm>
              <a:prstGeom prst="rect">
                <a:avLst/>
              </a:prstGeom>
              <a:noFill/>
              <a:ln w="9525">
                <a:noFill/>
              </a:ln>
            </p:spPr>
            <p:txBody>
              <a:bodyPr>
                <a:spAutoFit/>
              </a:bodyPr>
              <a:p>
                <a:r>
                  <a:rPr lang="en-US" altLang="zh-CN" b="0" i="1" dirty="0">
                    <a:solidFill>
                      <a:schemeClr val="bg1"/>
                    </a:solidFill>
                    <a:latin typeface="Times New Roman" panose="02020603050405020304" pitchFamily="18" charset="0"/>
                    <a:ea typeface="宋体" panose="02010600030101010101" pitchFamily="2" charset="-122"/>
                  </a:rPr>
                  <a:t>R</a:t>
                </a:r>
                <a:endParaRPr lang="en-US" altLang="zh-CN" b="0" dirty="0">
                  <a:latin typeface="Arial" panose="020B0604020202020204" pitchFamily="34" charset="0"/>
                  <a:ea typeface="仿宋_GB2312" pitchFamily="49" charset="-122"/>
                </a:endParaRPr>
              </a:p>
            </p:txBody>
          </p:sp>
          <p:grpSp>
            <p:nvGrpSpPr>
              <p:cNvPr id="20" name="Group 24"/>
              <p:cNvGrpSpPr/>
              <p:nvPr/>
            </p:nvGrpSpPr>
            <p:grpSpPr>
              <a:xfrm>
                <a:off x="4195" y="2886"/>
                <a:ext cx="499" cy="327"/>
                <a:chOff x="4150" y="3067"/>
                <a:chExt cx="499" cy="327"/>
              </a:xfrm>
            </p:grpSpPr>
            <p:sp>
              <p:nvSpPr>
                <p:cNvPr id="21" name="Text Box 25"/>
                <p:cNvSpPr txBox="1"/>
                <p:nvPr>
                  <p:custDataLst>
                    <p:tags r:id="rId8"/>
                  </p:custDataLst>
                </p:nvPr>
              </p:nvSpPr>
              <p:spPr>
                <a:xfrm>
                  <a:off x="4150" y="3067"/>
                  <a:ext cx="499" cy="327"/>
                </a:xfrm>
                <a:prstGeom prst="rect">
                  <a:avLst/>
                </a:prstGeom>
                <a:noFill/>
                <a:ln w="9525">
                  <a:noFill/>
                </a:ln>
              </p:spPr>
              <p:txBody>
                <a:bodyPr>
                  <a:spAutoFit/>
                </a:bodyPr>
                <a:p>
                  <a:r>
                    <a:rPr lang="en-US" altLang="zh-CN" b="0" i="1" dirty="0">
                      <a:solidFill>
                        <a:schemeClr val="tx1"/>
                      </a:solidFill>
                      <a:latin typeface="Times New Roman" panose="02020603050405020304" pitchFamily="18" charset="0"/>
                      <a:ea typeface="宋体" panose="02010600030101010101" pitchFamily="2" charset="-122"/>
                      <a:sym typeface="Symbol" panose="05050102010706020507" pitchFamily="18" charset="2"/>
                    </a:rPr>
                    <a:t>R</a:t>
                  </a:r>
                  <a:r>
                    <a:rPr lang="en-US" altLang="zh-CN" b="0" baseline="-25000" dirty="0">
                      <a:solidFill>
                        <a:schemeClr val="tx1"/>
                      </a:solidFill>
                      <a:latin typeface="Times New Roman" panose="02020603050405020304" pitchFamily="18" charset="0"/>
                      <a:ea typeface="宋体" panose="02010600030101010101" pitchFamily="2" charset="-122"/>
                      <a:sym typeface="Symbol" panose="05050102010706020507" pitchFamily="18" charset="2"/>
                    </a:rPr>
                    <a:t>A</a:t>
                  </a:r>
                  <a:endParaRPr lang="en-US" altLang="zh-CN" b="0" baseline="-2500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2" name="Line 26"/>
                <p:cNvSpPr/>
                <p:nvPr>
                  <p:custDataLst>
                    <p:tags r:id="rId9"/>
                  </p:custDataLst>
                </p:nvPr>
              </p:nvSpPr>
              <p:spPr>
                <a:xfrm flipH="1">
                  <a:off x="4150" y="3385"/>
                  <a:ext cx="318" cy="0"/>
                </a:xfrm>
                <a:prstGeom prst="line">
                  <a:avLst/>
                </a:prstGeom>
                <a:ln w="57150" cap="flat" cmpd="sng">
                  <a:solidFill>
                    <a:srgbClr val="00CCFF"/>
                  </a:solidFill>
                  <a:prstDash val="solid"/>
                  <a:headEnd type="none" w="med" len="med"/>
                  <a:tailEnd type="triangle" w="med" len="med"/>
                </a:ln>
              </p:spPr>
            </p:sp>
          </p:grpSp>
          <p:sp>
            <p:nvSpPr>
              <p:cNvPr id="23" name="Text Box 27"/>
              <p:cNvSpPr txBox="1"/>
              <p:nvPr>
                <p:custDataLst>
                  <p:tags r:id="rId10"/>
                </p:custDataLst>
              </p:nvPr>
            </p:nvSpPr>
            <p:spPr>
              <a:xfrm>
                <a:off x="4286" y="2478"/>
                <a:ext cx="181" cy="32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24" name="Text Box 28"/>
              <p:cNvSpPr txBox="1"/>
              <p:nvPr>
                <p:custDataLst>
                  <p:tags r:id="rId11"/>
                </p:custDataLst>
              </p:nvPr>
            </p:nvSpPr>
            <p:spPr>
              <a:xfrm>
                <a:off x="4286" y="3521"/>
                <a:ext cx="273" cy="32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b</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5" name="Oval 29"/>
              <p:cNvSpPr/>
              <p:nvPr>
                <p:custDataLst>
                  <p:tags r:id="rId12"/>
                </p:custDataLst>
              </p:nvPr>
            </p:nvSpPr>
            <p:spPr>
              <a:xfrm>
                <a:off x="4332" y="3475"/>
                <a:ext cx="91" cy="90"/>
              </a:xfrm>
              <a:prstGeom prst="ellipse">
                <a:avLst/>
              </a:prstGeom>
              <a:solidFill>
                <a:schemeClr val="bg1"/>
              </a:solidFill>
              <a:ln w="38100">
                <a:solidFill>
                  <a:schemeClr val="tx2">
                    <a:lumMod val="75000"/>
                  </a:schemeClr>
                </a:solidFill>
              </a:ln>
            </p:spPr>
            <p:txBody>
              <a:bodyPr wrap="none" anchor="ctr" anchorCtr="0"/>
              <a:p>
                <a:endParaRPr lang="zh-CN" altLang="en-US" dirty="0">
                  <a:latin typeface="Arial" panose="020B0604020202020204" pitchFamily="34" charset="0"/>
                </a:endParaRPr>
              </a:p>
            </p:txBody>
          </p:sp>
          <p:sp>
            <p:nvSpPr>
              <p:cNvPr id="27" name="Text Box 31"/>
              <p:cNvSpPr txBox="1"/>
              <p:nvPr>
                <p:custDataLst>
                  <p:tags r:id="rId13"/>
                </p:custDataLst>
              </p:nvPr>
            </p:nvSpPr>
            <p:spPr>
              <a:xfrm>
                <a:off x="4830" y="2568"/>
                <a:ext cx="384"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a:t>
                </a:r>
                <a:endParaRPr lang="en-US" altLang="zh-CN" b="0" dirty="0">
                  <a:latin typeface="Arial" panose="020B0604020202020204" pitchFamily="34" charset="0"/>
                  <a:ea typeface="仿宋_GB2312" pitchFamily="49" charset="-122"/>
                </a:endParaRPr>
              </a:p>
            </p:txBody>
          </p:sp>
          <p:sp>
            <p:nvSpPr>
              <p:cNvPr id="28" name="Text Box 32"/>
              <p:cNvSpPr txBox="1"/>
              <p:nvPr>
                <p:custDataLst>
                  <p:tags r:id="rId14"/>
                </p:custDataLst>
              </p:nvPr>
            </p:nvSpPr>
            <p:spPr>
              <a:xfrm>
                <a:off x="1973" y="2614"/>
                <a:ext cx="384"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B</a:t>
                </a:r>
                <a:endParaRPr lang="en-US" altLang="zh-CN" b="0" dirty="0">
                  <a:latin typeface="Arial" panose="020B0604020202020204" pitchFamily="34" charset="0"/>
                  <a:ea typeface="仿宋_GB2312" pitchFamily="49" charset="-122"/>
                </a:endParaRPr>
              </a:p>
            </p:txBody>
          </p:sp>
          <p:sp>
            <p:nvSpPr>
              <p:cNvPr id="29" name="Rectangle 33"/>
              <p:cNvSpPr/>
              <p:nvPr>
                <p:custDataLst>
                  <p:tags r:id="rId15"/>
                </p:custDataLst>
              </p:nvPr>
            </p:nvSpPr>
            <p:spPr>
              <a:xfrm>
                <a:off x="4764" y="2976"/>
                <a:ext cx="127" cy="318"/>
              </a:xfrm>
              <a:prstGeom prst="rect">
                <a:avLst/>
              </a:prstGeom>
              <a:solidFill>
                <a:schemeClr val="accent6">
                  <a:lumMod val="40000"/>
                  <a:lumOff val="60000"/>
                </a:schemeClr>
              </a:solidFill>
              <a:ln w="19050">
                <a:solidFill>
                  <a:schemeClr val="tx1"/>
                </a:solidFill>
              </a:ln>
            </p:spPr>
            <p:txBody>
              <a:bodyPr wrap="none" anchor="ctr" anchorCtr="0"/>
              <a:p>
                <a:endParaRPr lang="zh-CN" altLang="en-US" dirty="0">
                  <a:latin typeface="Arial" panose="020B0604020202020204" pitchFamily="34" charset="0"/>
                </a:endParaRPr>
              </a:p>
            </p:txBody>
          </p:sp>
          <p:sp>
            <p:nvSpPr>
              <p:cNvPr id="30" name="Rectangle 34"/>
              <p:cNvSpPr/>
              <p:nvPr>
                <p:custDataLst>
                  <p:tags r:id="rId16"/>
                </p:custDataLst>
              </p:nvPr>
            </p:nvSpPr>
            <p:spPr>
              <a:xfrm>
                <a:off x="2170" y="2976"/>
                <a:ext cx="127" cy="318"/>
              </a:xfrm>
              <a:prstGeom prst="rect">
                <a:avLst/>
              </a:prstGeom>
              <a:solidFill>
                <a:schemeClr val="accent6">
                  <a:lumMod val="40000"/>
                  <a:lumOff val="60000"/>
                </a:schemeClr>
              </a:solidFill>
              <a:ln w="19050">
                <a:solidFill>
                  <a:schemeClr val="tx1"/>
                </a:solidFill>
              </a:ln>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31" name="Rectangle 35"/>
              <p:cNvSpPr/>
              <p:nvPr>
                <p:custDataLst>
                  <p:tags r:id="rId17"/>
                </p:custDataLst>
              </p:nvPr>
            </p:nvSpPr>
            <p:spPr>
              <a:xfrm>
                <a:off x="3107" y="2614"/>
                <a:ext cx="735" cy="1179"/>
              </a:xfrm>
              <a:prstGeom prst="rect">
                <a:avLst/>
              </a:prstGeom>
              <a:gradFill rotWithShape="1">
                <a:gsLst>
                  <a:gs pos="0">
                    <a:srgbClr val="FF9900"/>
                  </a:gs>
                  <a:gs pos="100000">
                    <a:srgbClr val="764700"/>
                  </a:gs>
                </a:gsLst>
                <a:path path="shape">
                  <a:fillToRect l="50000" t="50000" r="50000" b="50000"/>
                </a:path>
                <a:tileRect/>
              </a:gradFill>
              <a:ln w="38100">
                <a:noFill/>
              </a:ln>
            </p:spPr>
            <p:txBody>
              <a:bodyPr wrap="none" anchor="ctr" anchorCtr="0"/>
              <a:p>
                <a:pPr algn="ctr"/>
                <a:r>
                  <a:rPr lang="zh-CN" altLang="en-US" dirty="0">
                    <a:solidFill>
                      <a:schemeClr val="bg1"/>
                    </a:solidFill>
                    <a:latin typeface="Arial" panose="020B0604020202020204" pitchFamily="34" charset="0"/>
                  </a:rPr>
                  <a:t>线性</a:t>
                </a:r>
                <a:endParaRPr lang="zh-CN" altLang="en-US" dirty="0">
                  <a:solidFill>
                    <a:schemeClr val="bg1"/>
                  </a:solidFill>
                  <a:latin typeface="Arial" panose="020B0604020202020204" pitchFamily="34" charset="0"/>
                </a:endParaRPr>
              </a:p>
              <a:p>
                <a:pPr algn="ctr"/>
                <a:r>
                  <a:rPr lang="zh-CN" altLang="en-US" dirty="0">
                    <a:solidFill>
                      <a:schemeClr val="bg1"/>
                    </a:solidFill>
                    <a:latin typeface="Arial" panose="020B0604020202020204" pitchFamily="34" charset="0"/>
                  </a:rPr>
                  <a:t>有源</a:t>
                </a:r>
                <a:endParaRPr lang="zh-CN" altLang="en-US" dirty="0">
                  <a:solidFill>
                    <a:schemeClr val="bg1"/>
                  </a:solidFill>
                  <a:latin typeface="Arial" panose="020B0604020202020204" pitchFamily="34" charset="0"/>
                </a:endParaRPr>
              </a:p>
              <a:p>
                <a:pPr algn="ctr"/>
                <a:r>
                  <a:rPr lang="zh-CN" altLang="en-US" dirty="0">
                    <a:solidFill>
                      <a:schemeClr val="bg1"/>
                    </a:solidFill>
                    <a:latin typeface="Arial" panose="020B0604020202020204" pitchFamily="34" charset="0"/>
                  </a:rPr>
                  <a:t>网络</a:t>
                </a:r>
                <a:endParaRPr lang="zh-CN" altLang="en-US" dirty="0">
                  <a:solidFill>
                    <a:schemeClr val="bg1"/>
                  </a:solidFill>
                  <a:latin typeface="Arial" panose="020B0604020202020204" pitchFamily="34" charset="0"/>
                </a:endParaRPr>
              </a:p>
              <a:p>
                <a:pPr algn="ctr"/>
                <a:endParaRPr lang="en-US" altLang="zh-CN" b="0" baseline="-25000" dirty="0">
                  <a:solidFill>
                    <a:schemeClr val="bg1"/>
                  </a:solidFill>
                  <a:latin typeface="Times New Roman" panose="02020603050405020304" pitchFamily="18" charset="0"/>
                  <a:ea typeface="仿宋_GB2312" pitchFamily="49" charset="-122"/>
                </a:endParaRPr>
              </a:p>
            </p:txBody>
          </p:sp>
          <p:sp>
            <p:nvSpPr>
              <p:cNvPr id="26" name="Oval 30"/>
              <p:cNvSpPr/>
              <p:nvPr>
                <p:custDataLst>
                  <p:tags r:id="rId18"/>
                </p:custDataLst>
              </p:nvPr>
            </p:nvSpPr>
            <p:spPr>
              <a:xfrm>
                <a:off x="4332" y="2801"/>
                <a:ext cx="91" cy="90"/>
              </a:xfrm>
              <a:prstGeom prst="ellipse">
                <a:avLst/>
              </a:prstGeom>
              <a:solidFill>
                <a:schemeClr val="bg1"/>
              </a:solidFill>
              <a:ln w="38100">
                <a:solidFill>
                  <a:schemeClr val="tx2">
                    <a:lumMod val="75000"/>
                  </a:schemeClr>
                </a:solidFill>
              </a:ln>
            </p:spPr>
            <p:txBody>
              <a:bodyPr wrap="none" anchor="ctr" anchorCtr="0"/>
              <a:p>
                <a:endParaRPr lang="zh-CN" altLang="en-US" dirty="0">
                  <a:latin typeface="Arial" panose="020B0604020202020204" pitchFamily="34" charset="0"/>
                </a:endParaRPr>
              </a:p>
            </p:txBody>
          </p:sp>
        </p:grpSp>
        <p:sp>
          <p:nvSpPr>
            <p:cNvPr id="35" name="Text Box 57"/>
            <p:cNvSpPr txBox="1"/>
            <p:nvPr>
              <p:custDataLst>
                <p:tags r:id="rId19"/>
              </p:custDataLst>
            </p:nvPr>
          </p:nvSpPr>
          <p:spPr>
            <a:xfrm>
              <a:off x="1418" y="3140"/>
              <a:ext cx="960" cy="818"/>
            </a:xfrm>
            <a:prstGeom prst="rect">
              <a:avLst/>
            </a:prstGeom>
            <a:noFill/>
            <a:ln w="9525">
              <a:noFill/>
            </a:ln>
          </p:spPr>
          <p:txBody>
            <a:bodyPr>
              <a:spAutoFit/>
            </a:bodyPr>
            <a:p>
              <a:r>
                <a:rPr lang="en-US" altLang="zh-CN" b="0" i="1" dirty="0">
                  <a:solidFill>
                    <a:schemeClr val="tx1"/>
                  </a:solidFill>
                  <a:latin typeface="Times New Roman" panose="02020603050405020304" pitchFamily="18" charset="0"/>
                  <a:ea typeface="宋体" panose="02010600030101010101" pitchFamily="2" charset="-122"/>
                </a:rPr>
                <a:t>U</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36" name="Text Box 58"/>
            <p:cNvSpPr txBox="1"/>
            <p:nvPr>
              <p:custDataLst>
                <p:tags r:id="rId20"/>
              </p:custDataLst>
            </p:nvPr>
          </p:nvSpPr>
          <p:spPr>
            <a:xfrm>
              <a:off x="1448" y="3708"/>
              <a:ext cx="600"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37" name="Text Box 59"/>
            <p:cNvSpPr txBox="1"/>
            <p:nvPr>
              <p:custDataLst>
                <p:tags r:id="rId21"/>
              </p:custDataLst>
            </p:nvPr>
          </p:nvSpPr>
          <p:spPr>
            <a:xfrm>
              <a:off x="1478" y="2560"/>
              <a:ext cx="683"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45" name="Text Box 67"/>
            <p:cNvSpPr txBox="1"/>
            <p:nvPr>
              <p:custDataLst>
                <p:tags r:id="rId22"/>
              </p:custDataLst>
            </p:nvPr>
          </p:nvSpPr>
          <p:spPr>
            <a:xfrm>
              <a:off x="7105" y="1903"/>
              <a:ext cx="960"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46" name="Text Box 68"/>
            <p:cNvSpPr txBox="1"/>
            <p:nvPr>
              <p:custDataLst>
                <p:tags r:id="rId23"/>
              </p:custDataLst>
            </p:nvPr>
          </p:nvSpPr>
          <p:spPr>
            <a:xfrm>
              <a:off x="1318" y="2068"/>
              <a:ext cx="960"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B</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grpSp>
      <p:grpSp>
        <p:nvGrpSpPr>
          <p:cNvPr id="6" name="组合 5"/>
          <p:cNvGrpSpPr/>
          <p:nvPr/>
        </p:nvGrpSpPr>
        <p:grpSpPr>
          <a:xfrm>
            <a:off x="464185" y="1410970"/>
            <a:ext cx="5144770" cy="2562225"/>
            <a:chOff x="623" y="1773"/>
            <a:chExt cx="8102" cy="4035"/>
          </a:xfrm>
        </p:grpSpPr>
        <p:grpSp>
          <p:nvGrpSpPr>
            <p:cNvPr id="4" name="Group 18"/>
            <p:cNvGrpSpPr/>
            <p:nvPr/>
          </p:nvGrpSpPr>
          <p:grpSpPr>
            <a:xfrm>
              <a:off x="623" y="1773"/>
              <a:ext cx="8102" cy="3425"/>
              <a:chOff x="1973" y="2478"/>
              <a:chExt cx="3241" cy="1370"/>
            </a:xfrm>
          </p:grpSpPr>
          <p:sp>
            <p:nvSpPr>
              <p:cNvPr id="52277" name="Rectangle 19"/>
              <p:cNvSpPr/>
              <p:nvPr/>
            </p:nvSpPr>
            <p:spPr>
              <a:xfrm>
                <a:off x="2245" y="2840"/>
                <a:ext cx="2585" cy="681"/>
              </a:xfrm>
              <a:prstGeom prst="rect">
                <a:avLst/>
              </a:prstGeom>
              <a:noFill/>
              <a:ln w="28575" cap="flat" cmpd="sng">
                <a:solidFill>
                  <a:srgbClr val="FFCC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2278" name="Text Box 20"/>
              <p:cNvSpPr txBox="1"/>
              <p:nvPr/>
            </p:nvSpPr>
            <p:spPr>
              <a:xfrm>
                <a:off x="2336" y="2976"/>
                <a:ext cx="384" cy="327"/>
              </a:xfrm>
              <a:prstGeom prst="rect">
                <a:avLst/>
              </a:prstGeom>
              <a:noFill/>
              <a:ln w="9525">
                <a:noFill/>
              </a:ln>
            </p:spPr>
            <p:txBody>
              <a:bodyPr>
                <a:spAutoFit/>
              </a:bodyPr>
              <a:p>
                <a:r>
                  <a:rPr lang="en-US" altLang="zh-CN" b="0" i="1" dirty="0">
                    <a:solidFill>
                      <a:schemeClr val="bg1"/>
                    </a:solidFill>
                    <a:latin typeface="Times New Roman" panose="02020603050405020304" pitchFamily="18" charset="0"/>
                    <a:ea typeface="宋体" panose="02010600030101010101" pitchFamily="2" charset="-122"/>
                  </a:rPr>
                  <a:t>U</a:t>
                </a:r>
                <a:endParaRPr lang="en-US" altLang="zh-CN" b="0" dirty="0">
                  <a:latin typeface="Arial" panose="020B0604020202020204" pitchFamily="34" charset="0"/>
                  <a:ea typeface="仿宋_GB2312" pitchFamily="49" charset="-122"/>
                </a:endParaRPr>
              </a:p>
            </p:txBody>
          </p:sp>
          <p:sp>
            <p:nvSpPr>
              <p:cNvPr id="52279" name="Text Box 21"/>
              <p:cNvSpPr txBox="1"/>
              <p:nvPr/>
            </p:nvSpPr>
            <p:spPr>
              <a:xfrm>
                <a:off x="2336" y="3203"/>
                <a:ext cx="240"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latin typeface="Arial" panose="020B0604020202020204" pitchFamily="34" charset="0"/>
                  <a:ea typeface="仿宋_GB2312" pitchFamily="49" charset="-122"/>
                </a:endParaRPr>
              </a:p>
            </p:txBody>
          </p:sp>
          <p:sp>
            <p:nvSpPr>
              <p:cNvPr id="52280" name="Text Box 22"/>
              <p:cNvSpPr txBox="1"/>
              <p:nvPr/>
            </p:nvSpPr>
            <p:spPr>
              <a:xfrm>
                <a:off x="2336" y="2750"/>
                <a:ext cx="273"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a:t>
                </a:r>
                <a:endParaRPr lang="en-US" altLang="zh-CN" b="0" dirty="0">
                  <a:latin typeface="Arial" panose="020B0604020202020204" pitchFamily="34" charset="0"/>
                  <a:ea typeface="仿宋_GB2312" pitchFamily="49" charset="-122"/>
                </a:endParaRPr>
              </a:p>
            </p:txBody>
          </p:sp>
          <p:sp>
            <p:nvSpPr>
              <p:cNvPr id="52281" name="Text Box 23"/>
              <p:cNvSpPr txBox="1"/>
              <p:nvPr/>
            </p:nvSpPr>
            <p:spPr>
              <a:xfrm>
                <a:off x="4830" y="2976"/>
                <a:ext cx="384" cy="327"/>
              </a:xfrm>
              <a:prstGeom prst="rect">
                <a:avLst/>
              </a:prstGeom>
              <a:noFill/>
              <a:ln w="9525">
                <a:noFill/>
              </a:ln>
            </p:spPr>
            <p:txBody>
              <a:bodyPr>
                <a:spAutoFit/>
              </a:bodyPr>
              <a:p>
                <a:r>
                  <a:rPr lang="en-US" altLang="zh-CN" b="0" i="1" dirty="0">
                    <a:solidFill>
                      <a:schemeClr val="bg1"/>
                    </a:solidFill>
                    <a:latin typeface="Times New Roman" panose="02020603050405020304" pitchFamily="18" charset="0"/>
                    <a:ea typeface="宋体" panose="02010600030101010101" pitchFamily="2" charset="-122"/>
                  </a:rPr>
                  <a:t>R</a:t>
                </a:r>
                <a:endParaRPr lang="en-US" altLang="zh-CN" b="0" dirty="0">
                  <a:latin typeface="Arial" panose="020B0604020202020204" pitchFamily="34" charset="0"/>
                  <a:ea typeface="仿宋_GB2312" pitchFamily="49" charset="-122"/>
                </a:endParaRPr>
              </a:p>
            </p:txBody>
          </p:sp>
          <p:grpSp>
            <p:nvGrpSpPr>
              <p:cNvPr id="52282" name="Group 24"/>
              <p:cNvGrpSpPr/>
              <p:nvPr/>
            </p:nvGrpSpPr>
            <p:grpSpPr>
              <a:xfrm>
                <a:off x="4195" y="2886"/>
                <a:ext cx="499" cy="327"/>
                <a:chOff x="4150" y="3067"/>
                <a:chExt cx="499" cy="327"/>
              </a:xfrm>
            </p:grpSpPr>
            <p:sp>
              <p:nvSpPr>
                <p:cNvPr id="52292" name="Text Box 25"/>
                <p:cNvSpPr txBox="1"/>
                <p:nvPr/>
              </p:nvSpPr>
              <p:spPr>
                <a:xfrm>
                  <a:off x="4150" y="3067"/>
                  <a:ext cx="499" cy="327"/>
                </a:xfrm>
                <a:prstGeom prst="rect">
                  <a:avLst/>
                </a:prstGeom>
                <a:noFill/>
                <a:ln w="9525">
                  <a:noFill/>
                </a:ln>
              </p:spPr>
              <p:txBody>
                <a:bodyPr>
                  <a:spAutoFit/>
                </a:bodyPr>
                <a:p>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R</a:t>
                  </a:r>
                  <a:r>
                    <a:rPr lang="en-US" altLang="zh-CN" b="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A</a:t>
                  </a:r>
                  <a:endParaRPr lang="en-US" altLang="zh-CN" b="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52293" name="Line 26"/>
                <p:cNvSpPr/>
                <p:nvPr/>
              </p:nvSpPr>
              <p:spPr>
                <a:xfrm flipH="1">
                  <a:off x="4150" y="3385"/>
                  <a:ext cx="318" cy="0"/>
                </a:xfrm>
                <a:prstGeom prst="line">
                  <a:avLst/>
                </a:prstGeom>
                <a:ln w="57150" cap="flat" cmpd="sng">
                  <a:solidFill>
                    <a:srgbClr val="00CCFF"/>
                  </a:solidFill>
                  <a:prstDash val="solid"/>
                  <a:headEnd type="none" w="med" len="med"/>
                  <a:tailEnd type="triangle" w="med" len="med"/>
                </a:ln>
              </p:spPr>
            </p:sp>
          </p:grpSp>
          <p:sp>
            <p:nvSpPr>
              <p:cNvPr id="52283" name="Text Box 27"/>
              <p:cNvSpPr txBox="1"/>
              <p:nvPr/>
            </p:nvSpPr>
            <p:spPr>
              <a:xfrm>
                <a:off x="4286" y="2478"/>
                <a:ext cx="181"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rPr>
                  <a:t>a</a:t>
                </a:r>
                <a:endParaRPr lang="en-US" altLang="zh-CN" b="0" dirty="0">
                  <a:latin typeface="Arial" panose="020B0604020202020204" pitchFamily="34" charset="0"/>
                  <a:ea typeface="仿宋_GB2312" pitchFamily="49" charset="-122"/>
                </a:endParaRPr>
              </a:p>
            </p:txBody>
          </p:sp>
          <p:sp>
            <p:nvSpPr>
              <p:cNvPr id="52284" name="Text Box 28"/>
              <p:cNvSpPr txBox="1"/>
              <p:nvPr/>
            </p:nvSpPr>
            <p:spPr>
              <a:xfrm>
                <a:off x="4286" y="3521"/>
                <a:ext cx="273"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b</a:t>
                </a:r>
                <a:endParaRPr lang="en-US" altLang="zh-CN" b="0" dirty="0">
                  <a:latin typeface="Arial" panose="020B0604020202020204" pitchFamily="34" charset="0"/>
                  <a:ea typeface="仿宋_GB2312" pitchFamily="49" charset="-122"/>
                </a:endParaRPr>
              </a:p>
            </p:txBody>
          </p:sp>
          <p:sp>
            <p:nvSpPr>
              <p:cNvPr id="52285" name="Oval 29"/>
              <p:cNvSpPr/>
              <p:nvPr/>
            </p:nvSpPr>
            <p:spPr>
              <a:xfrm>
                <a:off x="4332" y="3475"/>
                <a:ext cx="91" cy="90"/>
              </a:xfrm>
              <a:prstGeom prst="ellipse">
                <a:avLst/>
              </a:prstGeom>
              <a:solidFill>
                <a:srgbClr val="FFCC00"/>
              </a:solidFill>
              <a:ln w="38100">
                <a:noFill/>
              </a:ln>
            </p:spPr>
            <p:txBody>
              <a:bodyPr wrap="none" anchor="ctr" anchorCtr="0"/>
              <a:p>
                <a:endParaRPr lang="zh-CN" altLang="en-US" dirty="0">
                  <a:latin typeface="Arial" panose="020B0604020202020204" pitchFamily="34" charset="0"/>
                </a:endParaRPr>
              </a:p>
            </p:txBody>
          </p:sp>
          <p:sp>
            <p:nvSpPr>
              <p:cNvPr id="52286" name="Oval 30"/>
              <p:cNvSpPr/>
              <p:nvPr/>
            </p:nvSpPr>
            <p:spPr>
              <a:xfrm>
                <a:off x="4332" y="2795"/>
                <a:ext cx="91" cy="90"/>
              </a:xfrm>
              <a:prstGeom prst="ellipse">
                <a:avLst/>
              </a:prstGeom>
              <a:solidFill>
                <a:srgbClr val="FFCC00"/>
              </a:solidFill>
              <a:ln w="38100">
                <a:noFill/>
              </a:ln>
            </p:spPr>
            <p:txBody>
              <a:bodyPr wrap="none" anchor="ctr" anchorCtr="0"/>
              <a:p>
                <a:endParaRPr lang="zh-CN" altLang="en-US" dirty="0">
                  <a:latin typeface="Arial" panose="020B0604020202020204" pitchFamily="34" charset="0"/>
                </a:endParaRPr>
              </a:p>
            </p:txBody>
          </p:sp>
          <p:sp>
            <p:nvSpPr>
              <p:cNvPr id="52287" name="Text Box 31"/>
              <p:cNvSpPr txBox="1"/>
              <p:nvPr/>
            </p:nvSpPr>
            <p:spPr>
              <a:xfrm>
                <a:off x="4830" y="2568"/>
                <a:ext cx="384"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a:t>
                </a:r>
                <a:endParaRPr lang="en-US" altLang="zh-CN" b="0" dirty="0">
                  <a:latin typeface="Arial" panose="020B0604020202020204" pitchFamily="34" charset="0"/>
                  <a:ea typeface="仿宋_GB2312" pitchFamily="49" charset="-122"/>
                </a:endParaRPr>
              </a:p>
            </p:txBody>
          </p:sp>
          <p:sp>
            <p:nvSpPr>
              <p:cNvPr id="52288" name="Text Box 32"/>
              <p:cNvSpPr txBox="1"/>
              <p:nvPr/>
            </p:nvSpPr>
            <p:spPr>
              <a:xfrm>
                <a:off x="1973" y="2614"/>
                <a:ext cx="384" cy="327"/>
              </a:xfrm>
              <a:prstGeom prst="rect">
                <a:avLst/>
              </a:prstGeom>
              <a:noFill/>
              <a:ln w="9525">
                <a:noFill/>
              </a:ln>
            </p:spPr>
            <p:txBody>
              <a:bodyPr>
                <a:spAutoFit/>
              </a:bodyPr>
              <a:p>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B</a:t>
                </a:r>
                <a:endParaRPr lang="en-US" altLang="zh-CN" b="0" dirty="0">
                  <a:latin typeface="Arial" panose="020B0604020202020204" pitchFamily="34" charset="0"/>
                  <a:ea typeface="仿宋_GB2312" pitchFamily="49" charset="-122"/>
                </a:endParaRPr>
              </a:p>
            </p:txBody>
          </p:sp>
          <p:sp>
            <p:nvSpPr>
              <p:cNvPr id="52289" name="Rectangle 33"/>
              <p:cNvSpPr/>
              <p:nvPr/>
            </p:nvSpPr>
            <p:spPr>
              <a:xfrm>
                <a:off x="4740" y="2976"/>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52290" name="Rectangle 34"/>
              <p:cNvSpPr/>
              <p:nvPr/>
            </p:nvSpPr>
            <p:spPr>
              <a:xfrm>
                <a:off x="2200" y="2976"/>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52291" name="Rectangle 35"/>
              <p:cNvSpPr/>
              <p:nvPr/>
            </p:nvSpPr>
            <p:spPr>
              <a:xfrm>
                <a:off x="3107" y="2614"/>
                <a:ext cx="735" cy="1179"/>
              </a:xfrm>
              <a:prstGeom prst="rect">
                <a:avLst/>
              </a:prstGeom>
              <a:gradFill rotWithShape="1">
                <a:gsLst>
                  <a:gs pos="0">
                    <a:srgbClr val="FF9900"/>
                  </a:gs>
                  <a:gs pos="100000">
                    <a:srgbClr val="764700"/>
                  </a:gs>
                </a:gsLst>
                <a:path path="shape">
                  <a:fillToRect l="50000" t="50000" r="50000" b="50000"/>
                </a:path>
                <a:tileRect/>
              </a:gradFill>
              <a:ln w="38100">
                <a:noFill/>
              </a:ln>
            </p:spPr>
            <p:txBody>
              <a:bodyPr wrap="none" anchor="ctr" anchorCtr="0"/>
              <a:p>
                <a:pPr algn="ctr"/>
                <a:r>
                  <a:rPr lang="zh-CN" altLang="en-US" dirty="0">
                    <a:solidFill>
                      <a:schemeClr val="bg1"/>
                    </a:solidFill>
                    <a:latin typeface="Arial" panose="020B0604020202020204" pitchFamily="34" charset="0"/>
                  </a:rPr>
                  <a:t>线性</a:t>
                </a:r>
                <a:endParaRPr lang="zh-CN" altLang="en-US" dirty="0">
                  <a:solidFill>
                    <a:schemeClr val="bg1"/>
                  </a:solidFill>
                  <a:latin typeface="Arial" panose="020B0604020202020204" pitchFamily="34" charset="0"/>
                </a:endParaRPr>
              </a:p>
              <a:p>
                <a:pPr algn="ctr"/>
                <a:r>
                  <a:rPr lang="zh-CN" altLang="en-US" dirty="0">
                    <a:solidFill>
                      <a:schemeClr val="bg1"/>
                    </a:solidFill>
                    <a:latin typeface="Arial" panose="020B0604020202020204" pitchFamily="34" charset="0"/>
                  </a:rPr>
                  <a:t>有源</a:t>
                </a:r>
                <a:endParaRPr lang="zh-CN" altLang="en-US" dirty="0">
                  <a:solidFill>
                    <a:schemeClr val="bg1"/>
                  </a:solidFill>
                  <a:latin typeface="Arial" panose="020B0604020202020204" pitchFamily="34" charset="0"/>
                </a:endParaRPr>
              </a:p>
              <a:p>
                <a:pPr algn="ctr"/>
                <a:r>
                  <a:rPr lang="zh-CN" altLang="en-US" dirty="0">
                    <a:solidFill>
                      <a:schemeClr val="bg1"/>
                    </a:solidFill>
                    <a:latin typeface="Arial" panose="020B0604020202020204" pitchFamily="34" charset="0"/>
                  </a:rPr>
                  <a:t>网络</a:t>
                </a:r>
                <a:endParaRPr lang="zh-CN" altLang="en-US" dirty="0">
                  <a:solidFill>
                    <a:schemeClr val="bg1"/>
                  </a:solidFill>
                  <a:latin typeface="Arial" panose="020B0604020202020204" pitchFamily="34" charset="0"/>
                </a:endParaRPr>
              </a:p>
              <a:p>
                <a:pPr algn="ctr"/>
                <a:endParaRPr lang="en-US" altLang="zh-CN" b="0" baseline="-25000" dirty="0">
                  <a:solidFill>
                    <a:schemeClr val="bg1"/>
                  </a:solidFill>
                  <a:latin typeface="Times New Roman" panose="02020603050405020304" pitchFamily="18" charset="0"/>
                  <a:ea typeface="仿宋_GB2312" pitchFamily="49" charset="-122"/>
                </a:endParaRPr>
              </a:p>
            </p:txBody>
          </p:sp>
        </p:grpSp>
        <p:sp>
          <p:nvSpPr>
            <p:cNvPr id="52243" name="Rectangle 53"/>
            <p:cNvSpPr/>
            <p:nvPr/>
          </p:nvSpPr>
          <p:spPr>
            <a:xfrm>
              <a:off x="738" y="2065"/>
              <a:ext cx="7598" cy="3743"/>
            </a:xfrm>
            <a:prstGeom prst="rect">
              <a:avLst/>
            </a:prstGeom>
            <a:solidFill>
              <a:schemeClr val="bg2"/>
            </a:solidFill>
            <a:ln w="9525">
              <a:noFill/>
            </a:ln>
          </p:spPr>
          <p:txBody>
            <a:bodyPr wrap="none" anchor="ctr" anchorCtr="0"/>
            <a:p>
              <a:endParaRPr lang="zh-CN" altLang="en-US" dirty="0">
                <a:solidFill>
                  <a:schemeClr val="tx1"/>
                </a:solidFill>
                <a:latin typeface="Arial" panose="020B0604020202020204" pitchFamily="34" charset="0"/>
              </a:endParaRPr>
            </a:p>
          </p:txBody>
        </p:sp>
        <p:sp>
          <p:nvSpPr>
            <p:cNvPr id="52244" name="Text Box 55"/>
            <p:cNvSpPr txBox="1"/>
            <p:nvPr/>
          </p:nvSpPr>
          <p:spPr>
            <a:xfrm>
              <a:off x="7738" y="4283"/>
              <a:ext cx="680"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仿宋_GB2312" pitchFamily="49" charset="-122"/>
                </a:rPr>
                <a:t>I</a:t>
              </a:r>
              <a:endParaRPr lang="en-US" altLang="zh-CN" b="0" i="1" dirty="0">
                <a:solidFill>
                  <a:schemeClr val="tx1"/>
                </a:solidFill>
                <a:latin typeface="Times New Roman" panose="02020603050405020304" pitchFamily="18" charset="0"/>
                <a:ea typeface="仿宋_GB2312" pitchFamily="49" charset="-122"/>
              </a:endParaRPr>
            </a:p>
          </p:txBody>
        </p:sp>
        <p:sp>
          <p:nvSpPr>
            <p:cNvPr id="52245" name="Rectangle 56"/>
            <p:cNvSpPr/>
            <p:nvPr/>
          </p:nvSpPr>
          <p:spPr bwMode="auto">
            <a:xfrm>
              <a:off x="1190" y="2973"/>
              <a:ext cx="6463" cy="2040"/>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52246" name="Text Box 57"/>
            <p:cNvSpPr txBox="1"/>
            <p:nvPr/>
          </p:nvSpPr>
          <p:spPr>
            <a:xfrm>
              <a:off x="1418" y="3425"/>
              <a:ext cx="960" cy="818"/>
            </a:xfrm>
            <a:prstGeom prst="rect">
              <a:avLst/>
            </a:prstGeom>
            <a:noFill/>
            <a:ln w="9525">
              <a:noFill/>
            </a:ln>
          </p:spPr>
          <p:txBody>
            <a:bodyPr>
              <a:spAutoFit/>
            </a:bodyPr>
            <a:p>
              <a:r>
                <a:rPr lang="en-US" altLang="zh-CN" b="0" i="1" dirty="0">
                  <a:solidFill>
                    <a:schemeClr val="tx1"/>
                  </a:solidFill>
                  <a:latin typeface="Times New Roman" panose="02020603050405020304" pitchFamily="18" charset="0"/>
                  <a:ea typeface="宋体" panose="02010600030101010101" pitchFamily="2" charset="-122"/>
                </a:rPr>
                <a:t>U</a:t>
              </a:r>
              <a:endParaRPr lang="en-US" altLang="zh-CN" b="0" i="1" dirty="0">
                <a:solidFill>
                  <a:schemeClr val="tx1"/>
                </a:solidFill>
                <a:latin typeface="Times New Roman" panose="02020603050405020304" pitchFamily="18" charset="0"/>
                <a:ea typeface="宋体" panose="02010600030101010101" pitchFamily="2" charset="-122"/>
              </a:endParaRPr>
            </a:p>
          </p:txBody>
        </p:sp>
        <p:sp>
          <p:nvSpPr>
            <p:cNvPr id="52247" name="Text Box 58"/>
            <p:cNvSpPr txBox="1"/>
            <p:nvPr/>
          </p:nvSpPr>
          <p:spPr>
            <a:xfrm>
              <a:off x="1418" y="3993"/>
              <a:ext cx="600"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52248" name="Text Box 59"/>
            <p:cNvSpPr txBox="1"/>
            <p:nvPr/>
          </p:nvSpPr>
          <p:spPr>
            <a:xfrm>
              <a:off x="1418" y="2860"/>
              <a:ext cx="683"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a:t>
              </a:r>
              <a:endParaRPr lang="en-US" altLang="zh-CN" b="0" dirty="0">
                <a:solidFill>
                  <a:schemeClr val="tx1"/>
                </a:solidFill>
                <a:latin typeface="Times New Roman" panose="02020603050405020304" pitchFamily="18" charset="0"/>
                <a:ea typeface="宋体" panose="02010600030101010101" pitchFamily="2" charset="-122"/>
              </a:endParaRPr>
            </a:p>
          </p:txBody>
        </p:sp>
        <p:grpSp>
          <p:nvGrpSpPr>
            <p:cNvPr id="52249" name="Group 60"/>
            <p:cNvGrpSpPr/>
            <p:nvPr/>
          </p:nvGrpSpPr>
          <p:grpSpPr>
            <a:xfrm rot="0">
              <a:off x="5728" y="3200"/>
              <a:ext cx="1248" cy="818"/>
              <a:chOff x="4150" y="3067"/>
              <a:chExt cx="499" cy="327"/>
            </a:xfrm>
          </p:grpSpPr>
          <p:sp>
            <p:nvSpPr>
              <p:cNvPr id="52262" name="Text Box 61"/>
              <p:cNvSpPr txBox="1"/>
              <p:nvPr/>
            </p:nvSpPr>
            <p:spPr>
              <a:xfrm>
                <a:off x="4150" y="3067"/>
                <a:ext cx="499" cy="327"/>
              </a:xfrm>
              <a:prstGeom prst="rect">
                <a:avLst/>
              </a:prstGeom>
              <a:noFill/>
              <a:ln w="9525">
                <a:noFill/>
              </a:ln>
            </p:spPr>
            <p:txBody>
              <a:bodyPr>
                <a:spAutoFit/>
              </a:bodyPr>
              <a:p>
                <a:r>
                  <a:rPr lang="en-US" altLang="zh-CN" b="0" i="1" dirty="0">
                    <a:solidFill>
                      <a:schemeClr val="tx1"/>
                    </a:solidFill>
                    <a:latin typeface="Times New Roman" panose="02020603050405020304" pitchFamily="18" charset="0"/>
                    <a:ea typeface="宋体" panose="02010600030101010101" pitchFamily="2" charset="-122"/>
                    <a:sym typeface="Symbol" panose="05050102010706020507" pitchFamily="18" charset="2"/>
                  </a:rPr>
                  <a:t>R</a:t>
                </a:r>
                <a:r>
                  <a:rPr lang="en-US" altLang="zh-CN" b="0" baseline="-25000" dirty="0">
                    <a:solidFill>
                      <a:schemeClr val="tx1"/>
                    </a:solidFill>
                    <a:latin typeface="Times New Roman" panose="02020603050405020304" pitchFamily="18" charset="0"/>
                    <a:ea typeface="宋体" panose="02010600030101010101" pitchFamily="2" charset="-122"/>
                    <a:sym typeface="Symbol" panose="05050102010706020507" pitchFamily="18" charset="2"/>
                  </a:rPr>
                  <a:t>A</a:t>
                </a:r>
                <a:endParaRPr lang="en-US" altLang="zh-CN" b="0" baseline="-2500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52263" name="Line 62"/>
              <p:cNvSpPr/>
              <p:nvPr/>
            </p:nvSpPr>
            <p:spPr>
              <a:xfrm flipH="1">
                <a:off x="4150" y="3385"/>
                <a:ext cx="318" cy="0"/>
              </a:xfrm>
              <a:prstGeom prst="line">
                <a:avLst/>
              </a:prstGeom>
              <a:ln w="57150" cap="flat" cmpd="sng">
                <a:solidFill>
                  <a:srgbClr val="00CCFF"/>
                </a:solidFill>
                <a:prstDash val="solid"/>
                <a:headEnd type="none" w="med" len="med"/>
                <a:tailEnd type="triangle" w="med" len="med"/>
              </a:ln>
            </p:spPr>
          </p:sp>
        </p:grpSp>
        <p:sp>
          <p:nvSpPr>
            <p:cNvPr id="52250" name="Text Box 63"/>
            <p:cNvSpPr txBox="1"/>
            <p:nvPr/>
          </p:nvSpPr>
          <p:spPr>
            <a:xfrm>
              <a:off x="6293" y="2180"/>
              <a:ext cx="453"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rPr>
                <a:t>a</a:t>
              </a:r>
              <a:endParaRPr lang="en-US" altLang="zh-CN" b="0" dirty="0">
                <a:solidFill>
                  <a:schemeClr val="tx1"/>
                </a:solidFill>
                <a:latin typeface="Times New Roman" panose="02020603050405020304" pitchFamily="18" charset="0"/>
                <a:ea typeface="宋体" panose="02010600030101010101" pitchFamily="2" charset="-122"/>
              </a:endParaRPr>
            </a:p>
          </p:txBody>
        </p:sp>
        <p:sp>
          <p:nvSpPr>
            <p:cNvPr id="52251" name="Text Box 64"/>
            <p:cNvSpPr txBox="1"/>
            <p:nvPr/>
          </p:nvSpPr>
          <p:spPr>
            <a:xfrm>
              <a:off x="6293" y="4988"/>
              <a:ext cx="683"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b</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52252" name="Oval 65"/>
            <p:cNvSpPr/>
            <p:nvPr/>
          </p:nvSpPr>
          <p:spPr>
            <a:xfrm>
              <a:off x="6408" y="4900"/>
              <a:ext cx="228" cy="225"/>
            </a:xfrm>
            <a:prstGeom prst="ellipse">
              <a:avLst/>
            </a:prstGeom>
            <a:solidFill>
              <a:schemeClr val="bg1"/>
            </a:solidFill>
            <a:ln w="38100">
              <a:solidFill>
                <a:schemeClr val="tx2">
                  <a:lumMod val="75000"/>
                </a:schemeClr>
              </a:solidFill>
            </a:ln>
          </p:spPr>
          <p:txBody>
            <a:bodyPr wrap="none" anchor="ctr" anchorCtr="0"/>
            <a:p>
              <a:endParaRPr lang="zh-CN" altLang="en-US" dirty="0">
                <a:solidFill>
                  <a:schemeClr val="tx1"/>
                </a:solidFill>
                <a:latin typeface="Arial" panose="020B0604020202020204" pitchFamily="34" charset="0"/>
              </a:endParaRPr>
            </a:p>
          </p:txBody>
        </p:sp>
        <p:sp>
          <p:nvSpPr>
            <p:cNvPr id="52253" name="Oval 66"/>
            <p:cNvSpPr/>
            <p:nvPr/>
          </p:nvSpPr>
          <p:spPr>
            <a:xfrm>
              <a:off x="6408" y="2858"/>
              <a:ext cx="228" cy="225"/>
            </a:xfrm>
            <a:prstGeom prst="ellipse">
              <a:avLst/>
            </a:prstGeom>
            <a:solidFill>
              <a:schemeClr val="bg1"/>
            </a:solidFill>
            <a:ln w="38100">
              <a:solidFill>
                <a:schemeClr val="tx2">
                  <a:lumMod val="75000"/>
                </a:schemeClr>
              </a:solidFill>
            </a:ln>
          </p:spPr>
          <p:txBody>
            <a:bodyPr wrap="none" anchor="ctr" anchorCtr="0"/>
            <a:p>
              <a:endParaRPr lang="zh-CN" altLang="en-US" dirty="0">
                <a:solidFill>
                  <a:schemeClr val="tx1"/>
                </a:solidFill>
                <a:latin typeface="Arial" panose="020B0604020202020204" pitchFamily="34" charset="0"/>
              </a:endParaRPr>
            </a:p>
          </p:txBody>
        </p:sp>
        <p:sp>
          <p:nvSpPr>
            <p:cNvPr id="52254" name="Text Box 67"/>
            <p:cNvSpPr txBox="1"/>
            <p:nvPr/>
          </p:nvSpPr>
          <p:spPr>
            <a:xfrm>
              <a:off x="7315" y="2293"/>
              <a:ext cx="960"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A</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52255" name="Text Box 68"/>
            <p:cNvSpPr txBox="1"/>
            <p:nvPr/>
          </p:nvSpPr>
          <p:spPr>
            <a:xfrm>
              <a:off x="1078" y="2293"/>
              <a:ext cx="960" cy="818"/>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rPr>
                <a:t>B</a:t>
              </a:r>
              <a:endParaRPr lang="en-US" altLang="zh-CN" b="0" dirty="0">
                <a:solidFill>
                  <a:schemeClr val="tx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52256" name="Rectangle 69"/>
            <p:cNvSpPr/>
            <p:nvPr/>
          </p:nvSpPr>
          <p:spPr bwMode="auto">
            <a:xfrm>
              <a:off x="1022" y="3425"/>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52257" name="Rectangle 70"/>
            <p:cNvSpPr/>
            <p:nvPr/>
          </p:nvSpPr>
          <p:spPr>
            <a:xfrm>
              <a:off x="3345" y="2520"/>
              <a:ext cx="1838" cy="2948"/>
            </a:xfrm>
            <a:prstGeom prst="rect">
              <a:avLst/>
            </a:prstGeom>
            <a:solidFill>
              <a:schemeClr val="tx2">
                <a:lumMod val="20000"/>
                <a:lumOff val="80000"/>
              </a:schemeClr>
            </a:solidFill>
            <a:ln w="38100">
              <a:noFill/>
            </a:ln>
          </p:spPr>
          <p:txBody>
            <a:bodyPr wrap="none" anchor="ctr" anchorCtr="0"/>
            <a:p>
              <a:pPr algn="ctr"/>
              <a:r>
                <a:rPr lang="zh-CN" altLang="en-US" dirty="0">
                  <a:solidFill>
                    <a:schemeClr val="tx1"/>
                  </a:solidFill>
                  <a:latin typeface="Arial" panose="020B0604020202020204" pitchFamily="34" charset="0"/>
                </a:rPr>
                <a:t>线性</a:t>
              </a:r>
              <a:endParaRPr lang="zh-CN" altLang="en-US" dirty="0">
                <a:solidFill>
                  <a:schemeClr val="tx1"/>
                </a:solidFill>
                <a:latin typeface="Arial" panose="020B0604020202020204" pitchFamily="34" charset="0"/>
              </a:endParaRPr>
            </a:p>
            <a:p>
              <a:pPr algn="ctr"/>
              <a:r>
                <a:rPr lang="zh-CN" altLang="en-US" dirty="0">
                  <a:solidFill>
                    <a:schemeClr val="tx1"/>
                  </a:solidFill>
                  <a:latin typeface="Arial" panose="020B0604020202020204" pitchFamily="34" charset="0"/>
                </a:rPr>
                <a:t>含源</a:t>
              </a:r>
              <a:endParaRPr lang="zh-CN" altLang="en-US" dirty="0">
                <a:solidFill>
                  <a:schemeClr val="tx1"/>
                </a:solidFill>
                <a:latin typeface="Arial" panose="020B0604020202020204" pitchFamily="34" charset="0"/>
              </a:endParaRPr>
            </a:p>
            <a:p>
              <a:pPr algn="ctr"/>
              <a:r>
                <a:rPr lang="zh-CN" altLang="en-US" dirty="0">
                  <a:solidFill>
                    <a:schemeClr val="tx1"/>
                  </a:solidFill>
                  <a:latin typeface="Arial" panose="020B0604020202020204" pitchFamily="34" charset="0"/>
                </a:rPr>
                <a:t>网络</a:t>
              </a:r>
              <a:endParaRPr lang="zh-CN" altLang="en-US" dirty="0">
                <a:solidFill>
                  <a:schemeClr val="tx1"/>
                </a:solidFill>
                <a:latin typeface="Arial" panose="020B0604020202020204" pitchFamily="34" charset="0"/>
              </a:endParaRPr>
            </a:p>
            <a:p>
              <a:pPr algn="ctr"/>
              <a:endParaRPr lang="zh-CN" altLang="en-US" b="0" baseline="-25000" dirty="0">
                <a:solidFill>
                  <a:schemeClr val="tx1"/>
                </a:solidFill>
                <a:latin typeface="Arial" panose="020B0604020202020204" pitchFamily="34" charset="0"/>
                <a:ea typeface="仿宋_GB2312" pitchFamily="49" charset="-122"/>
              </a:endParaRPr>
            </a:p>
          </p:txBody>
        </p:sp>
        <p:sp>
          <p:nvSpPr>
            <p:cNvPr id="52258" name="Line 54"/>
            <p:cNvSpPr/>
            <p:nvPr/>
          </p:nvSpPr>
          <p:spPr>
            <a:xfrm flipH="1">
              <a:off x="7655" y="3878"/>
              <a:ext cx="0" cy="908"/>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grpSp>
          <p:nvGrpSpPr>
            <p:cNvPr id="73" name="组合 72"/>
            <p:cNvGrpSpPr/>
            <p:nvPr/>
          </p:nvGrpSpPr>
          <p:grpSpPr>
            <a:xfrm>
              <a:off x="7201" y="3405"/>
              <a:ext cx="908" cy="908"/>
              <a:chOff x="5907581" y="4714532"/>
              <a:chExt cx="576263" cy="576263"/>
            </a:xfrm>
          </p:grpSpPr>
          <p:sp>
            <p:nvSpPr>
              <p:cNvPr id="74" name="Oval 953"/>
              <p:cNvSpPr>
                <a:spLocks noChangeArrowheads="1"/>
              </p:cNvSpPr>
              <p:nvPr/>
            </p:nvSpPr>
            <p:spPr bwMode="auto">
              <a:xfrm rot="5400000">
                <a:off x="5907581" y="4714532"/>
                <a:ext cx="576263" cy="576263"/>
              </a:xfrm>
              <a:prstGeom prst="ellipse">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75" name="直接连接符 74"/>
              <p:cNvCxnSpPr>
                <a:stCxn id="74" idx="4"/>
                <a:endCxn id="74" idx="0"/>
              </p:cNvCxnSpPr>
              <p:nvPr/>
            </p:nvCxnSpPr>
            <p:spPr>
              <a:xfrm>
                <a:off x="5907581" y="5002664"/>
                <a:ext cx="576263" cy="0"/>
              </a:xfrm>
              <a:prstGeom prst="line">
                <a:avLst/>
              </a:prstGeom>
              <a:solidFill>
                <a:schemeClr val="accent6">
                  <a:lumMod val="40000"/>
                  <a:lumOff val="6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aphicFrame>
        <p:nvGraphicFramePr>
          <p:cNvPr id="32" name="对象 31"/>
          <p:cNvGraphicFramePr/>
          <p:nvPr/>
        </p:nvGraphicFramePr>
        <p:xfrm>
          <a:off x="678498" y="5075555"/>
          <a:ext cx="1576070" cy="522605"/>
        </p:xfrm>
        <a:graphic>
          <a:graphicData uri="http://schemas.openxmlformats.org/presentationml/2006/ole">
            <mc:AlternateContent xmlns:mc="http://schemas.openxmlformats.org/markup-compatibility/2006">
              <mc:Choice xmlns:v="urn:schemas-microsoft-com:vml" Requires="v">
                <p:oleObj spid="_x0000_s33" name="" r:id="rId24" imgW="749300" imgH="215900" progId="Equation.KSEE3">
                  <p:embed/>
                </p:oleObj>
              </mc:Choice>
              <mc:Fallback>
                <p:oleObj name="" r:id="rId24" imgW="749300" imgH="215900" progId="Equation.KSEE3">
                  <p:embed/>
                  <p:pic>
                    <p:nvPicPr>
                      <p:cNvPr id="0" name="图片 8"/>
                      <p:cNvPicPr/>
                      <p:nvPr/>
                    </p:nvPicPr>
                    <p:blipFill>
                      <a:blip r:embed="rId25"/>
                      <a:stretch>
                        <a:fillRect/>
                      </a:stretch>
                    </p:blipFill>
                    <p:spPr>
                      <a:xfrm>
                        <a:off x="678498" y="5075555"/>
                        <a:ext cx="1576070" cy="522605"/>
                      </a:xfrm>
                      <a:prstGeom prst="rect">
                        <a:avLst/>
                      </a:prstGeom>
                    </p:spPr>
                  </p:pic>
                </p:oleObj>
              </mc:Fallback>
            </mc:AlternateContent>
          </a:graphicData>
        </a:graphic>
      </p:graphicFrame>
      <p:graphicFrame>
        <p:nvGraphicFramePr>
          <p:cNvPr id="34" name="对象 33"/>
          <p:cNvGraphicFramePr/>
          <p:nvPr/>
        </p:nvGraphicFramePr>
        <p:xfrm>
          <a:off x="4004310" y="4889818"/>
          <a:ext cx="2964815" cy="1598930"/>
        </p:xfrm>
        <a:graphic>
          <a:graphicData uri="http://schemas.openxmlformats.org/presentationml/2006/ole">
            <mc:AlternateContent xmlns:mc="http://schemas.openxmlformats.org/markup-compatibility/2006">
              <mc:Choice xmlns:v="urn:schemas-microsoft-com:vml" Requires="v">
                <p:oleObj spid="_x0000_s38" name="" r:id="rId26" imgW="1409700" imgH="660400" progId="Equation.KSEE3">
                  <p:embed/>
                </p:oleObj>
              </mc:Choice>
              <mc:Fallback>
                <p:oleObj name="" r:id="rId26" imgW="1409700" imgH="660400" progId="Equation.KSEE3">
                  <p:embed/>
                  <p:pic>
                    <p:nvPicPr>
                      <p:cNvPr id="0" name="图片 8"/>
                      <p:cNvPicPr/>
                      <p:nvPr/>
                    </p:nvPicPr>
                    <p:blipFill>
                      <a:blip r:embed="rId27"/>
                      <a:stretch>
                        <a:fillRect/>
                      </a:stretch>
                    </p:blipFill>
                    <p:spPr>
                      <a:xfrm>
                        <a:off x="4004310" y="4889818"/>
                        <a:ext cx="2964815" cy="159893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1000" fill="hold"/>
                                        <p:tgtEl>
                                          <p:spTgt spid="10"/>
                                        </p:tgtEl>
                                        <p:attrNameLst>
                                          <p:attrName>ppt_w</p:attrName>
                                        </p:attrNameLst>
                                      </p:cBhvr>
                                      <p:tavLst>
                                        <p:tav tm="0">
                                          <p:val>
                                            <p:fltVal val="0"/>
                                          </p:val>
                                        </p:tav>
                                        <p:tav tm="100000">
                                          <p:val>
                                            <p:strVal val="#ppt_w"/>
                                          </p:val>
                                        </p:tav>
                                      </p:tavLst>
                                    </p:anim>
                                    <p:anim calcmode="lin" valueType="num">
                                      <p:cBhvr>
                                        <p:cTn id="8" dur="1000" fill="hold"/>
                                        <p:tgtEl>
                                          <p:spTgt spid="10"/>
                                        </p:tgtEl>
                                        <p:attrNameLst>
                                          <p:attrName>ppt_h</p:attrName>
                                        </p:attrNameLst>
                                      </p:cBhvr>
                                      <p:tavLst>
                                        <p:tav tm="0">
                                          <p:val>
                                            <p:fltVal val="0"/>
                                          </p:val>
                                        </p:tav>
                                        <p:tav tm="100000">
                                          <p:val>
                                            <p:strVal val="#ppt_h"/>
                                          </p:val>
                                        </p:tav>
                                      </p:tavLst>
                                    </p:anim>
                                    <p:anim calcmode="lin" valueType="num">
                                      <p:cBhvr>
                                        <p:cTn id="9" dur="1000" fill="hold"/>
                                        <p:tgtEl>
                                          <p:spTgt spid="10"/>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0"/>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2" presetClass="entr" presetSubtype="2" fill="hold" grpId="0" nodeType="afterEffect">
                                  <p:stCondLst>
                                    <p:cond delay="0"/>
                                  </p:stCondLst>
                                  <p:childTnLst>
                                    <p:set>
                                      <p:cBhvr>
                                        <p:cTn id="13" dur="1" fill="hold">
                                          <p:stCondLst>
                                            <p:cond delay="0"/>
                                          </p:stCondLst>
                                        </p:cTn>
                                        <p:tgtEl>
                                          <p:spTgt spid="112676"/>
                                        </p:tgtEl>
                                        <p:attrNameLst>
                                          <p:attrName>style.visibility</p:attrName>
                                        </p:attrNameLst>
                                      </p:cBhvr>
                                      <p:to>
                                        <p:strVal val="visible"/>
                                      </p:to>
                                    </p:set>
                                    <p:anim calcmode="lin" valueType="num">
                                      <p:cBhvr additive="base">
                                        <p:cTn id="14" dur="1000" fill="hold"/>
                                        <p:tgtEl>
                                          <p:spTgt spid="112676"/>
                                        </p:tgtEl>
                                        <p:attrNameLst>
                                          <p:attrName>ppt_x</p:attrName>
                                        </p:attrNameLst>
                                      </p:cBhvr>
                                      <p:tavLst>
                                        <p:tav tm="0">
                                          <p:val>
                                            <p:strVal val="1+#ppt_w/2"/>
                                          </p:val>
                                        </p:tav>
                                        <p:tav tm="100000">
                                          <p:val>
                                            <p:strVal val="#ppt_x"/>
                                          </p:val>
                                        </p:tav>
                                      </p:tavLst>
                                    </p:anim>
                                    <p:anim calcmode="lin" valueType="num">
                                      <p:cBhvr additive="base">
                                        <p:cTn id="15" dur="1000" fill="hold"/>
                                        <p:tgtEl>
                                          <p:spTgt spid="112676"/>
                                        </p:tgtEl>
                                        <p:attrNameLst>
                                          <p:attrName>ppt_y</p:attrName>
                                        </p:attrNameLst>
                                      </p:cBhvr>
                                      <p:tavLst>
                                        <p:tav tm="0">
                                          <p:val>
                                            <p:strVal val="#ppt_y"/>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blinds(horizontal)">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24" presetClass="entr" presetSubtype="0" fill="hold" grpId="0" nodeType="clickEffect">
                                  <p:stCondLst>
                                    <p:cond delay="0"/>
                                  </p:stCondLst>
                                  <p:childTnLst>
                                    <p:set>
                                      <p:cBhvr>
                                        <p:cTn id="24" dur="1" fill="hold">
                                          <p:stCondLst>
                                            <p:cond delay="0"/>
                                          </p:stCondLst>
                                        </p:cTn>
                                        <p:tgtEl>
                                          <p:spTgt spid="112643"/>
                                        </p:tgtEl>
                                        <p:attrNameLst>
                                          <p:attrName>style.visibility</p:attrName>
                                        </p:attrNameLst>
                                      </p:cBhvr>
                                      <p:to>
                                        <p:strVal val="visible"/>
                                      </p:to>
                                    </p:set>
                                    <p:anim to="" calcmode="lin" valueType="num">
                                      <p:cBhvr>
                                        <p:cTn id="25" dur="1" fill="hold"/>
                                        <p:tgtEl>
                                          <p:spTgt spid="112643"/>
                                        </p:tgtEl>
                                      </p:cBhvr>
                                    </p:anim>
                                  </p:childTnLst>
                                </p:cTn>
                              </p:par>
                            </p:childTnLst>
                          </p:cTn>
                        </p:par>
                        <p:par>
                          <p:cTn id="26" fill="hold">
                            <p:stCondLst>
                              <p:cond delay="0"/>
                            </p:stCondLst>
                            <p:childTnLst>
                              <p:par>
                                <p:cTn id="27" presetID="3" presetClass="entr" presetSubtype="10" fill="hold" nodeType="after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blinds(horizontal)">
                                      <p:cBhvr>
                                        <p:cTn id="29" dur="5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2" fill="hold" grpId="0" nodeType="clickEffect">
                                  <p:stCondLst>
                                    <p:cond delay="0"/>
                                  </p:stCondLst>
                                  <p:childTnLst>
                                    <p:set>
                                      <p:cBhvr>
                                        <p:cTn id="33" dur="1" fill="hold">
                                          <p:stCondLst>
                                            <p:cond delay="0"/>
                                          </p:stCondLst>
                                        </p:cTn>
                                        <p:tgtEl>
                                          <p:spTgt spid="112642"/>
                                        </p:tgtEl>
                                        <p:attrNameLst>
                                          <p:attrName>style.visibility</p:attrName>
                                        </p:attrNameLst>
                                      </p:cBhvr>
                                      <p:to>
                                        <p:strVal val="visible"/>
                                      </p:to>
                                    </p:set>
                                    <p:anim calcmode="lin" valueType="num">
                                      <p:cBhvr additive="base">
                                        <p:cTn id="34" dur="500" fill="hold"/>
                                        <p:tgtEl>
                                          <p:spTgt spid="112642"/>
                                        </p:tgtEl>
                                        <p:attrNameLst>
                                          <p:attrName>ppt_x</p:attrName>
                                        </p:attrNameLst>
                                      </p:cBhvr>
                                      <p:tavLst>
                                        <p:tav tm="0">
                                          <p:val>
                                            <p:strVal val="1+#ppt_w/2"/>
                                          </p:val>
                                        </p:tav>
                                        <p:tav tm="100000">
                                          <p:val>
                                            <p:strVal val="#ppt_x"/>
                                          </p:val>
                                        </p:tav>
                                      </p:tavLst>
                                    </p:anim>
                                    <p:anim calcmode="lin" valueType="num">
                                      <p:cBhvr additive="base">
                                        <p:cTn id="35" dur="500" fill="hold"/>
                                        <p:tgtEl>
                                          <p:spTgt spid="112642"/>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wipe(up)">
                                      <p:cBhvr>
                                        <p:cTn id="40" dur="500"/>
                                        <p:tgtEl>
                                          <p:spTgt spid="6"/>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8" fill="hold" grpId="0" nodeType="clickEffect">
                                  <p:stCondLst>
                                    <p:cond delay="0"/>
                                  </p:stCondLst>
                                  <p:childTnLst>
                                    <p:set>
                                      <p:cBhvr>
                                        <p:cTn id="44" dur="1" fill="hold">
                                          <p:stCondLst>
                                            <p:cond delay="0"/>
                                          </p:stCondLst>
                                        </p:cTn>
                                        <p:tgtEl>
                                          <p:spTgt spid="112644"/>
                                        </p:tgtEl>
                                        <p:attrNameLst>
                                          <p:attrName>style.visibility</p:attrName>
                                        </p:attrNameLst>
                                      </p:cBhvr>
                                      <p:to>
                                        <p:strVal val="visible"/>
                                      </p:to>
                                    </p:set>
                                    <p:anim calcmode="lin" valueType="num">
                                      <p:cBhvr additive="base">
                                        <p:cTn id="45" dur="500" fill="hold"/>
                                        <p:tgtEl>
                                          <p:spTgt spid="112644"/>
                                        </p:tgtEl>
                                        <p:attrNameLst>
                                          <p:attrName>ppt_x</p:attrName>
                                        </p:attrNameLst>
                                      </p:cBhvr>
                                      <p:tavLst>
                                        <p:tav tm="0">
                                          <p:val>
                                            <p:strVal val="0-#ppt_w/2"/>
                                          </p:val>
                                        </p:tav>
                                        <p:tav tm="100000">
                                          <p:val>
                                            <p:strVal val="#ppt_x"/>
                                          </p:val>
                                        </p:tav>
                                      </p:tavLst>
                                    </p:anim>
                                    <p:anim calcmode="lin" valueType="num">
                                      <p:cBhvr additive="base">
                                        <p:cTn id="46" dur="500" fill="hold"/>
                                        <p:tgtEl>
                                          <p:spTgt spid="112644"/>
                                        </p:tgtEl>
                                        <p:attrNameLst>
                                          <p:attrName>ppt_y</p:attrName>
                                        </p:attrNameLst>
                                      </p:cBhvr>
                                      <p:tavLst>
                                        <p:tav tm="0">
                                          <p:val>
                                            <p:strVal val="#ppt_y"/>
                                          </p:val>
                                        </p:tav>
                                        <p:tav tm="100000">
                                          <p:val>
                                            <p:strVal val="#ppt_y"/>
                                          </p:val>
                                        </p:tav>
                                      </p:tavLst>
                                    </p:anim>
                                  </p:childTnLst>
                                </p:cTn>
                              </p:par>
                            </p:childTnLst>
                          </p:cTn>
                        </p:par>
                        <p:par>
                          <p:cTn id="47" fill="hold">
                            <p:stCondLst>
                              <p:cond delay="500"/>
                            </p:stCondLst>
                            <p:childTnLst>
                              <p:par>
                                <p:cTn id="48" presetID="22" presetClass="entr" presetSubtype="8" fill="hold" nodeType="afterEffect">
                                  <p:stCondLst>
                                    <p:cond delay="0"/>
                                  </p:stCondLst>
                                  <p:childTnLst>
                                    <p:set>
                                      <p:cBhvr>
                                        <p:cTn id="49" dur="1" fill="hold">
                                          <p:stCondLst>
                                            <p:cond delay="0"/>
                                          </p:stCondLst>
                                        </p:cTn>
                                        <p:tgtEl>
                                          <p:spTgt spid="32"/>
                                        </p:tgtEl>
                                        <p:attrNameLst>
                                          <p:attrName>style.visibility</p:attrName>
                                        </p:attrNameLst>
                                      </p:cBhvr>
                                      <p:to>
                                        <p:strVal val="visible"/>
                                      </p:to>
                                    </p:set>
                                    <p:animEffect transition="in" filter="wipe(left)">
                                      <p:cBhvr>
                                        <p:cTn id="50" dur="500"/>
                                        <p:tgtEl>
                                          <p:spTgt spid="32"/>
                                        </p:tgtEl>
                                      </p:cBhvr>
                                    </p:animEffec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12646"/>
                                        </p:tgtEl>
                                        <p:attrNameLst>
                                          <p:attrName>style.visibility</p:attrName>
                                        </p:attrNameLst>
                                      </p:cBhvr>
                                      <p:to>
                                        <p:strVal val="visible"/>
                                      </p:to>
                                    </p:set>
                                  </p:childTnLst>
                                </p:cTn>
                              </p:par>
                            </p:childTnLst>
                          </p:cTn>
                        </p:par>
                        <p:par>
                          <p:cTn id="55" fill="hold">
                            <p:stCondLst>
                              <p:cond delay="0"/>
                            </p:stCondLst>
                            <p:childTnLst>
                              <p:par>
                                <p:cTn id="56" presetID="22" presetClass="entr" presetSubtype="8" fill="hold" nodeType="afterEffect">
                                  <p:stCondLst>
                                    <p:cond delay="0"/>
                                  </p:stCondLst>
                                  <p:childTnLst>
                                    <p:set>
                                      <p:cBhvr>
                                        <p:cTn id="57" dur="1" fill="hold">
                                          <p:stCondLst>
                                            <p:cond delay="0"/>
                                          </p:stCondLst>
                                        </p:cTn>
                                        <p:tgtEl>
                                          <p:spTgt spid="8"/>
                                        </p:tgtEl>
                                        <p:attrNameLst>
                                          <p:attrName>style.visibility</p:attrName>
                                        </p:attrNameLst>
                                      </p:cBhvr>
                                      <p:to>
                                        <p:strVal val="visible"/>
                                      </p:to>
                                    </p:set>
                                    <p:animEffect transition="in" filter="wipe(left)">
                                      <p:cBhvr>
                                        <p:cTn id="58" dur="500"/>
                                        <p:tgtEl>
                                          <p:spTgt spid="8"/>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nodeType="clickEffect">
                                  <p:stCondLst>
                                    <p:cond delay="0"/>
                                  </p:stCondLst>
                                  <p:childTnLst>
                                    <p:set>
                                      <p:cBhvr>
                                        <p:cTn id="62" dur="3000" fill="hold">
                                          <p:stCondLst>
                                            <p:cond delay="0"/>
                                          </p:stCondLst>
                                        </p:cTn>
                                        <p:tgtEl>
                                          <p:spTgt spid="34"/>
                                        </p:tgtEl>
                                        <p:attrNameLst>
                                          <p:attrName>style.visibility</p:attrName>
                                        </p:attrNameLst>
                                      </p:cBhvr>
                                      <p:to>
                                        <p:strVal val="visible"/>
                                      </p:to>
                                    </p:set>
                                    <p:animEffect transition="in" filter="wipe(up)">
                                      <p:cBhvr>
                                        <p:cTn id="63" dur="30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2" grpId="0"/>
      <p:bldP spid="112643" grpId="0" bldLvl="0" animBg="1"/>
      <p:bldP spid="112644" grpId="0"/>
      <p:bldP spid="112646" grpId="0" bldLvl="0" animBg="1"/>
      <p:bldP spid="112676" grpId="0"/>
      <p:bldP spid="10"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*4-7 对偶原理</a:t>
            </a:r>
            <a:endParaRPr lang="zh-CN" altLang="en-US"/>
          </a:p>
        </p:txBody>
      </p:sp>
      <p:sp>
        <p:nvSpPr>
          <p:cNvPr id="7243" name="Text Box 75"/>
          <p:cNvSpPr txBox="1"/>
          <p:nvPr/>
        </p:nvSpPr>
        <p:spPr>
          <a:xfrm>
            <a:off x="539750" y="706438"/>
            <a:ext cx="1979613" cy="521970"/>
          </a:xfrm>
          <a:prstGeom prst="rect">
            <a:avLst/>
          </a:prstGeom>
          <a:noFill/>
          <a:ln w="9525">
            <a:noFill/>
          </a:ln>
        </p:spPr>
        <p:txBody>
          <a:bodyPr>
            <a:spAutoFit/>
          </a:bodyPr>
          <a:p>
            <a:pPr>
              <a:spcBef>
                <a:spcPct val="50000"/>
              </a:spcBef>
            </a:pPr>
            <a:r>
              <a:rPr kumimoji="1" lang="zh-CN" altLang="en-US" sz="2800" dirty="0" smtClean="0">
                <a:latin typeface="华文楷体" panose="02010600040101010101" pitchFamily="2" charset="-122"/>
                <a:ea typeface="华文楷体" panose="02010600040101010101" pitchFamily="2" charset="-122"/>
              </a:rPr>
              <a:t>解得：</a:t>
            </a:r>
            <a:endParaRPr kumimoji="1" lang="zh-CN" altLang="en-US" sz="2800" dirty="0" smtClean="0">
              <a:latin typeface="华文楷体" panose="02010600040101010101" pitchFamily="2" charset="-122"/>
              <a:ea typeface="华文楷体" panose="02010600040101010101" pitchFamily="2" charset="-122"/>
            </a:endParaRPr>
          </a:p>
        </p:txBody>
      </p:sp>
      <p:sp>
        <p:nvSpPr>
          <p:cNvPr id="7279" name="Text Box 111"/>
          <p:cNvSpPr txBox="1"/>
          <p:nvPr/>
        </p:nvSpPr>
        <p:spPr>
          <a:xfrm>
            <a:off x="1403350" y="3071813"/>
            <a:ext cx="7416800" cy="1050290"/>
          </a:xfrm>
          <a:prstGeom prst="rect">
            <a:avLst/>
          </a:prstGeom>
          <a:noFill/>
          <a:ln w="9525">
            <a:noFill/>
          </a:ln>
        </p:spPr>
        <p:txBody>
          <a:bodyPr>
            <a:spAutoFit/>
          </a:bodyPr>
          <a:p>
            <a:pPr indent="0" fontAlgn="auto">
              <a:lnSpc>
                <a:spcPct val="120000"/>
              </a:lnSpc>
              <a:spcBef>
                <a:spcPts val="0"/>
              </a:spcBef>
            </a:pPr>
            <a:r>
              <a:rPr kumimoji="1" lang="zh-CN" altLang="en-US" sz="260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图</a:t>
            </a:r>
            <a:r>
              <a:rPr kumimoji="1" lang="zh-CN" altLang="en-US" sz="2600" b="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(a)</a:t>
            </a:r>
            <a:r>
              <a:rPr kumimoji="1" lang="zh-CN" altLang="en-US" sz="260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为线性电路，</a:t>
            </a:r>
            <a:r>
              <a:rPr kumimoji="1" lang="zh-CN" altLang="en-US" sz="2600" b="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N</a:t>
            </a:r>
            <a:r>
              <a:rPr kumimoji="1" lang="zh-CN" altLang="en-US" sz="260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为相同的电阻网络,对称连接,测得电流 </a:t>
            </a:r>
            <a:r>
              <a:rPr kumimoji="1" lang="zh-CN" altLang="en-US" sz="2600" b="0" i="1"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i</a:t>
            </a:r>
            <a:r>
              <a:rPr lang="en-US" altLang="zh-CN" sz="2600" b="0" baseline="-25000" dirty="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1</a:t>
            </a:r>
            <a:r>
              <a:rPr kumimoji="1" lang="zh-CN" altLang="en-US" sz="2600" b="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1" lang="zh-CN" altLang="en-US" sz="2600" b="0" i="1"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I</a:t>
            </a:r>
            <a:r>
              <a:rPr lang="en-US" altLang="zh-CN" sz="2600" b="0" baseline="-25000" dirty="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1</a:t>
            </a:r>
            <a:r>
              <a:rPr kumimoji="1" lang="zh-CN" altLang="en-US" sz="2600" b="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lang="en-US" altLang="zh-CN" sz="2600" b="0" dirty="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r>
              <a:rPr kumimoji="1" lang="zh-CN" altLang="en-US" sz="2600" b="0" i="1"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i</a:t>
            </a:r>
            <a:r>
              <a:rPr lang="en-US" altLang="zh-CN" sz="2600" b="0" baseline="-25000" dirty="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2</a:t>
            </a:r>
            <a:r>
              <a:rPr kumimoji="1" lang="zh-CN" altLang="en-US" sz="2600" b="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1" lang="zh-CN" altLang="en-US" sz="2600" b="0" i="1"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I</a:t>
            </a:r>
            <a:r>
              <a:rPr lang="en-US" altLang="zh-CN" sz="2600" b="0" baseline="-25000" dirty="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2</a:t>
            </a:r>
            <a:r>
              <a:rPr kumimoji="1" lang="zh-CN" altLang="en-US" sz="260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求图</a:t>
            </a:r>
            <a:r>
              <a:rPr kumimoji="1" lang="zh-CN" altLang="en-US" sz="2600" b="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(b)</a:t>
            </a:r>
            <a:r>
              <a:rPr kumimoji="1" lang="zh-CN" altLang="en-US" sz="260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中的</a:t>
            </a:r>
            <a:r>
              <a:rPr kumimoji="1" lang="zh-CN" altLang="en-US" sz="2600" b="0" i="1"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i</a:t>
            </a:r>
            <a:r>
              <a:rPr kumimoji="1" lang="zh-CN" altLang="en-US" sz="2600" b="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600" b="0" baseline="-25000" dirty="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1 </a:t>
            </a:r>
            <a:r>
              <a:rPr kumimoji="1" lang="zh-CN" altLang="en-US" sz="2600" dirty="0"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endParaRPr lang="zh-CN" altLang="en-US" sz="2600" dirty="0">
              <a:solidFill>
                <a:schemeClr val="tx1"/>
              </a:solidFill>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p:txBody>
      </p:sp>
      <p:sp>
        <p:nvSpPr>
          <p:cNvPr id="9" name="Text Box 22"/>
          <p:cNvSpPr txBox="1">
            <a:spLocks noChangeArrowheads="1"/>
          </p:cNvSpPr>
          <p:nvPr/>
        </p:nvSpPr>
        <p:spPr bwMode="auto">
          <a:xfrm>
            <a:off x="252095" y="3195955"/>
            <a:ext cx="845820" cy="575945"/>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例</a:t>
            </a:r>
            <a:r>
              <a:rPr kumimoji="1" lang="en-US" altLang="zh-CN" sz="3200" dirty="0">
                <a:solidFill>
                  <a:schemeClr val="bg1"/>
                </a:solidFill>
                <a:latin typeface="华文新魏" panose="02010800040101010101" pitchFamily="2" charset="-122"/>
                <a:ea typeface="华文新魏" panose="02010800040101010101" pitchFamily="2" charset="-122"/>
              </a:rPr>
              <a:t>2</a:t>
            </a:r>
            <a:endParaRPr kumimoji="1" lang="en-US" altLang="zh-CN" sz="3200" dirty="0">
              <a:solidFill>
                <a:schemeClr val="bg1"/>
              </a:solidFill>
              <a:latin typeface="华文新魏" panose="02010800040101010101" pitchFamily="2" charset="-122"/>
              <a:ea typeface="华文新魏" panose="02010800040101010101" pitchFamily="2" charset="-122"/>
            </a:endParaRPr>
          </a:p>
        </p:txBody>
      </p:sp>
      <p:grpSp>
        <p:nvGrpSpPr>
          <p:cNvPr id="5" name="组合 4"/>
          <p:cNvGrpSpPr/>
          <p:nvPr/>
        </p:nvGrpSpPr>
        <p:grpSpPr>
          <a:xfrm>
            <a:off x="5358765" y="4289425"/>
            <a:ext cx="2880995" cy="2305685"/>
            <a:chOff x="8448" y="6215"/>
            <a:chExt cx="4537" cy="3631"/>
          </a:xfrm>
        </p:grpSpPr>
        <p:sp>
          <p:nvSpPr>
            <p:cNvPr id="53263" name="Rectangle 131"/>
            <p:cNvSpPr/>
            <p:nvPr/>
          </p:nvSpPr>
          <p:spPr bwMode="auto">
            <a:xfrm>
              <a:off x="9695" y="6988"/>
              <a:ext cx="2042" cy="1813"/>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7300" name="Rectangle 132"/>
            <p:cNvSpPr>
              <a:spLocks noChangeArrowheads="1"/>
            </p:cNvSpPr>
            <p:nvPr/>
          </p:nvSpPr>
          <p:spPr bwMode="auto">
            <a:xfrm>
              <a:off x="10830" y="6760"/>
              <a:ext cx="1135" cy="2268"/>
            </a:xfrm>
            <a:prstGeom prst="rect">
              <a:avLst/>
            </a:prstGeom>
            <a:solidFill>
              <a:schemeClr val="tx2">
                <a:lumMod val="20000"/>
                <a:lumOff val="80000"/>
              </a:schemeClr>
            </a:solidFill>
            <a:ln w="9525">
              <a:noFill/>
              <a:miter lim="800000"/>
            </a:ln>
            <a:effectLst/>
          </p:spPr>
          <p:txBody>
            <a:bodyPr wrap="none" anchor="ctr"/>
            <a:p>
              <a:pPr algn="ctr">
                <a:buNone/>
              </a:pPr>
              <a:r>
                <a:rPr lang="en-US" altLang="zh-CN" sz="4000" b="0" dirty="0">
                  <a:solidFill>
                    <a:schemeClr val="tx1"/>
                  </a:solidFill>
                  <a:latin typeface="Times New Roman" panose="02020603050405020304" pitchFamily="18" charset="0"/>
                  <a:ea typeface="仿宋_GB2312" pitchFamily="49" charset="-122"/>
                </a:rPr>
                <a:t>N</a:t>
              </a:r>
              <a:endParaRPr lang="en-US" altLang="zh-CN" sz="4000" b="0" dirty="0">
                <a:solidFill>
                  <a:schemeClr val="tx1"/>
                </a:solidFill>
                <a:latin typeface="Times New Roman" panose="02020603050405020304" pitchFamily="18" charset="0"/>
                <a:ea typeface="仿宋_GB2312" pitchFamily="49" charset="-122"/>
              </a:endParaRPr>
            </a:p>
          </p:txBody>
        </p:sp>
        <p:sp>
          <p:nvSpPr>
            <p:cNvPr id="53265" name="Line 133"/>
            <p:cNvSpPr/>
            <p:nvPr/>
          </p:nvSpPr>
          <p:spPr>
            <a:xfrm>
              <a:off x="9923" y="6988"/>
              <a:ext cx="567"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53266" name="Text Box 134"/>
            <p:cNvSpPr txBox="1"/>
            <p:nvPr/>
          </p:nvSpPr>
          <p:spPr>
            <a:xfrm>
              <a:off x="8448" y="7555"/>
              <a:ext cx="1135"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仿宋_GB2312" pitchFamily="49" charset="-122"/>
                </a:rPr>
                <a:t>U</a:t>
              </a:r>
              <a:r>
                <a:rPr lang="en-US" altLang="zh-CN" b="0" baseline="-25000" dirty="0">
                  <a:solidFill>
                    <a:schemeClr val="tx1"/>
                  </a:solidFill>
                  <a:latin typeface="Times New Roman" panose="02020603050405020304" pitchFamily="18" charset="0"/>
                  <a:ea typeface="仿宋_GB2312" pitchFamily="49" charset="-122"/>
                </a:rPr>
                <a:t>S</a:t>
              </a:r>
              <a:endParaRPr lang="en-US" altLang="zh-CN" b="0" baseline="-25000" dirty="0">
                <a:solidFill>
                  <a:schemeClr val="tx1"/>
                </a:solidFill>
                <a:latin typeface="Times New Roman" panose="02020603050405020304" pitchFamily="18" charset="0"/>
                <a:ea typeface="仿宋_GB2312" pitchFamily="49" charset="-122"/>
              </a:endParaRPr>
            </a:p>
          </p:txBody>
        </p:sp>
        <p:sp>
          <p:nvSpPr>
            <p:cNvPr id="53267" name="Text Box 135"/>
            <p:cNvSpPr txBox="1"/>
            <p:nvPr/>
          </p:nvSpPr>
          <p:spPr>
            <a:xfrm>
              <a:off x="9808" y="6230"/>
              <a:ext cx="1135"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仿宋_GB2312" pitchFamily="49" charset="-122"/>
                </a:rPr>
                <a:t>i</a:t>
              </a:r>
              <a:r>
                <a:rPr lang="en-US" altLang="zh-CN" b="0" i="1" dirty="0">
                  <a:solidFill>
                    <a:schemeClr val="tx1"/>
                  </a:solidFill>
                  <a:latin typeface="Arial" panose="020B0604020202020204" pitchFamily="34" charset="0"/>
                </a:rPr>
                <a:t>'</a:t>
              </a:r>
              <a:r>
                <a:rPr lang="en-US" altLang="zh-CN" b="0" baseline="-25000" dirty="0">
                  <a:solidFill>
                    <a:schemeClr val="tx1"/>
                  </a:solidFill>
                  <a:latin typeface="Times New Roman" panose="02020603050405020304" pitchFamily="18" charset="0"/>
                  <a:ea typeface="仿宋_GB2312" pitchFamily="49" charset="-122"/>
                </a:rPr>
                <a:t>1</a:t>
              </a:r>
              <a:endParaRPr lang="en-US" altLang="zh-CN" b="0" baseline="-25000" dirty="0">
                <a:solidFill>
                  <a:schemeClr val="tx1"/>
                </a:solidFill>
                <a:latin typeface="Times New Roman" panose="02020603050405020304" pitchFamily="18" charset="0"/>
                <a:ea typeface="仿宋_GB2312" pitchFamily="49" charset="-122"/>
              </a:endParaRPr>
            </a:p>
          </p:txBody>
        </p:sp>
        <p:sp>
          <p:nvSpPr>
            <p:cNvPr id="53268" name="Text Box 136"/>
            <p:cNvSpPr txBox="1"/>
            <p:nvPr/>
          </p:nvSpPr>
          <p:spPr>
            <a:xfrm>
              <a:off x="12303" y="8780"/>
              <a:ext cx="682"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b</a:t>
              </a:r>
              <a:endParaRPr lang="en-US" altLang="zh-CN" b="0" baseline="-25000" dirty="0">
                <a:solidFill>
                  <a:schemeClr val="tx1"/>
                </a:solidFill>
                <a:latin typeface="Times New Roman" panose="02020603050405020304" pitchFamily="18" charset="0"/>
                <a:ea typeface="仿宋_GB2312" pitchFamily="49" charset="-122"/>
              </a:endParaRPr>
            </a:p>
          </p:txBody>
        </p:sp>
        <p:sp>
          <p:nvSpPr>
            <p:cNvPr id="53269" name="Text Box 137"/>
            <p:cNvSpPr txBox="1"/>
            <p:nvPr/>
          </p:nvSpPr>
          <p:spPr>
            <a:xfrm>
              <a:off x="12190" y="6215"/>
              <a:ext cx="792"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a</a:t>
              </a:r>
              <a:endParaRPr lang="en-US" altLang="zh-CN" b="0" baseline="-25000" dirty="0">
                <a:solidFill>
                  <a:schemeClr val="tx1"/>
                </a:solidFill>
                <a:latin typeface="Times New Roman" panose="02020603050405020304" pitchFamily="18" charset="0"/>
                <a:ea typeface="仿宋_GB2312" pitchFamily="49" charset="-122"/>
              </a:endParaRPr>
            </a:p>
          </p:txBody>
        </p:sp>
        <p:sp>
          <p:nvSpPr>
            <p:cNvPr id="53272" name="Text Box 140"/>
            <p:cNvSpPr txBox="1"/>
            <p:nvPr/>
          </p:nvSpPr>
          <p:spPr>
            <a:xfrm>
              <a:off x="9015" y="6873"/>
              <a:ext cx="792"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a:t>
              </a:r>
              <a:endParaRPr lang="en-US" altLang="zh-CN" b="0" dirty="0">
                <a:solidFill>
                  <a:schemeClr val="tx1"/>
                </a:solidFill>
                <a:latin typeface="Times New Roman" panose="02020603050405020304" pitchFamily="18" charset="0"/>
                <a:ea typeface="仿宋_GB2312" pitchFamily="49" charset="-122"/>
              </a:endParaRPr>
            </a:p>
          </p:txBody>
        </p:sp>
        <p:sp>
          <p:nvSpPr>
            <p:cNvPr id="53273" name="Text Box 141"/>
            <p:cNvSpPr txBox="1"/>
            <p:nvPr/>
          </p:nvSpPr>
          <p:spPr>
            <a:xfrm>
              <a:off x="9029" y="8010"/>
              <a:ext cx="792" cy="818"/>
            </a:xfrm>
            <a:prstGeom prst="rect">
              <a:avLst/>
            </a:prstGeom>
            <a:noFill/>
            <a:ln w="9525">
              <a:noFill/>
            </a:ln>
          </p:spPr>
          <p:txBody>
            <a:bodyPr>
              <a:spAutoFit/>
            </a:bodyPr>
            <a:p>
              <a:pPr>
                <a:spcBef>
                  <a:spcPct val="50000"/>
                </a:spcBef>
              </a:pPr>
              <a:r>
                <a:rPr lang="en-US" altLang="zh-CN" b="0" dirty="0">
                  <a:solidFill>
                    <a:schemeClr val="tx1"/>
                  </a:solidFill>
                  <a:latin typeface="宋体" panose="02010600030101010101" pitchFamily="2" charset="-122"/>
                  <a:ea typeface="宋体" panose="02010600030101010101" pitchFamily="2" charset="-122"/>
                </a:rPr>
                <a:t>-</a:t>
              </a:r>
              <a:endParaRPr lang="en-US" altLang="zh-CN" b="0" dirty="0">
                <a:solidFill>
                  <a:schemeClr val="tx1"/>
                </a:solidFill>
                <a:latin typeface="宋体" panose="02010600030101010101" pitchFamily="2" charset="-122"/>
                <a:ea typeface="宋体" panose="02010600030101010101" pitchFamily="2" charset="-122"/>
              </a:endParaRPr>
            </a:p>
          </p:txBody>
        </p:sp>
        <p:sp>
          <p:nvSpPr>
            <p:cNvPr id="53274" name="Text Box 142"/>
            <p:cNvSpPr txBox="1"/>
            <p:nvPr/>
          </p:nvSpPr>
          <p:spPr>
            <a:xfrm>
              <a:off x="10943" y="9028"/>
              <a:ext cx="907"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(b)</a:t>
              </a:r>
              <a:endParaRPr lang="en-US" altLang="zh-CN" b="0" dirty="0">
                <a:solidFill>
                  <a:schemeClr val="tx1"/>
                </a:solidFill>
                <a:latin typeface="Times New Roman" panose="02020603050405020304" pitchFamily="18" charset="0"/>
                <a:ea typeface="仿宋_GB2312" pitchFamily="49" charset="-122"/>
              </a:endParaRPr>
            </a:p>
          </p:txBody>
        </p:sp>
        <p:sp>
          <p:nvSpPr>
            <p:cNvPr id="53275" name="Line 143"/>
            <p:cNvSpPr/>
            <p:nvPr/>
          </p:nvSpPr>
          <p:spPr bwMode="auto">
            <a:xfrm>
              <a:off x="11965" y="6988"/>
              <a:ext cx="565"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sp>
          <p:nvSpPr>
            <p:cNvPr id="53276" name="Line 144"/>
            <p:cNvSpPr/>
            <p:nvPr/>
          </p:nvSpPr>
          <p:spPr bwMode="auto">
            <a:xfrm>
              <a:off x="11965" y="8803"/>
              <a:ext cx="565" cy="0"/>
            </a:xfrm>
            <a:prstGeom prst="line">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sp>
        <p:grpSp>
          <p:nvGrpSpPr>
            <p:cNvPr id="79" name="组合 78"/>
            <p:cNvGrpSpPr/>
            <p:nvPr/>
          </p:nvGrpSpPr>
          <p:grpSpPr>
            <a:xfrm>
              <a:off x="9243" y="7353"/>
              <a:ext cx="908" cy="908"/>
              <a:chOff x="505193" y="3720552"/>
              <a:chExt cx="432197" cy="432197"/>
            </a:xfrm>
            <a:solidFill>
              <a:schemeClr val="accent6">
                <a:lumMod val="40000"/>
                <a:lumOff val="60000"/>
              </a:schemeClr>
            </a:solidFill>
          </p:grpSpPr>
          <p:sp>
            <p:nvSpPr>
              <p:cNvPr id="80"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81" name="直接连接符 80"/>
              <p:cNvCxnSpPr>
                <a:stCxn id="80" idx="0"/>
                <a:endCxn id="80"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3270" name="Oval 138"/>
            <p:cNvSpPr/>
            <p:nvPr/>
          </p:nvSpPr>
          <p:spPr bwMode="auto">
            <a:xfrm>
              <a:off x="12418" y="8688"/>
              <a:ext cx="227" cy="228"/>
            </a:xfrm>
            <a:prstGeom prst="ellipse">
              <a:avLst/>
            </a:prstGeom>
            <a:solidFill>
              <a:schemeClr val="bg1"/>
            </a:solid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53271" name="Oval 139"/>
            <p:cNvSpPr/>
            <p:nvPr/>
          </p:nvSpPr>
          <p:spPr bwMode="auto">
            <a:xfrm>
              <a:off x="12418" y="6875"/>
              <a:ext cx="227" cy="228"/>
            </a:xfrm>
            <a:prstGeom prst="ellipse">
              <a:avLst/>
            </a:prstGeom>
            <a:solidFill>
              <a:schemeClr val="bg1"/>
            </a:solid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grpSp>
      <p:grpSp>
        <p:nvGrpSpPr>
          <p:cNvPr id="4" name="组合 3"/>
          <p:cNvGrpSpPr/>
          <p:nvPr/>
        </p:nvGrpSpPr>
        <p:grpSpPr>
          <a:xfrm>
            <a:off x="499745" y="4227830"/>
            <a:ext cx="4465955" cy="2511425"/>
            <a:chOff x="850" y="6118"/>
            <a:chExt cx="7033" cy="3955"/>
          </a:xfrm>
        </p:grpSpPr>
        <p:sp>
          <p:nvSpPr>
            <p:cNvPr id="53278" name="Rectangle 114"/>
            <p:cNvSpPr/>
            <p:nvPr/>
          </p:nvSpPr>
          <p:spPr bwMode="auto">
            <a:xfrm>
              <a:off x="2098" y="6875"/>
              <a:ext cx="5670" cy="1813"/>
            </a:xfrm>
            <a:prstGeom prst="rect">
              <a:avLst/>
            </a:prstGeom>
            <a:no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7283" name="Rectangle 115"/>
            <p:cNvSpPr>
              <a:spLocks noChangeArrowheads="1"/>
            </p:cNvSpPr>
            <p:nvPr/>
          </p:nvSpPr>
          <p:spPr bwMode="auto">
            <a:xfrm>
              <a:off x="3233" y="6648"/>
              <a:ext cx="1135" cy="2268"/>
            </a:xfrm>
            <a:prstGeom prst="rect">
              <a:avLst/>
            </a:prstGeom>
            <a:solidFill>
              <a:schemeClr val="tx2">
                <a:lumMod val="20000"/>
                <a:lumOff val="80000"/>
              </a:schemeClr>
            </a:solidFill>
            <a:ln w="9525">
              <a:noFill/>
              <a:miter lim="800000"/>
            </a:ln>
            <a:effectLst/>
          </p:spPr>
          <p:txBody>
            <a:bodyPr wrap="none" anchor="ctr"/>
            <a:p>
              <a:pPr algn="ctr">
                <a:buNone/>
              </a:pPr>
              <a:r>
                <a:rPr lang="en-US" altLang="zh-CN" sz="4000" b="0" dirty="0">
                  <a:solidFill>
                    <a:schemeClr val="tx1"/>
                  </a:solidFill>
                  <a:latin typeface="Times New Roman" panose="02020603050405020304" pitchFamily="18" charset="0"/>
                  <a:ea typeface="仿宋_GB2312" pitchFamily="49" charset="-122"/>
                </a:rPr>
                <a:t>N</a:t>
              </a:r>
              <a:endParaRPr lang="en-US" altLang="zh-CN" sz="4000" b="0" dirty="0">
                <a:solidFill>
                  <a:schemeClr val="tx1"/>
                </a:solidFill>
                <a:latin typeface="Times New Roman" panose="02020603050405020304" pitchFamily="18" charset="0"/>
                <a:ea typeface="仿宋_GB2312" pitchFamily="49" charset="-122"/>
              </a:endParaRPr>
            </a:p>
          </p:txBody>
        </p:sp>
        <p:sp>
          <p:nvSpPr>
            <p:cNvPr id="7284" name="Rectangle 116"/>
            <p:cNvSpPr>
              <a:spLocks noChangeArrowheads="1"/>
            </p:cNvSpPr>
            <p:nvPr/>
          </p:nvSpPr>
          <p:spPr bwMode="auto">
            <a:xfrm>
              <a:off x="5385" y="6648"/>
              <a:ext cx="1135" cy="2268"/>
            </a:xfrm>
            <a:prstGeom prst="rect">
              <a:avLst/>
            </a:prstGeom>
            <a:solidFill>
              <a:schemeClr val="tx2">
                <a:lumMod val="20000"/>
                <a:lumOff val="80000"/>
              </a:schemeClr>
            </a:solidFill>
            <a:ln w="9525">
              <a:noFill/>
              <a:miter lim="800000"/>
            </a:ln>
            <a:effectLst/>
          </p:spPr>
          <p:txBody>
            <a:bodyPr wrap="none" anchor="ctr"/>
            <a:p>
              <a:pPr algn="ctr">
                <a:buNone/>
              </a:pPr>
              <a:r>
                <a:rPr lang="en-US" altLang="zh-CN" sz="4000" b="0" dirty="0">
                  <a:solidFill>
                    <a:schemeClr val="tx1"/>
                  </a:solidFill>
                  <a:latin typeface="Times New Roman" panose="02020603050405020304" pitchFamily="18" charset="0"/>
                  <a:ea typeface="仿宋_GB2312" pitchFamily="49" charset="-122"/>
                </a:rPr>
                <a:t>N</a:t>
              </a:r>
              <a:endParaRPr lang="en-US" altLang="zh-CN" sz="4000" b="0" dirty="0">
                <a:solidFill>
                  <a:schemeClr val="tx1"/>
                </a:solidFill>
                <a:latin typeface="Times New Roman" panose="02020603050405020304" pitchFamily="18" charset="0"/>
                <a:ea typeface="仿宋_GB2312" pitchFamily="49" charset="-122"/>
              </a:endParaRPr>
            </a:p>
          </p:txBody>
        </p:sp>
        <p:sp>
          <p:nvSpPr>
            <p:cNvPr id="53281" name="Line 117"/>
            <p:cNvSpPr/>
            <p:nvPr/>
          </p:nvSpPr>
          <p:spPr>
            <a:xfrm>
              <a:off x="2325" y="6875"/>
              <a:ext cx="568"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53282" name="Line 118"/>
            <p:cNvSpPr/>
            <p:nvPr/>
          </p:nvSpPr>
          <p:spPr>
            <a:xfrm>
              <a:off x="6748" y="6875"/>
              <a:ext cx="683"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53283" name="Text Box 119"/>
            <p:cNvSpPr txBox="1"/>
            <p:nvPr/>
          </p:nvSpPr>
          <p:spPr>
            <a:xfrm>
              <a:off x="850" y="7443"/>
              <a:ext cx="1135"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仿宋_GB2312" pitchFamily="49" charset="-122"/>
                </a:rPr>
                <a:t>U</a:t>
              </a:r>
              <a:r>
                <a:rPr lang="en-US" altLang="zh-CN" b="0" baseline="-25000" dirty="0">
                  <a:solidFill>
                    <a:schemeClr val="tx1"/>
                  </a:solidFill>
                  <a:latin typeface="Times New Roman" panose="02020603050405020304" pitchFamily="18" charset="0"/>
                  <a:ea typeface="仿宋_GB2312" pitchFamily="49" charset="-122"/>
                </a:rPr>
                <a:t>S</a:t>
              </a:r>
              <a:endParaRPr lang="en-US" altLang="zh-CN" b="0" baseline="-25000" dirty="0">
                <a:solidFill>
                  <a:schemeClr val="tx1"/>
                </a:solidFill>
                <a:latin typeface="Times New Roman" panose="02020603050405020304" pitchFamily="18" charset="0"/>
                <a:ea typeface="仿宋_GB2312" pitchFamily="49" charset="-122"/>
              </a:endParaRPr>
            </a:p>
          </p:txBody>
        </p:sp>
        <p:sp>
          <p:nvSpPr>
            <p:cNvPr id="53284" name="Text Box 120"/>
            <p:cNvSpPr txBox="1"/>
            <p:nvPr/>
          </p:nvSpPr>
          <p:spPr>
            <a:xfrm>
              <a:off x="6748" y="6118"/>
              <a:ext cx="1135"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仿宋_GB2312" pitchFamily="49" charset="-122"/>
                </a:rPr>
                <a:t>i</a:t>
              </a:r>
              <a:r>
                <a:rPr lang="en-US" altLang="zh-CN" b="0" baseline="-25000" dirty="0">
                  <a:solidFill>
                    <a:schemeClr val="tx1"/>
                  </a:solidFill>
                  <a:latin typeface="Times New Roman" panose="02020603050405020304" pitchFamily="18" charset="0"/>
                  <a:ea typeface="仿宋_GB2312" pitchFamily="49" charset="-122"/>
                </a:rPr>
                <a:t>2</a:t>
              </a:r>
              <a:endParaRPr lang="en-US" altLang="zh-CN" b="0" baseline="-25000" dirty="0">
                <a:solidFill>
                  <a:schemeClr val="tx1"/>
                </a:solidFill>
                <a:latin typeface="Times New Roman" panose="02020603050405020304" pitchFamily="18" charset="0"/>
                <a:ea typeface="仿宋_GB2312" pitchFamily="49" charset="-122"/>
              </a:endParaRPr>
            </a:p>
          </p:txBody>
        </p:sp>
        <p:sp>
          <p:nvSpPr>
            <p:cNvPr id="53285" name="Text Box 121"/>
            <p:cNvSpPr txBox="1"/>
            <p:nvPr/>
          </p:nvSpPr>
          <p:spPr>
            <a:xfrm>
              <a:off x="2210" y="6133"/>
              <a:ext cx="1135"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仿宋_GB2312" pitchFamily="49" charset="-122"/>
                </a:rPr>
                <a:t>i</a:t>
              </a:r>
              <a:r>
                <a:rPr lang="en-US" altLang="zh-CN" b="0" baseline="-25000" dirty="0">
                  <a:solidFill>
                    <a:schemeClr val="tx1"/>
                  </a:solidFill>
                  <a:latin typeface="Times New Roman" panose="02020603050405020304" pitchFamily="18" charset="0"/>
                  <a:ea typeface="仿宋_GB2312" pitchFamily="49" charset="-122"/>
                </a:rPr>
                <a:t>1</a:t>
              </a:r>
              <a:endParaRPr lang="en-US" altLang="zh-CN" b="0" baseline="-25000" dirty="0">
                <a:solidFill>
                  <a:schemeClr val="tx1"/>
                </a:solidFill>
                <a:latin typeface="Times New Roman" panose="02020603050405020304" pitchFamily="18" charset="0"/>
                <a:ea typeface="仿宋_GB2312" pitchFamily="49" charset="-122"/>
              </a:endParaRPr>
            </a:p>
          </p:txBody>
        </p:sp>
        <p:sp>
          <p:nvSpPr>
            <p:cNvPr id="53286" name="Text Box 122"/>
            <p:cNvSpPr txBox="1"/>
            <p:nvPr/>
          </p:nvSpPr>
          <p:spPr>
            <a:xfrm>
              <a:off x="4705" y="8668"/>
              <a:ext cx="683"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b</a:t>
              </a:r>
              <a:endParaRPr lang="en-US" altLang="zh-CN" b="0" baseline="-25000" dirty="0">
                <a:solidFill>
                  <a:schemeClr val="tx1"/>
                </a:solidFill>
                <a:latin typeface="Times New Roman" panose="02020603050405020304" pitchFamily="18" charset="0"/>
                <a:ea typeface="仿宋_GB2312" pitchFamily="49" charset="-122"/>
              </a:endParaRPr>
            </a:p>
          </p:txBody>
        </p:sp>
        <p:sp>
          <p:nvSpPr>
            <p:cNvPr id="53287" name="Text Box 123"/>
            <p:cNvSpPr txBox="1"/>
            <p:nvPr/>
          </p:nvSpPr>
          <p:spPr>
            <a:xfrm>
              <a:off x="4593" y="6133"/>
              <a:ext cx="793"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a</a:t>
              </a:r>
              <a:endParaRPr lang="en-US" altLang="zh-CN" b="0" baseline="-25000" dirty="0">
                <a:solidFill>
                  <a:schemeClr val="tx1"/>
                </a:solidFill>
                <a:latin typeface="Times New Roman" panose="02020603050405020304" pitchFamily="18" charset="0"/>
                <a:ea typeface="仿宋_GB2312" pitchFamily="49" charset="-122"/>
              </a:endParaRPr>
            </a:p>
          </p:txBody>
        </p:sp>
        <p:sp>
          <p:nvSpPr>
            <p:cNvPr id="53288" name="Oval 124"/>
            <p:cNvSpPr/>
            <p:nvPr/>
          </p:nvSpPr>
          <p:spPr bwMode="auto">
            <a:xfrm>
              <a:off x="4820" y="8575"/>
              <a:ext cx="228" cy="228"/>
            </a:xfrm>
            <a:prstGeom prst="ellipse">
              <a:avLst/>
            </a:prstGeom>
            <a:solidFill>
              <a:schemeClr val="bg1"/>
            </a:solid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53289" name="Oval 125"/>
            <p:cNvSpPr/>
            <p:nvPr/>
          </p:nvSpPr>
          <p:spPr bwMode="auto">
            <a:xfrm>
              <a:off x="4820" y="6763"/>
              <a:ext cx="228" cy="228"/>
            </a:xfrm>
            <a:prstGeom prst="ellipse">
              <a:avLst/>
            </a:prstGeom>
            <a:solidFill>
              <a:schemeClr val="bg1"/>
            </a:solidFill>
            <a:ln w="19050" cap="sq">
              <a:solidFill>
                <a:schemeClr val="tx2">
                  <a:lumMod val="75000"/>
                </a:schemeClr>
              </a:solidFill>
              <a:round/>
              <a:headEnd type="none" w="med" len="med"/>
              <a:tailEnd type="none" w="med" len="med"/>
            </a:ln>
            <a:effectLst>
              <a:outerShdw blurRad="50800" dist="38100" dir="2700000" algn="tl" rotWithShape="0">
                <a:prstClr val="black">
                  <a:alpha val="40000"/>
                </a:prstClr>
              </a:outerShdw>
            </a:effectLst>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53290" name="Text Box 126"/>
            <p:cNvSpPr txBox="1"/>
            <p:nvPr/>
          </p:nvSpPr>
          <p:spPr>
            <a:xfrm>
              <a:off x="1481" y="6760"/>
              <a:ext cx="793"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a:t>
              </a:r>
              <a:endParaRPr lang="en-US" altLang="zh-CN" b="0" dirty="0">
                <a:solidFill>
                  <a:schemeClr val="tx1"/>
                </a:solidFill>
                <a:latin typeface="Times New Roman" panose="02020603050405020304" pitchFamily="18" charset="0"/>
                <a:ea typeface="仿宋_GB2312" pitchFamily="49" charset="-122"/>
              </a:endParaRPr>
            </a:p>
          </p:txBody>
        </p:sp>
        <p:sp>
          <p:nvSpPr>
            <p:cNvPr id="53291" name="Text Box 127"/>
            <p:cNvSpPr txBox="1"/>
            <p:nvPr/>
          </p:nvSpPr>
          <p:spPr>
            <a:xfrm>
              <a:off x="1530" y="7898"/>
              <a:ext cx="793" cy="818"/>
            </a:xfrm>
            <a:prstGeom prst="rect">
              <a:avLst/>
            </a:prstGeom>
            <a:noFill/>
            <a:ln w="9525">
              <a:noFill/>
            </a:ln>
          </p:spPr>
          <p:txBody>
            <a:bodyPr>
              <a:spAutoFit/>
            </a:bodyPr>
            <a:p>
              <a:pPr>
                <a:spcBef>
                  <a:spcPct val="50000"/>
                </a:spcBef>
              </a:pPr>
              <a:r>
                <a:rPr lang="en-US" altLang="zh-CN" b="0" dirty="0">
                  <a:solidFill>
                    <a:schemeClr val="tx1"/>
                  </a:solidFill>
                  <a:latin typeface="宋体" panose="02010600030101010101" pitchFamily="2" charset="-122"/>
                  <a:ea typeface="宋体" panose="02010600030101010101" pitchFamily="2" charset="-122"/>
                </a:rPr>
                <a:t>-</a:t>
              </a:r>
              <a:endParaRPr lang="en-US" altLang="zh-CN" b="0" dirty="0">
                <a:solidFill>
                  <a:schemeClr val="tx1"/>
                </a:solidFill>
                <a:latin typeface="宋体" panose="02010600030101010101" pitchFamily="2" charset="-122"/>
                <a:ea typeface="宋体" panose="02010600030101010101" pitchFamily="2" charset="-122"/>
              </a:endParaRPr>
            </a:p>
          </p:txBody>
        </p:sp>
        <p:sp>
          <p:nvSpPr>
            <p:cNvPr id="53292" name="Text Box 128"/>
            <p:cNvSpPr txBox="1"/>
            <p:nvPr/>
          </p:nvSpPr>
          <p:spPr>
            <a:xfrm>
              <a:off x="4480" y="9255"/>
              <a:ext cx="908"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(a)</a:t>
              </a:r>
              <a:endParaRPr lang="en-US" altLang="zh-CN" b="0" dirty="0">
                <a:solidFill>
                  <a:schemeClr val="tx1"/>
                </a:solidFill>
                <a:latin typeface="Times New Roman" panose="02020603050405020304" pitchFamily="18" charset="0"/>
                <a:ea typeface="仿宋_GB2312" pitchFamily="49" charset="-122"/>
              </a:endParaRPr>
            </a:p>
          </p:txBody>
        </p:sp>
        <p:grpSp>
          <p:nvGrpSpPr>
            <p:cNvPr id="3" name="组合 2"/>
            <p:cNvGrpSpPr/>
            <p:nvPr/>
          </p:nvGrpSpPr>
          <p:grpSpPr>
            <a:xfrm>
              <a:off x="1645" y="7242"/>
              <a:ext cx="908" cy="908"/>
              <a:chOff x="505193" y="3720552"/>
              <a:chExt cx="432197" cy="432197"/>
            </a:xfrm>
            <a:solidFill>
              <a:schemeClr val="accent6">
                <a:lumMod val="40000"/>
                <a:lumOff val="60000"/>
              </a:schemeClr>
            </a:solidFill>
          </p:grpSpPr>
          <p:sp>
            <p:nvSpPr>
              <p:cNvPr id="11"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12" name="直接连接符 11"/>
              <p:cNvCxnSpPr>
                <a:stCxn id="11" idx="0"/>
                <a:endCxn id="11"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aphicFrame>
        <p:nvGraphicFramePr>
          <p:cNvPr id="13" name="对象 12"/>
          <p:cNvGraphicFramePr/>
          <p:nvPr/>
        </p:nvGraphicFramePr>
        <p:xfrm>
          <a:off x="2083753" y="744538"/>
          <a:ext cx="3285490" cy="1045210"/>
        </p:xfrm>
        <a:graphic>
          <a:graphicData uri="http://schemas.openxmlformats.org/presentationml/2006/ole">
            <mc:AlternateContent xmlns:mc="http://schemas.openxmlformats.org/markup-compatibility/2006">
              <mc:Choice xmlns:v="urn:schemas-microsoft-com:vml" Requires="v">
                <p:oleObj spid="_x0000_s14" name="" r:id="rId1" imgW="1562100" imgH="431800" progId="Equation.KSEE3">
                  <p:embed/>
                </p:oleObj>
              </mc:Choice>
              <mc:Fallback>
                <p:oleObj name="" r:id="rId1" imgW="1562100" imgH="431800" progId="Equation.KSEE3">
                  <p:embed/>
                  <p:pic>
                    <p:nvPicPr>
                      <p:cNvPr id="0" name="图片 8"/>
                      <p:cNvPicPr/>
                      <p:nvPr/>
                    </p:nvPicPr>
                    <p:blipFill>
                      <a:blip r:embed="rId2"/>
                      <a:stretch>
                        <a:fillRect/>
                      </a:stretch>
                    </p:blipFill>
                    <p:spPr>
                      <a:xfrm>
                        <a:off x="2083753" y="744538"/>
                        <a:ext cx="3285490" cy="1045210"/>
                      </a:xfrm>
                      <a:prstGeom prst="rect">
                        <a:avLst/>
                      </a:prstGeom>
                    </p:spPr>
                  </p:pic>
                </p:oleObj>
              </mc:Fallback>
            </mc:AlternateContent>
          </a:graphicData>
        </a:graphic>
      </p:graphicFrame>
      <p:graphicFrame>
        <p:nvGraphicFramePr>
          <p:cNvPr id="15" name="对象 14"/>
          <p:cNvGraphicFramePr/>
          <p:nvPr/>
        </p:nvGraphicFramePr>
        <p:xfrm>
          <a:off x="1160780" y="1850073"/>
          <a:ext cx="6196965" cy="1045210"/>
        </p:xfrm>
        <a:graphic>
          <a:graphicData uri="http://schemas.openxmlformats.org/presentationml/2006/ole">
            <mc:AlternateContent xmlns:mc="http://schemas.openxmlformats.org/markup-compatibility/2006">
              <mc:Choice xmlns:v="urn:schemas-microsoft-com:vml" Requires="v">
                <p:oleObj spid="_x0000_s16" name="" r:id="rId3" imgW="2946400" imgH="431800" progId="Equation.KSEE3">
                  <p:embed/>
                </p:oleObj>
              </mc:Choice>
              <mc:Fallback>
                <p:oleObj name="" r:id="rId3" imgW="2946400" imgH="431800" progId="Equation.KSEE3">
                  <p:embed/>
                  <p:pic>
                    <p:nvPicPr>
                      <p:cNvPr id="0" name="图片 8"/>
                      <p:cNvPicPr/>
                      <p:nvPr/>
                    </p:nvPicPr>
                    <p:blipFill>
                      <a:blip r:embed="rId4"/>
                      <a:stretch>
                        <a:fillRect/>
                      </a:stretch>
                    </p:blipFill>
                    <p:spPr>
                      <a:xfrm>
                        <a:off x="1160780" y="1850073"/>
                        <a:ext cx="6196965" cy="104521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7243"/>
                                        </p:tgtEl>
                                        <p:attrNameLst>
                                          <p:attrName>style.visibility</p:attrName>
                                        </p:attrNameLst>
                                      </p:cBhvr>
                                      <p:to>
                                        <p:strVal val="visible"/>
                                      </p:to>
                                    </p:set>
                                    <p:anim calcmode="lin" valueType="num">
                                      <p:cBhvr additive="base">
                                        <p:cTn id="7" dur="500" fill="hold"/>
                                        <p:tgtEl>
                                          <p:spTgt spid="7243"/>
                                        </p:tgtEl>
                                        <p:attrNameLst>
                                          <p:attrName>ppt_x</p:attrName>
                                        </p:attrNameLst>
                                      </p:cBhvr>
                                      <p:tavLst>
                                        <p:tav tm="0">
                                          <p:val>
                                            <p:strVal val="0-#ppt_w/2"/>
                                          </p:val>
                                        </p:tav>
                                        <p:tav tm="100000">
                                          <p:val>
                                            <p:strVal val="#ppt_x"/>
                                          </p:val>
                                        </p:tav>
                                      </p:tavLst>
                                    </p:anim>
                                    <p:anim calcmode="lin" valueType="num">
                                      <p:cBhvr additive="base">
                                        <p:cTn id="8" dur="500" fill="hold"/>
                                        <p:tgtEl>
                                          <p:spTgt spid="724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3000" fill="hold">
                                          <p:stCondLst>
                                            <p:cond delay="0"/>
                                          </p:stCondLst>
                                        </p:cTn>
                                        <p:tgtEl>
                                          <p:spTgt spid="13"/>
                                        </p:tgtEl>
                                        <p:attrNameLst>
                                          <p:attrName>style.visibility</p:attrName>
                                        </p:attrNameLst>
                                      </p:cBhvr>
                                      <p:to>
                                        <p:strVal val="visible"/>
                                      </p:to>
                                    </p:set>
                                    <p:animEffect transition="in" filter="wipe(left)">
                                      <p:cBhvr>
                                        <p:cTn id="12" dur="3000"/>
                                        <p:tgtEl>
                                          <p:spTgt spid="13"/>
                                        </p:tgtEl>
                                      </p:cBhvr>
                                    </p:animEffect>
                                  </p:childTnLst>
                                </p:cTn>
                              </p:par>
                            </p:childTnLst>
                          </p:cTn>
                        </p:par>
                        <p:par>
                          <p:cTn id="13" fill="hold">
                            <p:stCondLst>
                              <p:cond delay="3500"/>
                            </p:stCondLst>
                            <p:childTnLst>
                              <p:par>
                                <p:cTn id="14" presetID="22" presetClass="entr" presetSubtype="8" fill="hold" nodeType="afterEffect">
                                  <p:stCondLst>
                                    <p:cond delay="0"/>
                                  </p:stCondLst>
                                  <p:childTnLst>
                                    <p:set>
                                      <p:cBhvr>
                                        <p:cTn id="15" dur="3000" fill="hold">
                                          <p:stCondLst>
                                            <p:cond delay="0"/>
                                          </p:stCondLst>
                                        </p:cTn>
                                        <p:tgtEl>
                                          <p:spTgt spid="15"/>
                                        </p:tgtEl>
                                        <p:attrNameLst>
                                          <p:attrName>style.visibility</p:attrName>
                                        </p:attrNameLst>
                                      </p:cBhvr>
                                      <p:to>
                                        <p:strVal val="visible"/>
                                      </p:to>
                                    </p:set>
                                    <p:animEffect transition="in" filter="wipe(left)">
                                      <p:cBhvr>
                                        <p:cTn id="16" dur="30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5"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p:cTn id="21" dur="1000" fill="hold"/>
                                        <p:tgtEl>
                                          <p:spTgt spid="9"/>
                                        </p:tgtEl>
                                        <p:attrNameLst>
                                          <p:attrName>ppt_w</p:attrName>
                                        </p:attrNameLst>
                                      </p:cBhvr>
                                      <p:tavLst>
                                        <p:tav tm="0">
                                          <p:val>
                                            <p:fltVal val="0"/>
                                          </p:val>
                                        </p:tav>
                                        <p:tav tm="100000">
                                          <p:val>
                                            <p:strVal val="#ppt_w"/>
                                          </p:val>
                                        </p:tav>
                                      </p:tavLst>
                                    </p:anim>
                                    <p:anim calcmode="lin" valueType="num">
                                      <p:cBhvr>
                                        <p:cTn id="22" dur="1000" fill="hold"/>
                                        <p:tgtEl>
                                          <p:spTgt spid="9"/>
                                        </p:tgtEl>
                                        <p:attrNameLst>
                                          <p:attrName>ppt_h</p:attrName>
                                        </p:attrNameLst>
                                      </p:cBhvr>
                                      <p:tavLst>
                                        <p:tav tm="0">
                                          <p:val>
                                            <p:fltVal val="0"/>
                                          </p:val>
                                        </p:tav>
                                        <p:tav tm="100000">
                                          <p:val>
                                            <p:strVal val="#ppt_h"/>
                                          </p:val>
                                        </p:tav>
                                      </p:tavLst>
                                    </p:anim>
                                    <p:anim calcmode="lin" valueType="num">
                                      <p:cBhvr>
                                        <p:cTn id="23" dur="1000" fill="hold"/>
                                        <p:tgtEl>
                                          <p:spTgt spid="9"/>
                                        </p:tgtEl>
                                        <p:attrNameLst>
                                          <p:attrName>ppt_x</p:attrName>
                                        </p:attrNameLst>
                                      </p:cBhvr>
                                      <p:tavLst>
                                        <p:tav tm="0" fmla="#ppt_x+(cos(-2*pi*(1-$))*-#ppt_x-sin(-2*pi*(1-$))*(1-#ppt_y))*(1-$)">
                                          <p:val>
                                            <p:fltVal val="0"/>
                                          </p:val>
                                        </p:tav>
                                        <p:tav tm="100000">
                                          <p:val>
                                            <p:fltVal val="1"/>
                                          </p:val>
                                        </p:tav>
                                      </p:tavLst>
                                    </p:anim>
                                    <p:anim calcmode="lin" valueType="num">
                                      <p:cBhvr>
                                        <p:cTn id="24" dur="1000" fill="hold"/>
                                        <p:tgtEl>
                                          <p:spTgt spid="9"/>
                                        </p:tgtEl>
                                        <p:attrNameLst>
                                          <p:attrName>ppt_y</p:attrName>
                                        </p:attrNameLst>
                                      </p:cBhvr>
                                      <p:tavLst>
                                        <p:tav tm="0" fmla="#ppt_y+(sin(-2*pi*(1-$))*-#ppt_x+cos(-2*pi*(1-$))*(1-#ppt_y))*(1-$)">
                                          <p:val>
                                            <p:fltVal val="0"/>
                                          </p:val>
                                        </p:tav>
                                        <p:tav tm="100000">
                                          <p:val>
                                            <p:fltVal val="1"/>
                                          </p:val>
                                        </p:tav>
                                      </p:tavLst>
                                    </p:anim>
                                  </p:childTnLst>
                                </p:cTn>
                              </p:par>
                            </p:childTnLst>
                          </p:cTn>
                        </p:par>
                        <p:par>
                          <p:cTn id="25" fill="hold">
                            <p:stCondLst>
                              <p:cond delay="1000"/>
                            </p:stCondLst>
                            <p:childTnLst>
                              <p:par>
                                <p:cTn id="26" presetID="22" presetClass="entr" presetSubtype="8" fill="hold" nodeType="after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wipe(left)">
                                      <p:cBhvr>
                                        <p:cTn id="28" dur="500"/>
                                        <p:tgtEl>
                                          <p:spTgt spid="4"/>
                                        </p:tgtEl>
                                      </p:cBhvr>
                                    </p:animEffect>
                                  </p:childTnLst>
                                </p:cTn>
                              </p:par>
                            </p:childTnLst>
                          </p:cTn>
                        </p:par>
                        <p:par>
                          <p:cTn id="29" fill="hold">
                            <p:stCondLst>
                              <p:cond delay="1500"/>
                            </p:stCondLst>
                            <p:childTnLst>
                              <p:par>
                                <p:cTn id="30" presetID="22" presetClass="entr" presetSubtype="8" fill="hold" nodeType="after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left)">
                                      <p:cBhvr>
                                        <p:cTn id="32" dur="500"/>
                                        <p:tgtEl>
                                          <p:spTgt spid="5"/>
                                        </p:tgtEl>
                                      </p:cBhvr>
                                    </p:animEffect>
                                  </p:childTnLst>
                                </p:cTn>
                              </p:par>
                            </p:childTnLst>
                          </p:cTn>
                        </p:par>
                        <p:par>
                          <p:cTn id="33" fill="hold">
                            <p:stCondLst>
                              <p:cond delay="2000"/>
                            </p:stCondLst>
                            <p:childTnLst>
                              <p:par>
                                <p:cTn id="34" presetID="22" presetClass="entr" presetSubtype="8" fill="hold" grpId="0" nodeType="afterEffect">
                                  <p:stCondLst>
                                    <p:cond delay="0"/>
                                  </p:stCondLst>
                                  <p:iterate type="lt">
                                    <p:tmPct val="100000"/>
                                  </p:iterate>
                                  <p:childTnLst>
                                    <p:set>
                                      <p:cBhvr>
                                        <p:cTn id="35" dur="1" fill="hold">
                                          <p:stCondLst>
                                            <p:cond delay="0"/>
                                          </p:stCondLst>
                                        </p:cTn>
                                        <p:tgtEl>
                                          <p:spTgt spid="7279"/>
                                        </p:tgtEl>
                                        <p:attrNameLst>
                                          <p:attrName>style.visibility</p:attrName>
                                        </p:attrNameLst>
                                      </p:cBhvr>
                                      <p:to>
                                        <p:strVal val="visible"/>
                                      </p:to>
                                    </p:set>
                                    <p:animEffect transition="in" filter="wipe(left)">
                                      <p:cBhvr>
                                        <p:cTn id="36" dur="100"/>
                                        <p:tgtEl>
                                          <p:spTgt spid="72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43" grpId="0"/>
      <p:bldP spid="7279" grpId="0"/>
      <p:bldP spid="9" grpId="0" bldLvl="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5509" y="44036"/>
            <a:ext cx="5350339" cy="491490"/>
          </a:xfrm>
        </p:spPr>
        <p:txBody>
          <a:bodyPr/>
          <a:p>
            <a:r>
              <a:rPr lang="en-US" altLang="zh-CN">
                <a:latin typeface="微软雅黑" panose="020B0503020204020204" pitchFamily="34" charset="-122"/>
                <a:cs typeface="微软雅黑" panose="020B0503020204020204" pitchFamily="34" charset="-122"/>
                <a:sym typeface="+mn-ea"/>
              </a:rPr>
              <a:t>*4-7 对偶原理</a:t>
            </a:r>
            <a:endParaRPr lang="zh-CN" altLang="en-US"/>
          </a:p>
        </p:txBody>
      </p:sp>
      <p:sp>
        <p:nvSpPr>
          <p:cNvPr id="6190" name="Text Box 46"/>
          <p:cNvSpPr txBox="1"/>
          <p:nvPr/>
        </p:nvSpPr>
        <p:spPr>
          <a:xfrm>
            <a:off x="1333183" y="882650"/>
            <a:ext cx="4895850" cy="491490"/>
          </a:xfrm>
          <a:prstGeom prst="rect">
            <a:avLst/>
          </a:prstGeom>
          <a:noFill/>
          <a:ln w="9525">
            <a:noFill/>
          </a:ln>
        </p:spPr>
        <p:txBody>
          <a:bodyPr>
            <a:spAutoFit/>
          </a:bodyPr>
          <a:p>
            <a:pPr>
              <a:spcBef>
                <a:spcPct val="50000"/>
              </a:spcBef>
            </a:pPr>
            <a:r>
              <a:rPr kumimoji="1" lang="zh-CN" altLang="en-US" sz="2600" dirty="0" smtClean="0">
                <a:latin typeface="Times New Roman" panose="02020603050405020304" pitchFamily="18" charset="0"/>
                <a:ea typeface="华文中宋" panose="02010600040101010101" pitchFamily="2" charset="-122"/>
                <a:cs typeface="Times New Roman" panose="02020603050405020304" pitchFamily="18" charset="0"/>
              </a:rPr>
              <a:t>对图</a:t>
            </a:r>
            <a:r>
              <a:rPr kumimoji="1" lang="zh-CN" altLang="en-US" sz="2600" b="0" dirty="0" smtClean="0">
                <a:latin typeface="Times New Roman" panose="02020603050405020304" pitchFamily="18" charset="0"/>
                <a:ea typeface="华文中宋" panose="02010600040101010101" pitchFamily="2" charset="-122"/>
                <a:cs typeface="Times New Roman" panose="02020603050405020304" pitchFamily="18" charset="0"/>
              </a:rPr>
              <a:t>(c)</a:t>
            </a:r>
            <a:r>
              <a:rPr kumimoji="1" lang="zh-CN" altLang="en-US" sz="2600" dirty="0" smtClean="0">
                <a:latin typeface="Times New Roman" panose="02020603050405020304" pitchFamily="18" charset="0"/>
                <a:ea typeface="华文中宋" panose="02010600040101010101" pitchFamily="2" charset="-122"/>
                <a:cs typeface="Times New Roman" panose="02020603050405020304" pitchFamily="18" charset="0"/>
              </a:rPr>
              <a:t>应用叠加和互易定理</a:t>
            </a:r>
            <a:endParaRPr kumimoji="1" lang="zh-CN" altLang="en-US" sz="2600" dirty="0" smtClean="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250" name="Text Box 106"/>
          <p:cNvSpPr txBox="1"/>
          <p:nvPr/>
        </p:nvSpPr>
        <p:spPr>
          <a:xfrm>
            <a:off x="684213" y="4222750"/>
            <a:ext cx="4391025" cy="491490"/>
          </a:xfrm>
          <a:prstGeom prst="rect">
            <a:avLst/>
          </a:prstGeom>
          <a:noFill/>
          <a:ln w="9525">
            <a:noFill/>
          </a:ln>
        </p:spPr>
        <p:txBody>
          <a:bodyPr>
            <a:spAutoFit/>
          </a:bodyPr>
          <a:p>
            <a:r>
              <a:rPr kumimoji="1" lang="zh-CN" altLang="en-US" sz="2600" dirty="0" smtClean="0">
                <a:latin typeface="Times New Roman" panose="02020603050405020304" pitchFamily="18" charset="0"/>
                <a:ea typeface="华文中宋" panose="02010600040101010101" pitchFamily="2" charset="-122"/>
                <a:cs typeface="Times New Roman" panose="02020603050405020304" pitchFamily="18" charset="0"/>
              </a:rPr>
              <a:t>对图</a:t>
            </a:r>
            <a:r>
              <a:rPr kumimoji="1" lang="zh-CN" altLang="en-US" sz="2600" b="0" dirty="0" smtClean="0">
                <a:latin typeface="Times New Roman" panose="02020603050405020304" pitchFamily="18" charset="0"/>
                <a:ea typeface="华文中宋" panose="02010600040101010101" pitchFamily="2" charset="-122"/>
                <a:cs typeface="Times New Roman" panose="02020603050405020304" pitchFamily="18" charset="0"/>
              </a:rPr>
              <a:t>(c)</a:t>
            </a:r>
            <a:r>
              <a:rPr kumimoji="1" lang="zh-CN" altLang="en-US" sz="2600" dirty="0" smtClean="0">
                <a:latin typeface="Times New Roman" panose="02020603050405020304" pitchFamily="18" charset="0"/>
                <a:ea typeface="华文中宋" panose="02010600040101010101" pitchFamily="2" charset="-122"/>
                <a:cs typeface="Times New Roman" panose="02020603050405020304" pitchFamily="18" charset="0"/>
              </a:rPr>
              <a:t>应用戴维南定理</a:t>
            </a:r>
            <a:endParaRPr kumimoji="1" lang="zh-CN" altLang="en-US" sz="2600" dirty="0" smtClean="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0" name="Text Box 22"/>
          <p:cNvSpPr txBox="1">
            <a:spLocks noChangeArrowheads="1"/>
          </p:cNvSpPr>
          <p:nvPr/>
        </p:nvSpPr>
        <p:spPr bwMode="auto">
          <a:xfrm>
            <a:off x="406314" y="828828"/>
            <a:ext cx="648000" cy="576000"/>
          </a:xfrm>
          <a:prstGeom prst="rect">
            <a:avLst/>
          </a:pr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p>
            <a:pPr algn="ctr" eaLnBrk="0" hangingPunct="0">
              <a:spcBef>
                <a:spcPct val="50000"/>
              </a:spcBef>
            </a:pPr>
            <a:r>
              <a:rPr kumimoji="1" lang="zh-CN" altLang="en-US" sz="3200" dirty="0">
                <a:solidFill>
                  <a:schemeClr val="bg1"/>
                </a:solidFill>
                <a:latin typeface="华文新魏" panose="02010800040101010101" pitchFamily="2" charset="-122"/>
                <a:ea typeface="华文新魏" panose="02010800040101010101" pitchFamily="2" charset="-122"/>
              </a:rPr>
              <a:t>解</a:t>
            </a:r>
            <a:endParaRPr kumimoji="1" lang="zh-CN" altLang="en-US" sz="3200" dirty="0">
              <a:solidFill>
                <a:schemeClr val="bg1"/>
              </a:solidFill>
              <a:latin typeface="华文新魏" panose="02010800040101010101" pitchFamily="2" charset="-122"/>
              <a:ea typeface="华文新魏" panose="02010800040101010101" pitchFamily="2" charset="-122"/>
            </a:endParaRPr>
          </a:p>
        </p:txBody>
      </p:sp>
      <p:grpSp>
        <p:nvGrpSpPr>
          <p:cNvPr id="5" name="Group 126"/>
          <p:cNvGrpSpPr/>
          <p:nvPr/>
        </p:nvGrpSpPr>
        <p:grpSpPr>
          <a:xfrm rot="0">
            <a:off x="6515735" y="3862705"/>
            <a:ext cx="287020" cy="2090420"/>
            <a:chOff x="4649" y="572"/>
            <a:chExt cx="181" cy="1317"/>
          </a:xfrm>
        </p:grpSpPr>
        <p:sp>
          <p:nvSpPr>
            <p:cNvPr id="54286" name="Line 127"/>
            <p:cNvSpPr/>
            <p:nvPr/>
          </p:nvSpPr>
          <p:spPr>
            <a:xfrm flipV="1">
              <a:off x="4649" y="572"/>
              <a:ext cx="181" cy="273"/>
            </a:xfrm>
            <a:prstGeom prst="line">
              <a:avLst/>
            </a:prstGeom>
            <a:ln w="57150" cap="flat" cmpd="sng">
              <a:solidFill>
                <a:srgbClr val="FF3300"/>
              </a:solidFill>
              <a:prstDash val="solid"/>
              <a:headEnd type="none" w="med" len="med"/>
              <a:tailEnd type="none" w="med" len="med"/>
            </a:ln>
          </p:spPr>
        </p:sp>
        <p:sp>
          <p:nvSpPr>
            <p:cNvPr id="54287" name="Line 128"/>
            <p:cNvSpPr/>
            <p:nvPr/>
          </p:nvSpPr>
          <p:spPr>
            <a:xfrm>
              <a:off x="4694" y="572"/>
              <a:ext cx="136" cy="273"/>
            </a:xfrm>
            <a:prstGeom prst="line">
              <a:avLst/>
            </a:prstGeom>
            <a:ln w="57150" cap="flat" cmpd="sng">
              <a:solidFill>
                <a:srgbClr val="FF3300"/>
              </a:solidFill>
              <a:prstDash val="solid"/>
              <a:headEnd type="none" w="med" len="med"/>
              <a:tailEnd type="none" w="med" len="med"/>
            </a:ln>
          </p:spPr>
        </p:sp>
        <p:sp>
          <p:nvSpPr>
            <p:cNvPr id="54288" name="Line 129"/>
            <p:cNvSpPr/>
            <p:nvPr/>
          </p:nvSpPr>
          <p:spPr>
            <a:xfrm flipV="1">
              <a:off x="4649" y="1616"/>
              <a:ext cx="181" cy="273"/>
            </a:xfrm>
            <a:prstGeom prst="line">
              <a:avLst/>
            </a:prstGeom>
            <a:ln w="57150" cap="flat" cmpd="sng">
              <a:solidFill>
                <a:srgbClr val="FF3300"/>
              </a:solidFill>
              <a:prstDash val="solid"/>
              <a:headEnd type="none" w="med" len="med"/>
              <a:tailEnd type="none" w="med" len="med"/>
            </a:ln>
          </p:spPr>
        </p:sp>
        <p:sp>
          <p:nvSpPr>
            <p:cNvPr id="54289" name="Line 130"/>
            <p:cNvSpPr/>
            <p:nvPr/>
          </p:nvSpPr>
          <p:spPr>
            <a:xfrm>
              <a:off x="4694" y="1616"/>
              <a:ext cx="136" cy="273"/>
            </a:xfrm>
            <a:prstGeom prst="line">
              <a:avLst/>
            </a:prstGeom>
            <a:ln w="57150" cap="flat" cmpd="sng">
              <a:solidFill>
                <a:srgbClr val="FF3300"/>
              </a:solidFill>
              <a:prstDash val="solid"/>
              <a:headEnd type="none" w="med" len="med"/>
              <a:tailEnd type="none" w="med" len="med"/>
            </a:ln>
          </p:spPr>
        </p:sp>
      </p:grpSp>
      <p:grpSp>
        <p:nvGrpSpPr>
          <p:cNvPr id="4" name="组合 3"/>
          <p:cNvGrpSpPr/>
          <p:nvPr/>
        </p:nvGrpSpPr>
        <p:grpSpPr>
          <a:xfrm>
            <a:off x="5435600" y="3503930"/>
            <a:ext cx="3168650" cy="2303145"/>
            <a:chOff x="8560" y="5518"/>
            <a:chExt cx="4990" cy="3627"/>
          </a:xfrm>
        </p:grpSpPr>
        <p:sp>
          <p:nvSpPr>
            <p:cNvPr id="54292" name="Rectangle 110"/>
            <p:cNvSpPr/>
            <p:nvPr/>
          </p:nvSpPr>
          <p:spPr>
            <a:xfrm>
              <a:off x="9240" y="6423"/>
              <a:ext cx="2835" cy="2607"/>
            </a:xfrm>
            <a:prstGeom prst="rect">
              <a:avLst/>
            </a:prstGeom>
            <a:noFill/>
            <a:ln w="19050" cap="flat" cmpd="sng">
              <a:solidFill>
                <a:schemeClr val="tx2">
                  <a:lumMod val="75000"/>
                </a:schemeClr>
              </a:solidFill>
              <a:prstDash val="solid"/>
              <a:miter/>
              <a:headEnd type="none" w="med" len="med"/>
              <a:tailEnd type="none" w="med" len="med"/>
            </a:ln>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54293" name="Text Box 111"/>
            <p:cNvSpPr txBox="1"/>
            <p:nvPr/>
          </p:nvSpPr>
          <p:spPr>
            <a:xfrm>
              <a:off x="9353" y="7898"/>
              <a:ext cx="795" cy="817"/>
            </a:xfrm>
            <a:prstGeom prst="rect">
              <a:avLst/>
            </a:prstGeom>
            <a:noFill/>
            <a:ln w="9525">
              <a:noFill/>
            </a:ln>
          </p:spPr>
          <p:txBody>
            <a:bodyPr>
              <a:spAutoFit/>
            </a:bodyPr>
            <a:p>
              <a:r>
                <a:rPr lang="en-US" altLang="zh-CN" b="0" i="1" dirty="0">
                  <a:solidFill>
                    <a:schemeClr val="tx1"/>
                  </a:solidFill>
                  <a:latin typeface="Times New Roman" panose="02020603050405020304" pitchFamily="18" charset="0"/>
                  <a:ea typeface="仿宋_GB2312" pitchFamily="49" charset="-122"/>
                </a:rPr>
                <a:t>R</a:t>
              </a:r>
              <a:endParaRPr lang="en-US" altLang="zh-CN" b="0" i="1" dirty="0">
                <a:solidFill>
                  <a:schemeClr val="tx1"/>
                </a:solidFill>
                <a:latin typeface="Times New Roman" panose="02020603050405020304" pitchFamily="18" charset="0"/>
                <a:ea typeface="仿宋_GB2312" pitchFamily="49" charset="-122"/>
              </a:endParaRPr>
            </a:p>
          </p:txBody>
        </p:sp>
        <p:sp>
          <p:nvSpPr>
            <p:cNvPr id="54294" name="Rectangle 112"/>
            <p:cNvSpPr/>
            <p:nvPr/>
          </p:nvSpPr>
          <p:spPr bwMode="auto">
            <a:xfrm>
              <a:off x="9083" y="7785"/>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sp>
          <p:nvSpPr>
            <p:cNvPr id="54295" name="Line 113"/>
            <p:cNvSpPr/>
            <p:nvPr/>
          </p:nvSpPr>
          <p:spPr>
            <a:xfrm>
              <a:off x="9468" y="6423"/>
              <a:ext cx="568"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54296" name="Text Box 114"/>
            <p:cNvSpPr txBox="1"/>
            <p:nvPr/>
          </p:nvSpPr>
          <p:spPr>
            <a:xfrm>
              <a:off x="9580" y="6878"/>
              <a:ext cx="1135" cy="817"/>
            </a:xfrm>
            <a:prstGeom prst="rect">
              <a:avLst/>
            </a:prstGeom>
            <a:noFill/>
            <a:ln w="9525">
              <a:noFill/>
            </a:ln>
          </p:spPr>
          <p:txBody>
            <a:bodyPr>
              <a:spAutoFit/>
            </a:bodyPr>
            <a:p>
              <a:r>
                <a:rPr lang="en-US" altLang="zh-CN" b="0" i="1" dirty="0">
                  <a:solidFill>
                    <a:schemeClr val="tx1"/>
                  </a:solidFill>
                  <a:latin typeface="Times New Roman" panose="02020603050405020304" pitchFamily="18" charset="0"/>
                  <a:ea typeface="仿宋_GB2312" pitchFamily="49" charset="-122"/>
                </a:rPr>
                <a:t>U</a:t>
              </a:r>
              <a:r>
                <a:rPr lang="en-US" altLang="zh-CN" b="0" baseline="-25000" dirty="0">
                  <a:solidFill>
                    <a:schemeClr val="tx1"/>
                  </a:solidFill>
                  <a:latin typeface="Times New Roman" panose="02020603050405020304" pitchFamily="18" charset="0"/>
                  <a:ea typeface="仿宋_GB2312" pitchFamily="49" charset="-122"/>
                </a:rPr>
                <a:t>oc</a:t>
              </a:r>
              <a:endParaRPr lang="en-US" altLang="zh-CN" b="0" baseline="-25000" dirty="0">
                <a:solidFill>
                  <a:schemeClr val="tx1"/>
                </a:solidFill>
                <a:latin typeface="Times New Roman" panose="02020603050405020304" pitchFamily="18" charset="0"/>
                <a:ea typeface="仿宋_GB2312" pitchFamily="49" charset="-122"/>
              </a:endParaRPr>
            </a:p>
          </p:txBody>
        </p:sp>
        <p:sp>
          <p:nvSpPr>
            <p:cNvPr id="54297" name="Text Box 115"/>
            <p:cNvSpPr txBox="1"/>
            <p:nvPr/>
          </p:nvSpPr>
          <p:spPr>
            <a:xfrm>
              <a:off x="9240" y="5657"/>
              <a:ext cx="1135" cy="817"/>
            </a:xfrm>
            <a:prstGeom prst="rect">
              <a:avLst/>
            </a:prstGeom>
            <a:noFill/>
            <a:ln w="9525">
              <a:noFill/>
            </a:ln>
          </p:spPr>
          <p:txBody>
            <a:bodyPr>
              <a:spAutoFit/>
            </a:bodyPr>
            <a:p>
              <a:r>
                <a:rPr lang="en-US" altLang="zh-CN" b="0" i="1" dirty="0">
                  <a:solidFill>
                    <a:schemeClr val="tx1"/>
                  </a:solidFill>
                  <a:latin typeface="Times New Roman" panose="02020603050405020304" pitchFamily="18" charset="0"/>
                  <a:ea typeface="仿宋_GB2312" pitchFamily="49" charset="-122"/>
                </a:rPr>
                <a:t>i=</a:t>
              </a:r>
              <a:r>
                <a:rPr lang="en-US" altLang="zh-CN" b="0" dirty="0">
                  <a:solidFill>
                    <a:schemeClr val="tx1"/>
                  </a:solidFill>
                  <a:latin typeface="Times New Roman" panose="02020603050405020304" pitchFamily="18" charset="0"/>
                  <a:ea typeface="仿宋_GB2312" pitchFamily="49" charset="-122"/>
                </a:rPr>
                <a:t>0</a:t>
              </a:r>
              <a:endParaRPr lang="en-US" altLang="zh-CN" b="0" dirty="0">
                <a:solidFill>
                  <a:schemeClr val="tx1"/>
                </a:solidFill>
                <a:latin typeface="Times New Roman" panose="02020603050405020304" pitchFamily="18" charset="0"/>
                <a:ea typeface="仿宋_GB2312" pitchFamily="49" charset="-122"/>
              </a:endParaRPr>
            </a:p>
          </p:txBody>
        </p:sp>
        <p:sp>
          <p:nvSpPr>
            <p:cNvPr id="54298" name="Text Box 116"/>
            <p:cNvSpPr txBox="1"/>
            <p:nvPr/>
          </p:nvSpPr>
          <p:spPr>
            <a:xfrm>
              <a:off x="10263" y="5518"/>
              <a:ext cx="793" cy="81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仿宋_GB2312" pitchFamily="49" charset="-122"/>
                </a:rPr>
                <a:t>a</a:t>
              </a:r>
              <a:endParaRPr lang="en-US" altLang="zh-CN" b="0" dirty="0">
                <a:solidFill>
                  <a:schemeClr val="tx1"/>
                </a:solidFill>
                <a:latin typeface="Times New Roman" panose="02020603050405020304" pitchFamily="18" charset="0"/>
                <a:ea typeface="仿宋_GB2312" pitchFamily="49" charset="-122"/>
              </a:endParaRPr>
            </a:p>
          </p:txBody>
        </p:sp>
        <p:sp>
          <p:nvSpPr>
            <p:cNvPr id="54299" name="Oval 117"/>
            <p:cNvSpPr/>
            <p:nvPr/>
          </p:nvSpPr>
          <p:spPr>
            <a:xfrm>
              <a:off x="10373" y="6310"/>
              <a:ext cx="228" cy="227"/>
            </a:xfrm>
            <a:prstGeom prst="ellipse">
              <a:avLst/>
            </a:prstGeom>
            <a:noFill/>
            <a:ln w="28575" cap="flat" cmpd="sng">
              <a:solidFill>
                <a:schemeClr val="tx1">
                  <a:lumMod val="85000"/>
                  <a:lumOff val="15000"/>
                </a:schemeClr>
              </a:solidFill>
              <a:prstDash val="solid"/>
              <a:miter/>
              <a:headEnd type="none" w="med" len="med"/>
              <a:tailEnd type="none" w="med" len="med"/>
            </a:ln>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54300" name="Oval 118"/>
            <p:cNvSpPr/>
            <p:nvPr/>
          </p:nvSpPr>
          <p:spPr>
            <a:xfrm>
              <a:off x="10413" y="8918"/>
              <a:ext cx="228" cy="227"/>
            </a:xfrm>
            <a:prstGeom prst="ellipse">
              <a:avLst/>
            </a:prstGeom>
            <a:noFill/>
            <a:ln w="28575" cap="flat" cmpd="sng">
              <a:solidFill>
                <a:schemeClr val="tx1">
                  <a:lumMod val="85000"/>
                  <a:lumOff val="15000"/>
                </a:schemeClr>
              </a:solidFill>
              <a:prstDash val="solid"/>
              <a:miter/>
              <a:headEnd type="none" w="med" len="med"/>
              <a:tailEnd type="none" w="med" len="med"/>
            </a:ln>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54301" name="Text Box 119"/>
            <p:cNvSpPr txBox="1"/>
            <p:nvPr/>
          </p:nvSpPr>
          <p:spPr>
            <a:xfrm>
              <a:off x="8560" y="6195"/>
              <a:ext cx="793" cy="81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仿宋_GB2312" pitchFamily="49" charset="-122"/>
                </a:rPr>
                <a:t>+</a:t>
              </a:r>
              <a:endParaRPr lang="en-US" altLang="zh-CN" b="0" dirty="0">
                <a:solidFill>
                  <a:schemeClr val="tx1"/>
                </a:solidFill>
                <a:latin typeface="Times New Roman" panose="02020603050405020304" pitchFamily="18" charset="0"/>
                <a:ea typeface="仿宋_GB2312" pitchFamily="49" charset="-122"/>
              </a:endParaRPr>
            </a:p>
          </p:txBody>
        </p:sp>
        <p:sp>
          <p:nvSpPr>
            <p:cNvPr id="54302" name="Text Box 120"/>
            <p:cNvSpPr txBox="1"/>
            <p:nvPr/>
          </p:nvSpPr>
          <p:spPr>
            <a:xfrm>
              <a:off x="8560" y="7330"/>
              <a:ext cx="793" cy="817"/>
            </a:xfrm>
            <a:prstGeom prst="rect">
              <a:avLst/>
            </a:prstGeom>
            <a:noFill/>
            <a:ln w="9525">
              <a:noFill/>
            </a:ln>
          </p:spPr>
          <p:txBody>
            <a:bodyPr>
              <a:spAutoFit/>
            </a:bodyPr>
            <a:p>
              <a:r>
                <a:rPr lang="en-US" altLang="zh-CN" b="0" dirty="0">
                  <a:solidFill>
                    <a:schemeClr val="tx1"/>
                  </a:solidFill>
                  <a:latin typeface="宋体" panose="02010600030101010101" pitchFamily="2" charset="-122"/>
                  <a:ea typeface="宋体" panose="02010600030101010101" pitchFamily="2" charset="-122"/>
                </a:rPr>
                <a:t>-</a:t>
              </a:r>
              <a:endParaRPr lang="en-US" altLang="zh-CN" b="0" dirty="0">
                <a:solidFill>
                  <a:schemeClr val="tx1"/>
                </a:solidFill>
                <a:latin typeface="宋体" panose="02010600030101010101" pitchFamily="2" charset="-122"/>
                <a:ea typeface="宋体" panose="02010600030101010101" pitchFamily="2" charset="-122"/>
              </a:endParaRPr>
            </a:p>
          </p:txBody>
        </p:sp>
        <p:sp>
          <p:nvSpPr>
            <p:cNvPr id="54303" name="Text Box 121"/>
            <p:cNvSpPr txBox="1"/>
            <p:nvPr/>
          </p:nvSpPr>
          <p:spPr>
            <a:xfrm>
              <a:off x="12415" y="6763"/>
              <a:ext cx="1135" cy="817"/>
            </a:xfrm>
            <a:prstGeom prst="rect">
              <a:avLst/>
            </a:prstGeom>
            <a:noFill/>
            <a:ln w="9525">
              <a:noFill/>
            </a:ln>
          </p:spPr>
          <p:txBody>
            <a:bodyPr>
              <a:spAutoFit/>
            </a:bodyPr>
            <a:p>
              <a:r>
                <a:rPr lang="en-US" altLang="zh-CN" b="0" i="1" dirty="0">
                  <a:solidFill>
                    <a:schemeClr val="tx1"/>
                  </a:solidFill>
                  <a:latin typeface="Times New Roman" panose="02020603050405020304" pitchFamily="18" charset="0"/>
                  <a:ea typeface="仿宋_GB2312" pitchFamily="49" charset="-122"/>
                </a:rPr>
                <a:t>U</a:t>
              </a:r>
              <a:r>
                <a:rPr lang="en-US" altLang="zh-CN" b="0" baseline="-25000" dirty="0">
                  <a:solidFill>
                    <a:schemeClr val="tx1"/>
                  </a:solidFill>
                  <a:latin typeface="Times New Roman" panose="02020603050405020304" pitchFamily="18" charset="0"/>
                  <a:ea typeface="仿宋_GB2312" pitchFamily="49" charset="-122"/>
                </a:rPr>
                <a:t>oc</a:t>
              </a:r>
              <a:endParaRPr lang="en-US" altLang="zh-CN" b="0" baseline="-25000" dirty="0">
                <a:solidFill>
                  <a:schemeClr val="tx1"/>
                </a:solidFill>
                <a:latin typeface="Times New Roman" panose="02020603050405020304" pitchFamily="18" charset="0"/>
                <a:ea typeface="仿宋_GB2312" pitchFamily="49" charset="-122"/>
              </a:endParaRPr>
            </a:p>
          </p:txBody>
        </p:sp>
        <p:sp>
          <p:nvSpPr>
            <p:cNvPr id="54304" name="Text Box 122"/>
            <p:cNvSpPr txBox="1"/>
            <p:nvPr/>
          </p:nvSpPr>
          <p:spPr>
            <a:xfrm>
              <a:off x="12075" y="6083"/>
              <a:ext cx="793" cy="817"/>
            </a:xfrm>
            <a:prstGeom prst="rect">
              <a:avLst/>
            </a:prstGeom>
            <a:noFill/>
            <a:ln w="9525">
              <a:noFill/>
            </a:ln>
          </p:spPr>
          <p:txBody>
            <a:bodyPr>
              <a:spAutoFit/>
            </a:bodyPr>
            <a:p>
              <a:r>
                <a:rPr lang="en-US" altLang="zh-CN" b="0" dirty="0">
                  <a:solidFill>
                    <a:schemeClr val="tx1"/>
                  </a:solidFill>
                  <a:latin typeface="Times New Roman" panose="02020603050405020304" pitchFamily="18" charset="0"/>
                  <a:ea typeface="仿宋_GB2312" pitchFamily="49" charset="-122"/>
                </a:rPr>
                <a:t>+</a:t>
              </a:r>
              <a:endParaRPr lang="en-US" altLang="zh-CN" b="0" dirty="0">
                <a:solidFill>
                  <a:schemeClr val="tx1"/>
                </a:solidFill>
                <a:latin typeface="Times New Roman" panose="02020603050405020304" pitchFamily="18" charset="0"/>
                <a:ea typeface="仿宋_GB2312" pitchFamily="49" charset="-122"/>
              </a:endParaRPr>
            </a:p>
          </p:txBody>
        </p:sp>
        <p:sp>
          <p:nvSpPr>
            <p:cNvPr id="54305" name="Text Box 123"/>
            <p:cNvSpPr txBox="1"/>
            <p:nvPr/>
          </p:nvSpPr>
          <p:spPr>
            <a:xfrm>
              <a:off x="12188" y="7330"/>
              <a:ext cx="793" cy="817"/>
            </a:xfrm>
            <a:prstGeom prst="rect">
              <a:avLst/>
            </a:prstGeom>
            <a:noFill/>
            <a:ln w="9525">
              <a:noFill/>
            </a:ln>
          </p:spPr>
          <p:txBody>
            <a:bodyPr>
              <a:spAutoFit/>
            </a:bodyPr>
            <a:p>
              <a:r>
                <a:rPr lang="en-US" altLang="zh-CN" b="0" dirty="0">
                  <a:solidFill>
                    <a:schemeClr val="tx1"/>
                  </a:solidFill>
                  <a:latin typeface="宋体" panose="02010600030101010101" pitchFamily="2" charset="-122"/>
                  <a:ea typeface="宋体" panose="02010600030101010101" pitchFamily="2" charset="-122"/>
                </a:rPr>
                <a:t>-</a:t>
              </a:r>
              <a:endParaRPr lang="en-US" altLang="zh-CN" b="0" dirty="0">
                <a:solidFill>
                  <a:schemeClr val="tx1"/>
                </a:solidFill>
                <a:latin typeface="宋体" panose="02010600030101010101" pitchFamily="2" charset="-122"/>
                <a:ea typeface="宋体" panose="02010600030101010101" pitchFamily="2" charset="-122"/>
              </a:endParaRPr>
            </a:p>
          </p:txBody>
        </p:sp>
        <p:sp>
          <p:nvSpPr>
            <p:cNvPr id="54306" name="Text Box 124"/>
            <p:cNvSpPr txBox="1"/>
            <p:nvPr/>
          </p:nvSpPr>
          <p:spPr>
            <a:xfrm>
              <a:off x="11280" y="8010"/>
              <a:ext cx="1135" cy="817"/>
            </a:xfrm>
            <a:prstGeom prst="rect">
              <a:avLst/>
            </a:prstGeom>
            <a:noFill/>
            <a:ln w="9525">
              <a:noFill/>
            </a:ln>
          </p:spPr>
          <p:txBody>
            <a:bodyPr>
              <a:spAutoFit/>
            </a:bodyPr>
            <a:p>
              <a:r>
                <a:rPr lang="en-US" altLang="zh-CN" b="0" i="1" dirty="0">
                  <a:solidFill>
                    <a:schemeClr val="tx1"/>
                  </a:solidFill>
                  <a:latin typeface="Times New Roman" panose="02020603050405020304" pitchFamily="18" charset="0"/>
                  <a:ea typeface="仿宋_GB2312" pitchFamily="49" charset="-122"/>
                </a:rPr>
                <a:t>R</a:t>
              </a:r>
              <a:endParaRPr lang="en-US" altLang="zh-CN" b="0" i="1" dirty="0">
                <a:solidFill>
                  <a:schemeClr val="tx1"/>
                </a:solidFill>
                <a:latin typeface="Times New Roman" panose="02020603050405020304" pitchFamily="18" charset="0"/>
                <a:ea typeface="仿宋_GB2312" pitchFamily="49" charset="-122"/>
              </a:endParaRPr>
            </a:p>
          </p:txBody>
        </p:sp>
        <p:sp>
          <p:nvSpPr>
            <p:cNvPr id="54307" name="Rectangle 125"/>
            <p:cNvSpPr/>
            <p:nvPr/>
          </p:nvSpPr>
          <p:spPr bwMode="auto">
            <a:xfrm>
              <a:off x="11910" y="7898"/>
              <a:ext cx="318" cy="795"/>
            </a:xfrm>
            <a:prstGeom prst="rect">
              <a:avLst/>
            </a:prstGeom>
            <a:solidFill>
              <a:schemeClr val="accent6">
                <a:lumMod val="40000"/>
                <a:lumOff val="60000"/>
              </a:schemeClr>
            </a:solidFill>
            <a:ln w="19050">
              <a:solidFill>
                <a:schemeClr val="tx1"/>
              </a:solidFill>
              <a:miter lim="800000"/>
            </a:ln>
            <a:effectLst>
              <a:outerShdw blurRad="50800" dist="38100" dir="2700000" algn="tl" rotWithShape="0">
                <a:prstClr val="black">
                  <a:alpha val="40000"/>
                </a:prstClr>
              </a:outerShdw>
            </a:effectLst>
          </p:spPr>
          <p:txBody>
            <a:bodyPr wrap="none" anchor="ctr" anchorCtr="0">
              <a:noAutofit/>
            </a:bodyPr>
            <a:lstStyle/>
            <a:p>
              <a:pPr lvl="0" algn="l">
                <a:buClrTx/>
                <a:buSzTx/>
                <a:buFontTx/>
              </a:pPr>
              <a:endParaRPr lang="zh-CN" altLang="en-US" sz="1800">
                <a:sym typeface="+mn-ea"/>
              </a:endParaRPr>
            </a:p>
          </p:txBody>
        </p:sp>
        <p:grpSp>
          <p:nvGrpSpPr>
            <p:cNvPr id="79" name="组合 78"/>
            <p:cNvGrpSpPr/>
            <p:nvPr/>
          </p:nvGrpSpPr>
          <p:grpSpPr>
            <a:xfrm rot="0">
              <a:off x="11622" y="6564"/>
              <a:ext cx="908" cy="908"/>
              <a:chOff x="505193" y="3720552"/>
              <a:chExt cx="432197" cy="432197"/>
            </a:xfrm>
            <a:solidFill>
              <a:schemeClr val="accent6">
                <a:lumMod val="40000"/>
                <a:lumOff val="60000"/>
              </a:schemeClr>
            </a:solidFill>
          </p:grpSpPr>
          <p:sp>
            <p:nvSpPr>
              <p:cNvPr id="80"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p>
                <a:endParaRPr lang="zh-CN" altLang="zh-CN" sz="1800"/>
              </a:p>
            </p:txBody>
          </p:sp>
          <p:cxnSp>
            <p:nvCxnSpPr>
              <p:cNvPr id="81" name="直接连接符 80"/>
              <p:cNvCxnSpPr>
                <a:stCxn id="80" idx="0"/>
                <a:endCxn id="80"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 name="组合 8"/>
            <p:cNvGrpSpPr/>
            <p:nvPr/>
          </p:nvGrpSpPr>
          <p:grpSpPr>
            <a:xfrm rot="0">
              <a:off x="8788" y="6600"/>
              <a:ext cx="908" cy="908"/>
              <a:chOff x="505193" y="3720552"/>
              <a:chExt cx="432197" cy="432197"/>
            </a:xfrm>
            <a:solidFill>
              <a:schemeClr val="accent6">
                <a:lumMod val="40000"/>
                <a:lumOff val="60000"/>
              </a:schemeClr>
            </a:solidFill>
          </p:grpSpPr>
          <p:sp>
            <p:nvSpPr>
              <p:cNvPr id="11"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12" name="直接连接符 11"/>
              <p:cNvCxnSpPr>
                <a:stCxn id="11" idx="0"/>
                <a:endCxn id="11"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3" name="组合 22"/>
          <p:cNvGrpSpPr/>
          <p:nvPr/>
        </p:nvGrpSpPr>
        <p:grpSpPr>
          <a:xfrm>
            <a:off x="787400" y="1547495"/>
            <a:ext cx="5441315" cy="2595880"/>
            <a:chOff x="1240" y="1885"/>
            <a:chExt cx="8569" cy="4088"/>
          </a:xfrm>
        </p:grpSpPr>
        <p:sp>
          <p:nvSpPr>
            <p:cNvPr id="54315" name="Text Box 93"/>
            <p:cNvSpPr txBox="1"/>
            <p:nvPr/>
          </p:nvSpPr>
          <p:spPr>
            <a:xfrm>
              <a:off x="2663" y="2050"/>
              <a:ext cx="1135" cy="818"/>
            </a:xfrm>
            <a:prstGeom prst="rect">
              <a:avLst/>
            </a:prstGeom>
            <a:noFill/>
            <a:ln w="9525">
              <a:noFill/>
            </a:ln>
          </p:spPr>
          <p:txBody>
            <a:bodyPr>
              <a:spAutoFit/>
            </a:bodyPr>
            <a:p>
              <a:pPr>
                <a:spcBef>
                  <a:spcPct val="50000"/>
                </a:spcBef>
                <a:buNone/>
              </a:pPr>
              <a:r>
                <a:rPr lang="en-US" altLang="zh-CN" b="0" i="1" dirty="0">
                  <a:solidFill>
                    <a:schemeClr val="tx1"/>
                  </a:solidFill>
                  <a:latin typeface="Times New Roman" panose="02020603050405020304" pitchFamily="18" charset="0"/>
                  <a:ea typeface="仿宋_GB2312" pitchFamily="49" charset="-122"/>
                </a:rPr>
                <a:t>i"</a:t>
              </a:r>
              <a:r>
                <a:rPr lang="en-US" altLang="zh-CN" b="0" baseline="-25000" dirty="0">
                  <a:solidFill>
                    <a:schemeClr val="tx1"/>
                  </a:solidFill>
                  <a:latin typeface="Times New Roman" panose="02020603050405020304" pitchFamily="18" charset="0"/>
                  <a:ea typeface="仿宋_GB2312" pitchFamily="49" charset="-122"/>
                </a:rPr>
                <a:t>1</a:t>
              </a:r>
              <a:endParaRPr lang="en-US" altLang="zh-CN" b="0" baseline="-25000" dirty="0">
                <a:solidFill>
                  <a:schemeClr val="tx1"/>
                </a:solidFill>
                <a:latin typeface="Times New Roman" panose="02020603050405020304" pitchFamily="18" charset="0"/>
                <a:ea typeface="仿宋_GB2312" pitchFamily="49" charset="-122"/>
              </a:endParaRPr>
            </a:p>
          </p:txBody>
        </p:sp>
        <p:sp>
          <p:nvSpPr>
            <p:cNvPr id="54317" name="Text Box 95"/>
            <p:cNvSpPr txBox="1"/>
            <p:nvPr/>
          </p:nvSpPr>
          <p:spPr>
            <a:xfrm>
              <a:off x="5045" y="1885"/>
              <a:ext cx="792"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a</a:t>
              </a:r>
              <a:endParaRPr lang="en-US" altLang="zh-CN" b="0" baseline="-25000" dirty="0">
                <a:solidFill>
                  <a:schemeClr val="tx1"/>
                </a:solidFill>
                <a:latin typeface="Times New Roman" panose="02020603050405020304" pitchFamily="18" charset="0"/>
                <a:ea typeface="仿宋_GB2312" pitchFamily="49" charset="-122"/>
              </a:endParaRPr>
            </a:p>
          </p:txBody>
        </p:sp>
        <p:grpSp>
          <p:nvGrpSpPr>
            <p:cNvPr id="22" name="组合 21"/>
            <p:cNvGrpSpPr/>
            <p:nvPr/>
          </p:nvGrpSpPr>
          <p:grpSpPr>
            <a:xfrm>
              <a:off x="1240" y="2547"/>
              <a:ext cx="8569" cy="3426"/>
              <a:chOff x="1240" y="2565"/>
              <a:chExt cx="8569" cy="3426"/>
            </a:xfrm>
          </p:grpSpPr>
          <p:sp>
            <p:nvSpPr>
              <p:cNvPr id="54325" name="Text Box 104"/>
              <p:cNvSpPr txBox="1"/>
              <p:nvPr/>
            </p:nvSpPr>
            <p:spPr>
              <a:xfrm>
                <a:off x="8675" y="3360"/>
                <a:ext cx="1135" cy="818"/>
              </a:xfrm>
              <a:prstGeom prst="rect">
                <a:avLst/>
              </a:prstGeom>
              <a:noFill/>
              <a:ln w="9525">
                <a:noFill/>
              </a:ln>
            </p:spPr>
            <p:txBody>
              <a:bodyPr>
                <a:spAutoFit/>
              </a:bodyPr>
              <a:p>
                <a:pPr>
                  <a:spcBef>
                    <a:spcPct val="50000"/>
                  </a:spcBef>
                </a:pPr>
                <a:r>
                  <a:rPr lang="en-US" altLang="zh-CN" b="0" i="1" dirty="0">
                    <a:solidFill>
                      <a:schemeClr val="tx1"/>
                    </a:solidFill>
                    <a:latin typeface="Times New Roman" panose="02020603050405020304" pitchFamily="18" charset="0"/>
                    <a:ea typeface="仿宋_GB2312" pitchFamily="49" charset="-122"/>
                  </a:rPr>
                  <a:t>U</a:t>
                </a:r>
                <a:r>
                  <a:rPr lang="en-US" altLang="zh-CN" b="0" baseline="-25000" dirty="0">
                    <a:solidFill>
                      <a:schemeClr val="tx1"/>
                    </a:solidFill>
                    <a:latin typeface="Times New Roman" panose="02020603050405020304" pitchFamily="18" charset="0"/>
                    <a:ea typeface="仿宋_GB2312" pitchFamily="49" charset="-122"/>
                  </a:rPr>
                  <a:t>S</a:t>
                </a:r>
                <a:endParaRPr lang="en-US" altLang="zh-CN" b="0" baseline="-25000" dirty="0">
                  <a:solidFill>
                    <a:schemeClr val="tx1"/>
                  </a:solidFill>
                  <a:latin typeface="Times New Roman" panose="02020603050405020304" pitchFamily="18" charset="0"/>
                  <a:ea typeface="仿宋_GB2312" pitchFamily="49" charset="-122"/>
                </a:endParaRPr>
              </a:p>
            </p:txBody>
          </p:sp>
          <p:grpSp>
            <p:nvGrpSpPr>
              <p:cNvPr id="21" name="组合 20"/>
              <p:cNvGrpSpPr/>
              <p:nvPr/>
            </p:nvGrpSpPr>
            <p:grpSpPr>
              <a:xfrm>
                <a:off x="1240" y="2565"/>
                <a:ext cx="7709" cy="3426"/>
                <a:chOff x="1303" y="2565"/>
                <a:chExt cx="7709" cy="3426"/>
              </a:xfrm>
            </p:grpSpPr>
            <p:sp>
              <p:nvSpPr>
                <p:cNvPr id="54310" name="Rectangle 86"/>
                <p:cNvSpPr/>
                <p:nvPr/>
              </p:nvSpPr>
              <p:spPr>
                <a:xfrm>
                  <a:off x="2550" y="2793"/>
                  <a:ext cx="5670" cy="1813"/>
                </a:xfrm>
                <a:prstGeom prst="rect">
                  <a:avLst/>
                </a:prstGeom>
                <a:noFill/>
                <a:ln w="19050" cap="flat" cmpd="sng">
                  <a:solidFill>
                    <a:schemeClr val="tx2">
                      <a:lumMod val="75000"/>
                    </a:schemeClr>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231" name="Rectangle 87"/>
                <p:cNvSpPr>
                  <a:spLocks noChangeArrowheads="1"/>
                </p:cNvSpPr>
                <p:nvPr/>
              </p:nvSpPr>
              <p:spPr bwMode="auto">
                <a:xfrm>
                  <a:off x="3685" y="2565"/>
                  <a:ext cx="1135" cy="2268"/>
                </a:xfrm>
                <a:prstGeom prst="rect">
                  <a:avLst/>
                </a:prstGeom>
                <a:solidFill>
                  <a:schemeClr val="tx2">
                    <a:lumMod val="20000"/>
                    <a:lumOff val="80000"/>
                  </a:schemeClr>
                </a:solidFill>
                <a:ln w="9525">
                  <a:noFill/>
                  <a:miter lim="800000"/>
                </a:ln>
                <a:effectLst/>
              </p:spPr>
              <p:txBody>
                <a:bodyPr wrap="none" anchor="ctr"/>
                <a:p>
                  <a:pPr algn="ctr">
                    <a:buNone/>
                  </a:pPr>
                  <a:r>
                    <a:rPr lang="en-US" altLang="zh-CN" sz="4000" b="0" dirty="0">
                      <a:solidFill>
                        <a:schemeClr val="tx1"/>
                      </a:solidFill>
                      <a:latin typeface="Times New Roman" panose="02020603050405020304" pitchFamily="18" charset="0"/>
                      <a:ea typeface="仿宋_GB2312" pitchFamily="49" charset="-122"/>
                    </a:rPr>
                    <a:t>N</a:t>
                  </a:r>
                  <a:endParaRPr lang="en-US" altLang="zh-CN" sz="4000" b="0" dirty="0">
                    <a:solidFill>
                      <a:schemeClr val="tx1"/>
                    </a:solidFill>
                    <a:latin typeface="Times New Roman" panose="02020603050405020304" pitchFamily="18" charset="0"/>
                    <a:ea typeface="仿宋_GB2312" pitchFamily="49" charset="-122"/>
                  </a:endParaRPr>
                </a:p>
              </p:txBody>
            </p:sp>
            <p:sp>
              <p:nvSpPr>
                <p:cNvPr id="6232" name="Rectangle 88"/>
                <p:cNvSpPr>
                  <a:spLocks noChangeArrowheads="1"/>
                </p:cNvSpPr>
                <p:nvPr/>
              </p:nvSpPr>
              <p:spPr bwMode="auto">
                <a:xfrm>
                  <a:off x="5838" y="2565"/>
                  <a:ext cx="1135" cy="2268"/>
                </a:xfrm>
                <a:prstGeom prst="rect">
                  <a:avLst/>
                </a:prstGeom>
                <a:solidFill>
                  <a:schemeClr val="tx2">
                    <a:lumMod val="20000"/>
                    <a:lumOff val="80000"/>
                  </a:schemeClr>
                </a:solidFill>
                <a:ln w="9525">
                  <a:noFill/>
                  <a:miter lim="800000"/>
                </a:ln>
                <a:effectLst/>
              </p:spPr>
              <p:txBody>
                <a:bodyPr wrap="none" anchor="ctr"/>
                <a:p>
                  <a:pPr algn="ctr">
                    <a:buNone/>
                  </a:pPr>
                  <a:r>
                    <a:rPr lang="en-US" altLang="zh-CN" sz="4000" b="0" dirty="0">
                      <a:solidFill>
                        <a:schemeClr val="tx1"/>
                      </a:solidFill>
                      <a:latin typeface="Times New Roman" panose="02020603050405020304" pitchFamily="18" charset="0"/>
                      <a:ea typeface="仿宋_GB2312" pitchFamily="49" charset="-122"/>
                    </a:rPr>
                    <a:t>N</a:t>
                  </a:r>
                  <a:endParaRPr lang="en-US" altLang="zh-CN" sz="4000" b="0" dirty="0">
                    <a:solidFill>
                      <a:schemeClr val="tx1"/>
                    </a:solidFill>
                    <a:latin typeface="Times New Roman" panose="02020603050405020304" pitchFamily="18" charset="0"/>
                    <a:ea typeface="仿宋_GB2312" pitchFamily="49" charset="-122"/>
                  </a:endParaRPr>
                </a:p>
              </p:txBody>
            </p:sp>
            <p:sp>
              <p:nvSpPr>
                <p:cNvPr id="54313" name="Line 89"/>
                <p:cNvSpPr/>
                <p:nvPr/>
              </p:nvSpPr>
              <p:spPr>
                <a:xfrm>
                  <a:off x="2778" y="2793"/>
                  <a:ext cx="567" cy="0"/>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sp>
            <p:sp>
              <p:nvSpPr>
                <p:cNvPr id="54314" name="Text Box 91"/>
                <p:cNvSpPr txBox="1"/>
                <p:nvPr/>
              </p:nvSpPr>
              <p:spPr>
                <a:xfrm>
                  <a:off x="1303" y="3360"/>
                  <a:ext cx="1135" cy="818"/>
                </a:xfrm>
                <a:prstGeom prst="rect">
                  <a:avLst/>
                </a:prstGeom>
                <a:noFill/>
                <a:ln w="9525">
                  <a:noFill/>
                </a:ln>
              </p:spPr>
              <p:txBody>
                <a:bodyPr>
                  <a:spAutoFit/>
                </a:bodyPr>
                <a:p>
                  <a:pPr>
                    <a:spcBef>
                      <a:spcPct val="50000"/>
                    </a:spcBef>
                  </a:pPr>
                  <a:r>
                    <a:rPr lang="en-US" altLang="zh-CN" b="0" i="1" dirty="0">
                      <a:solidFill>
                        <a:schemeClr val="tx1">
                          <a:lumMod val="85000"/>
                          <a:lumOff val="15000"/>
                        </a:schemeClr>
                      </a:solidFill>
                      <a:latin typeface="Times New Roman" panose="02020603050405020304" pitchFamily="18" charset="0"/>
                      <a:ea typeface="仿宋_GB2312" pitchFamily="49" charset="-122"/>
                    </a:rPr>
                    <a:t>U</a:t>
                  </a:r>
                  <a:r>
                    <a:rPr lang="en-US" altLang="zh-CN" b="0" baseline="-25000" dirty="0">
                      <a:solidFill>
                        <a:schemeClr val="tx1">
                          <a:lumMod val="85000"/>
                          <a:lumOff val="15000"/>
                        </a:schemeClr>
                      </a:solidFill>
                      <a:latin typeface="Times New Roman" panose="02020603050405020304" pitchFamily="18" charset="0"/>
                      <a:ea typeface="仿宋_GB2312" pitchFamily="49" charset="-122"/>
                    </a:rPr>
                    <a:t>S</a:t>
                  </a:r>
                  <a:endParaRPr lang="en-US" altLang="zh-CN" b="0" baseline="-25000" dirty="0">
                    <a:solidFill>
                      <a:schemeClr val="tx1">
                        <a:lumMod val="85000"/>
                        <a:lumOff val="15000"/>
                      </a:schemeClr>
                    </a:solidFill>
                    <a:latin typeface="Times New Roman" panose="02020603050405020304" pitchFamily="18" charset="0"/>
                    <a:ea typeface="仿宋_GB2312" pitchFamily="49" charset="-122"/>
                  </a:endParaRPr>
                </a:p>
              </p:txBody>
            </p:sp>
            <p:sp>
              <p:nvSpPr>
                <p:cNvPr id="54316" name="Text Box 94"/>
                <p:cNvSpPr txBox="1"/>
                <p:nvPr/>
              </p:nvSpPr>
              <p:spPr>
                <a:xfrm>
                  <a:off x="5158" y="4585"/>
                  <a:ext cx="682"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b</a:t>
                  </a:r>
                  <a:endParaRPr lang="en-US" altLang="zh-CN" b="0" baseline="-25000" dirty="0">
                    <a:solidFill>
                      <a:schemeClr val="tx1"/>
                    </a:solidFill>
                    <a:latin typeface="Times New Roman" panose="02020603050405020304" pitchFamily="18" charset="0"/>
                    <a:ea typeface="仿宋_GB2312" pitchFamily="49" charset="-122"/>
                  </a:endParaRPr>
                </a:p>
              </p:txBody>
            </p:sp>
            <p:sp>
              <p:nvSpPr>
                <p:cNvPr id="54318" name="Oval 96"/>
                <p:cNvSpPr/>
                <p:nvPr/>
              </p:nvSpPr>
              <p:spPr>
                <a:xfrm>
                  <a:off x="5273" y="4493"/>
                  <a:ext cx="227" cy="228"/>
                </a:xfrm>
                <a:prstGeom prst="ellipse">
                  <a:avLst/>
                </a:prstGeom>
                <a:solidFill>
                  <a:schemeClr val="bg1"/>
                </a:solidFill>
                <a:ln w="28575" cap="flat" cmpd="sng">
                  <a:solidFill>
                    <a:schemeClr val="tx2">
                      <a:lumMod val="75000"/>
                    </a:schemeClr>
                  </a:solidFill>
                  <a:prstDash val="solid"/>
                  <a:miter/>
                  <a:headEnd type="none" w="med" len="med"/>
                  <a:tailEnd type="none" w="med" len="med"/>
                </a:ln>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54319" name="Oval 97"/>
                <p:cNvSpPr/>
                <p:nvPr/>
              </p:nvSpPr>
              <p:spPr>
                <a:xfrm>
                  <a:off x="5273" y="2680"/>
                  <a:ext cx="227" cy="228"/>
                </a:xfrm>
                <a:prstGeom prst="ellipse">
                  <a:avLst/>
                </a:prstGeom>
                <a:solidFill>
                  <a:schemeClr val="bg1"/>
                </a:solidFill>
                <a:ln w="28575" cap="flat" cmpd="sng">
                  <a:solidFill>
                    <a:schemeClr val="tx2">
                      <a:lumMod val="75000"/>
                    </a:schemeClr>
                  </a:solidFill>
                  <a:prstDash val="solid"/>
                  <a:miter/>
                  <a:headEnd type="none" w="med" len="med"/>
                  <a:tailEnd type="none" w="med" len="med"/>
                </a:ln>
              </p:spPr>
              <p:txBody>
                <a:bodyPr wrap="none" anchor="ctr" anchorCtr="0">
                  <a:noAutofit/>
                </a:bodyPr>
                <a:p>
                  <a:pPr lvl="0" algn="l">
                    <a:buClrTx/>
                    <a:buSzTx/>
                    <a:buFontTx/>
                  </a:pPr>
                  <a:endParaRPr lang="zh-CN" altLang="en-US" dirty="0">
                    <a:latin typeface="Arial" panose="020B0604020202020204" pitchFamily="34" charset="0"/>
                    <a:sym typeface="+mn-ea"/>
                  </a:endParaRPr>
                </a:p>
              </p:txBody>
            </p:sp>
            <p:sp>
              <p:nvSpPr>
                <p:cNvPr id="54320" name="Text Box 98"/>
                <p:cNvSpPr txBox="1"/>
                <p:nvPr/>
              </p:nvSpPr>
              <p:spPr>
                <a:xfrm>
                  <a:off x="1870" y="2678"/>
                  <a:ext cx="792"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a:t>
                  </a:r>
                  <a:endParaRPr lang="en-US" altLang="zh-CN" b="0" dirty="0">
                    <a:solidFill>
                      <a:schemeClr val="tx1"/>
                    </a:solidFill>
                    <a:latin typeface="Times New Roman" panose="02020603050405020304" pitchFamily="18" charset="0"/>
                    <a:ea typeface="仿宋_GB2312" pitchFamily="49" charset="-122"/>
                  </a:endParaRPr>
                </a:p>
              </p:txBody>
            </p:sp>
            <p:sp>
              <p:nvSpPr>
                <p:cNvPr id="54321" name="Text Box 99"/>
                <p:cNvSpPr txBox="1"/>
                <p:nvPr/>
              </p:nvSpPr>
              <p:spPr>
                <a:xfrm>
                  <a:off x="1938" y="3875"/>
                  <a:ext cx="792" cy="818"/>
                </a:xfrm>
                <a:prstGeom prst="rect">
                  <a:avLst/>
                </a:prstGeom>
                <a:noFill/>
                <a:ln w="9525">
                  <a:noFill/>
                </a:ln>
              </p:spPr>
              <p:txBody>
                <a:bodyPr>
                  <a:spAutoFit/>
                </a:bodyPr>
                <a:p>
                  <a:pPr>
                    <a:spcBef>
                      <a:spcPct val="50000"/>
                    </a:spcBef>
                  </a:pPr>
                  <a:r>
                    <a:rPr lang="en-US" altLang="zh-CN" b="0" dirty="0">
                      <a:solidFill>
                        <a:schemeClr val="tx1"/>
                      </a:solidFill>
                      <a:latin typeface="宋体" panose="02010600030101010101" pitchFamily="2" charset="-122"/>
                      <a:ea typeface="宋体" panose="02010600030101010101" pitchFamily="2" charset="-122"/>
                    </a:rPr>
                    <a:t>-</a:t>
                  </a:r>
                  <a:endParaRPr lang="en-US" altLang="zh-CN" b="0" dirty="0">
                    <a:solidFill>
                      <a:schemeClr val="tx1"/>
                    </a:solidFill>
                    <a:latin typeface="宋体" panose="02010600030101010101" pitchFamily="2" charset="-122"/>
                    <a:ea typeface="宋体" panose="02010600030101010101" pitchFamily="2" charset="-122"/>
                  </a:endParaRPr>
                </a:p>
              </p:txBody>
            </p:sp>
            <p:sp>
              <p:nvSpPr>
                <p:cNvPr id="54322" name="Text Box 100"/>
                <p:cNvSpPr txBox="1"/>
                <p:nvPr/>
              </p:nvSpPr>
              <p:spPr>
                <a:xfrm>
                  <a:off x="4933" y="5173"/>
                  <a:ext cx="907"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(c)</a:t>
                  </a:r>
                  <a:endParaRPr lang="en-US" altLang="zh-CN" b="0" dirty="0">
                    <a:solidFill>
                      <a:schemeClr val="tx1"/>
                    </a:solidFill>
                    <a:latin typeface="Times New Roman" panose="02020603050405020304" pitchFamily="18" charset="0"/>
                    <a:ea typeface="仿宋_GB2312" pitchFamily="49" charset="-122"/>
                  </a:endParaRPr>
                </a:p>
              </p:txBody>
            </p:sp>
            <p:sp>
              <p:nvSpPr>
                <p:cNvPr id="54323" name="Text Box 102"/>
                <p:cNvSpPr txBox="1"/>
                <p:nvPr/>
              </p:nvSpPr>
              <p:spPr>
                <a:xfrm>
                  <a:off x="8220" y="2565"/>
                  <a:ext cx="792" cy="818"/>
                </a:xfrm>
                <a:prstGeom prst="rect">
                  <a:avLst/>
                </a:prstGeom>
                <a:noFill/>
                <a:ln w="9525">
                  <a:noFill/>
                </a:ln>
              </p:spPr>
              <p:txBody>
                <a:bodyPr>
                  <a:spAutoFit/>
                </a:bodyPr>
                <a:p>
                  <a:pPr>
                    <a:spcBef>
                      <a:spcPct val="50000"/>
                    </a:spcBef>
                  </a:pPr>
                  <a:r>
                    <a:rPr lang="en-US" altLang="zh-CN" b="0" dirty="0">
                      <a:solidFill>
                        <a:schemeClr val="tx1"/>
                      </a:solidFill>
                      <a:latin typeface="Times New Roman" panose="02020603050405020304" pitchFamily="18" charset="0"/>
                      <a:ea typeface="仿宋_GB2312" pitchFamily="49" charset="-122"/>
                    </a:rPr>
                    <a:t>+</a:t>
                  </a:r>
                  <a:endParaRPr lang="en-US" altLang="zh-CN" b="0" dirty="0">
                    <a:solidFill>
                      <a:schemeClr val="tx1"/>
                    </a:solidFill>
                    <a:latin typeface="Times New Roman" panose="02020603050405020304" pitchFamily="18" charset="0"/>
                    <a:ea typeface="仿宋_GB2312" pitchFamily="49" charset="-122"/>
                  </a:endParaRPr>
                </a:p>
              </p:txBody>
            </p:sp>
            <p:sp>
              <p:nvSpPr>
                <p:cNvPr id="54324" name="Text Box 103"/>
                <p:cNvSpPr txBox="1"/>
                <p:nvPr/>
              </p:nvSpPr>
              <p:spPr>
                <a:xfrm>
                  <a:off x="8220" y="4040"/>
                  <a:ext cx="792" cy="818"/>
                </a:xfrm>
                <a:prstGeom prst="rect">
                  <a:avLst/>
                </a:prstGeom>
                <a:noFill/>
                <a:ln w="9525">
                  <a:noFill/>
                </a:ln>
              </p:spPr>
              <p:txBody>
                <a:bodyPr>
                  <a:spAutoFit/>
                </a:bodyPr>
                <a:p>
                  <a:pPr>
                    <a:spcBef>
                      <a:spcPct val="50000"/>
                    </a:spcBef>
                  </a:pPr>
                  <a:r>
                    <a:rPr lang="en-US" altLang="zh-CN" b="0" dirty="0">
                      <a:solidFill>
                        <a:schemeClr val="tx1"/>
                      </a:solidFill>
                      <a:latin typeface="宋体" panose="02010600030101010101" pitchFamily="2" charset="-122"/>
                      <a:ea typeface="宋体" panose="02010600030101010101" pitchFamily="2" charset="-122"/>
                    </a:rPr>
                    <a:t>-</a:t>
                  </a:r>
                  <a:endParaRPr lang="en-US" altLang="zh-CN" b="0" dirty="0">
                    <a:solidFill>
                      <a:schemeClr val="tx1"/>
                    </a:solidFill>
                    <a:latin typeface="宋体" panose="02010600030101010101" pitchFamily="2" charset="-122"/>
                    <a:ea typeface="宋体" panose="02010600030101010101" pitchFamily="2" charset="-122"/>
                  </a:endParaRPr>
                </a:p>
              </p:txBody>
            </p:sp>
            <p:grpSp>
              <p:nvGrpSpPr>
                <p:cNvPr id="13" name="组合 12"/>
                <p:cNvGrpSpPr/>
                <p:nvPr/>
              </p:nvGrpSpPr>
              <p:grpSpPr>
                <a:xfrm>
                  <a:off x="7763" y="3132"/>
                  <a:ext cx="908" cy="908"/>
                  <a:chOff x="505193" y="3720552"/>
                  <a:chExt cx="432197" cy="432197"/>
                </a:xfrm>
                <a:solidFill>
                  <a:schemeClr val="accent6">
                    <a:lumMod val="40000"/>
                    <a:lumOff val="60000"/>
                  </a:schemeClr>
                </a:solidFill>
              </p:grpSpPr>
              <p:sp>
                <p:nvSpPr>
                  <p:cNvPr id="14"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15" name="直接连接符 14"/>
                  <p:cNvCxnSpPr>
                    <a:stCxn id="14" idx="0"/>
                    <a:endCxn id="14"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2098" y="3132"/>
                  <a:ext cx="908" cy="908"/>
                  <a:chOff x="505193" y="3720552"/>
                  <a:chExt cx="432197" cy="432197"/>
                </a:xfrm>
                <a:solidFill>
                  <a:schemeClr val="accent6">
                    <a:lumMod val="40000"/>
                    <a:lumOff val="60000"/>
                  </a:schemeClr>
                </a:solidFill>
              </p:grpSpPr>
              <p:sp>
                <p:nvSpPr>
                  <p:cNvPr id="17" name="Oval 953"/>
                  <p:cNvSpPr>
                    <a:spLocks noChangeArrowheads="1"/>
                  </p:cNvSpPr>
                  <p:nvPr/>
                </p:nvSpPr>
                <p:spPr bwMode="auto">
                  <a:xfrm>
                    <a:off x="505193" y="3720552"/>
                    <a:ext cx="432197" cy="432197"/>
                  </a:xfrm>
                  <a:prstGeom prst="ellipse">
                    <a:avLst/>
                  </a:prstGeom>
                  <a:grpFill/>
                  <a:ln w="19050">
                    <a:solidFill>
                      <a:schemeClr val="tx1"/>
                    </a:solidFill>
                    <a:miter lim="800000"/>
                  </a:ln>
                  <a:effectLst>
                    <a:outerShdw blurRad="50800" dist="38100" dir="2700000" algn="tl" rotWithShape="0">
                      <a:prstClr val="black">
                        <a:alpha val="40000"/>
                      </a:prstClr>
                    </a:outerShdw>
                  </a:effectLst>
                </p:spPr>
                <p:txBody>
                  <a:bodyPr wrap="none" anchor="ctr"/>
                  <a:lstStyle/>
                  <a:p>
                    <a:endParaRPr lang="zh-CN" altLang="zh-CN" sz="1800"/>
                  </a:p>
                </p:txBody>
              </p:sp>
              <p:cxnSp>
                <p:nvCxnSpPr>
                  <p:cNvPr id="18" name="直接连接符 17"/>
                  <p:cNvCxnSpPr>
                    <a:stCxn id="17" idx="0"/>
                    <a:endCxn id="17" idx="4"/>
                  </p:cNvCxnSpPr>
                  <p:nvPr/>
                </p:nvCxnSpPr>
                <p:spPr>
                  <a:xfrm>
                    <a:off x="721292" y="3720552"/>
                    <a:ext cx="0" cy="43219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graphicFrame>
        <p:nvGraphicFramePr>
          <p:cNvPr id="19" name="对象 18"/>
          <p:cNvGraphicFramePr/>
          <p:nvPr/>
        </p:nvGraphicFramePr>
        <p:xfrm>
          <a:off x="1054100" y="5051425"/>
          <a:ext cx="2149475" cy="755650"/>
        </p:xfrm>
        <a:graphic>
          <a:graphicData uri="http://schemas.openxmlformats.org/presentationml/2006/ole">
            <mc:AlternateContent xmlns:mc="http://schemas.openxmlformats.org/markup-compatibility/2006">
              <mc:Choice xmlns:v="urn:schemas-microsoft-com:vml" Requires="v">
                <p:oleObj spid="_x0000_s20" name="" r:id="rId1" imgW="862965" imgH="228600" progId="Equation.KSEE3">
                  <p:embed/>
                </p:oleObj>
              </mc:Choice>
              <mc:Fallback>
                <p:oleObj name="" r:id="rId1" imgW="862965" imgH="228600" progId="Equation.KSEE3">
                  <p:embed/>
                  <p:pic>
                    <p:nvPicPr>
                      <p:cNvPr id="0" name="图片 8"/>
                      <p:cNvPicPr/>
                      <p:nvPr/>
                    </p:nvPicPr>
                    <p:blipFill>
                      <a:blip r:embed="rId2"/>
                      <a:stretch>
                        <a:fillRect/>
                      </a:stretch>
                    </p:blipFill>
                    <p:spPr>
                      <a:xfrm>
                        <a:off x="1054100" y="5051425"/>
                        <a:ext cx="2149475" cy="755650"/>
                      </a:xfrm>
                      <a:prstGeom prst="rect">
                        <a:avLst/>
                      </a:prstGeom>
                    </p:spPr>
                  </p:pic>
                </p:oleObj>
              </mc:Fallback>
            </mc:AlternateContent>
          </a:graphicData>
        </a:graphic>
      </p:graphicFrame>
      <p:graphicFrame>
        <p:nvGraphicFramePr>
          <p:cNvPr id="24" name="对象 23"/>
          <p:cNvGraphicFramePr/>
          <p:nvPr/>
        </p:nvGraphicFramePr>
        <p:xfrm>
          <a:off x="6229350" y="2350770"/>
          <a:ext cx="1653540" cy="641350"/>
        </p:xfrm>
        <a:graphic>
          <a:graphicData uri="http://schemas.openxmlformats.org/presentationml/2006/ole">
            <mc:AlternateContent xmlns:mc="http://schemas.openxmlformats.org/markup-compatibility/2006">
              <mc:Choice xmlns:v="urn:schemas-microsoft-com:vml" Requires="v">
                <p:oleObj spid="_x0000_s25" name="" r:id="rId3" imgW="634365" imgH="228600" progId="Equation.KSEE3">
                  <p:embed/>
                </p:oleObj>
              </mc:Choice>
              <mc:Fallback>
                <p:oleObj name="" r:id="rId3" imgW="634365" imgH="228600" progId="Equation.KSEE3">
                  <p:embed/>
                  <p:pic>
                    <p:nvPicPr>
                      <p:cNvPr id="0" name="图片 8"/>
                      <p:cNvPicPr/>
                      <p:nvPr/>
                    </p:nvPicPr>
                    <p:blipFill>
                      <a:blip r:embed="rId4"/>
                      <a:stretch>
                        <a:fillRect/>
                      </a:stretch>
                    </p:blipFill>
                    <p:spPr>
                      <a:xfrm>
                        <a:off x="6229350" y="2350770"/>
                        <a:ext cx="1653540" cy="64135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1000" fill="hold"/>
                                        <p:tgtEl>
                                          <p:spTgt spid="10"/>
                                        </p:tgtEl>
                                        <p:attrNameLst>
                                          <p:attrName>ppt_w</p:attrName>
                                        </p:attrNameLst>
                                      </p:cBhvr>
                                      <p:tavLst>
                                        <p:tav tm="0">
                                          <p:val>
                                            <p:fltVal val="0"/>
                                          </p:val>
                                        </p:tav>
                                        <p:tav tm="100000">
                                          <p:val>
                                            <p:strVal val="#ppt_w"/>
                                          </p:val>
                                        </p:tav>
                                      </p:tavLst>
                                    </p:anim>
                                    <p:anim calcmode="lin" valueType="num">
                                      <p:cBhvr>
                                        <p:cTn id="8" dur="1000" fill="hold"/>
                                        <p:tgtEl>
                                          <p:spTgt spid="10"/>
                                        </p:tgtEl>
                                        <p:attrNameLst>
                                          <p:attrName>ppt_h</p:attrName>
                                        </p:attrNameLst>
                                      </p:cBhvr>
                                      <p:tavLst>
                                        <p:tav tm="0">
                                          <p:val>
                                            <p:fltVal val="0"/>
                                          </p:val>
                                        </p:tav>
                                        <p:tav tm="100000">
                                          <p:val>
                                            <p:strVal val="#ppt_h"/>
                                          </p:val>
                                        </p:tav>
                                      </p:tavLst>
                                    </p:anim>
                                    <p:anim calcmode="lin" valueType="num">
                                      <p:cBhvr>
                                        <p:cTn id="9" dur="1000" fill="hold"/>
                                        <p:tgtEl>
                                          <p:spTgt spid="10"/>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wipe(left)">
                                      <p:cBhvr>
                                        <p:cTn id="15" dur="500"/>
                                        <p:tgtEl>
                                          <p:spTgt spid="23"/>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2" fill="hold" grpId="0" nodeType="clickEffect">
                                  <p:stCondLst>
                                    <p:cond delay="0"/>
                                  </p:stCondLst>
                                  <p:childTnLst>
                                    <p:set>
                                      <p:cBhvr>
                                        <p:cTn id="19" dur="1" fill="hold">
                                          <p:stCondLst>
                                            <p:cond delay="0"/>
                                          </p:stCondLst>
                                        </p:cTn>
                                        <p:tgtEl>
                                          <p:spTgt spid="6190"/>
                                        </p:tgtEl>
                                        <p:attrNameLst>
                                          <p:attrName>style.visibility</p:attrName>
                                        </p:attrNameLst>
                                      </p:cBhvr>
                                      <p:to>
                                        <p:strVal val="visible"/>
                                      </p:to>
                                    </p:set>
                                    <p:anim calcmode="lin" valueType="num">
                                      <p:cBhvr additive="base">
                                        <p:cTn id="20" dur="500" fill="hold"/>
                                        <p:tgtEl>
                                          <p:spTgt spid="6190"/>
                                        </p:tgtEl>
                                        <p:attrNameLst>
                                          <p:attrName>ppt_x</p:attrName>
                                        </p:attrNameLst>
                                      </p:cBhvr>
                                      <p:tavLst>
                                        <p:tav tm="0">
                                          <p:val>
                                            <p:strVal val="1+#ppt_w/2"/>
                                          </p:val>
                                        </p:tav>
                                        <p:tav tm="100000">
                                          <p:val>
                                            <p:strVal val="#ppt_x"/>
                                          </p:val>
                                        </p:tav>
                                      </p:tavLst>
                                    </p:anim>
                                    <p:anim calcmode="lin" valueType="num">
                                      <p:cBhvr additive="base">
                                        <p:cTn id="21" dur="500" fill="hold"/>
                                        <p:tgtEl>
                                          <p:spTgt spid="6190"/>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wipe(down)">
                                      <p:cBhvr>
                                        <p:cTn id="26" dur="500"/>
                                        <p:tgtEl>
                                          <p:spTgt spid="24"/>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6250"/>
                                        </p:tgtEl>
                                        <p:attrNameLst>
                                          <p:attrName>style.visibility</p:attrName>
                                        </p:attrNameLst>
                                      </p:cBhvr>
                                      <p:to>
                                        <p:strVal val="visible"/>
                                      </p:to>
                                    </p:set>
                                    <p:anim calcmode="lin" valueType="num">
                                      <p:cBhvr additive="base">
                                        <p:cTn id="31" dur="500" fill="hold"/>
                                        <p:tgtEl>
                                          <p:spTgt spid="6250"/>
                                        </p:tgtEl>
                                        <p:attrNameLst>
                                          <p:attrName>ppt_x</p:attrName>
                                        </p:attrNameLst>
                                      </p:cBhvr>
                                      <p:tavLst>
                                        <p:tav tm="0">
                                          <p:val>
                                            <p:strVal val="1+#ppt_w/2"/>
                                          </p:val>
                                        </p:tav>
                                        <p:tav tm="100000">
                                          <p:val>
                                            <p:strVal val="#ppt_x"/>
                                          </p:val>
                                        </p:tav>
                                      </p:tavLst>
                                    </p:anim>
                                    <p:anim calcmode="lin" valueType="num">
                                      <p:cBhvr additive="base">
                                        <p:cTn id="32" dur="500" fill="hold"/>
                                        <p:tgtEl>
                                          <p:spTgt spid="6250"/>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blinds(horizontal)">
                                      <p:cBhvr>
                                        <p:cTn id="37" dur="500"/>
                                        <p:tgtEl>
                                          <p:spTgt spid="4"/>
                                        </p:tgtEl>
                                      </p:cBhvr>
                                    </p:animEffect>
                                  </p:childTnLst>
                                </p:cTn>
                              </p:par>
                            </p:childTnLst>
                          </p:cTn>
                        </p:par>
                      </p:childTnLst>
                    </p:cTn>
                  </p:par>
                  <p:par>
                    <p:cTn id="38" fill="hold">
                      <p:stCondLst>
                        <p:cond delay="indefinite"/>
                      </p:stCondLst>
                      <p:childTnLst>
                        <p:par>
                          <p:cTn id="39" fill="hold">
                            <p:stCondLst>
                              <p:cond delay="0"/>
                            </p:stCondLst>
                            <p:childTnLst>
                              <p:par>
                                <p:cTn id="40" presetID="23" presetClass="entr" presetSubtype="32"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 calcmode="lin" valueType="num">
                                      <p:cBhvr>
                                        <p:cTn id="42" dur="500" fill="hold"/>
                                        <p:tgtEl>
                                          <p:spTgt spid="5"/>
                                        </p:tgtEl>
                                        <p:attrNameLst>
                                          <p:attrName>ppt_w</p:attrName>
                                        </p:attrNameLst>
                                      </p:cBhvr>
                                      <p:tavLst>
                                        <p:tav tm="0">
                                          <p:val>
                                            <p:strVal val="4*#ppt_w"/>
                                          </p:val>
                                        </p:tav>
                                        <p:tav tm="100000">
                                          <p:val>
                                            <p:strVal val="#ppt_w"/>
                                          </p:val>
                                        </p:tav>
                                      </p:tavLst>
                                    </p:anim>
                                    <p:anim calcmode="lin" valueType="num">
                                      <p:cBhvr>
                                        <p:cTn id="43" dur="500" fill="hold"/>
                                        <p:tgtEl>
                                          <p:spTgt spid="5"/>
                                        </p:tgtEl>
                                        <p:attrNameLst>
                                          <p:attrName>ppt_h</p:attrName>
                                        </p:attrNameLst>
                                      </p:cBhvr>
                                      <p:tavLst>
                                        <p:tav tm="0">
                                          <p:val>
                                            <p:strVal val="4*#ppt_h"/>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3000" fill="hold">
                                          <p:stCondLst>
                                            <p:cond delay="0"/>
                                          </p:stCondLst>
                                        </p:cTn>
                                        <p:tgtEl>
                                          <p:spTgt spid="19"/>
                                        </p:tgtEl>
                                        <p:attrNameLst>
                                          <p:attrName>style.visibility</p:attrName>
                                        </p:attrNameLst>
                                      </p:cBhvr>
                                      <p:to>
                                        <p:strVal val="visible"/>
                                      </p:to>
                                    </p:set>
                                    <p:animEffect transition="in" filter="wipe(left)">
                                      <p:cBhvr>
                                        <p:cTn id="48" dur="3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90" grpId="0"/>
      <p:bldP spid="6250" grpId="0"/>
      <p:bldP spid="10" grpId="0" animBg="1"/>
    </p:bld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UNIT_PLACING_PICTURE_USER_VIEWPORT" val="{&quot;height&quot;:14491.105511811023,&quot;width&quot;:6652.7118110236215}"/>
</p:tagLst>
</file>

<file path=ppt/tags/tag4.xml><?xml version="1.0" encoding="utf-8"?>
<p:tagLst xmlns:p="http://schemas.openxmlformats.org/presentationml/2006/main">
  <p:tag name="KSO_WM_DIAGRAM_VIRTUALLY_FRAME" val="{&quot;height&quot;:235.8343307086614,&quot;left&quot;:36.02614173228346,&quot;top&quot;:270.12307086614175,&quot;width&quot;:583.4347244094488}"/>
</p:tagLst>
</file>

<file path=ppt/tags/tag5.xml><?xml version="1.0" encoding="utf-8"?>
<p:tagLst xmlns:p="http://schemas.openxmlformats.org/presentationml/2006/main">
  <p:tag name="KSO_WM_DIAGRAM_VIRTUALLY_FRAME" val="{&quot;height&quot;:235.8343307086614,&quot;left&quot;:36.02614173228346,&quot;top&quot;:270.12307086614175,&quot;width&quot;:583.4347244094488}"/>
</p:tagLst>
</file>

<file path=ppt/tags/tag6.xml><?xml version="1.0" encoding="utf-8"?>
<p:tagLst xmlns:p="http://schemas.openxmlformats.org/presentationml/2006/main">
  <p:tag name="KSO_WM_DIAGRAM_VIRTUALLY_FRAME" val="{&quot;height&quot;:235.8343307086614,&quot;left&quot;:36.02614173228346,&quot;top&quot;:270.12307086614175,&quot;width&quot;:583.4347244094488}"/>
</p:tagLst>
</file>

<file path=ppt/tags/tag7.xml><?xml version="1.0" encoding="utf-8"?>
<p:tagLst xmlns:p="http://schemas.openxmlformats.org/presentationml/2006/main">
  <p:tag name="KSO_WM_DIAGRAM_VIRTUALLY_FRAME" val="{&quot;height&quot;:235.8343307086614,&quot;left&quot;:36.02614173228346,&quot;top&quot;:270.12307086614175,&quot;width&quot;:583.4347244094488}"/>
</p:tagLst>
</file>

<file path=ppt/tags/tag8.xml><?xml version="1.0" encoding="utf-8"?>
<p:tagLst xmlns:p="http://schemas.openxmlformats.org/presentationml/2006/main">
  <p:tag name="KSO_WM_DIAGRAM_VIRTUALLY_FRAME" val="{&quot;height&quot;:235.8343307086614,&quot;left&quot;:36.02614173228346,&quot;top&quot;:270.12307086614175,&quot;width&quot;:583.4347244094488}"/>
</p:tagLst>
</file>

<file path=ppt/tags/tag9.xml><?xml version="1.0" encoding="utf-8"?>
<p:tagLst xmlns:p="http://schemas.openxmlformats.org/presentationml/2006/main">
  <p:tag name="KSO_WM_DIAGRAM_VIRTUALLY_FRAME" val="{&quot;height&quot;:235.8343307086614,&quot;left&quot;:36.02614173228346,&quot;top&quot;:270.12307086614175,&quot;width&quot;:583.4347244094488}"/>
</p:tagLst>
</file>

<file path=ppt/tags/tag10.xml><?xml version="1.0" encoding="utf-8"?>
<p:tagLst xmlns:p="http://schemas.openxmlformats.org/presentationml/2006/main">
  <p:tag name="KSO_WM_DIAGRAM_VIRTUALLY_FRAME" val="{&quot;height&quot;:235.8343307086614,&quot;left&quot;:36.02614173228346,&quot;top&quot;:270.12307086614175,&quot;width&quot;:583.4347244094488}"/>
</p:tagLst>
</file>

<file path=ppt/tags/tag11.xml><?xml version="1.0" encoding="utf-8"?>
<p:tagLst xmlns:p="http://schemas.openxmlformats.org/presentationml/2006/main">
  <p:tag name="KSO_WM_DIAGRAM_VIRTUALLY_FRAME" val="{&quot;height&quot;:235.8343307086614,&quot;left&quot;:36.02614173228346,&quot;top&quot;:270.12307086614175,&quot;width&quot;:583.4347244094488}"/>
</p:tagLst>
</file>

<file path=ppt/tags/tag12.xml><?xml version="1.0" encoding="utf-8"?>
<p:tagLst xmlns:p="http://schemas.openxmlformats.org/presentationml/2006/main">
  <p:tag name="KSO_WM_DIAGRAM_VIRTUALLY_FRAME" val="{&quot;height&quot;:235.8343307086614,&quot;left&quot;:36.02614173228346,&quot;top&quot;:270.12307086614175,&quot;width&quot;:583.4347244094488}"/>
</p:tagLst>
</file>

<file path=ppt/tags/tag13.xml><?xml version="1.0" encoding="utf-8"?>
<p:tagLst xmlns:p="http://schemas.openxmlformats.org/presentationml/2006/main">
  <p:tag name="KSO_WM_DIAGRAM_VIRTUALLY_FRAME" val="{&quot;height&quot;:235.8343307086614,&quot;left&quot;:36.02614173228346,&quot;top&quot;:270.12307086614175,&quot;width&quot;:583.4347244094488}"/>
</p:tagLst>
</file>

<file path=ppt/tags/tag14.xml><?xml version="1.0" encoding="utf-8"?>
<p:tagLst xmlns:p="http://schemas.openxmlformats.org/presentationml/2006/main">
  <p:tag name="KSO_WM_DIAGRAM_VIRTUALLY_FRAME" val="{&quot;height&quot;:235.8343307086614,&quot;left&quot;:36.02614173228346,&quot;top&quot;:270.12307086614175,&quot;width&quot;:583.4347244094488}"/>
</p:tagLst>
</file>

<file path=ppt/tags/tag15.xml><?xml version="1.0" encoding="utf-8"?>
<p:tagLst xmlns:p="http://schemas.openxmlformats.org/presentationml/2006/main">
  <p:tag name="KSO_WM_DIAGRAM_VIRTUALLY_FRAME" val="{&quot;height&quot;:235.8343307086614,&quot;left&quot;:36.02614173228346,&quot;top&quot;:270.12307086614175,&quot;width&quot;:583.4347244094488}"/>
</p:tagLst>
</file>

<file path=ppt/tags/tag16.xml><?xml version="1.0" encoding="utf-8"?>
<p:tagLst xmlns:p="http://schemas.openxmlformats.org/presentationml/2006/main">
  <p:tag name="KSO_WM_DIAGRAM_VIRTUALLY_FRAME" val="{&quot;height&quot;:235.8343307086614,&quot;left&quot;:36.02614173228346,&quot;top&quot;:270.12307086614175,&quot;width&quot;:583.4347244094488}"/>
</p:tagLst>
</file>

<file path=ppt/tags/tag17.xml><?xml version="1.0" encoding="utf-8"?>
<p:tagLst xmlns:p="http://schemas.openxmlformats.org/presentationml/2006/main">
  <p:tag name="KSO_WM_DIAGRAM_VIRTUALLY_FRAME" val="{&quot;height&quot;:235.8343307086614,&quot;left&quot;:36.02614173228346,&quot;top&quot;:270.12307086614175,&quot;width&quot;:583.4347244094488}"/>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DIAGRAM_VIRTUALLY_FRAME" val="{&quot;height&quot;:273.35,&quot;left&quot;:422.4,&quot;top&quot;:48.9,&quot;width&quot;:170.15}"/>
</p:tagLst>
</file>

<file path=ppt/tags/tag111.xml><?xml version="1.0" encoding="utf-8"?>
<p:tagLst xmlns:p="http://schemas.openxmlformats.org/presentationml/2006/main">
  <p:tag name="KSO_WM_DIAGRAM_VIRTUALLY_FRAME" val="{&quot;height&quot;:273.35,&quot;left&quot;:422.4,&quot;top&quot;:48.9,&quot;width&quot;:170.15}"/>
</p:tagLst>
</file>

<file path=ppt/tags/tag112.xml><?xml version="1.0" encoding="utf-8"?>
<p:tagLst xmlns:p="http://schemas.openxmlformats.org/presentationml/2006/main">
  <p:tag name="KSO_WM_DIAGRAM_VIRTUALLY_FRAME" val="{&quot;height&quot;:273.35,&quot;left&quot;:422.4,&quot;top&quot;:48.9,&quot;width&quot;:170.15}"/>
</p:tagLst>
</file>

<file path=ppt/tags/tag113.xml><?xml version="1.0" encoding="utf-8"?>
<p:tagLst xmlns:p="http://schemas.openxmlformats.org/presentationml/2006/main">
  <p:tag name="KSO_WM_DIAGRAM_VIRTUALLY_FRAME" val="{&quot;height&quot;:273.35,&quot;left&quot;:422.4,&quot;top&quot;:48.9,&quot;width&quot;:170.15}"/>
</p:tagLst>
</file>

<file path=ppt/tags/tag114.xml><?xml version="1.0" encoding="utf-8"?>
<p:tagLst xmlns:p="http://schemas.openxmlformats.org/presentationml/2006/main">
  <p:tag name="KSO_WM_DIAGRAM_VIRTUALLY_FRAME" val="{&quot;height&quot;:273.35,&quot;left&quot;:422.4,&quot;top&quot;:48.9,&quot;width&quot;:170.15}"/>
</p:tagLst>
</file>

<file path=ppt/tags/tag115.xml><?xml version="1.0" encoding="utf-8"?>
<p:tagLst xmlns:p="http://schemas.openxmlformats.org/presentationml/2006/main">
  <p:tag name="KSO_WM_DIAGRAM_VIRTUALLY_FRAME" val="{&quot;height&quot;:273.35,&quot;left&quot;:422.4,&quot;top&quot;:48.9,&quot;width&quot;:170.15}"/>
</p:tagLst>
</file>

<file path=ppt/tags/tag116.xml><?xml version="1.0" encoding="utf-8"?>
<p:tagLst xmlns:p="http://schemas.openxmlformats.org/presentationml/2006/main">
  <p:tag name="KSO_WM_DIAGRAM_VIRTUALLY_FRAME" val="{&quot;height&quot;:273.35,&quot;left&quot;:422.4,&quot;top&quot;:48.9,&quot;width&quot;:170.15}"/>
</p:tagLst>
</file>

<file path=ppt/tags/tag117.xml><?xml version="1.0" encoding="utf-8"?>
<p:tagLst xmlns:p="http://schemas.openxmlformats.org/presentationml/2006/main">
  <p:tag name="KSO_WM_DIAGRAM_VIRTUALLY_FRAME" val="{&quot;height&quot;:273.35,&quot;left&quot;:422.4,&quot;top&quot;:48.9,&quot;width&quot;:170.15}"/>
</p:tagLst>
</file>

<file path=ppt/tags/tag118.xml><?xml version="1.0" encoding="utf-8"?>
<p:tagLst xmlns:p="http://schemas.openxmlformats.org/presentationml/2006/main">
  <p:tag name="KSO_WM_DIAGRAM_VIRTUALLY_FRAME" val="{&quot;height&quot;:273.35,&quot;left&quot;:422.4,&quot;top&quot;:48.9,&quot;width&quot;:170.15}"/>
</p:tagLst>
</file>

<file path=ppt/tags/tag119.xml><?xml version="1.0" encoding="utf-8"?>
<p:tagLst xmlns:p="http://schemas.openxmlformats.org/presentationml/2006/main">
  <p:tag name="KSO_WM_DIAGRAM_VIRTUALLY_FRAME" val="{&quot;height&quot;:273.35,&quot;left&quot;:422.4,&quot;top&quot;:48.9,&quot;width&quot;:170.15}"/>
</p:tagLst>
</file>

<file path=ppt/tags/tag120.xml><?xml version="1.0" encoding="utf-8"?>
<p:tagLst xmlns:p="http://schemas.openxmlformats.org/presentationml/2006/main">
  <p:tag name="KSO_WM_DIAGRAM_VIRTUALLY_FRAME" val="{&quot;height&quot;:273.35,&quot;left&quot;:422.4,&quot;top&quot;:48.9,&quot;width&quot;:170.15}"/>
</p:tagLst>
</file>

<file path=ppt/tags/tag121.xml><?xml version="1.0" encoding="utf-8"?>
<p:tagLst xmlns:p="http://schemas.openxmlformats.org/presentationml/2006/main">
  <p:tag name="KSO_WM_DIAGRAM_VIRTUALLY_FRAME" val="{&quot;height&quot;:273.35,&quot;left&quot;:422.4,&quot;top&quot;:48.9,&quot;width&quot;:170.15}"/>
</p:tagLst>
</file>

<file path=ppt/tags/tag122.xml><?xml version="1.0" encoding="utf-8"?>
<p:tagLst xmlns:p="http://schemas.openxmlformats.org/presentationml/2006/main">
  <p:tag name="KSO_WM_DIAGRAM_VIRTUALLY_FRAME" val="{&quot;height&quot;:273.35,&quot;left&quot;:422.4,&quot;top&quot;:48.9,&quot;width&quot;:170.15}"/>
</p:tagLst>
</file>

<file path=ppt/tags/tag123.xml><?xml version="1.0" encoding="utf-8"?>
<p:tagLst xmlns:p="http://schemas.openxmlformats.org/presentationml/2006/main">
  <p:tag name="KSO_WM_DIAGRAM_VIRTUALLY_FRAME" val="{&quot;height&quot;:273.35,&quot;left&quot;:422.4,&quot;top&quot;:48.9,&quot;width&quot;:170.15}"/>
</p:tagLst>
</file>

<file path=ppt/tags/tag124.xml><?xml version="1.0" encoding="utf-8"?>
<p:tagLst xmlns:p="http://schemas.openxmlformats.org/presentationml/2006/main">
  <p:tag name="KSO_WM_DIAGRAM_VIRTUALLY_FRAME" val="{&quot;height&quot;:273.35,&quot;left&quot;:422.4,&quot;top&quot;:48.9,&quot;width&quot;:170.15}"/>
</p:tagLst>
</file>

<file path=ppt/tags/tag125.xml><?xml version="1.0" encoding="utf-8"?>
<p:tagLst xmlns:p="http://schemas.openxmlformats.org/presentationml/2006/main">
  <p:tag name="KSO_WM_DIAGRAM_VIRTUALLY_FRAME" val="{&quot;height&quot;:273.35,&quot;left&quot;:422.4,&quot;top&quot;:48.9,&quot;width&quot;:170.15}"/>
</p:tagLst>
</file>

<file path=ppt/tags/tag126.xml><?xml version="1.0" encoding="utf-8"?>
<p:tagLst xmlns:p="http://schemas.openxmlformats.org/presentationml/2006/main">
  <p:tag name="KSO_WM_DIAGRAM_VIRTUALLY_FRAME" val="{&quot;height&quot;:273.35,&quot;left&quot;:422.4,&quot;top&quot;:48.9,&quot;width&quot;:170.15}"/>
</p:tagLst>
</file>

<file path=ppt/tags/tag127.xml><?xml version="1.0" encoding="utf-8"?>
<p:tagLst xmlns:p="http://schemas.openxmlformats.org/presentationml/2006/main">
  <p:tag name="KSO_WM_DIAGRAM_VIRTUALLY_FRAME" val="{&quot;height&quot;:273.35,&quot;left&quot;:422.4,&quot;top&quot;:48.9,&quot;width&quot;:170.15}"/>
</p:tagLst>
</file>

<file path=ppt/tags/tag128.xml><?xml version="1.0" encoding="utf-8"?>
<p:tagLst xmlns:p="http://schemas.openxmlformats.org/presentationml/2006/main">
  <p:tag name="KSO_WM_DIAGRAM_VIRTUALLY_FRAME" val="{&quot;height&quot;:273.35,&quot;left&quot;:422.4,&quot;top&quot;:48.9,&quot;width&quot;:170.15}"/>
</p:tagLst>
</file>

<file path=ppt/tags/tag129.xml><?xml version="1.0" encoding="utf-8"?>
<p:tagLst xmlns:p="http://schemas.openxmlformats.org/presentationml/2006/main">
  <p:tag name="KSO_WM_DIAGRAM_VIRTUALLY_FRAME" val="{&quot;height&quot;:273.35,&quot;left&quot;:422.4,&quot;top&quot;:48.9,&quot;width&quot;:170.15}"/>
</p:tagLst>
</file>

<file path=ppt/tags/tag130.xml><?xml version="1.0" encoding="utf-8"?>
<p:tagLst xmlns:p="http://schemas.openxmlformats.org/presentationml/2006/main">
  <p:tag name="KSO_WM_DIAGRAM_VIRTUALLY_FRAME" val="{&quot;height&quot;:273.35,&quot;left&quot;:422.4,&quot;top&quot;:48.9,&quot;width&quot;:170.15}"/>
</p:tagLst>
</file>

<file path=ppt/tags/tag131.xml><?xml version="1.0" encoding="utf-8"?>
<p:tagLst xmlns:p="http://schemas.openxmlformats.org/presentationml/2006/main">
  <p:tag name="KSO_WM_DIAGRAM_VIRTUALLY_FRAME" val="{&quot;height&quot;:273.35,&quot;left&quot;:422.4,&quot;top&quot;:48.9,&quot;width&quot;:170.15}"/>
</p:tagLst>
</file>

<file path=ppt/tags/tag132.xml><?xml version="1.0" encoding="utf-8"?>
<p:tagLst xmlns:p="http://schemas.openxmlformats.org/presentationml/2006/main">
  <p:tag name="KSO_WM_DIAGRAM_VIRTUALLY_FRAME" val="{&quot;height&quot;:273.35,&quot;left&quot;:422.4,&quot;top&quot;:48.9,&quot;width&quot;:170.15}"/>
</p:tagLst>
</file>

<file path=ppt/tags/tag133.xml><?xml version="1.0" encoding="utf-8"?>
<p:tagLst xmlns:p="http://schemas.openxmlformats.org/presentationml/2006/main">
  <p:tag name="KSO_WM_DIAGRAM_VIRTUALLY_FRAME" val="{&quot;height&quot;:273.35,&quot;left&quot;:422.4,&quot;top&quot;:48.9,&quot;width&quot;:170.15}"/>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BEAUTIFY_FLAG" val=""/>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BEAUTIFY_FLAG" val=""/>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BEAUTIFY_FLAG" val=""/>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KSO_WM_BEAUTIFY_FLAG" val=""/>
</p:tagLst>
</file>

<file path=ppt/tags/tag273.xml><?xml version="1.0" encoding="utf-8"?>
<p:tagLst xmlns:p="http://schemas.openxmlformats.org/presentationml/2006/main">
  <p:tag name="KSO_WM_BEAUTIFY_FLAG" val=""/>
</p:tagLst>
</file>

<file path=ppt/tags/tag274.xml><?xml version="1.0" encoding="utf-8"?>
<p:tagLst xmlns:p="http://schemas.openxmlformats.org/presentationml/2006/main">
  <p:tag name="KSO_WM_BEAUTIFY_FLAG" val=""/>
</p:tagLst>
</file>

<file path=ppt/tags/tag275.xml><?xml version="1.0" encoding="utf-8"?>
<p:tagLst xmlns:p="http://schemas.openxmlformats.org/presentationml/2006/main">
  <p:tag name="KSO_WM_BEAUTIFY_FLAG" val=""/>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KSO_WM_BEAUTIFY_FLAG" val=""/>
</p:tagLst>
</file>

<file path=ppt/tags/tag278.xml><?xml version="1.0" encoding="utf-8"?>
<p:tagLst xmlns:p="http://schemas.openxmlformats.org/presentationml/2006/main">
  <p:tag name="KSO_WM_BEAUTIFY_FLAG" val=""/>
</p:tagLst>
</file>

<file path=ppt/tags/tag279.xml><?xml version="1.0" encoding="utf-8"?>
<p:tagLst xmlns:p="http://schemas.openxmlformats.org/presentationml/2006/main">
  <p:tag name="KSO_WM_BEAUTIFY_FLAG" val=""/>
</p:tagLst>
</file>

<file path=ppt/tags/tag280.xml><?xml version="1.0" encoding="utf-8"?>
<p:tagLst xmlns:p="http://schemas.openxmlformats.org/presentationml/2006/main">
  <p:tag name="KSO_WM_BEAUTIFY_FLAG" val=""/>
</p:tagLst>
</file>

<file path=ppt/tags/tag281.xml><?xml version="1.0" encoding="utf-8"?>
<p:tagLst xmlns:p="http://schemas.openxmlformats.org/presentationml/2006/main">
  <p:tag name="KSO_WM_BEAUTIFY_FLAG" val=""/>
</p:tagLst>
</file>

<file path=ppt/tags/tag282.xml><?xml version="1.0" encoding="utf-8"?>
<p:tagLst xmlns:p="http://schemas.openxmlformats.org/presentationml/2006/main">
  <p:tag name="KSO_WM_BEAUTIFY_FLAG" val=""/>
</p:tagLst>
</file>

<file path=ppt/tags/tag283.xml><?xml version="1.0" encoding="utf-8"?>
<p:tagLst xmlns:p="http://schemas.openxmlformats.org/presentationml/2006/main">
  <p:tag name="KSO_WM_BEAUTIFY_FLAG" val=""/>
</p:tagLst>
</file>

<file path=ppt/tags/tag284.xml><?xml version="1.0" encoding="utf-8"?>
<p:tagLst xmlns:p="http://schemas.openxmlformats.org/presentationml/2006/main">
  <p:tag name="KSO_WM_BEAUTIFY_FLAG" val=""/>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KSO_WM_BEAUTIFY_FLAG" val=""/>
</p:tagLst>
</file>

<file path=ppt/tags/tag287.xml><?xml version="1.0" encoding="utf-8"?>
<p:tagLst xmlns:p="http://schemas.openxmlformats.org/presentationml/2006/main">
  <p:tag name="KSO_WM_BEAUTIFY_FLAG" val=""/>
</p:tagLst>
</file>

<file path=ppt/tags/tag288.xml><?xml version="1.0" encoding="utf-8"?>
<p:tagLst xmlns:p="http://schemas.openxmlformats.org/presentationml/2006/main">
  <p:tag name="KSO_WM_BEAUTIFY_FLAG" val=""/>
</p:tagLst>
</file>

<file path=ppt/tags/tag289.xml><?xml version="1.0" encoding="utf-8"?>
<p:tagLst xmlns:p="http://schemas.openxmlformats.org/presentationml/2006/main">
  <p:tag name="KSO_WM_BEAUTIFY_FLAG" val=""/>
</p:tagLst>
</file>

<file path=ppt/tags/tag290.xml><?xml version="1.0" encoding="utf-8"?>
<p:tagLst xmlns:p="http://schemas.openxmlformats.org/presentationml/2006/main">
  <p:tag name="KSO_WM_BEAUTIFY_FLAG" val=""/>
</p:tagLst>
</file>

<file path=ppt/tags/tag291.xml><?xml version="1.0" encoding="utf-8"?>
<p:tagLst xmlns:p="http://schemas.openxmlformats.org/presentationml/2006/main">
  <p:tag name="KSO_WM_BEAUTIFY_FLAG" val=""/>
</p:tagLst>
</file>

<file path=ppt/tags/tag292.xml><?xml version="1.0" encoding="utf-8"?>
<p:tagLst xmlns:p="http://schemas.openxmlformats.org/presentationml/2006/main">
  <p:tag name="KSO_WM_BEAUTIFY_FLAG" val=""/>
</p:tagLst>
</file>

<file path=ppt/tags/tag293.xml><?xml version="1.0" encoding="utf-8"?>
<p:tagLst xmlns:p="http://schemas.openxmlformats.org/presentationml/2006/main">
  <p:tag name="KSO_WM_BEAUTIFY_FLAG" val=""/>
</p:tagLst>
</file>

<file path=ppt/tags/tag294.xml><?xml version="1.0" encoding="utf-8"?>
<p:tagLst xmlns:p="http://schemas.openxmlformats.org/presentationml/2006/main">
  <p:tag name="KSO_WM_BEAUTIFY_FLAG" val=""/>
</p:tagLst>
</file>

<file path=ppt/tags/tag295.xml><?xml version="1.0" encoding="utf-8"?>
<p:tagLst xmlns:p="http://schemas.openxmlformats.org/presentationml/2006/main">
  <p:tag name="KSO_WM_BEAUTIFY_FLAG" val=""/>
</p:tagLst>
</file>

<file path=ppt/tags/tag296.xml><?xml version="1.0" encoding="utf-8"?>
<p:tagLst xmlns:p="http://schemas.openxmlformats.org/presentationml/2006/main">
  <p:tag name="KSO_WM_BEAUTIFY_FLAG" val=""/>
</p:tagLst>
</file>

<file path=ppt/tags/tag297.xml><?xml version="1.0" encoding="utf-8"?>
<p:tagLst xmlns:p="http://schemas.openxmlformats.org/presentationml/2006/main">
  <p:tag name="KSO_WM_BEAUTIFY_FLAG" val=""/>
</p:tagLst>
</file>

<file path=ppt/tags/tag298.xml><?xml version="1.0" encoding="utf-8"?>
<p:tagLst xmlns:p="http://schemas.openxmlformats.org/presentationml/2006/main">
  <p:tag name="KSO_WM_BEAUTIFY_FLAG" val=""/>
</p:tagLst>
</file>

<file path=ppt/tags/tag299.xml><?xml version="1.0" encoding="utf-8"?>
<p:tagLst xmlns:p="http://schemas.openxmlformats.org/presentationml/2006/main">
  <p:tag name="KSO_WM_BEAUTIFY_FLAG" val=""/>
</p:tagLst>
</file>

<file path=ppt/tags/tag300.xml><?xml version="1.0" encoding="utf-8"?>
<p:tagLst xmlns:p="http://schemas.openxmlformats.org/presentationml/2006/main">
  <p:tag name="KSO_WM_BEAUTIFY_FLAG" val=""/>
</p:tagLst>
</file>

<file path=ppt/tags/tag301.xml><?xml version="1.0" encoding="utf-8"?>
<p:tagLst xmlns:p="http://schemas.openxmlformats.org/presentationml/2006/main">
  <p:tag name="KSO_WM_BEAUTIFY_FLAG" val=""/>
</p:tagLst>
</file>

<file path=ppt/tags/tag302.xml><?xml version="1.0" encoding="utf-8"?>
<p:tagLst xmlns:p="http://schemas.openxmlformats.org/presentationml/2006/main">
  <p:tag name="KSO_WM_BEAUTIFY_FLAG" val=""/>
</p:tagLst>
</file>

<file path=ppt/tags/tag303.xml><?xml version="1.0" encoding="utf-8"?>
<p:tagLst xmlns:p="http://schemas.openxmlformats.org/presentationml/2006/main">
  <p:tag name="KSO_WM_BEAUTIFY_FLAG" val=""/>
</p:tagLst>
</file>

<file path=ppt/tags/tag304.xml><?xml version="1.0" encoding="utf-8"?>
<p:tagLst xmlns:p="http://schemas.openxmlformats.org/presentationml/2006/main">
  <p:tag name="KSO_WM_BEAUTIFY_FLAG" val=""/>
</p:tagLst>
</file>

<file path=ppt/tags/tag305.xml><?xml version="1.0" encoding="utf-8"?>
<p:tagLst xmlns:p="http://schemas.openxmlformats.org/presentationml/2006/main">
  <p:tag name="KSO_WM_BEAUTIFY_FLAG" val=""/>
</p:tagLst>
</file>

<file path=ppt/tags/tag306.xml><?xml version="1.0" encoding="utf-8"?>
<p:tagLst xmlns:p="http://schemas.openxmlformats.org/presentationml/2006/main">
  <p:tag name="KSO_WM_BEAUTIFY_FLAG" val=""/>
</p:tagLst>
</file>

<file path=ppt/tags/tag307.xml><?xml version="1.0" encoding="utf-8"?>
<p:tagLst xmlns:p="http://schemas.openxmlformats.org/presentationml/2006/main">
  <p:tag name="KSO_WM_BEAUTIFY_FLAG" val=""/>
</p:tagLst>
</file>

<file path=ppt/tags/tag308.xml><?xml version="1.0" encoding="utf-8"?>
<p:tagLst xmlns:p="http://schemas.openxmlformats.org/presentationml/2006/main">
  <p:tag name="KSO_WM_BEAUTIFY_FLAG" val=""/>
</p:tagLst>
</file>

<file path=ppt/tags/tag309.xml><?xml version="1.0" encoding="utf-8"?>
<p:tagLst xmlns:p="http://schemas.openxmlformats.org/presentationml/2006/main">
  <p:tag name="KSO_WM_BEAUTIFY_FLAG" val=""/>
</p:tagLst>
</file>

<file path=ppt/tags/tag310.xml><?xml version="1.0" encoding="utf-8"?>
<p:tagLst xmlns:p="http://schemas.openxmlformats.org/presentationml/2006/main">
  <p:tag name="KSO_WM_BEAUTIFY_FLAG" val=""/>
</p:tagLst>
</file>

<file path=ppt/tags/tag311.xml><?xml version="1.0" encoding="utf-8"?>
<p:tagLst xmlns:p="http://schemas.openxmlformats.org/presentationml/2006/main">
  <p:tag name="KSO_WM_BEAUTIFY_FLAG" val=""/>
</p:tagLst>
</file>

<file path=ppt/tags/tag312.xml><?xml version="1.0" encoding="utf-8"?>
<p:tagLst xmlns:p="http://schemas.openxmlformats.org/presentationml/2006/main">
  <p:tag name="KSO_WM_BEAUTIFY_FLAG" val=""/>
</p:tagLst>
</file>

<file path=ppt/tags/tag313.xml><?xml version="1.0" encoding="utf-8"?>
<p:tagLst xmlns:p="http://schemas.openxmlformats.org/presentationml/2006/main">
  <p:tag name="KSO_WM_BEAUTIFY_FLAG" val=""/>
</p:tagLst>
</file>

<file path=ppt/tags/tag314.xml><?xml version="1.0" encoding="utf-8"?>
<p:tagLst xmlns:p="http://schemas.openxmlformats.org/presentationml/2006/main">
  <p:tag name="KSO_WM_BEAUTIFY_FLAG" val=""/>
</p:tagLst>
</file>

<file path=ppt/tags/tag315.xml><?xml version="1.0" encoding="utf-8"?>
<p:tagLst xmlns:p="http://schemas.openxmlformats.org/presentationml/2006/main">
  <p:tag name="KSO_WM_BEAUTIFY_FLAG" val=""/>
</p:tagLst>
</file>

<file path=ppt/tags/tag316.xml><?xml version="1.0" encoding="utf-8"?>
<p:tagLst xmlns:p="http://schemas.openxmlformats.org/presentationml/2006/main">
  <p:tag name="KSO_WM_BEAUTIFY_FLAG" val=""/>
</p:tagLst>
</file>

<file path=ppt/tags/tag317.xml><?xml version="1.0" encoding="utf-8"?>
<p:tagLst xmlns:p="http://schemas.openxmlformats.org/presentationml/2006/main">
  <p:tag name="KSO_WM_BEAUTIFY_FLAG" val=""/>
</p:tagLst>
</file>

<file path=ppt/tags/tag318.xml><?xml version="1.0" encoding="utf-8"?>
<p:tagLst xmlns:p="http://schemas.openxmlformats.org/presentationml/2006/main">
  <p:tag name="KSO_WM_BEAUTIFY_FLAG" val=""/>
</p:tagLst>
</file>

<file path=ppt/tags/tag319.xml><?xml version="1.0" encoding="utf-8"?>
<p:tagLst xmlns:p="http://schemas.openxmlformats.org/presentationml/2006/main">
  <p:tag name="KSO_WM_BEAUTIFY_FLAG" val=""/>
</p:tagLst>
</file>

<file path=ppt/tags/tag320.xml><?xml version="1.0" encoding="utf-8"?>
<p:tagLst xmlns:p="http://schemas.openxmlformats.org/presentationml/2006/main">
  <p:tag name="KSO_WM_BEAUTIFY_FLAG" val=""/>
</p:tagLst>
</file>

<file path=ppt/tags/tag321.xml><?xml version="1.0" encoding="utf-8"?>
<p:tagLst xmlns:p="http://schemas.openxmlformats.org/presentationml/2006/main">
  <p:tag name="KSO_WM_BEAUTIFY_FLAG" val=""/>
</p:tagLst>
</file>

<file path=ppt/tags/tag322.xml><?xml version="1.0" encoding="utf-8"?>
<p:tagLst xmlns:p="http://schemas.openxmlformats.org/presentationml/2006/main">
  <p:tag name="KSO_WM_BEAUTIFY_FLAG" val=""/>
</p:tagLst>
</file>

<file path=ppt/tags/tag323.xml><?xml version="1.0" encoding="utf-8"?>
<p:tagLst xmlns:p="http://schemas.openxmlformats.org/presentationml/2006/main">
  <p:tag name="KSO_WM_BEAUTIFY_FLAG" val=""/>
</p:tagLst>
</file>

<file path=ppt/tags/tag324.xml><?xml version="1.0" encoding="utf-8"?>
<p:tagLst xmlns:p="http://schemas.openxmlformats.org/presentationml/2006/main">
  <p:tag name="KSO_WM_BEAUTIFY_FLAG" val=""/>
</p:tagLst>
</file>

<file path=ppt/tags/tag325.xml><?xml version="1.0" encoding="utf-8"?>
<p:tagLst xmlns:p="http://schemas.openxmlformats.org/presentationml/2006/main">
  <p:tag name="KSO_WM_BEAUTIFY_FLAG" val=""/>
</p:tagLst>
</file>

<file path=ppt/tags/tag326.xml><?xml version="1.0" encoding="utf-8"?>
<p:tagLst xmlns:p="http://schemas.openxmlformats.org/presentationml/2006/main">
  <p:tag name="KSO_WM_BEAUTIFY_FLAG" val=""/>
</p:tagLst>
</file>

<file path=ppt/tags/tag327.xml><?xml version="1.0" encoding="utf-8"?>
<p:tagLst xmlns:p="http://schemas.openxmlformats.org/presentationml/2006/main">
  <p:tag name="KSO_WM_BEAUTIFY_FLAG" val=""/>
</p:tagLst>
</file>

<file path=ppt/tags/tag328.xml><?xml version="1.0" encoding="utf-8"?>
<p:tagLst xmlns:p="http://schemas.openxmlformats.org/presentationml/2006/main">
  <p:tag name="KSO_WM_BEAUTIFY_FLAG" val=""/>
</p:tagLst>
</file>

<file path=ppt/tags/tag329.xml><?xml version="1.0" encoding="utf-8"?>
<p:tagLst xmlns:p="http://schemas.openxmlformats.org/presentationml/2006/main">
  <p:tag name="KSO_WM_BEAUTIFY_FLAG" val=""/>
</p:tagLst>
</file>

<file path=ppt/tags/tag330.xml><?xml version="1.0" encoding="utf-8"?>
<p:tagLst xmlns:p="http://schemas.openxmlformats.org/presentationml/2006/main">
  <p:tag name="KSO_WM_BEAUTIFY_FLAG" val=""/>
</p:tagLst>
</file>

<file path=ppt/tags/tag331.xml><?xml version="1.0" encoding="utf-8"?>
<p:tagLst xmlns:p="http://schemas.openxmlformats.org/presentationml/2006/main">
  <p:tag name="KSO_WM_BEAUTIFY_FLAG" val=""/>
</p:tagLst>
</file>

<file path=ppt/tags/tag332.xml><?xml version="1.0" encoding="utf-8"?>
<p:tagLst xmlns:p="http://schemas.openxmlformats.org/presentationml/2006/main">
  <p:tag name="KSO_WM_BEAUTIFY_FLAG" val=""/>
</p:tagLst>
</file>

<file path=ppt/tags/tag333.xml><?xml version="1.0" encoding="utf-8"?>
<p:tagLst xmlns:p="http://schemas.openxmlformats.org/presentationml/2006/main">
  <p:tag name="KSO_WM_BEAUTIFY_FLAG" val=""/>
</p:tagLst>
</file>

<file path=ppt/tags/tag334.xml><?xml version="1.0" encoding="utf-8"?>
<p:tagLst xmlns:p="http://schemas.openxmlformats.org/presentationml/2006/main">
  <p:tag name="KSO_WM_BEAUTIFY_FLAG" val=""/>
</p:tagLst>
</file>

<file path=ppt/tags/tag335.xml><?xml version="1.0" encoding="utf-8"?>
<p:tagLst xmlns:p="http://schemas.openxmlformats.org/presentationml/2006/main">
  <p:tag name="KSO_WM_BEAUTIFY_FLAG" val=""/>
</p:tagLst>
</file>

<file path=ppt/tags/tag336.xml><?xml version="1.0" encoding="utf-8"?>
<p:tagLst xmlns:p="http://schemas.openxmlformats.org/presentationml/2006/main">
  <p:tag name="KSO_WM_BEAUTIFY_FLAG" val=""/>
</p:tagLst>
</file>

<file path=ppt/tags/tag337.xml><?xml version="1.0" encoding="utf-8"?>
<p:tagLst xmlns:p="http://schemas.openxmlformats.org/presentationml/2006/main">
  <p:tag name="KSO_WM_BEAUTIFY_FLAG" val=""/>
</p:tagLst>
</file>

<file path=ppt/tags/tag338.xml><?xml version="1.0" encoding="utf-8"?>
<p:tagLst xmlns:p="http://schemas.openxmlformats.org/presentationml/2006/main">
  <p:tag name="KSO_WM_BEAUTIFY_FLAG" val=""/>
</p:tagLst>
</file>

<file path=ppt/tags/tag339.xml><?xml version="1.0" encoding="utf-8"?>
<p:tagLst xmlns:p="http://schemas.openxmlformats.org/presentationml/2006/main">
  <p:tag name="KSO_WM_BEAUTIFY_FLAG" val=""/>
</p:tagLst>
</file>

<file path=ppt/tags/tag340.xml><?xml version="1.0" encoding="utf-8"?>
<p:tagLst xmlns:p="http://schemas.openxmlformats.org/presentationml/2006/main">
  <p:tag name="KSO_WM_BEAUTIFY_FLAG" val=""/>
</p:tagLst>
</file>

<file path=ppt/tags/tag341.xml><?xml version="1.0" encoding="utf-8"?>
<p:tagLst xmlns:p="http://schemas.openxmlformats.org/presentationml/2006/main">
  <p:tag name="KSO_WM_BEAUTIFY_FLAG" val=""/>
</p:tagLst>
</file>

<file path=ppt/tags/tag342.xml><?xml version="1.0" encoding="utf-8"?>
<p:tagLst xmlns:p="http://schemas.openxmlformats.org/presentationml/2006/main">
  <p:tag name="KSO_WM_BEAUTIFY_FLAG" val=""/>
</p:tagLst>
</file>

<file path=ppt/tags/tag343.xml><?xml version="1.0" encoding="utf-8"?>
<p:tagLst xmlns:p="http://schemas.openxmlformats.org/presentationml/2006/main">
  <p:tag name="KSO_WM_BEAUTIFY_FLAG" val=""/>
</p:tagLst>
</file>

<file path=ppt/tags/tag344.xml><?xml version="1.0" encoding="utf-8"?>
<p:tagLst xmlns:p="http://schemas.openxmlformats.org/presentationml/2006/main">
  <p:tag name="KSO_WM_BEAUTIFY_FLAG" val=""/>
</p:tagLst>
</file>

<file path=ppt/tags/tag345.xml><?xml version="1.0" encoding="utf-8"?>
<p:tagLst xmlns:p="http://schemas.openxmlformats.org/presentationml/2006/main">
  <p:tag name="KSO_WM_BEAUTIFY_FLAG" val=""/>
</p:tagLst>
</file>

<file path=ppt/tags/tag346.xml><?xml version="1.0" encoding="utf-8"?>
<p:tagLst xmlns:p="http://schemas.openxmlformats.org/presentationml/2006/main">
  <p:tag name="KSO_WM_BEAUTIFY_FLAG" val=""/>
</p:tagLst>
</file>

<file path=ppt/tags/tag347.xml><?xml version="1.0" encoding="utf-8"?>
<p:tagLst xmlns:p="http://schemas.openxmlformats.org/presentationml/2006/main">
  <p:tag name="KSO_WM_BEAUTIFY_FLAG" val=""/>
</p:tagLst>
</file>

<file path=ppt/tags/tag348.xml><?xml version="1.0" encoding="utf-8"?>
<p:tagLst xmlns:p="http://schemas.openxmlformats.org/presentationml/2006/main">
  <p:tag name="KSO_WM_BEAUTIFY_FLAG" val=""/>
</p:tagLst>
</file>

<file path=ppt/tags/tag349.xml><?xml version="1.0" encoding="utf-8"?>
<p:tagLst xmlns:p="http://schemas.openxmlformats.org/presentationml/2006/main">
  <p:tag name="KSO_WM_BEAUTIFY_FLAG" val=""/>
</p:tagLst>
</file>

<file path=ppt/tags/tag350.xml><?xml version="1.0" encoding="utf-8"?>
<p:tagLst xmlns:p="http://schemas.openxmlformats.org/presentationml/2006/main">
  <p:tag name="KSO_WM_BEAUTIFY_FLAG" val=""/>
</p:tagLst>
</file>

<file path=ppt/tags/tag351.xml><?xml version="1.0" encoding="utf-8"?>
<p:tagLst xmlns:p="http://schemas.openxmlformats.org/presentationml/2006/main">
  <p:tag name="KSO_WM_BEAUTIFY_FLAG" val=""/>
</p:tagLst>
</file>

<file path=ppt/tags/tag352.xml><?xml version="1.0" encoding="utf-8"?>
<p:tagLst xmlns:p="http://schemas.openxmlformats.org/presentationml/2006/main">
  <p:tag name="KSO_WM_BEAUTIFY_FLAG" val=""/>
</p:tagLst>
</file>

<file path=ppt/tags/tag353.xml><?xml version="1.0" encoding="utf-8"?>
<p:tagLst xmlns:p="http://schemas.openxmlformats.org/presentationml/2006/main">
  <p:tag name="KSO_WM_BEAUTIFY_FLAG" val=""/>
</p:tagLst>
</file>

<file path=ppt/tags/tag354.xml><?xml version="1.0" encoding="utf-8"?>
<p:tagLst xmlns:p="http://schemas.openxmlformats.org/presentationml/2006/main">
  <p:tag name="KSO_WM_BEAUTIFY_FLAG" val=""/>
</p:tagLst>
</file>

<file path=ppt/tags/tag355.xml><?xml version="1.0" encoding="utf-8"?>
<p:tagLst xmlns:p="http://schemas.openxmlformats.org/presentationml/2006/main">
  <p:tag name="KSO_WM_BEAUTIFY_FLAG" val=""/>
</p:tagLst>
</file>

<file path=ppt/tags/tag356.xml><?xml version="1.0" encoding="utf-8"?>
<p:tagLst xmlns:p="http://schemas.openxmlformats.org/presentationml/2006/main">
  <p:tag name="KSO_WM_BEAUTIFY_FLAG" val=""/>
</p:tagLst>
</file>

<file path=ppt/tags/tag357.xml><?xml version="1.0" encoding="utf-8"?>
<p:tagLst xmlns:p="http://schemas.openxmlformats.org/presentationml/2006/main">
  <p:tag name="KSO_WM_BEAUTIFY_FLAG" val=""/>
</p:tagLst>
</file>

<file path=ppt/tags/tag358.xml><?xml version="1.0" encoding="utf-8"?>
<p:tagLst xmlns:p="http://schemas.openxmlformats.org/presentationml/2006/main">
  <p:tag name="KSO_WM_BEAUTIFY_FLAG" val=""/>
</p:tagLst>
</file>

<file path=ppt/tags/tag359.xml><?xml version="1.0" encoding="utf-8"?>
<p:tagLst xmlns:p="http://schemas.openxmlformats.org/presentationml/2006/main">
  <p:tag name="KSO_WM_BEAUTIFY_FLAG" val=""/>
</p:tagLst>
</file>

<file path=ppt/tags/tag360.xml><?xml version="1.0" encoding="utf-8"?>
<p:tagLst xmlns:p="http://schemas.openxmlformats.org/presentationml/2006/main">
  <p:tag name="KSO_WM_BEAUTIFY_FLAG" val=""/>
</p:tagLst>
</file>

<file path=ppt/tags/tag361.xml><?xml version="1.0" encoding="utf-8"?>
<p:tagLst xmlns:p="http://schemas.openxmlformats.org/presentationml/2006/main">
  <p:tag name="KSO_WM_BEAUTIFY_FLAG" val=""/>
</p:tagLst>
</file>

<file path=ppt/tags/tag362.xml><?xml version="1.0" encoding="utf-8"?>
<p:tagLst xmlns:p="http://schemas.openxmlformats.org/presentationml/2006/main">
  <p:tag name="KSO_WM_BEAUTIFY_FLAG" val=""/>
</p:tagLst>
</file>

<file path=ppt/tags/tag363.xml><?xml version="1.0" encoding="utf-8"?>
<p:tagLst xmlns:p="http://schemas.openxmlformats.org/presentationml/2006/main">
  <p:tag name="KSO_WM_BEAUTIFY_FLAG" val=""/>
</p:tagLst>
</file>

<file path=ppt/tags/tag364.xml><?xml version="1.0" encoding="utf-8"?>
<p:tagLst xmlns:p="http://schemas.openxmlformats.org/presentationml/2006/main">
  <p:tag name="KSO_WM_BEAUTIFY_FLAG" val=""/>
</p:tagLst>
</file>

<file path=ppt/tags/tag365.xml><?xml version="1.0" encoding="utf-8"?>
<p:tagLst xmlns:p="http://schemas.openxmlformats.org/presentationml/2006/main">
  <p:tag name="KSO_WM_BEAUTIFY_FLAG" val=""/>
</p:tagLst>
</file>

<file path=ppt/tags/tag366.xml><?xml version="1.0" encoding="utf-8"?>
<p:tagLst xmlns:p="http://schemas.openxmlformats.org/presentationml/2006/main">
  <p:tag name="KSO_WM_BEAUTIFY_FLAG" val=""/>
</p:tagLst>
</file>

<file path=ppt/tags/tag367.xml><?xml version="1.0" encoding="utf-8"?>
<p:tagLst xmlns:p="http://schemas.openxmlformats.org/presentationml/2006/main">
  <p:tag name="KSO_WM_BEAUTIFY_FLAG" val=""/>
</p:tagLst>
</file>

<file path=ppt/tags/tag368.xml><?xml version="1.0" encoding="utf-8"?>
<p:tagLst xmlns:p="http://schemas.openxmlformats.org/presentationml/2006/main">
  <p:tag name="KSO_WM_BEAUTIFY_FLAG" val=""/>
</p:tagLst>
</file>

<file path=ppt/tags/tag369.xml><?xml version="1.0" encoding="utf-8"?>
<p:tagLst xmlns:p="http://schemas.openxmlformats.org/presentationml/2006/main">
  <p:tag name="KSO_WM_BEAUTIFY_FLAG" val=""/>
</p:tagLst>
</file>

<file path=ppt/tags/tag370.xml><?xml version="1.0" encoding="utf-8"?>
<p:tagLst xmlns:p="http://schemas.openxmlformats.org/presentationml/2006/main">
  <p:tag name="KSO_WM_BEAUTIFY_FLAG" val=""/>
</p:tagLst>
</file>

<file path=ppt/tags/tag371.xml><?xml version="1.0" encoding="utf-8"?>
<p:tagLst xmlns:p="http://schemas.openxmlformats.org/presentationml/2006/main">
  <p:tag name="KSO_WM_BEAUTIFY_FLAG" val=""/>
</p:tagLst>
</file>

<file path=ppt/tags/tag372.xml><?xml version="1.0" encoding="utf-8"?>
<p:tagLst xmlns:p="http://schemas.openxmlformats.org/presentationml/2006/main">
  <p:tag name="KSO_WM_BEAUTIFY_FLAG" val=""/>
</p:tagLst>
</file>

<file path=ppt/tags/tag373.xml><?xml version="1.0" encoding="utf-8"?>
<p:tagLst xmlns:p="http://schemas.openxmlformats.org/presentationml/2006/main">
  <p:tag name="KSO_WM_BEAUTIFY_FLAG" val=""/>
</p:tagLst>
</file>

<file path=ppt/tags/tag374.xml><?xml version="1.0" encoding="utf-8"?>
<p:tagLst xmlns:p="http://schemas.openxmlformats.org/presentationml/2006/main">
  <p:tag name="KSO_WM_BEAUTIFY_FLAG" val=""/>
</p:tagLst>
</file>

<file path=ppt/tags/tag375.xml><?xml version="1.0" encoding="utf-8"?>
<p:tagLst xmlns:p="http://schemas.openxmlformats.org/presentationml/2006/main">
  <p:tag name="KSO_WM_BEAUTIFY_FLAG" val=""/>
</p:tagLst>
</file>

<file path=ppt/tags/tag376.xml><?xml version="1.0" encoding="utf-8"?>
<p:tagLst xmlns:p="http://schemas.openxmlformats.org/presentationml/2006/main">
  <p:tag name="KSO_WM_BEAUTIFY_FLAG" val=""/>
</p:tagLst>
</file>

<file path=ppt/tags/tag377.xml><?xml version="1.0" encoding="utf-8"?>
<p:tagLst xmlns:p="http://schemas.openxmlformats.org/presentationml/2006/main">
  <p:tag name="KSO_WM_BEAUTIFY_FLAG" val=""/>
</p:tagLst>
</file>

<file path=ppt/tags/tag378.xml><?xml version="1.0" encoding="utf-8"?>
<p:tagLst xmlns:p="http://schemas.openxmlformats.org/presentationml/2006/main">
  <p:tag name="KSO_WM_DIAGRAM_VIRTUALLY_FRAME" val="{&quot;height&quot;:256.37503937007875,&quot;left&quot;:31.125039370078742,&quot;top&quot;:54.5,&quot;width&quot;:665.25}"/>
</p:tagLst>
</file>

<file path=ppt/tags/tag379.xml><?xml version="1.0" encoding="utf-8"?>
<p:tagLst xmlns:p="http://schemas.openxmlformats.org/presentationml/2006/main">
  <p:tag name="KSO_WM_DIAGRAM_VIRTUALLY_FRAME" val="{&quot;height&quot;:256.37503937007875,&quot;left&quot;:31.125039370078742,&quot;top&quot;:54.5,&quot;width&quot;:665.25}"/>
</p:tagLst>
</file>

<file path=ppt/tags/tag380.xml><?xml version="1.0" encoding="utf-8"?>
<p:tagLst xmlns:p="http://schemas.openxmlformats.org/presentationml/2006/main">
  <p:tag name="KSO_WM_DIAGRAM_VIRTUALLY_FRAME" val="{&quot;height&quot;:256.37503937007875,&quot;left&quot;:31.125039370078742,&quot;top&quot;:54.5,&quot;width&quot;:665.25}"/>
</p:tagLst>
</file>

<file path=ppt/tags/tag381.xml><?xml version="1.0" encoding="utf-8"?>
<p:tagLst xmlns:p="http://schemas.openxmlformats.org/presentationml/2006/main">
  <p:tag name="KSO_WM_DIAGRAM_VIRTUALLY_FRAME" val="{&quot;height&quot;:256.37503937007875,&quot;left&quot;:31.125039370078742,&quot;top&quot;:54.5,&quot;width&quot;:665.25}"/>
</p:tagLst>
</file>

<file path=ppt/tags/tag382.xml><?xml version="1.0" encoding="utf-8"?>
<p:tagLst xmlns:p="http://schemas.openxmlformats.org/presentationml/2006/main">
  <p:tag name="KSO_WM_DIAGRAM_VIRTUALLY_FRAME" val="{&quot;height&quot;:256.37503937007875,&quot;left&quot;:31.125039370078742,&quot;top&quot;:54.5,&quot;width&quot;:665.25}"/>
</p:tagLst>
</file>

<file path=ppt/tags/tag383.xml><?xml version="1.0" encoding="utf-8"?>
<p:tagLst xmlns:p="http://schemas.openxmlformats.org/presentationml/2006/main">
  <p:tag name="KSO_WM_DIAGRAM_VIRTUALLY_FRAME" val="{&quot;height&quot;:256.37503937007875,&quot;left&quot;:31.125039370078742,&quot;top&quot;:54.5,&quot;width&quot;:665.25}"/>
</p:tagLst>
</file>

<file path=ppt/tags/tag384.xml><?xml version="1.0" encoding="utf-8"?>
<p:tagLst xmlns:p="http://schemas.openxmlformats.org/presentationml/2006/main">
  <p:tag name="KSO_WM_DIAGRAM_VIRTUALLY_FRAME" val="{&quot;height&quot;:256.37503937007875,&quot;left&quot;:31.125039370078742,&quot;top&quot;:54.5,&quot;width&quot;:665.25}"/>
</p:tagLst>
</file>

<file path=ppt/tags/tag385.xml><?xml version="1.0" encoding="utf-8"?>
<p:tagLst xmlns:p="http://schemas.openxmlformats.org/presentationml/2006/main">
  <p:tag name="KSO_WM_DIAGRAM_VIRTUALLY_FRAME" val="{&quot;height&quot;:256.37503937007875,&quot;left&quot;:31.125039370078742,&quot;top&quot;:54.5,&quot;width&quot;:665.25}"/>
</p:tagLst>
</file>

<file path=ppt/tags/tag386.xml><?xml version="1.0" encoding="utf-8"?>
<p:tagLst xmlns:p="http://schemas.openxmlformats.org/presentationml/2006/main">
  <p:tag name="KSO_WM_DIAGRAM_VIRTUALLY_FRAME" val="{&quot;height&quot;:256.37503937007875,&quot;left&quot;:31.125039370078742,&quot;top&quot;:54.5,&quot;width&quot;:665.25}"/>
</p:tagLst>
</file>

<file path=ppt/tags/tag387.xml><?xml version="1.0" encoding="utf-8"?>
<p:tagLst xmlns:p="http://schemas.openxmlformats.org/presentationml/2006/main">
  <p:tag name="KSO_WM_DIAGRAM_VIRTUALLY_FRAME" val="{&quot;height&quot;:256.37503937007875,&quot;left&quot;:31.125039370078742,&quot;top&quot;:54.5,&quot;width&quot;:665.25}"/>
</p:tagLst>
</file>

<file path=ppt/tags/tag388.xml><?xml version="1.0" encoding="utf-8"?>
<p:tagLst xmlns:p="http://schemas.openxmlformats.org/presentationml/2006/main">
  <p:tag name="KSO_WM_DIAGRAM_VIRTUALLY_FRAME" val="{&quot;height&quot;:256.37503937007875,&quot;left&quot;:31.125039370078742,&quot;top&quot;:54.5,&quot;width&quot;:665.25}"/>
</p:tagLst>
</file>

<file path=ppt/tags/tag389.xml><?xml version="1.0" encoding="utf-8"?>
<p:tagLst xmlns:p="http://schemas.openxmlformats.org/presentationml/2006/main">
  <p:tag name="KSO_WM_DIAGRAM_VIRTUALLY_FRAME" val="{&quot;height&quot;:256.37503937007875,&quot;left&quot;:31.125039370078742,&quot;top&quot;:54.5,&quot;width&quot;:665.25}"/>
</p:tagLst>
</file>

<file path=ppt/tags/tag390.xml><?xml version="1.0" encoding="utf-8"?>
<p:tagLst xmlns:p="http://schemas.openxmlformats.org/presentationml/2006/main">
  <p:tag name="KSO_WM_DIAGRAM_VIRTUALLY_FRAME" val="{&quot;height&quot;:256.37503937007875,&quot;left&quot;:31.125039370078742,&quot;top&quot;:54.5,&quot;width&quot;:665.25}"/>
</p:tagLst>
</file>

<file path=ppt/tags/tag391.xml><?xml version="1.0" encoding="utf-8"?>
<p:tagLst xmlns:p="http://schemas.openxmlformats.org/presentationml/2006/main">
  <p:tag name="KSO_WM_DIAGRAM_VIRTUALLY_FRAME" val="{&quot;height&quot;:256.37503937007875,&quot;left&quot;:31.125039370078742,&quot;top&quot;:54.5,&quot;width&quot;:665.25}"/>
</p:tagLst>
</file>

<file path=ppt/tags/tag392.xml><?xml version="1.0" encoding="utf-8"?>
<p:tagLst xmlns:p="http://schemas.openxmlformats.org/presentationml/2006/main">
  <p:tag name="KSO_WM_DIAGRAM_VIRTUALLY_FRAME" val="{&quot;height&quot;:256.37503937007875,&quot;left&quot;:31.125039370078742,&quot;top&quot;:54.5,&quot;width&quot;:665.25}"/>
</p:tagLst>
</file>

<file path=ppt/tags/tag393.xml><?xml version="1.0" encoding="utf-8"?>
<p:tagLst xmlns:p="http://schemas.openxmlformats.org/presentationml/2006/main">
  <p:tag name="KSO_WM_DIAGRAM_VIRTUALLY_FRAME" val="{&quot;height&quot;:256.37503937007875,&quot;left&quot;:31.125039370078742,&quot;top&quot;:54.5,&quot;width&quot;:665.25}"/>
</p:tagLst>
</file>

<file path=ppt/tags/tag394.xml><?xml version="1.0" encoding="utf-8"?>
<p:tagLst xmlns:p="http://schemas.openxmlformats.org/presentationml/2006/main">
  <p:tag name="KSO_WM_DIAGRAM_VIRTUALLY_FRAME" val="{&quot;height&quot;:256.37503937007875,&quot;left&quot;:31.125039370078742,&quot;top&quot;:54.5,&quot;width&quot;:665.25}"/>
</p:tagLst>
</file>

<file path=ppt/tags/tag395.xml><?xml version="1.0" encoding="utf-8"?>
<p:tagLst xmlns:p="http://schemas.openxmlformats.org/presentationml/2006/main">
  <p:tag name="KSO_WM_DIAGRAM_VIRTUALLY_FRAME" val="{&quot;height&quot;:256.37503937007875,&quot;left&quot;:31.125039370078742,&quot;top&quot;:54.5,&quot;width&quot;:665.25}"/>
</p:tagLst>
</file>

<file path=ppt/tags/tag396.xml><?xml version="1.0" encoding="utf-8"?>
<p:tagLst xmlns:p="http://schemas.openxmlformats.org/presentationml/2006/main">
  <p:tag name="KSO_WM_DIAGRAM_VIRTUALLY_FRAME" val="{&quot;height&quot;:256.37503937007875,&quot;left&quot;:31.125039370078742,&quot;top&quot;:54.5,&quot;width&quot;:665.25}"/>
</p:tagLst>
</file>

<file path=ppt/tags/tag397.xml><?xml version="1.0" encoding="utf-8"?>
<p:tagLst xmlns:p="http://schemas.openxmlformats.org/presentationml/2006/main">
  <p:tag name="KSO_WM_DIAGRAM_VIRTUALLY_FRAME" val="{&quot;height&quot;:256.37503937007875,&quot;left&quot;:31.125039370078742,&quot;top&quot;:54.5,&quot;width&quot;:665.25}"/>
</p:tagLst>
</file>

<file path=ppt/tags/tag398.xml><?xml version="1.0" encoding="utf-8"?>
<p:tagLst xmlns:p="http://schemas.openxmlformats.org/presentationml/2006/main">
  <p:tag name="KSO_WM_DIAGRAM_VIRTUALLY_FRAME" val="{&quot;height&quot;:256.37503937007875,&quot;left&quot;:31.125039370078742,&quot;top&quot;:54.5,&quot;width&quot;:665.25}"/>
</p:tagLst>
</file>

<file path=ppt/tags/tag399.xml><?xml version="1.0" encoding="utf-8"?>
<p:tagLst xmlns:p="http://schemas.openxmlformats.org/presentationml/2006/main">
  <p:tag name="KSO_WM_DIAGRAM_VIRTUALLY_FRAME" val="{&quot;height&quot;:256.37503937007875,&quot;left&quot;:31.125039370078742,&quot;top&quot;:54.5,&quot;width&quot;:665.25}"/>
</p:tagLst>
</file>

<file path=ppt/tags/tag400.xml><?xml version="1.0" encoding="utf-8"?>
<p:tagLst xmlns:p="http://schemas.openxmlformats.org/presentationml/2006/main">
  <p:tag name="KSO_WM_DIAGRAM_VIRTUALLY_FRAME" val="{&quot;height&quot;:256.37503937007875,&quot;left&quot;:31.125039370078742,&quot;top&quot;:54.5,&quot;width&quot;:665.25}"/>
</p:tagLst>
</file>

<file path=ppt/tags/tag401.xml><?xml version="1.0" encoding="utf-8"?>
<p:tagLst xmlns:p="http://schemas.openxmlformats.org/presentationml/2006/main">
  <p:tag name="KSO_WM_DIAGRAM_VIRTUALLY_FRAME" val="{&quot;height&quot;:256.37503937007875,&quot;left&quot;:31.125039370078742,&quot;top&quot;:54.5,&quot;width&quot;:665.25}"/>
</p:tagLst>
</file>

<file path=ppt/tags/tag402.xml><?xml version="1.0" encoding="utf-8"?>
<p:tagLst xmlns:p="http://schemas.openxmlformats.org/presentationml/2006/main">
  <p:tag name="KSO_WM_DIAGRAM_VIRTUALLY_FRAME" val="{&quot;height&quot;:256.37503937007875,&quot;left&quot;:31.125039370078742,&quot;top&quot;:54.5,&quot;width&quot;:665.25}"/>
</p:tagLst>
</file>

<file path=ppt/tags/tag403.xml><?xml version="1.0" encoding="utf-8"?>
<p:tagLst xmlns:p="http://schemas.openxmlformats.org/presentationml/2006/main">
  <p:tag name="KSO_WM_DIAGRAM_VIRTUALLY_FRAME" val="{&quot;height&quot;:256.37503937007875,&quot;left&quot;:31.125039370078742,&quot;top&quot;:54.5,&quot;width&quot;:665.25}"/>
</p:tagLst>
</file>

<file path=ppt/tags/tag404.xml><?xml version="1.0" encoding="utf-8"?>
<p:tagLst xmlns:p="http://schemas.openxmlformats.org/presentationml/2006/main">
  <p:tag name="KSO_WM_DIAGRAM_VIRTUALLY_FRAME" val="{&quot;height&quot;:256.37503937007875,&quot;left&quot;:31.125039370078742,&quot;top&quot;:54.5,&quot;width&quot;:665.25}"/>
</p:tagLst>
</file>

<file path=ppt/tags/tag405.xml><?xml version="1.0" encoding="utf-8"?>
<p:tagLst xmlns:p="http://schemas.openxmlformats.org/presentationml/2006/main">
  <p:tag name="KSO_WM_DIAGRAM_VIRTUALLY_FRAME" val="{&quot;height&quot;:256.37503937007875,&quot;left&quot;:31.125039370078742,&quot;top&quot;:54.5,&quot;width&quot;:665.25}"/>
</p:tagLst>
</file>

<file path=ppt/tags/tag406.xml><?xml version="1.0" encoding="utf-8"?>
<p:tagLst xmlns:p="http://schemas.openxmlformats.org/presentationml/2006/main">
  <p:tag name="KSO_WM_DIAGRAM_VIRTUALLY_FRAME" val="{&quot;height&quot;:256.37503937007875,&quot;left&quot;:31.125039370078742,&quot;top&quot;:54.5,&quot;width&quot;:665.25}"/>
</p:tagLst>
</file>

<file path=ppt/tags/tag407.xml><?xml version="1.0" encoding="utf-8"?>
<p:tagLst xmlns:p="http://schemas.openxmlformats.org/presentationml/2006/main">
  <p:tag name="KSO_WM_DIAGRAM_VIRTUALLY_FRAME" val="{&quot;height&quot;:256.37503937007875,&quot;left&quot;:31.125039370078742,&quot;top&quot;:54.5,&quot;width&quot;:665.25}"/>
</p:tagLst>
</file>

<file path=ppt/tags/tag408.xml><?xml version="1.0" encoding="utf-8"?>
<p:tagLst xmlns:p="http://schemas.openxmlformats.org/presentationml/2006/main">
  <p:tag name="KSO_WM_DIAGRAM_VIRTUALLY_FRAME" val="{&quot;height&quot;:256.37503937007875,&quot;left&quot;:31.125039370078742,&quot;top&quot;:54.5,&quot;width&quot;:665.25}"/>
</p:tagLst>
</file>

<file path=ppt/tags/tag409.xml><?xml version="1.0" encoding="utf-8"?>
<p:tagLst xmlns:p="http://schemas.openxmlformats.org/presentationml/2006/main">
  <p:tag name="KSO_WM_BEAUTIFY_FLAG" val=""/>
</p:tagLst>
</file>

<file path=ppt/tags/tag410.xml><?xml version="1.0" encoding="utf-8"?>
<p:tagLst xmlns:p="http://schemas.openxmlformats.org/presentationml/2006/main">
  <p:tag name="KSO_WM_BEAUTIFY_FLAG" val=""/>
</p:tagLst>
</file>

<file path=ppt/tags/tag411.xml><?xml version="1.0" encoding="utf-8"?>
<p:tagLst xmlns:p="http://schemas.openxmlformats.org/presentationml/2006/main">
  <p:tag name="KSO_WM_BEAUTIFY_FLAG" val=""/>
</p:tagLst>
</file>

<file path=ppt/tags/tag412.xml><?xml version="1.0" encoding="utf-8"?>
<p:tagLst xmlns:p="http://schemas.openxmlformats.org/presentationml/2006/main">
  <p:tag name="KSO_WM_BEAUTIFY_FLAG" val=""/>
</p:tagLst>
</file>

<file path=ppt/tags/tag413.xml><?xml version="1.0" encoding="utf-8"?>
<p:tagLst xmlns:p="http://schemas.openxmlformats.org/presentationml/2006/main">
  <p:tag name="KSO_WM_BEAUTIFY_FLAG" val=""/>
</p:tagLst>
</file>

<file path=ppt/tags/tag414.xml><?xml version="1.0" encoding="utf-8"?>
<p:tagLst xmlns:p="http://schemas.openxmlformats.org/presentationml/2006/main">
  <p:tag name="KSO_WM_BEAUTIFY_FLAG" val=""/>
</p:tagLst>
</file>

<file path=ppt/tags/tag415.xml><?xml version="1.0" encoding="utf-8"?>
<p:tagLst xmlns:p="http://schemas.openxmlformats.org/presentationml/2006/main">
  <p:tag name="KSO_WM_BEAUTIFY_FLAG" val=""/>
</p:tagLst>
</file>

<file path=ppt/tags/tag416.xml><?xml version="1.0" encoding="utf-8"?>
<p:tagLst xmlns:p="http://schemas.openxmlformats.org/presentationml/2006/main">
  <p:tag name="KSO_WM_BEAUTIFY_FLAG" val=""/>
</p:tagLst>
</file>

<file path=ppt/tags/tag417.xml><?xml version="1.0" encoding="utf-8"?>
<p:tagLst xmlns:p="http://schemas.openxmlformats.org/presentationml/2006/main">
  <p:tag name="KSO_WM_BEAUTIFY_FLAG" val=""/>
</p:tagLst>
</file>

<file path=ppt/tags/tag418.xml><?xml version="1.0" encoding="utf-8"?>
<p:tagLst xmlns:p="http://schemas.openxmlformats.org/presentationml/2006/main">
  <p:tag name="KSO_WM_BEAUTIFY_FLAG" val=""/>
</p:tagLst>
</file>

<file path=ppt/tags/tag419.xml><?xml version="1.0" encoding="utf-8"?>
<p:tagLst xmlns:p="http://schemas.openxmlformats.org/presentationml/2006/main">
  <p:tag name="KSO_WM_BEAUTIFY_FLAG" val=""/>
</p:tagLst>
</file>

<file path=ppt/tags/tag420.xml><?xml version="1.0" encoding="utf-8"?>
<p:tagLst xmlns:p="http://schemas.openxmlformats.org/presentationml/2006/main">
  <p:tag name="KSO_WM_BEAUTIFY_FLAG" val=""/>
</p:tagLst>
</file>

<file path=ppt/tags/tag421.xml><?xml version="1.0" encoding="utf-8"?>
<p:tagLst xmlns:p="http://schemas.openxmlformats.org/presentationml/2006/main">
  <p:tag name="KSO_WM_BEAUTIFY_FLAG" val=""/>
</p:tagLst>
</file>

<file path=ppt/tags/tag422.xml><?xml version="1.0" encoding="utf-8"?>
<p:tagLst xmlns:p="http://schemas.openxmlformats.org/presentationml/2006/main">
  <p:tag name="KSO_WM_BEAUTIFY_FLAG" val=""/>
</p:tagLst>
</file>

<file path=ppt/tags/tag423.xml><?xml version="1.0" encoding="utf-8"?>
<p:tagLst xmlns:p="http://schemas.openxmlformats.org/presentationml/2006/main">
  <p:tag name="KSO_WM_BEAUTIFY_FLAG" val=""/>
</p:tagLst>
</file>

<file path=ppt/tags/tag424.xml><?xml version="1.0" encoding="utf-8"?>
<p:tagLst xmlns:p="http://schemas.openxmlformats.org/presentationml/2006/main">
  <p:tag name="KSO_WM_BEAUTIFY_FLAG" val=""/>
</p:tagLst>
</file>

<file path=ppt/tags/tag425.xml><?xml version="1.0" encoding="utf-8"?>
<p:tagLst xmlns:p="http://schemas.openxmlformats.org/presentationml/2006/main">
  <p:tag name="KSO_WM_BEAUTIFY_FLAG" val=""/>
</p:tagLst>
</file>

<file path=ppt/tags/tag426.xml><?xml version="1.0" encoding="utf-8"?>
<p:tagLst xmlns:p="http://schemas.openxmlformats.org/presentationml/2006/main">
  <p:tag name="KSO_WM_BEAUTIFY_FLAG" val=""/>
</p:tagLst>
</file>

<file path=ppt/tags/tag427.xml><?xml version="1.0" encoding="utf-8"?>
<p:tagLst xmlns:p="http://schemas.openxmlformats.org/presentationml/2006/main">
  <p:tag name="KSO_WM_BEAUTIFY_FLAG" val=""/>
</p:tagLst>
</file>

<file path=ppt/tags/tag428.xml><?xml version="1.0" encoding="utf-8"?>
<p:tagLst xmlns:p="http://schemas.openxmlformats.org/presentationml/2006/main">
  <p:tag name="KSO_WM_BEAUTIFY_FLAG" val=""/>
</p:tagLst>
</file>

<file path=ppt/tags/tag429.xml><?xml version="1.0" encoding="utf-8"?>
<p:tagLst xmlns:p="http://schemas.openxmlformats.org/presentationml/2006/main">
  <p:tag name="KSO_WM_BEAUTIFY_FLAG" val=""/>
</p:tagLst>
</file>

<file path=ppt/tags/tag430.xml><?xml version="1.0" encoding="utf-8"?>
<p:tagLst xmlns:p="http://schemas.openxmlformats.org/presentationml/2006/main">
  <p:tag name="KSO_WM_BEAUTIFY_FLAG" val=""/>
</p:tagLst>
</file>

<file path=ppt/tags/tag431.xml><?xml version="1.0" encoding="utf-8"?>
<p:tagLst xmlns:p="http://schemas.openxmlformats.org/presentationml/2006/main">
  <p:tag name="KSO_WM_BEAUTIFY_FLAG" val=""/>
</p:tagLst>
</file>

<file path=ppt/tags/tag432.xml><?xml version="1.0" encoding="utf-8"?>
<p:tagLst xmlns:p="http://schemas.openxmlformats.org/presentationml/2006/main">
  <p:tag name="KSO_WM_BEAUTIFY_FLAG" val=""/>
</p:tagLst>
</file>

<file path=ppt/tags/tag433.xml><?xml version="1.0" encoding="utf-8"?>
<p:tagLst xmlns:p="http://schemas.openxmlformats.org/presentationml/2006/main">
  <p:tag name="KSO_WM_BEAUTIFY_FLAG" val=""/>
</p:tagLst>
</file>

<file path=ppt/tags/tag434.xml><?xml version="1.0" encoding="utf-8"?>
<p:tagLst xmlns:p="http://schemas.openxmlformats.org/presentationml/2006/main">
  <p:tag name="KSO_WM_BEAUTIFY_FLAG" val=""/>
</p:tagLst>
</file>

<file path=ppt/tags/tag435.xml><?xml version="1.0" encoding="utf-8"?>
<p:tagLst xmlns:p="http://schemas.openxmlformats.org/presentationml/2006/main">
  <p:tag name="KSO_WM_BEAUTIFY_FLAG" val=""/>
</p:tagLst>
</file>

<file path=ppt/tags/tag436.xml><?xml version="1.0" encoding="utf-8"?>
<p:tagLst xmlns:p="http://schemas.openxmlformats.org/presentationml/2006/main">
  <p:tag name="KSO_WM_BEAUTIFY_FLAG" val=""/>
</p:tagLst>
</file>

<file path=ppt/tags/tag437.xml><?xml version="1.0" encoding="utf-8"?>
<p:tagLst xmlns:p="http://schemas.openxmlformats.org/presentationml/2006/main">
  <p:tag name="KSO_WM_BEAUTIFY_FLAG" val=""/>
</p:tagLst>
</file>

<file path=ppt/tags/tag438.xml><?xml version="1.0" encoding="utf-8"?>
<p:tagLst xmlns:p="http://schemas.openxmlformats.org/presentationml/2006/main">
  <p:tag name="KSO_WM_BEAUTIFY_FLAG" val=""/>
</p:tagLst>
</file>

<file path=ppt/tags/tag439.xml><?xml version="1.0" encoding="utf-8"?>
<p:tagLst xmlns:p="http://schemas.openxmlformats.org/presentationml/2006/main">
  <p:tag name="KSO_WM_BEAUTIFY_FLAG" val=""/>
</p:tagLst>
</file>

<file path=ppt/tags/tag440.xml><?xml version="1.0" encoding="utf-8"?>
<p:tagLst xmlns:p="http://schemas.openxmlformats.org/presentationml/2006/main">
  <p:tag name="KSO_WM_BEAUTIFY_FLAG" val=""/>
</p:tagLst>
</file>

<file path=ppt/tags/tag441.xml><?xml version="1.0" encoding="utf-8"?>
<p:tagLst xmlns:p="http://schemas.openxmlformats.org/presentationml/2006/main">
  <p:tag name="KSO_WM_BEAUTIFY_FLAG" val=""/>
</p:tagLst>
</file>

<file path=ppt/tags/tag442.xml><?xml version="1.0" encoding="utf-8"?>
<p:tagLst xmlns:p="http://schemas.openxmlformats.org/presentationml/2006/main">
  <p:tag name="KSO_WM_BEAUTIFY_FLAG" val=""/>
</p:tagLst>
</file>

<file path=ppt/tags/tag443.xml><?xml version="1.0" encoding="utf-8"?>
<p:tagLst xmlns:p="http://schemas.openxmlformats.org/presentationml/2006/main">
  <p:tag name="KSO_WM_BEAUTIFY_FLAG" val=""/>
</p:tagLst>
</file>

<file path=ppt/tags/tag444.xml><?xml version="1.0" encoding="utf-8"?>
<p:tagLst xmlns:p="http://schemas.openxmlformats.org/presentationml/2006/main">
  <p:tag name="KSO_WM_BEAUTIFY_FLAG" val=""/>
</p:tagLst>
</file>

<file path=ppt/tags/tag445.xml><?xml version="1.0" encoding="utf-8"?>
<p:tagLst xmlns:p="http://schemas.openxmlformats.org/presentationml/2006/main">
  <p:tag name="KSO_WM_BEAUTIFY_FLAG" val=""/>
</p:tagLst>
</file>

<file path=ppt/tags/tag446.xml><?xml version="1.0" encoding="utf-8"?>
<p:tagLst xmlns:p="http://schemas.openxmlformats.org/presentationml/2006/main">
  <p:tag name="KSO_WM_BEAUTIFY_FLAG" val=""/>
</p:tagLst>
</file>

<file path=ppt/tags/tag447.xml><?xml version="1.0" encoding="utf-8"?>
<p:tagLst xmlns:p="http://schemas.openxmlformats.org/presentationml/2006/main">
  <p:tag name="KSO_WM_BEAUTIFY_FLAG" val=""/>
</p:tagLst>
</file>

<file path=ppt/tags/tag448.xml><?xml version="1.0" encoding="utf-8"?>
<p:tagLst xmlns:p="http://schemas.openxmlformats.org/presentationml/2006/main">
  <p:tag name="KSO_WM_BEAUTIFY_FLAG" val=""/>
</p:tagLst>
</file>

<file path=ppt/tags/tag449.xml><?xml version="1.0" encoding="utf-8"?>
<p:tagLst xmlns:p="http://schemas.openxmlformats.org/presentationml/2006/main">
  <p:tag name="KSO_WM_BEAUTIFY_FLAG" val=""/>
</p:tagLst>
</file>

<file path=ppt/tags/tag450.xml><?xml version="1.0" encoding="utf-8"?>
<p:tagLst xmlns:p="http://schemas.openxmlformats.org/presentationml/2006/main">
  <p:tag name="KSO_WM_BEAUTIFY_FLAG" val=""/>
</p:tagLst>
</file>

<file path=ppt/tags/tag451.xml><?xml version="1.0" encoding="utf-8"?>
<p:tagLst xmlns:p="http://schemas.openxmlformats.org/presentationml/2006/main">
  <p:tag name="KSO_WM_BEAUTIFY_FLAG" val=""/>
</p:tagLst>
</file>

<file path=ppt/tags/tag452.xml><?xml version="1.0" encoding="utf-8"?>
<p:tagLst xmlns:p="http://schemas.openxmlformats.org/presentationml/2006/main">
  <p:tag name="KSO_WM_BEAUTIFY_FLAG" val=""/>
</p:tagLst>
</file>

<file path=ppt/tags/tag453.xml><?xml version="1.0" encoding="utf-8"?>
<p:tagLst xmlns:p="http://schemas.openxmlformats.org/presentationml/2006/main">
  <p:tag name="KSO_WM_BEAUTIFY_FLAG" val=""/>
</p:tagLst>
</file>

<file path=ppt/tags/tag454.xml><?xml version="1.0" encoding="utf-8"?>
<p:tagLst xmlns:p="http://schemas.openxmlformats.org/presentationml/2006/main">
  <p:tag name="KSO_WM_BEAUTIFY_FLAG" val=""/>
</p:tagLst>
</file>

<file path=ppt/tags/tag455.xml><?xml version="1.0" encoding="utf-8"?>
<p:tagLst xmlns:p="http://schemas.openxmlformats.org/presentationml/2006/main">
  <p:tag name="KSO_WM_BEAUTIFY_FLAG" val=""/>
</p:tagLst>
</file>

<file path=ppt/tags/tag456.xml><?xml version="1.0" encoding="utf-8"?>
<p:tagLst xmlns:p="http://schemas.openxmlformats.org/presentationml/2006/main">
  <p:tag name="KSO_WM_BEAUTIFY_FLAG" val=""/>
</p:tagLst>
</file>

<file path=ppt/tags/tag457.xml><?xml version="1.0" encoding="utf-8"?>
<p:tagLst xmlns:p="http://schemas.openxmlformats.org/presentationml/2006/main">
  <p:tag name="KSO_WM_BEAUTIFY_FLAG" val=""/>
</p:tagLst>
</file>

<file path=ppt/tags/tag458.xml><?xml version="1.0" encoding="utf-8"?>
<p:tagLst xmlns:p="http://schemas.openxmlformats.org/presentationml/2006/main">
  <p:tag name="KSO_WM_BEAUTIFY_FLAG" val=""/>
</p:tagLst>
</file>

<file path=ppt/tags/tag459.xml><?xml version="1.0" encoding="utf-8"?>
<p:tagLst xmlns:p="http://schemas.openxmlformats.org/presentationml/2006/main">
  <p:tag name="KSO_WM_BEAUTIFY_FLAG" val=""/>
</p:tagLst>
</file>

<file path=ppt/tags/tag460.xml><?xml version="1.0" encoding="utf-8"?>
<p:tagLst xmlns:p="http://schemas.openxmlformats.org/presentationml/2006/main">
  <p:tag name="KSO_WM_BEAUTIFY_FLAG" val=""/>
</p:tagLst>
</file>

<file path=ppt/tags/tag461.xml><?xml version="1.0" encoding="utf-8"?>
<p:tagLst xmlns:p="http://schemas.openxmlformats.org/presentationml/2006/main">
  <p:tag name="KSO_WM_BEAUTIFY_FLAG" val=""/>
</p:tagLst>
</file>

<file path=ppt/tags/tag462.xml><?xml version="1.0" encoding="utf-8"?>
<p:tagLst xmlns:p="http://schemas.openxmlformats.org/presentationml/2006/main">
  <p:tag name="KSO_WM_BEAUTIFY_FLAG" val=""/>
</p:tagLst>
</file>

<file path=ppt/tags/tag463.xml><?xml version="1.0" encoding="utf-8"?>
<p:tagLst xmlns:p="http://schemas.openxmlformats.org/presentationml/2006/main">
  <p:tag name="KSO_WM_BEAUTIFY_FLAG" val=""/>
</p:tagLst>
</file>

<file path=ppt/tags/tag464.xml><?xml version="1.0" encoding="utf-8"?>
<p:tagLst xmlns:p="http://schemas.openxmlformats.org/presentationml/2006/main">
  <p:tag name="KSO_WM_BEAUTIFY_FLAG" val=""/>
</p:tagLst>
</file>

<file path=ppt/tags/tag465.xml><?xml version="1.0" encoding="utf-8"?>
<p:tagLst xmlns:p="http://schemas.openxmlformats.org/presentationml/2006/main">
  <p:tag name="KSO_WM_BEAUTIFY_FLAG" val=""/>
</p:tagLst>
</file>

<file path=ppt/tags/tag466.xml><?xml version="1.0" encoding="utf-8"?>
<p:tagLst xmlns:p="http://schemas.openxmlformats.org/presentationml/2006/main">
  <p:tag name="KSO_WM_BEAUTIFY_FLAG" val=""/>
</p:tagLst>
</file>

<file path=ppt/tags/tag467.xml><?xml version="1.0" encoding="utf-8"?>
<p:tagLst xmlns:p="http://schemas.openxmlformats.org/presentationml/2006/main">
  <p:tag name="KSO_WM_BEAUTIFY_FLAG" val=""/>
</p:tagLst>
</file>

<file path=ppt/tags/tag468.xml><?xml version="1.0" encoding="utf-8"?>
<p:tagLst xmlns:p="http://schemas.openxmlformats.org/presentationml/2006/main">
  <p:tag name="KSO_WM_BEAUTIFY_FLAG" val=""/>
</p:tagLst>
</file>

<file path=ppt/tags/tag469.xml><?xml version="1.0" encoding="utf-8"?>
<p:tagLst xmlns:p="http://schemas.openxmlformats.org/presentationml/2006/main">
  <p:tag name="KSO_WM_BEAUTIFY_FLAG" val=""/>
</p:tagLst>
</file>

<file path=ppt/tags/tag470.xml><?xml version="1.0" encoding="utf-8"?>
<p:tagLst xmlns:p="http://schemas.openxmlformats.org/presentationml/2006/main">
  <p:tag name="KSO_WM_BEAUTIFY_FLAG" val=""/>
</p:tagLst>
</file>

<file path=ppt/tags/tag471.xml><?xml version="1.0" encoding="utf-8"?>
<p:tagLst xmlns:p="http://schemas.openxmlformats.org/presentationml/2006/main">
  <p:tag name="KSO_WM_BEAUTIFY_FLAG" val=""/>
</p:tagLst>
</file>

<file path=ppt/tags/tag472.xml><?xml version="1.0" encoding="utf-8"?>
<p:tagLst xmlns:p="http://schemas.openxmlformats.org/presentationml/2006/main">
  <p:tag name="KSO_WM_BEAUTIFY_FLAG" val=""/>
</p:tagLst>
</file>

<file path=ppt/tags/tag473.xml><?xml version="1.0" encoding="utf-8"?>
<p:tagLst xmlns:p="http://schemas.openxmlformats.org/presentationml/2006/main">
  <p:tag name="KSO_WM_BEAUTIFY_FLAG" val=""/>
</p:tagLst>
</file>

<file path=ppt/tags/tag474.xml><?xml version="1.0" encoding="utf-8"?>
<p:tagLst xmlns:p="http://schemas.openxmlformats.org/presentationml/2006/main">
  <p:tag name="KSO_WM_BEAUTIFY_FLAG" val=""/>
</p:tagLst>
</file>

<file path=ppt/tags/tag475.xml><?xml version="1.0" encoding="utf-8"?>
<p:tagLst xmlns:p="http://schemas.openxmlformats.org/presentationml/2006/main">
  <p:tag name="KSO_WM_BEAUTIFY_FLAG" val=""/>
</p:tagLst>
</file>

<file path=ppt/tags/tag476.xml><?xml version="1.0" encoding="utf-8"?>
<p:tagLst xmlns:p="http://schemas.openxmlformats.org/presentationml/2006/main">
  <p:tag name="KSO_WM_BEAUTIFY_FLAG" val=""/>
</p:tagLst>
</file>

<file path=ppt/tags/tag477.xml><?xml version="1.0" encoding="utf-8"?>
<p:tagLst xmlns:p="http://schemas.openxmlformats.org/presentationml/2006/main">
  <p:tag name="KSO_WM_BEAUTIFY_FLAG" val=""/>
</p:tagLst>
</file>

<file path=ppt/tags/tag478.xml><?xml version="1.0" encoding="utf-8"?>
<p:tagLst xmlns:p="http://schemas.openxmlformats.org/presentationml/2006/main">
  <p:tag name="KSO_WM_BEAUTIFY_FLAG" val=""/>
</p:tagLst>
</file>

<file path=ppt/tags/tag479.xml><?xml version="1.0" encoding="utf-8"?>
<p:tagLst xmlns:p="http://schemas.openxmlformats.org/presentationml/2006/main">
  <p:tag name="KSO_WM_BEAUTIFY_FLAG" val=""/>
</p:tagLst>
</file>

<file path=ppt/tags/tag480.xml><?xml version="1.0" encoding="utf-8"?>
<p:tagLst xmlns:p="http://schemas.openxmlformats.org/presentationml/2006/main">
  <p:tag name="KSO_WM_BEAUTIFY_FLAG" val=""/>
</p:tagLst>
</file>

<file path=ppt/tags/tag481.xml><?xml version="1.0" encoding="utf-8"?>
<p:tagLst xmlns:p="http://schemas.openxmlformats.org/presentationml/2006/main">
  <p:tag name="KSO_WM_BEAUTIFY_FLAG" val=""/>
</p:tagLst>
</file>

<file path=ppt/tags/tag482.xml><?xml version="1.0" encoding="utf-8"?>
<p:tagLst xmlns:p="http://schemas.openxmlformats.org/presentationml/2006/main">
  <p:tag name="KSO_WM_BEAUTIFY_FLAG" val=""/>
</p:tagLst>
</file>

<file path=ppt/tags/tag483.xml><?xml version="1.0" encoding="utf-8"?>
<p:tagLst xmlns:p="http://schemas.openxmlformats.org/presentationml/2006/main">
  <p:tag name="KSO_WM_BEAUTIFY_FLAG" val=""/>
</p:tagLst>
</file>

<file path=ppt/tags/tag484.xml><?xml version="1.0" encoding="utf-8"?>
<p:tagLst xmlns:p="http://schemas.openxmlformats.org/presentationml/2006/main">
  <p:tag name="KSO_WM_BEAUTIFY_FLAG" val=""/>
</p:tagLst>
</file>

<file path=ppt/tags/tag485.xml><?xml version="1.0" encoding="utf-8"?>
<p:tagLst xmlns:p="http://schemas.openxmlformats.org/presentationml/2006/main">
  <p:tag name="KSO_WM_BEAUTIFY_FLAG" val=""/>
</p:tagLst>
</file>

<file path=ppt/tags/tag486.xml><?xml version="1.0" encoding="utf-8"?>
<p:tagLst xmlns:p="http://schemas.openxmlformats.org/presentationml/2006/main">
  <p:tag name="KSO_WM_BEAUTIFY_FLAG" val=""/>
</p:tagLst>
</file>

<file path=ppt/tags/tag487.xml><?xml version="1.0" encoding="utf-8"?>
<p:tagLst xmlns:p="http://schemas.openxmlformats.org/presentationml/2006/main">
  <p:tag name="KSO_WM_BEAUTIFY_FLAG" val=""/>
</p:tagLst>
</file>

<file path=ppt/tags/tag488.xml><?xml version="1.0" encoding="utf-8"?>
<p:tagLst xmlns:p="http://schemas.openxmlformats.org/presentationml/2006/main">
  <p:tag name="KSO_WM_BEAUTIFY_FLAG" val=""/>
</p:tagLst>
</file>

<file path=ppt/tags/tag489.xml><?xml version="1.0" encoding="utf-8"?>
<p:tagLst xmlns:p="http://schemas.openxmlformats.org/presentationml/2006/main">
  <p:tag name="KSO_WM_BEAUTIFY_FLAG" val=""/>
</p:tagLst>
</file>

<file path=ppt/tags/tag490.xml><?xml version="1.0" encoding="utf-8"?>
<p:tagLst xmlns:p="http://schemas.openxmlformats.org/presentationml/2006/main">
  <p:tag name="KSO_WM_BEAUTIFY_FLAG" val=""/>
</p:tagLst>
</file>

<file path=ppt/tags/tag491.xml><?xml version="1.0" encoding="utf-8"?>
<p:tagLst xmlns:p="http://schemas.openxmlformats.org/presentationml/2006/main">
  <p:tag name="KSO_WM_BEAUTIFY_FLAG" val=""/>
</p:tagLst>
</file>

<file path=ppt/tags/tag492.xml><?xml version="1.0" encoding="utf-8"?>
<p:tagLst xmlns:p="http://schemas.openxmlformats.org/presentationml/2006/main">
  <p:tag name="KSO_WM_BEAUTIFY_FLAG" val=""/>
</p:tagLst>
</file>

<file path=ppt/tags/tag493.xml><?xml version="1.0" encoding="utf-8"?>
<p:tagLst xmlns:p="http://schemas.openxmlformats.org/presentationml/2006/main">
  <p:tag name="KSO_WM_BEAUTIFY_FLAG" val=""/>
</p:tagLst>
</file>

<file path=ppt/tags/tag494.xml><?xml version="1.0" encoding="utf-8"?>
<p:tagLst xmlns:p="http://schemas.openxmlformats.org/presentationml/2006/main">
  <p:tag name="KSO_WM_BEAUTIFY_FLAG" val=""/>
</p:tagLst>
</file>

<file path=ppt/tags/tag495.xml><?xml version="1.0" encoding="utf-8"?>
<p:tagLst xmlns:p="http://schemas.openxmlformats.org/presentationml/2006/main">
  <p:tag name="KSO_WM_BEAUTIFY_FLAG" val=""/>
</p:tagLst>
</file>

<file path=ppt/tags/tag496.xml><?xml version="1.0" encoding="utf-8"?>
<p:tagLst xmlns:p="http://schemas.openxmlformats.org/presentationml/2006/main">
  <p:tag name="KSO_WM_BEAUTIFY_FLAG" val=""/>
</p:tagLst>
</file>

<file path=ppt/tags/tag497.xml><?xml version="1.0" encoding="utf-8"?>
<p:tagLst xmlns:p="http://schemas.openxmlformats.org/presentationml/2006/main">
  <p:tag name="KSO_WM_BEAUTIFY_FLAG" val=""/>
</p:tagLst>
</file>

<file path=ppt/tags/tag498.xml><?xml version="1.0" encoding="utf-8"?>
<p:tagLst xmlns:p="http://schemas.openxmlformats.org/presentationml/2006/main">
  <p:tag name="KSO_WM_BEAUTIFY_FLAG" val=""/>
</p:tagLst>
</file>

<file path=ppt/tags/tag499.xml><?xml version="1.0" encoding="utf-8"?>
<p:tagLst xmlns:p="http://schemas.openxmlformats.org/presentationml/2006/main">
  <p:tag name="KSO_WM_BEAUTIFY_FLAG" val=""/>
</p:tagLst>
</file>

<file path=ppt/tags/tag500.xml><?xml version="1.0" encoding="utf-8"?>
<p:tagLst xmlns:p="http://schemas.openxmlformats.org/presentationml/2006/main">
  <p:tag name="KSO_WM_BEAUTIFY_FLAG" val=""/>
</p:tagLst>
</file>

<file path=ppt/tags/tag501.xml><?xml version="1.0" encoding="utf-8"?>
<p:tagLst xmlns:p="http://schemas.openxmlformats.org/presentationml/2006/main">
  <p:tag name="KSO_WM_BEAUTIFY_FLAG" val=""/>
</p:tagLst>
</file>

<file path=ppt/tags/tag502.xml><?xml version="1.0" encoding="utf-8"?>
<p:tagLst xmlns:p="http://schemas.openxmlformats.org/presentationml/2006/main">
  <p:tag name="KSO_WM_BEAUTIFY_FLAG" val=""/>
</p:tagLst>
</file>

<file path=ppt/tags/tag503.xml><?xml version="1.0" encoding="utf-8"?>
<p:tagLst xmlns:p="http://schemas.openxmlformats.org/presentationml/2006/main">
  <p:tag name="KSO_WM_BEAUTIFY_FLAG" val=""/>
</p:tagLst>
</file>

<file path=ppt/tags/tag504.xml><?xml version="1.0" encoding="utf-8"?>
<p:tagLst xmlns:p="http://schemas.openxmlformats.org/presentationml/2006/main">
  <p:tag name="KSO_WM_BEAUTIFY_FLAG" val=""/>
</p:tagLst>
</file>

<file path=ppt/tags/tag505.xml><?xml version="1.0" encoding="utf-8"?>
<p:tagLst xmlns:p="http://schemas.openxmlformats.org/presentationml/2006/main">
  <p:tag name="KSO_WM_BEAUTIFY_FLAG" val=""/>
</p:tagLst>
</file>

<file path=ppt/tags/tag506.xml><?xml version="1.0" encoding="utf-8"?>
<p:tagLst xmlns:p="http://schemas.openxmlformats.org/presentationml/2006/main">
  <p:tag name="KSO_WM_BEAUTIFY_FLAG" val=""/>
</p:tagLst>
</file>

<file path=ppt/tags/tag507.xml><?xml version="1.0" encoding="utf-8"?>
<p:tagLst xmlns:p="http://schemas.openxmlformats.org/presentationml/2006/main">
  <p:tag name="KSO_WM_BEAUTIFY_FLAG" val=""/>
</p:tagLst>
</file>

<file path=ppt/tags/tag508.xml><?xml version="1.0" encoding="utf-8"?>
<p:tagLst xmlns:p="http://schemas.openxmlformats.org/presentationml/2006/main">
  <p:tag name="KSO_WM_BEAUTIFY_FLAG" val=""/>
</p:tagLst>
</file>

<file path=ppt/tags/tag509.xml><?xml version="1.0" encoding="utf-8"?>
<p:tagLst xmlns:p="http://schemas.openxmlformats.org/presentationml/2006/main">
  <p:tag name="KSO_WM_BEAUTIFY_FLAG" val=""/>
</p:tagLst>
</file>

<file path=ppt/tags/tag510.xml><?xml version="1.0" encoding="utf-8"?>
<p:tagLst xmlns:p="http://schemas.openxmlformats.org/presentationml/2006/main">
  <p:tag name="KSO_WM_BEAUTIFY_FLAG" val=""/>
</p:tagLst>
</file>

<file path=ppt/tags/tag511.xml><?xml version="1.0" encoding="utf-8"?>
<p:tagLst xmlns:p="http://schemas.openxmlformats.org/presentationml/2006/main">
  <p:tag name="KSO_WM_BEAUTIFY_FLAG" val=""/>
</p:tagLst>
</file>

<file path=ppt/tags/tag512.xml><?xml version="1.0" encoding="utf-8"?>
<p:tagLst xmlns:p="http://schemas.openxmlformats.org/presentationml/2006/main">
  <p:tag name="KSO_WM_BEAUTIFY_FLAG" val=""/>
</p:tagLst>
</file>

<file path=ppt/tags/tag513.xml><?xml version="1.0" encoding="utf-8"?>
<p:tagLst xmlns:p="http://schemas.openxmlformats.org/presentationml/2006/main">
  <p:tag name="KSO_WM_BEAUTIFY_FLAG" val=""/>
</p:tagLst>
</file>

<file path=ppt/tags/tag514.xml><?xml version="1.0" encoding="utf-8"?>
<p:tagLst xmlns:p="http://schemas.openxmlformats.org/presentationml/2006/main">
  <p:tag name="KSO_WM_BEAUTIFY_FLAG" val=""/>
</p:tagLst>
</file>

<file path=ppt/tags/tag515.xml><?xml version="1.0" encoding="utf-8"?>
<p:tagLst xmlns:p="http://schemas.openxmlformats.org/presentationml/2006/main">
  <p:tag name="KSO_WM_BEAUTIFY_FLAG" val=""/>
</p:tagLst>
</file>

<file path=ppt/tags/tag516.xml><?xml version="1.0" encoding="utf-8"?>
<p:tagLst xmlns:p="http://schemas.openxmlformats.org/presentationml/2006/main">
  <p:tag name="KSO_WM_BEAUTIFY_FLAG" val=""/>
</p:tagLst>
</file>

<file path=ppt/tags/tag517.xml><?xml version="1.0" encoding="utf-8"?>
<p:tagLst xmlns:p="http://schemas.openxmlformats.org/presentationml/2006/main">
  <p:tag name="KSO_WM_BEAUTIFY_FLAG" val=""/>
</p:tagLst>
</file>

<file path=ppt/tags/tag518.xml><?xml version="1.0" encoding="utf-8"?>
<p:tagLst xmlns:p="http://schemas.openxmlformats.org/presentationml/2006/main">
  <p:tag name="KSO_WM_BEAUTIFY_FLAG" val=""/>
</p:tagLst>
</file>

<file path=ppt/tags/tag519.xml><?xml version="1.0" encoding="utf-8"?>
<p:tagLst xmlns:p="http://schemas.openxmlformats.org/presentationml/2006/main">
  <p:tag name="KSO_WM_BEAUTIFY_FLAG" val=""/>
</p:tagLst>
</file>

<file path=ppt/tags/tag520.xml><?xml version="1.0" encoding="utf-8"?>
<p:tagLst xmlns:p="http://schemas.openxmlformats.org/presentationml/2006/main">
  <p:tag name="KSO_WM_BEAUTIFY_FLAG" val=""/>
</p:tagLst>
</file>

<file path=ppt/tags/tag521.xml><?xml version="1.0" encoding="utf-8"?>
<p:tagLst xmlns:p="http://schemas.openxmlformats.org/presentationml/2006/main">
  <p:tag name="KSO_WM_BEAUTIFY_FLAG" val=""/>
</p:tagLst>
</file>

<file path=ppt/tags/tag522.xml><?xml version="1.0" encoding="utf-8"?>
<p:tagLst xmlns:p="http://schemas.openxmlformats.org/presentationml/2006/main">
  <p:tag name="KSO_WM_BEAUTIFY_FLAG" val=""/>
</p:tagLst>
</file>

<file path=ppt/tags/tag523.xml><?xml version="1.0" encoding="utf-8"?>
<p:tagLst xmlns:p="http://schemas.openxmlformats.org/presentationml/2006/main">
  <p:tag name="KSO_WM_BEAUTIFY_FLAG" val=""/>
</p:tagLst>
</file>

<file path=ppt/tags/tag524.xml><?xml version="1.0" encoding="utf-8"?>
<p:tagLst xmlns:p="http://schemas.openxmlformats.org/presentationml/2006/main">
  <p:tag name="KSO_WM_BEAUTIFY_FLAG" val=""/>
</p:tagLst>
</file>

<file path=ppt/tags/tag525.xml><?xml version="1.0" encoding="utf-8"?>
<p:tagLst xmlns:p="http://schemas.openxmlformats.org/presentationml/2006/main">
  <p:tag name="KSO_WM_BEAUTIFY_FLAG" val=""/>
</p:tagLst>
</file>

<file path=ppt/tags/tag526.xml><?xml version="1.0" encoding="utf-8"?>
<p:tagLst xmlns:p="http://schemas.openxmlformats.org/presentationml/2006/main">
  <p:tag name="KSO_WM_BEAUTIFY_FLAG" val=""/>
</p:tagLst>
</file>

<file path=ppt/tags/tag527.xml><?xml version="1.0" encoding="utf-8"?>
<p:tagLst xmlns:p="http://schemas.openxmlformats.org/presentationml/2006/main">
  <p:tag name="KSO_WM_BEAUTIFY_FLAG" val=""/>
</p:tagLst>
</file>

<file path=ppt/tags/tag528.xml><?xml version="1.0" encoding="utf-8"?>
<p:tagLst xmlns:p="http://schemas.openxmlformats.org/presentationml/2006/main">
  <p:tag name="KSO_WM_BEAUTIFY_FLAG" val=""/>
</p:tagLst>
</file>

<file path=ppt/tags/tag529.xml><?xml version="1.0" encoding="utf-8"?>
<p:tagLst xmlns:p="http://schemas.openxmlformats.org/presentationml/2006/main">
  <p:tag name="KSO_WM_BEAUTIFY_FLAG" val=""/>
</p:tagLst>
</file>

<file path=ppt/tags/tag530.xml><?xml version="1.0" encoding="utf-8"?>
<p:tagLst xmlns:p="http://schemas.openxmlformats.org/presentationml/2006/main">
  <p:tag name="KSO_WM_BEAUTIFY_FLAG" val=""/>
</p:tagLst>
</file>

<file path=ppt/tags/tag531.xml><?xml version="1.0" encoding="utf-8"?>
<p:tagLst xmlns:p="http://schemas.openxmlformats.org/presentationml/2006/main">
  <p:tag name="KSO_WM_BEAUTIFY_FLAG" val=""/>
</p:tagLst>
</file>

<file path=ppt/tags/tag532.xml><?xml version="1.0" encoding="utf-8"?>
<p:tagLst xmlns:p="http://schemas.openxmlformats.org/presentationml/2006/main">
  <p:tag name="KSO_WM_BEAUTIFY_FLAG" val=""/>
</p:tagLst>
</file>

<file path=ppt/tags/tag533.xml><?xml version="1.0" encoding="utf-8"?>
<p:tagLst xmlns:p="http://schemas.openxmlformats.org/presentationml/2006/main">
  <p:tag name="KSO_WM_BEAUTIFY_FLAG" val=""/>
</p:tagLst>
</file>

<file path=ppt/tags/tag534.xml><?xml version="1.0" encoding="utf-8"?>
<p:tagLst xmlns:p="http://schemas.openxmlformats.org/presentationml/2006/main">
  <p:tag name="KSO_WM_BEAUTIFY_FLAG" val=""/>
</p:tagLst>
</file>

<file path=ppt/tags/tag535.xml><?xml version="1.0" encoding="utf-8"?>
<p:tagLst xmlns:p="http://schemas.openxmlformats.org/presentationml/2006/main">
  <p:tag name="KSO_WM_BEAUTIFY_FLAG" val=""/>
</p:tagLst>
</file>

<file path=ppt/tags/tag536.xml><?xml version="1.0" encoding="utf-8"?>
<p:tagLst xmlns:p="http://schemas.openxmlformats.org/presentationml/2006/main">
  <p:tag name="KSO_WM_BEAUTIFY_FLAG" val=""/>
</p:tagLst>
</file>

<file path=ppt/tags/tag537.xml><?xml version="1.0" encoding="utf-8"?>
<p:tagLst xmlns:p="http://schemas.openxmlformats.org/presentationml/2006/main">
  <p:tag name="KSO_WM_BEAUTIFY_FLAG" val=""/>
</p:tagLst>
</file>

<file path=ppt/tags/tag538.xml><?xml version="1.0" encoding="utf-8"?>
<p:tagLst xmlns:p="http://schemas.openxmlformats.org/presentationml/2006/main">
  <p:tag name="KSO_WM_BEAUTIFY_FLAG" val=""/>
</p:tagLst>
</file>

<file path=ppt/tags/tag539.xml><?xml version="1.0" encoding="utf-8"?>
<p:tagLst xmlns:p="http://schemas.openxmlformats.org/presentationml/2006/main">
  <p:tag name="KSO_WM_BEAUTIFY_FLAG" val=""/>
</p:tagLst>
</file>

<file path=ppt/tags/tag540.xml><?xml version="1.0" encoding="utf-8"?>
<p:tagLst xmlns:p="http://schemas.openxmlformats.org/presentationml/2006/main">
  <p:tag name="KSO_WM_BEAUTIFY_FLAG" val=""/>
</p:tagLst>
</file>

<file path=ppt/tags/tag541.xml><?xml version="1.0" encoding="utf-8"?>
<p:tagLst xmlns:p="http://schemas.openxmlformats.org/presentationml/2006/main">
  <p:tag name="KSO_WM_BEAUTIFY_FLAG" val=""/>
</p:tagLst>
</file>

<file path=ppt/tags/tag542.xml><?xml version="1.0" encoding="utf-8"?>
<p:tagLst xmlns:p="http://schemas.openxmlformats.org/presentationml/2006/main">
  <p:tag name="KSO_WM_BEAUTIFY_FLAG" val=""/>
</p:tagLst>
</file>

<file path=ppt/tags/tag543.xml><?xml version="1.0" encoding="utf-8"?>
<p:tagLst xmlns:p="http://schemas.openxmlformats.org/presentationml/2006/main">
  <p:tag name="KSO_WM_BEAUTIFY_FLAG" val=""/>
</p:tagLst>
</file>

<file path=ppt/tags/tag544.xml><?xml version="1.0" encoding="utf-8"?>
<p:tagLst xmlns:p="http://schemas.openxmlformats.org/presentationml/2006/main">
  <p:tag name="KSO_WM_BEAUTIFY_FLAG" val=""/>
</p:tagLst>
</file>

<file path=ppt/tags/tag545.xml><?xml version="1.0" encoding="utf-8"?>
<p:tagLst xmlns:p="http://schemas.openxmlformats.org/presentationml/2006/main">
  <p:tag name="KSO_WM_BEAUTIFY_FLAG" val=""/>
</p:tagLst>
</file>

<file path=ppt/tags/tag546.xml><?xml version="1.0" encoding="utf-8"?>
<p:tagLst xmlns:p="http://schemas.openxmlformats.org/presentationml/2006/main">
  <p:tag name="KSO_WM_BEAUTIFY_FLAG" val=""/>
</p:tagLst>
</file>

<file path=ppt/tags/tag547.xml><?xml version="1.0" encoding="utf-8"?>
<p:tagLst xmlns:p="http://schemas.openxmlformats.org/presentationml/2006/main">
  <p:tag name="KSO_WM_BEAUTIFY_FLAG" val=""/>
</p:tagLst>
</file>

<file path=ppt/tags/tag548.xml><?xml version="1.0" encoding="utf-8"?>
<p:tagLst xmlns:p="http://schemas.openxmlformats.org/presentationml/2006/main">
  <p:tag name="KSO_WM_BEAUTIFY_FLAG" val=""/>
</p:tagLst>
</file>

<file path=ppt/tags/tag549.xml><?xml version="1.0" encoding="utf-8"?>
<p:tagLst xmlns:p="http://schemas.openxmlformats.org/presentationml/2006/main">
  <p:tag name="KSO_WM_BEAUTIFY_FLAG" val=""/>
</p:tagLst>
</file>

<file path=ppt/tags/tag550.xml><?xml version="1.0" encoding="utf-8"?>
<p:tagLst xmlns:p="http://schemas.openxmlformats.org/presentationml/2006/main">
  <p:tag name="KSO_WM_BEAUTIFY_FLAG" val=""/>
</p:tagLst>
</file>

<file path=ppt/tags/tag551.xml><?xml version="1.0" encoding="utf-8"?>
<p:tagLst xmlns:p="http://schemas.openxmlformats.org/presentationml/2006/main">
  <p:tag name="KSO_WM_BEAUTIFY_FLAG" val=""/>
</p:tagLst>
</file>

<file path=ppt/tags/tag552.xml><?xml version="1.0" encoding="utf-8"?>
<p:tagLst xmlns:p="http://schemas.openxmlformats.org/presentationml/2006/main">
  <p:tag name="KSO_WM_BEAUTIFY_FLAG" val=""/>
</p:tagLst>
</file>

<file path=ppt/tags/tag553.xml><?xml version="1.0" encoding="utf-8"?>
<p:tagLst xmlns:p="http://schemas.openxmlformats.org/presentationml/2006/main">
  <p:tag name="KSO_WM_BEAUTIFY_FLAG" val=""/>
</p:tagLst>
</file>

<file path=ppt/tags/tag554.xml><?xml version="1.0" encoding="utf-8"?>
<p:tagLst xmlns:p="http://schemas.openxmlformats.org/presentationml/2006/main">
  <p:tag name="KSO_WM_BEAUTIFY_FLAG" val=""/>
</p:tagLst>
</file>

<file path=ppt/tags/tag555.xml><?xml version="1.0" encoding="utf-8"?>
<p:tagLst xmlns:p="http://schemas.openxmlformats.org/presentationml/2006/main">
  <p:tag name="KSO_WM_BEAUTIFY_FLAG" val=""/>
</p:tagLst>
</file>

<file path=ppt/tags/tag556.xml><?xml version="1.0" encoding="utf-8"?>
<p:tagLst xmlns:p="http://schemas.openxmlformats.org/presentationml/2006/main">
  <p:tag name="KSO_WM_BEAUTIFY_FLAG" val=""/>
</p:tagLst>
</file>

<file path=ppt/tags/tag557.xml><?xml version="1.0" encoding="utf-8"?>
<p:tagLst xmlns:p="http://schemas.openxmlformats.org/presentationml/2006/main">
  <p:tag name="KSO_WM_BEAUTIFY_FLAG" val=""/>
</p:tagLst>
</file>

<file path=ppt/tags/tag558.xml><?xml version="1.0" encoding="utf-8"?>
<p:tagLst xmlns:p="http://schemas.openxmlformats.org/presentationml/2006/main">
  <p:tag name="KSO_WM_BEAUTIFY_FLAG" val=""/>
</p:tagLst>
</file>

<file path=ppt/tags/tag559.xml><?xml version="1.0" encoding="utf-8"?>
<p:tagLst xmlns:p="http://schemas.openxmlformats.org/presentationml/2006/main">
  <p:tag name="KSO_WM_BEAUTIFY_FLAG" val=""/>
</p:tagLst>
</file>

<file path=ppt/tags/tag560.xml><?xml version="1.0" encoding="utf-8"?>
<p:tagLst xmlns:p="http://schemas.openxmlformats.org/presentationml/2006/main">
  <p:tag name="KSO_WM_BEAUTIFY_FLAG" val=""/>
</p:tagLst>
</file>

<file path=ppt/tags/tag561.xml><?xml version="1.0" encoding="utf-8"?>
<p:tagLst xmlns:p="http://schemas.openxmlformats.org/presentationml/2006/main">
  <p:tag name="KSO_WM_BEAUTIFY_FLAG" val=""/>
</p:tagLst>
</file>

<file path=ppt/tags/tag562.xml><?xml version="1.0" encoding="utf-8"?>
<p:tagLst xmlns:p="http://schemas.openxmlformats.org/presentationml/2006/main">
  <p:tag name="KSO_WM_BEAUTIFY_FLAG" val=""/>
</p:tagLst>
</file>

<file path=ppt/tags/tag563.xml><?xml version="1.0" encoding="utf-8"?>
<p:tagLst xmlns:p="http://schemas.openxmlformats.org/presentationml/2006/main">
  <p:tag name="KSO_WM_BEAUTIFY_FLAG" val=""/>
</p:tagLst>
</file>

<file path=ppt/tags/tag564.xml><?xml version="1.0" encoding="utf-8"?>
<p:tagLst xmlns:p="http://schemas.openxmlformats.org/presentationml/2006/main">
  <p:tag name="KSO_WM_BEAUTIFY_FLAG" val=""/>
</p:tagLst>
</file>

<file path=ppt/tags/tag565.xml><?xml version="1.0" encoding="utf-8"?>
<p:tagLst xmlns:p="http://schemas.openxmlformats.org/presentationml/2006/main">
  <p:tag name="KSO_WM_BEAUTIFY_FLAG" val=""/>
</p:tagLst>
</file>

<file path=ppt/tags/tag566.xml><?xml version="1.0" encoding="utf-8"?>
<p:tagLst xmlns:p="http://schemas.openxmlformats.org/presentationml/2006/main">
  <p:tag name="KSO_WM_BEAUTIFY_FLAG" val=""/>
</p:tagLst>
</file>

<file path=ppt/tags/tag567.xml><?xml version="1.0" encoding="utf-8"?>
<p:tagLst xmlns:p="http://schemas.openxmlformats.org/presentationml/2006/main">
  <p:tag name="KSO_WM_BEAUTIFY_FLAG" val=""/>
</p:tagLst>
</file>

<file path=ppt/tags/tag568.xml><?xml version="1.0" encoding="utf-8"?>
<p:tagLst xmlns:p="http://schemas.openxmlformats.org/presentationml/2006/main">
  <p:tag name="KSO_WM_BEAUTIFY_FLAG" val=""/>
</p:tagLst>
</file>

<file path=ppt/tags/tag569.xml><?xml version="1.0" encoding="utf-8"?>
<p:tagLst xmlns:p="http://schemas.openxmlformats.org/presentationml/2006/main">
  <p:tag name="KSO_WM_BEAUTIFY_FLAG" val=""/>
</p:tagLst>
</file>

<file path=ppt/tags/tag570.xml><?xml version="1.0" encoding="utf-8"?>
<p:tagLst xmlns:p="http://schemas.openxmlformats.org/presentationml/2006/main">
  <p:tag name="KSO_WM_BEAUTIFY_FLAG" val=""/>
</p:tagLst>
</file>

<file path=ppt/tags/tag571.xml><?xml version="1.0" encoding="utf-8"?>
<p:tagLst xmlns:p="http://schemas.openxmlformats.org/presentationml/2006/main">
  <p:tag name="KSO_WM_BEAUTIFY_FLAG" val=""/>
</p:tagLst>
</file>

<file path=ppt/tags/tag572.xml><?xml version="1.0" encoding="utf-8"?>
<p:tagLst xmlns:p="http://schemas.openxmlformats.org/presentationml/2006/main">
  <p:tag name="KSO_WM_BEAUTIFY_FLAG" val=""/>
</p:tagLst>
</file>

<file path=ppt/tags/tag573.xml><?xml version="1.0" encoding="utf-8"?>
<p:tagLst xmlns:p="http://schemas.openxmlformats.org/presentationml/2006/main">
  <p:tag name="KSO_WM_BEAUTIFY_FLAG" val=""/>
</p:tagLst>
</file>

<file path=ppt/tags/tag574.xml><?xml version="1.0" encoding="utf-8"?>
<p:tagLst xmlns:p="http://schemas.openxmlformats.org/presentationml/2006/main">
  <p:tag name="KSO_WM_BEAUTIFY_FLAG" val=""/>
</p:tagLst>
</file>

<file path=ppt/tags/tag575.xml><?xml version="1.0" encoding="utf-8"?>
<p:tagLst xmlns:p="http://schemas.openxmlformats.org/presentationml/2006/main">
  <p:tag name="KSO_WM_BEAUTIFY_FLAG" val=""/>
</p:tagLst>
</file>

<file path=ppt/tags/tag576.xml><?xml version="1.0" encoding="utf-8"?>
<p:tagLst xmlns:p="http://schemas.openxmlformats.org/presentationml/2006/main">
  <p:tag name="KSO_WM_BEAUTIFY_FLAG" val=""/>
</p:tagLst>
</file>

<file path=ppt/tags/tag577.xml><?xml version="1.0" encoding="utf-8"?>
<p:tagLst xmlns:p="http://schemas.openxmlformats.org/presentationml/2006/main">
  <p:tag name="KSO_WM_BEAUTIFY_FLAG" val=""/>
</p:tagLst>
</file>

<file path=ppt/tags/tag578.xml><?xml version="1.0" encoding="utf-8"?>
<p:tagLst xmlns:p="http://schemas.openxmlformats.org/presentationml/2006/main">
  <p:tag name="KSO_WM_BEAUTIFY_FLAG" val=""/>
</p:tagLst>
</file>

<file path=ppt/tags/tag579.xml><?xml version="1.0" encoding="utf-8"?>
<p:tagLst xmlns:p="http://schemas.openxmlformats.org/presentationml/2006/main">
  <p:tag name="KSO_WM_BEAUTIFY_FLAG" val=""/>
</p:tagLst>
</file>

<file path=ppt/tags/tag580.xml><?xml version="1.0" encoding="utf-8"?>
<p:tagLst xmlns:p="http://schemas.openxmlformats.org/presentationml/2006/main">
  <p:tag name="KSO_WM_BEAUTIFY_FLAG" val=""/>
</p:tagLst>
</file>

<file path=ppt/tags/tag581.xml><?xml version="1.0" encoding="utf-8"?>
<p:tagLst xmlns:p="http://schemas.openxmlformats.org/presentationml/2006/main">
  <p:tag name="KSO_WM_BEAUTIFY_FLAG" val=""/>
</p:tagLst>
</file>

<file path=ppt/tags/tag582.xml><?xml version="1.0" encoding="utf-8"?>
<p:tagLst xmlns:p="http://schemas.openxmlformats.org/presentationml/2006/main">
  <p:tag name="KSO_WM_BEAUTIFY_FLAG" val=""/>
</p:tagLst>
</file>

<file path=ppt/tags/tag583.xml><?xml version="1.0" encoding="utf-8"?>
<p:tagLst xmlns:p="http://schemas.openxmlformats.org/presentationml/2006/main">
  <p:tag name="KSO_WM_BEAUTIFY_FLAG" val=""/>
</p:tagLst>
</file>

<file path=ppt/tags/tag584.xml><?xml version="1.0" encoding="utf-8"?>
<p:tagLst xmlns:p="http://schemas.openxmlformats.org/presentationml/2006/main">
  <p:tag name="KSO_WM_BEAUTIFY_FLAG" val=""/>
</p:tagLst>
</file>

<file path=ppt/tags/tag585.xml><?xml version="1.0" encoding="utf-8"?>
<p:tagLst xmlns:p="http://schemas.openxmlformats.org/presentationml/2006/main">
  <p:tag name="KSO_WM_BEAUTIFY_FLAG" val=""/>
</p:tagLst>
</file>

<file path=ppt/tags/tag586.xml><?xml version="1.0" encoding="utf-8"?>
<p:tagLst xmlns:p="http://schemas.openxmlformats.org/presentationml/2006/main">
  <p:tag name="KSO_WM_BEAUTIFY_FLAG" val=""/>
</p:tagLst>
</file>

<file path=ppt/tags/tag587.xml><?xml version="1.0" encoding="utf-8"?>
<p:tagLst xmlns:p="http://schemas.openxmlformats.org/presentationml/2006/main">
  <p:tag name="KSO_WM_BEAUTIFY_FLAG" val=""/>
</p:tagLst>
</file>

<file path=ppt/tags/tag588.xml><?xml version="1.0" encoding="utf-8"?>
<p:tagLst xmlns:p="http://schemas.openxmlformats.org/presentationml/2006/main">
  <p:tag name="KSO_WM_BEAUTIFY_FLAG" val=""/>
</p:tagLst>
</file>

<file path=ppt/tags/tag589.xml><?xml version="1.0" encoding="utf-8"?>
<p:tagLst xmlns:p="http://schemas.openxmlformats.org/presentationml/2006/main">
  <p:tag name="KSO_WM_BEAUTIFY_FLAG" val=""/>
</p:tagLst>
</file>

<file path=ppt/tags/tag590.xml><?xml version="1.0" encoding="utf-8"?>
<p:tagLst xmlns:p="http://schemas.openxmlformats.org/presentationml/2006/main">
  <p:tag name="KSO_WM_BEAUTIFY_FLAG" val=""/>
</p:tagLst>
</file>

<file path=ppt/tags/tag591.xml><?xml version="1.0" encoding="utf-8"?>
<p:tagLst xmlns:p="http://schemas.openxmlformats.org/presentationml/2006/main">
  <p:tag name="KSO_WM_BEAUTIFY_FLAG" val=""/>
</p:tagLst>
</file>

<file path=ppt/tags/tag592.xml><?xml version="1.0" encoding="utf-8"?>
<p:tagLst xmlns:p="http://schemas.openxmlformats.org/presentationml/2006/main">
  <p:tag name="KSO_WM_BEAUTIFY_FLAG" val=""/>
</p:tagLst>
</file>

<file path=ppt/tags/tag593.xml><?xml version="1.0" encoding="utf-8"?>
<p:tagLst xmlns:p="http://schemas.openxmlformats.org/presentationml/2006/main">
  <p:tag name="KSO_WM_BEAUTIFY_FLAG" val=""/>
</p:tagLst>
</file>

<file path=ppt/tags/tag594.xml><?xml version="1.0" encoding="utf-8"?>
<p:tagLst xmlns:p="http://schemas.openxmlformats.org/presentationml/2006/main">
  <p:tag name="KSO_WM_BEAUTIFY_FLAG" val=""/>
</p:tagLst>
</file>

<file path=ppt/tags/tag595.xml><?xml version="1.0" encoding="utf-8"?>
<p:tagLst xmlns:p="http://schemas.openxmlformats.org/presentationml/2006/main">
  <p:tag name="KSO_WM_BEAUTIFY_FLAG" val=""/>
</p:tagLst>
</file>

<file path=ppt/tags/tag596.xml><?xml version="1.0" encoding="utf-8"?>
<p:tagLst xmlns:p="http://schemas.openxmlformats.org/presentationml/2006/main">
  <p:tag name="KSO_WM_BEAUTIFY_FLAG" val=""/>
</p:tagLst>
</file>

<file path=ppt/tags/tag597.xml><?xml version="1.0" encoding="utf-8"?>
<p:tagLst xmlns:p="http://schemas.openxmlformats.org/presentationml/2006/main">
  <p:tag name="KSO_WM_BEAUTIFY_FLAG" val=""/>
</p:tagLst>
</file>

<file path=ppt/tags/tag598.xml><?xml version="1.0" encoding="utf-8"?>
<p:tagLst xmlns:p="http://schemas.openxmlformats.org/presentationml/2006/main">
  <p:tag name="KSO_WM_BEAUTIFY_FLAG" val=""/>
</p:tagLst>
</file>

<file path=ppt/tags/tag599.xml><?xml version="1.0" encoding="utf-8"?>
<p:tagLst xmlns:p="http://schemas.openxmlformats.org/presentationml/2006/main">
  <p:tag name="KSO_WM_BEAUTIFY_FLAG" val=""/>
</p:tagLst>
</file>

<file path=ppt/tags/tag600.xml><?xml version="1.0" encoding="utf-8"?>
<p:tagLst xmlns:p="http://schemas.openxmlformats.org/presentationml/2006/main">
  <p:tag name="KSO_WPP_MARK_KEY" val="2e607759-53e1-457f-acd7-15b5bda26a00"/>
  <p:tag name="COMMONDATA" val="eyJoZGlkIjoiODVjNzJiMjQ4M2VlZTdjNWM4NTZjODE0OTI2OWMxMTQifQ=="/>
  <p:tag name="resource_record_key" val="{&quot;13&quot;:[4722044]}"/>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bwMode="auto">
        <a:noFill/>
        <a:ln w="12700">
          <a:noFill/>
          <a:miter lim="800000"/>
        </a:ln>
      </a:spPr>
      <a:bodyPr wrap="none" rtlCol="0" anchor="ctr">
        <a:spAutoFit/>
      </a:bodyPr>
      <a:lstStyle>
        <a:defPPr algn="just" eaLnBrk="0" hangingPunct="0">
          <a:lnSpc>
            <a:spcPct val="110000"/>
          </a:lnSpc>
          <a:defRPr kumimoji="1" sz="2800" dirty="0" smtClean="0">
            <a:latin typeface="Times New Roman" panose="02020603050405020304" pitchFamily="18" charset="0"/>
            <a:ea typeface="华文中宋" panose="02010600040101010101" pitchFamily="2" charset="-122"/>
            <a:cs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9265</Words>
  <Application>WPS 演示</Application>
  <PresentationFormat>全屏显示(4:3)</PresentationFormat>
  <Paragraphs>4290</Paragraphs>
  <Slides>86</Slides>
  <Notes>0</Notes>
  <HiddenSlides>0</HiddenSlides>
  <MMClips>0</MMClips>
  <ScaleCrop>false</ScaleCrop>
  <HeadingPairs>
    <vt:vector size="8" baseType="variant">
      <vt:variant>
        <vt:lpstr>已用的字体</vt:lpstr>
      </vt:variant>
      <vt:variant>
        <vt:i4>21</vt:i4>
      </vt:variant>
      <vt:variant>
        <vt:lpstr>主题</vt:lpstr>
      </vt:variant>
      <vt:variant>
        <vt:i4>1</vt:i4>
      </vt:variant>
      <vt:variant>
        <vt:lpstr>嵌入 OLE 服务器</vt:lpstr>
      </vt:variant>
      <vt:variant>
        <vt:i4>179</vt:i4>
      </vt:variant>
      <vt:variant>
        <vt:lpstr>幻灯片标题</vt:lpstr>
      </vt:variant>
      <vt:variant>
        <vt:i4>86</vt:i4>
      </vt:variant>
    </vt:vector>
  </HeadingPairs>
  <TitlesOfParts>
    <vt:vector size="287" baseType="lpstr">
      <vt:lpstr>Arial</vt:lpstr>
      <vt:lpstr>宋体</vt:lpstr>
      <vt:lpstr>Wingdings</vt:lpstr>
      <vt:lpstr>Times New Roman</vt:lpstr>
      <vt:lpstr>华文中宋</vt:lpstr>
      <vt:lpstr>微软雅黑</vt:lpstr>
      <vt:lpstr>隶书</vt:lpstr>
      <vt:lpstr>Monotype Sorts</vt:lpstr>
      <vt:lpstr>Wingdings</vt:lpstr>
      <vt:lpstr>楷体_GB2312</vt:lpstr>
      <vt:lpstr>华文楷体</vt:lpstr>
      <vt:lpstr>仿宋_GB2312</vt:lpstr>
      <vt:lpstr>华文新魏</vt:lpstr>
      <vt:lpstr>Symbol</vt:lpstr>
      <vt:lpstr>仿宋</vt:lpstr>
      <vt:lpstr>Calibri</vt:lpstr>
      <vt:lpstr>Arial Unicode MS</vt:lpstr>
      <vt:lpstr>华文琥珀</vt:lpstr>
      <vt:lpstr>新宋体</vt:lpstr>
      <vt:lpstr>汉仪力量黑简</vt:lpstr>
      <vt:lpstr>CommonBullets</vt:lpstr>
      <vt:lpstr>Office 主题</vt:lpstr>
      <vt:lpstr>Equation.KSEE3</vt:lpstr>
      <vt:lpstr>Equation.KSEE3</vt:lpstr>
      <vt:lpstr>Equation.KSEE3</vt:lpstr>
      <vt:lpstr>Equation.KSEE3</vt:lpstr>
      <vt:lpstr>Equation.3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Equation.3</vt:lpstr>
      <vt:lpstr>Equation.KSEE3</vt:lpstr>
      <vt:lpstr>Equation.KSEE3</vt:lpstr>
      <vt:lpstr>Equation.KSEE3</vt:lpstr>
      <vt:lpstr>Equation.KSEE3</vt:lpstr>
      <vt:lpstr>Equation.DSMT4</vt:lpstr>
      <vt:lpstr>Equation.KSEE3</vt:lpstr>
      <vt:lpstr>Equation.KSEE3</vt:lpstr>
      <vt:lpstr>Equation.KSEE3</vt:lpstr>
      <vt:lpstr>Equation.3</vt:lpstr>
      <vt:lpstr>Equation.3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第四章 电路定理</vt:lpstr>
      <vt:lpstr>第四章 电路定理</vt:lpstr>
      <vt:lpstr>4-1 叠加定理</vt:lpstr>
      <vt:lpstr>4-1 叠加定理</vt:lpstr>
      <vt:lpstr>4-1 叠加定理</vt:lpstr>
      <vt:lpstr>4-1 叠加定理</vt:lpstr>
      <vt:lpstr>4-1 叠加定理</vt:lpstr>
      <vt:lpstr>4-1 叠加定理</vt:lpstr>
      <vt:lpstr>4-1 叠加定理</vt:lpstr>
      <vt:lpstr>4-1 叠加定理</vt:lpstr>
      <vt:lpstr>4-1 叠加定理</vt:lpstr>
      <vt:lpstr>4-1 叠加定理</vt:lpstr>
      <vt:lpstr>4-1 叠加定理</vt:lpstr>
      <vt:lpstr>4-1 叠加定理</vt:lpstr>
      <vt:lpstr>4-1 叠加定理</vt:lpstr>
      <vt:lpstr>4-2 替代定理</vt:lpstr>
      <vt:lpstr>4-2 替代定理</vt:lpstr>
      <vt:lpstr>4-2 替代定理</vt:lpstr>
      <vt:lpstr>4-2 替代定理</vt:lpstr>
      <vt:lpstr>4-2 替代定理</vt:lpstr>
      <vt:lpstr>4-2 替代定理</vt:lpstr>
      <vt:lpstr>4-2 替代定理</vt:lpstr>
      <vt:lpstr>4-2 替代定理</vt:lpstr>
      <vt:lpstr>4-2 替代定理</vt:lpstr>
      <vt:lpstr>4-2 替代定理</vt:lpstr>
      <vt:lpstr>4-2 替代定理</vt:lpstr>
      <vt:lpstr>4-2 替代定理</vt:lpstr>
      <vt:lpstr>4-3 戴维南定理和诺顿定理</vt:lpstr>
      <vt:lpstr>4-3 戴维南定理和诺顿定理</vt:lpstr>
      <vt:lpstr>4-3 戴维南定理和诺顿定理</vt:lpstr>
      <vt:lpstr>4-3 戴维南定理和诺顿定理</vt:lpstr>
      <vt:lpstr>4-3 戴维南定理和诺顿定理</vt:lpstr>
      <vt:lpstr>4-3 戴维南定理和诺顿定理</vt:lpstr>
      <vt:lpstr>4-3 戴维南定理和诺顿定理</vt:lpstr>
      <vt:lpstr>4-3 戴维南定理和诺顿定理</vt:lpstr>
      <vt:lpstr>4-3 戴维南定理和诺顿定理</vt:lpstr>
      <vt:lpstr>4-3 戴维南定理和诺顿定理</vt:lpstr>
      <vt:lpstr>4-3 戴维南定理和诺顿定理</vt:lpstr>
      <vt:lpstr>4-3 戴维南定理和诺顿定理</vt:lpstr>
      <vt:lpstr>4-3 戴维南定理和诺顿定理</vt:lpstr>
      <vt:lpstr>4-3 戴维南定理和诺顿定理</vt:lpstr>
      <vt:lpstr>4-3 戴维南定理和诺顿定理</vt:lpstr>
      <vt:lpstr>4-3 戴维南定理和诺顿定理</vt:lpstr>
      <vt:lpstr>4-3 戴维南定理和诺顿定理</vt:lpstr>
      <vt:lpstr>4-3 戴维南定理和诺顿定理</vt:lpstr>
      <vt:lpstr>4-3 戴维南定理和诺顿定理</vt:lpstr>
      <vt:lpstr>4-3 戴维南定理和诺顿定理</vt:lpstr>
      <vt:lpstr>4-3 戴维南定理和诺顿定理</vt:lpstr>
      <vt:lpstr>4-4 最大功率传输定理</vt:lpstr>
      <vt:lpstr>4-4 最大功率传输定理</vt:lpstr>
      <vt:lpstr>4-4 最大功率传输定理</vt:lpstr>
      <vt:lpstr>4-4 最大功率传输定理</vt:lpstr>
      <vt:lpstr>4-4 最大功率传输定理</vt:lpstr>
      <vt:lpstr> * 4-5 特勒根定理</vt:lpstr>
      <vt:lpstr> * 4-5 特勒根定理</vt:lpstr>
      <vt:lpstr> * 4-5 特勒根定理</vt:lpstr>
      <vt:lpstr> * 4-5 特勒根定理</vt:lpstr>
      <vt:lpstr> * 4-5 特勒根定理</vt:lpstr>
      <vt:lpstr> * 4-5 特勒根定理</vt:lpstr>
      <vt:lpstr> * 4-5 特勒根定理</vt:lpstr>
      <vt:lpstr> * 4-5 特勒根定理</vt:lpstr>
      <vt:lpstr> * 4-5 特勒根定理</vt:lpstr>
      <vt:lpstr>*4-6 互易定理</vt:lpstr>
      <vt:lpstr>*4-6 互易定理</vt:lpstr>
      <vt:lpstr>*4-6 互易定理</vt:lpstr>
      <vt:lpstr>*4-6 互易定理</vt:lpstr>
      <vt:lpstr>*4-6 互易定理</vt:lpstr>
      <vt:lpstr>*4-6 互易定理</vt:lpstr>
      <vt:lpstr>*4-6 互易定理</vt:lpstr>
      <vt:lpstr>*4-6 互易定理</vt:lpstr>
      <vt:lpstr>*4-6 互易定理</vt:lpstr>
      <vt:lpstr>*4-6 互易定理</vt:lpstr>
      <vt:lpstr>*4-6 互易定理</vt:lpstr>
      <vt:lpstr>*4-6 互易定理</vt:lpstr>
      <vt:lpstr>*4-6 互易定理</vt:lpstr>
      <vt:lpstr>*4-6 互易定理</vt:lpstr>
      <vt:lpstr>*4-6 互易定理</vt:lpstr>
      <vt:lpstr>*4-7 对偶原理</vt:lpstr>
      <vt:lpstr>*4-7 对偶原理</vt:lpstr>
      <vt:lpstr>*4-7 对偶原理</vt:lpstr>
      <vt:lpstr>*4-7 对偶原理</vt:lpstr>
      <vt:lpstr>*4-7 对偶原理</vt:lpstr>
      <vt:lpstr>*4-7 对偶原理</vt:lpstr>
      <vt:lpstr>*4-7 对偶原理</vt:lpstr>
      <vt:lpstr>*4-7 对偶原理</vt:lpstr>
      <vt:lpstr>*4-7 对偶原理</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1-1 电路和电路模型</dc:title>
  <dc:creator>lenovo</dc:creator>
  <cp:lastModifiedBy>WPS_788073768</cp:lastModifiedBy>
  <cp:revision>536</cp:revision>
  <dcterms:created xsi:type="dcterms:W3CDTF">2024-09-26T13:54:00Z</dcterms:created>
  <dcterms:modified xsi:type="dcterms:W3CDTF">2025-03-14T09:34:42Z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8F78FE3863B54334BE450DF75E15E41E_12</vt:lpwstr>
  </property>
  <property fmtid="{D5CDD505-2E9C-101B-9397-08002B2CF9AE}" pid="3" name="KSOProductBuildVer">
    <vt:lpwstr>2052-11.1.0.14309</vt:lpwstr>
  </property>
</Properties>
</file>