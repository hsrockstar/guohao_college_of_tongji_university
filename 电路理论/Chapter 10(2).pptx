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60" r:id="rId2"/>
    <p:sldId id="261" r:id="rId3"/>
    <p:sldId id="262" r:id="rId4"/>
    <p:sldId id="263" r:id="rId5"/>
    <p:sldId id="392" r:id="rId6"/>
    <p:sldId id="419" r:id="rId7"/>
    <p:sldId id="420" r:id="rId8"/>
    <p:sldId id="422" r:id="rId9"/>
    <p:sldId id="423" r:id="rId10"/>
    <p:sldId id="453" r:id="rId11"/>
    <p:sldId id="424" r:id="rId12"/>
    <p:sldId id="395" r:id="rId13"/>
    <p:sldId id="396" r:id="rId14"/>
    <p:sldId id="397" r:id="rId15"/>
    <p:sldId id="398" r:id="rId16"/>
    <p:sldId id="399" r:id="rId17"/>
    <p:sldId id="454" r:id="rId18"/>
    <p:sldId id="425" r:id="rId19"/>
    <p:sldId id="431" r:id="rId20"/>
    <p:sldId id="432" r:id="rId21"/>
    <p:sldId id="426" r:id="rId22"/>
    <p:sldId id="427" r:id="rId23"/>
    <p:sldId id="428" r:id="rId24"/>
    <p:sldId id="429" r:id="rId25"/>
    <p:sldId id="430" r:id="rId26"/>
    <p:sldId id="403" r:id="rId27"/>
    <p:sldId id="404" r:id="rId28"/>
    <p:sldId id="406" r:id="rId29"/>
    <p:sldId id="434" r:id="rId30"/>
    <p:sldId id="435" r:id="rId31"/>
    <p:sldId id="439" r:id="rId32"/>
    <p:sldId id="436" r:id="rId33"/>
    <p:sldId id="437" r:id="rId34"/>
    <p:sldId id="438" r:id="rId35"/>
    <p:sldId id="440" r:id="rId36"/>
    <p:sldId id="441" r:id="rId37"/>
    <p:sldId id="442" r:id="rId38"/>
    <p:sldId id="443" r:id="rId39"/>
    <p:sldId id="444" r:id="rId40"/>
    <p:sldId id="451" r:id="rId41"/>
    <p:sldId id="452" r:id="rId4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0"/>
    <p:restoredTop sz="94626"/>
  </p:normalViewPr>
  <p:slideViewPr>
    <p:cSldViewPr>
      <p:cViewPr varScale="1">
        <p:scale>
          <a:sx n="83" d="100"/>
          <a:sy n="83" d="100"/>
        </p:scale>
        <p:origin x="2232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wmf"/><Relationship Id="rId1" Type="http://schemas.openxmlformats.org/officeDocument/2006/relationships/image" Target="../media/image66.emf"/><Relationship Id="rId5" Type="http://schemas.openxmlformats.org/officeDocument/2006/relationships/image" Target="../media/image70.emf"/><Relationship Id="rId4" Type="http://schemas.openxmlformats.org/officeDocument/2006/relationships/image" Target="../media/image69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image" Target="../media/image7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image" Target="../media/image80.wmf"/><Relationship Id="rId7" Type="http://schemas.openxmlformats.org/officeDocument/2006/relationships/image" Target="../media/image84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86.wmf"/><Relationship Id="rId7" Type="http://schemas.openxmlformats.org/officeDocument/2006/relationships/image" Target="../media/image90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image" Target="../media/image115.wmf"/><Relationship Id="rId3" Type="http://schemas.openxmlformats.org/officeDocument/2006/relationships/image" Target="../media/image105.emf"/><Relationship Id="rId7" Type="http://schemas.openxmlformats.org/officeDocument/2006/relationships/image" Target="../media/image109.wmf"/><Relationship Id="rId12" Type="http://schemas.openxmlformats.org/officeDocument/2006/relationships/image" Target="../media/image114.wmf"/><Relationship Id="rId2" Type="http://schemas.openxmlformats.org/officeDocument/2006/relationships/image" Target="../media/image104.emf"/><Relationship Id="rId1" Type="http://schemas.openxmlformats.org/officeDocument/2006/relationships/image" Target="../media/image103.emf"/><Relationship Id="rId6" Type="http://schemas.openxmlformats.org/officeDocument/2006/relationships/image" Target="../media/image108.wmf"/><Relationship Id="rId11" Type="http://schemas.openxmlformats.org/officeDocument/2006/relationships/image" Target="../media/image113.wmf"/><Relationship Id="rId5" Type="http://schemas.openxmlformats.org/officeDocument/2006/relationships/image" Target="../media/image107.wmf"/><Relationship Id="rId10" Type="http://schemas.openxmlformats.org/officeDocument/2006/relationships/image" Target="../media/image112.wmf"/><Relationship Id="rId4" Type="http://schemas.openxmlformats.org/officeDocument/2006/relationships/image" Target="../media/image106.wmf"/><Relationship Id="rId9" Type="http://schemas.openxmlformats.org/officeDocument/2006/relationships/image" Target="../media/image111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image" Target="../media/image128.wmf"/><Relationship Id="rId18" Type="http://schemas.openxmlformats.org/officeDocument/2006/relationships/image" Target="../media/image133.wmf"/><Relationship Id="rId3" Type="http://schemas.openxmlformats.org/officeDocument/2006/relationships/image" Target="../media/image118.emf"/><Relationship Id="rId21" Type="http://schemas.openxmlformats.org/officeDocument/2006/relationships/image" Target="../media/image136.wmf"/><Relationship Id="rId7" Type="http://schemas.openxmlformats.org/officeDocument/2006/relationships/image" Target="../media/image122.wmf"/><Relationship Id="rId12" Type="http://schemas.openxmlformats.org/officeDocument/2006/relationships/image" Target="../media/image127.wmf"/><Relationship Id="rId17" Type="http://schemas.openxmlformats.org/officeDocument/2006/relationships/image" Target="../media/image132.wmf"/><Relationship Id="rId2" Type="http://schemas.openxmlformats.org/officeDocument/2006/relationships/image" Target="../media/image117.emf"/><Relationship Id="rId16" Type="http://schemas.openxmlformats.org/officeDocument/2006/relationships/image" Target="../media/image131.wmf"/><Relationship Id="rId20" Type="http://schemas.openxmlformats.org/officeDocument/2006/relationships/image" Target="../media/image135.wmf"/><Relationship Id="rId1" Type="http://schemas.openxmlformats.org/officeDocument/2006/relationships/image" Target="../media/image116.emf"/><Relationship Id="rId6" Type="http://schemas.openxmlformats.org/officeDocument/2006/relationships/image" Target="../media/image121.wmf"/><Relationship Id="rId11" Type="http://schemas.openxmlformats.org/officeDocument/2006/relationships/image" Target="../media/image126.wmf"/><Relationship Id="rId5" Type="http://schemas.openxmlformats.org/officeDocument/2006/relationships/image" Target="../media/image120.emf"/><Relationship Id="rId15" Type="http://schemas.openxmlformats.org/officeDocument/2006/relationships/image" Target="../media/image130.wmf"/><Relationship Id="rId10" Type="http://schemas.openxmlformats.org/officeDocument/2006/relationships/image" Target="../media/image125.wmf"/><Relationship Id="rId19" Type="http://schemas.openxmlformats.org/officeDocument/2006/relationships/image" Target="../media/image134.wmf"/><Relationship Id="rId4" Type="http://schemas.openxmlformats.org/officeDocument/2006/relationships/image" Target="../media/image119.emf"/><Relationship Id="rId9" Type="http://schemas.openxmlformats.org/officeDocument/2006/relationships/image" Target="../media/image124.wmf"/><Relationship Id="rId14" Type="http://schemas.openxmlformats.org/officeDocument/2006/relationships/image" Target="../media/image12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emf"/><Relationship Id="rId13" Type="http://schemas.openxmlformats.org/officeDocument/2006/relationships/image" Target="../media/image149.wmf"/><Relationship Id="rId18" Type="http://schemas.openxmlformats.org/officeDocument/2006/relationships/image" Target="../media/image154.emf"/><Relationship Id="rId3" Type="http://schemas.openxmlformats.org/officeDocument/2006/relationships/image" Target="../media/image139.emf"/><Relationship Id="rId7" Type="http://schemas.openxmlformats.org/officeDocument/2006/relationships/image" Target="../media/image143.emf"/><Relationship Id="rId12" Type="http://schemas.openxmlformats.org/officeDocument/2006/relationships/image" Target="../media/image148.wmf"/><Relationship Id="rId17" Type="http://schemas.openxmlformats.org/officeDocument/2006/relationships/image" Target="../media/image153.emf"/><Relationship Id="rId2" Type="http://schemas.openxmlformats.org/officeDocument/2006/relationships/image" Target="../media/image138.emf"/><Relationship Id="rId16" Type="http://schemas.openxmlformats.org/officeDocument/2006/relationships/image" Target="../media/image152.emf"/><Relationship Id="rId20" Type="http://schemas.openxmlformats.org/officeDocument/2006/relationships/image" Target="../media/image156.emf"/><Relationship Id="rId1" Type="http://schemas.openxmlformats.org/officeDocument/2006/relationships/image" Target="../media/image137.wmf"/><Relationship Id="rId6" Type="http://schemas.openxmlformats.org/officeDocument/2006/relationships/image" Target="../media/image142.emf"/><Relationship Id="rId11" Type="http://schemas.openxmlformats.org/officeDocument/2006/relationships/image" Target="../media/image147.wmf"/><Relationship Id="rId5" Type="http://schemas.openxmlformats.org/officeDocument/2006/relationships/image" Target="../media/image141.emf"/><Relationship Id="rId15" Type="http://schemas.openxmlformats.org/officeDocument/2006/relationships/image" Target="../media/image151.emf"/><Relationship Id="rId10" Type="http://schemas.openxmlformats.org/officeDocument/2006/relationships/image" Target="../media/image146.wmf"/><Relationship Id="rId19" Type="http://schemas.openxmlformats.org/officeDocument/2006/relationships/image" Target="../media/image155.emf"/><Relationship Id="rId4" Type="http://schemas.openxmlformats.org/officeDocument/2006/relationships/image" Target="../media/image140.emf"/><Relationship Id="rId9" Type="http://schemas.openxmlformats.org/officeDocument/2006/relationships/image" Target="../media/image145.wmf"/><Relationship Id="rId14" Type="http://schemas.openxmlformats.org/officeDocument/2006/relationships/image" Target="../media/image150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5-29T01:23:06.3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2428 5167 684 0,'0'0'30'0,"0"0"6"0,3 0-28 0,3-2-8 0,-6 2 0 0,0 0 0 16,0 0 10-16,0 0 1 0,0 0 0 0,0 0 0 15,0 0 17-15,0 0 3 0,0 0 1 0,0 0 0 16,0 0-13-16,0 0-3 0,0 0 0 0,-6 8 0 16,6 0-16-16,0-1 0 0,-3 4 0 0,3-6 0 15,-3 3 0-15,3 0 0 0,3 3 0 0,0-3 0 16,-3 2 0-16,0-2 0 0,6 3 0 0,-6-1 0 16,0 1 25-16,0 2 2 0,3-2 0 0,3 2 0 15,-6 0 9-15,3 1 3 0,-3 4 0 0,3 1 0 16,-3-1-28-16,0 1-11 0,0 2 8 0,6 3-8 0,-6-3 10 15,0 5-10-15,0-7 12 0,0 2-12 16,0 0 0-16,0 3 0 0,0-6 0 0,0 4 0 0,0-1 0 16,0 3 0-16,0 2 0 0,0-5 0 0,0 3 0 0,0 2 0 15,0 1 0-15,0-1 0 0,0 3 12 0,-6 3-12 16,6-3 12-16,-3 3-12 0,0-3 0 0,-3 3 0 16,3-3 0-16,-3 5 0 0,3-4 0 0,0-1 10 15,-3 5-10-15,3-10 12 0,-3 5-12 0,3-3 8 16,3 4-8-16,-6-1 8 0,3-3-8 0,3 1 0 15,-3-1 0-15,3 0 0 0,0 1 0 0,0-3 0 16,-6 0 0-16,6-1 0 0,-3-1 0 0,3 1 0 16,0-2 0-16,-6 1 0 0,6-4 0 0,0 1 0 15,-3-3 0-15,3-1 0 0,-3-4 0 0,3 0 0 16,0-1 0-16,0 1 0 0,0-6 0 0,0-5 0 0,0 0-12 16,0 0 12-16,0 5-9 0,0-5 9 0,0 0 0 0,0 0 0 15,0 0-15-15,0 0 4 0,0 0 1 0,0 0 0 16,0 0 10-16,0 0 0 0,0 0 8 0,0 0-8 15,0 0 8-15,0 0-8 0,-3-8 8 0,0 3-8 16,0-3 0-16,-3 0 8 0,3 3-8 0,-3-3 0 16,3 3 0-16,0 2 0 0,-3-2 0 0,3 2 0 15,-8 1 24-15,5-4 1 0,3 4 0 0,-6-4 0 16,0 4 3-16,0 2 1 0,-3-3 0 0,0 3 0 16,3 0-18-16,-3-3-11 0,-3 3 12 0,9 0-12 15,-3 3 12-15,1 0-12 0,-10-1 12 0,3 1-12 16,6 2 0-16,-6 1 0 0,0-1 0 0,-3 3 0 0,0 0 0 15,6 0 0-15,-2 0 0 0,-1 2 0 0,0-2 0 16,-3 5 0-16,6 1 0 0,-6 1 0 0,0-1 0 0,3 2 0 16,1-1 0-16,-1 1 0 0,-3 0 0 0,6 3 0 15,-6-1 0-15,3 1 0 0,-3-1 0 0,0 3 0 16,4-2 0-16,-4 2 0 0,0 0 0 0,3 0-9 16,0 1 9-16,3-1 0 0,9 0 0 0,-6 3 0 15,3-3 0-15,0 3 0 0,-9 0 0 0,10-1 0 16,-4 4 9-16,3-1-9 0,-3 1 0 0,3-1 0 15,0 1 0-15,3-4 0 0,-6 4 0 0,9-1 20 16,-3 1-4-16,3-1 0 0,3 1-16 0,-3-1 0 16,3-2 8-16,3 0-8 0,3 0 0 0,3-1 10 15,-3-1-10-15,2-4 8 0,-2 3 15 0,3-2 2 0,6-1 1 0,-3-2 0 16,6 3-9-16,6-1-1 0,-3 1-1 0,2-3 0 16,-5 2-15-16,9-2 0 0,-6 0-12 0,5-3 12 31,-2 3-47-31,3 0-2 0,0 0-1 0,-6-3-400 0,2 0-80 0</inkml:trace>
  <inkml:trace contextRef="#ctx0" brushRef="#br0" timeOffset="835.76">2374 6615 576 0,'0'0'51'0,"0"0"-41"0,0 0-10 0,0 0 0 15,0 0 55-15,0 0 9 0,0 0 1 0,0 0 1 16,0 0-46-16,0 0-8 0,0 0-3 0,0 0 0 16,0 0-1-16,0 0 0 0,0 0 0 0,0 0 0 15,0 0-8-15,0 0 8 0,0 0-8 0,0 0 8 16,12 2 12-16,-3-2 3 0,-6 0 0 0,6 0 0 16,0 0 11-16,-3 3 2 0,9-3 1 0,-6 3 0 15,-3-1-7-15,2-2-2 0,4 3 0 0,3 2 0 16,-6-2-12-16,3 2-2 0,0 0-1 0,0 3 0 15,6 6 6-15,0-4 1 0,-6 1 0 0,-4-1 0 16,7 6-20-16,-6-3 0 0,-3 1 8 0,0-1-8 16,3 3 0-16,0 0 0 0,0-3 0 0,0 0 0 15,0 3 0-15,3-3 0 0,-3 3 0 0,3 0 0 0,0 0 0 16,-1 0 0-16,4 0 0 0,-6 2-9 0,3-2 9 16,-3 2 11-16,6-2-3 0,-6 3 0 0,0-1 3 0,0-2 0 15,0 3 0-15,-6 2 0 0,6-3-2 0,-6 1 0 16,2-1 0-16,-2 4 0 0,0-1-9 0,-3 0 12 15,3 0-12-15,-3 0 12 0,0 0-4 0,0 1 0 16,0 1 0-16,0-1 0 0,0-1-8 0,-3 0 0 16,0 0 0-16,0-2 8 0,3 2-8 0,-8-3 0 15,2 3 0-15,0-2 0 0,-3 0 0 0,-6 2 0 16,3-3 0-16,0 3 0 0,0 1 0 0,0-1 0 16,-3 0 0-16,3 0 0 0,1-2 0 0,-1 2 10 0,-6-3-10 15,6 1 10-15,3 2 7 0,-3-3 2 0,3-2 0 16,0 3 0-16,-9-3-11 0,3 0-8 0,6-3 12 15,-8 0-12-15,5-2 8 0,-9-1-8 0,3 1 0 0,0-3 0 16,3 0 11-16,-3-3-2 0,1 0 0 16,-4 1 0-16,0-1 0 0,6-2 0 0,-9-3 0 0,3 0 0 15,1 0 13-15,-4 2 2 0,3-2 1 0,0 0 0 16,-6 0-2-16,6 0-1 0,4 0 0 0,2 0 0 16,-6 0-22-16,0 0-12 0,3-2 2 0,6 2-524 15,-6-6-105-15</inkml:trace>
  <inkml:trace contextRef="#ctx0" brushRef="#br0" timeOffset="1326.54">2264 7025 1335 0,'0'0'59'0,"0"0"13"0,0-3-58 0,-6 0-14 0,6 3 0 0,0 0 0 16,0 0 22-16,0 0 2 0,0 0 0 0,0 0 0 16,0 0-13-16,0 0-3 0,0 0 0 0,-3 8 0 15,3 0 0-15,-6 3 0 0,6-1 0 0,-3 4 0 16,0-1-8-16,3 0-14 0,0 6 3 0,0-1 1 15,0 3 10-15,0 3 0 0,0 0 0 0,0 2 0 16,-6 4 30-16,3-1 2 0,3 2 0 0,0 1 0 16,0 0-32-16,-6-3 0 0,6 0 0 0,0 0 0 15,0 0 0-15,-3 0 0 0,3-2 0 0,-3 2 0 16,3-8 0-16,0 3 0 0,0 0 0 0,0-3 0 16,0-5-29-16,0-3-12 15,0-2-3-15,0-1-608 0</inkml:trace>
  <inkml:trace contextRef="#ctx0" brushRef="#br0" timeOffset="1653.65">2172 7054 403 0,'0'0'36'0,"0"0"-36"0,0 0 0 0,0 0 0 16,0 0 191-16,0 0 31 0,-6 5 6 0,3 3 2 15,-6 0-162-15,3 0-33 0,3 2-7 0,0 1 0 16,-6 2 10-16,0 1 2 0,6 1 1 0,-6 1 0 15,0 3-17-15,-3-1-3 0,3 3-1 0,-2-5 0 16,2 0-20-16,0 3 0 0,-3 2 0 0,-3-5 0 16,9 2-44-1,-9-2-8-15,3-3 0 0</inkml:trace>
  <inkml:trace contextRef="#ctx0" brushRef="#br0" timeOffset="1894.03">2234 7022 1324 0,'0'0'118'0,"0"0"-94"16,9 3-24-16,-3-1 0 0,9 1 63 0,-9 0 8 0,3 2 1 0,0 0 1 16,0 3-45-16,0 0-10 0,3 3-2 0,-3-3 0 15,-1 2-8-15,1 3-8 0,3-2 12 0,-3 0-12 16,0 2 12-16,3-3-12 0,-3 4 12 0,3-1-12 15,-3-3 0-15,0 4 0 0,3-1-12 0,-3-3 3 32,3 1-47-32,-1-3-8 0,-2-3-3 0</inkml:trace>
  <inkml:trace contextRef="#ctx0" brushRef="#br0" timeOffset="2526.11">2315 8157 345 0,'0'0'31'0,"0"0"-31"0,0 0 0 0,0 0 0 16,0 0 172-16,0 0 28 0,0 0 5 0,0 0 2 15,0 0-102-15,0 0-20 0,0 0-4 0,0 0-1 16,0 0-48-16,0 0-9 0,0 0-3 0,0 0 0 16,0 0-8-16,0 0-1 0,0 0-1 0,0 0 0 15,0 0 16-15,0 0 3 0,0 0 1 0,0 0 0 16,0 0-17-16,0 0-3 0,0 0-1 0,0 0 0 15,0 0 10-15,0 0 1 0,0 0 1 0,0 8 0 16,0 0 7-16,0 5 2 0,0-2 0 0,0 2 0 16,0 3-9-16,0 0-1 0,0 0-1 0,0 0 0 15,0-1-6-15,0 4-1 0,0 2 0 0,0 0 0 16,0 3-12-16,0 3 8 0,-6-1-8 0,6 6 0 16,0-1 8-16,0 7-8 0,-3-1 0 0,3 2 0 0,0-2 8 15,0 3-8-15,-6 0 0 0,6-1 0 0,0-2 0 16,0 3 0-16,0 2 0 0,0-2 0 0,0-3-10 15,0 0-8-15,0 3-2 0,0-3 0 16,0-3-20-16,0 1-5 0,0-4-1 16,0 1 0-16,0 0-27 0,6-3-6 0,-6 0-1 0,0-5-600 15</inkml:trace>
  <inkml:trace contextRef="#ctx0" brushRef="#br0" timeOffset="2939.02">2356 9467 115 0,'0'0'10'0,"0"0"-10"0,3 0 0 0,3-3 0 16,0-5 154-16,-3 6 29 0,3-1 5 0,0 0 2 16,3-2-114-16,-6 2-22 0,6 1-5 0,0-1-1 15,-6-2 0-15,3 2-1 0,6 0 0 0,-3-2 0 16,-3 3 5-16,2-1 0 0,1 0 1 0,0-2 0 16,3 0-15-16,0-1-3 0,3 4-1 0,-3-4 0 15,6 4-5-15,-3-4-1 0,3 4 0 0,-1-1 0 16,4 1-6-16,-6 2-2 0,3 0 0 0,3 0 0 15,0-3 0-15,5 0 0 0,-2 3 0 0,3-2 0 16,-3 2 8-16,3 0 2 0,-1 0 0 0,4 0 0 16,0 0-18-16,6 0-3 0,-7-3-1 0,7 3 0 15,0 0-8-15,0 0 0 0,8 0 0 0,-8 0 8 16,0 3-8-16,5-3 10 0,4 2-10 0,-3 4 10 16,2-4 3-16,-2 1 1 0,6-1 0 0,-1 1 0 0,1 0-1 15,0-3 0-15,2 0 0 0,-5 0 0 16,5 2-1-16,1-2 0 0,-3 3 0 0,5-3 0 0,-2-3-1 0,2 3-1 15,4 0 0-15,-4 0 0 0,4 0-1 0,-3 3 0 16,2-3 0-16,1 0 0 0,-4 0-9 0,4 0 8 16,-1 3-8-16,-5-3 8 0,3 0-8 0,-7 5 0 15,4-5 0-15,-4 3 0 16,1-1-27-16,0 1-7 0,-10 0-2 0,4-3-560 16,3-3-112-16</inkml:trace>
  <inkml:trace contextRef="#ctx0" brushRef="#br0" timeOffset="4648.22">2431 5075 633 0,'0'0'56'0,"0"0"-44"0,0 0-12 0,0 0 0 16,0 0 116-16,0 0 22 0,0 0 4 0,0 0 1 0,0 0-90 0,0 0-17 15,0 0-4-15,0 0-1 0,9-3-10 0,-3 3-1 16,6-5-1-16,-10 2 0 0,7-2-9 0,0 0-2 15,9-1 0-15,-6 1 0 0,0 0-8 0,6-1 0 16,-3 4 0-16,6-6 8 0,2-3-8 0,-2 3 0 16,3-2 0-16,3-1 0 0,3 3 12 0,2-2 0 15,-2 2 0-15,3-3 0 0,6 3 5 0,-7 3 2 16,4-6 0-16,0 3 0 0,2 0-5 0,4 3-1 16,-3-3 0-16,2 3 0 0,7-3-13 0,-6 3 8 15,-4-1-8-15,7 1 0 0,-6 0 9 0,5-1-9 16,1 1 8-16,-3 5-8 0,2-5 12 0,-2 2-2 15,3 1-1-15,-4 2 0 0,1-3 3 0,0 3 1 16,-1 0 0-16,1 0 0 0,3 0-3 0,-4-5-1 16,-2 5 0-16,3 0 0 0,2-3-1 0,-2 3-8 0,3 0 12 15,-1 0-4-15,-2-3-8 0,3 3 10 0,-1 0-10 16,4-2 10-16,-6 2 6 0,5 0 0 0,1 0 1 16,0 0 0-16,2-6-9 0,-2 4-8 0,-1-4 12 0,-2 6-12 15,6-7 10-15,-10 1-10 0,1-2 8 0,0 0-8 16,-4 3 8-16,1-3-8 0,0 6 0 0,-1-4 8 15,-5 1-8-15,0 2 0 0,-3-2 0 0,-1 2 8 16,-2 1-23-16,-3 2-5 0,-3-3 0 0,0 3-768 16</inkml:trace>
  <inkml:trace contextRef="#ctx0" brushRef="#br0" timeOffset="6341">4511 4797 518 0,'0'0'23'0,"0"0"5"0,0 0-28 0,0 0 0 0,0 0 0 0,0 0 0 16,0 0 118-16,0 0 18 0,0 0 4 0,0 0 1 15,0 0-111-15,0 0-22 0,0 0-8 0,3 10 0 16,-3-4 36-16,3 2 4 0,3 5 0 0,-6-5 0 15,0 2 1-15,0 6 1 0,3 0 0 0,-3 0 0 16,3 3-26-16,0 2-4 0,-3 3-2 0,0 2 0 16,3 1-10-16,-3 2 8 0,-3 0-8 0,3 2 8 15,0 4 0-15,0-6 0 0,-3 3 0 0,3-1 0 16,0 4-8-16,-3-1 0 0,3 1 0 0,0 2 0 16,0 2 0-16,-3-2 0 0,3 6 0 0,3-6 0 15,0 2 8-15,-3-1 0 0,0-1 0 0,0 0 0 16,3-3-8-16,-3 3 0 0,0 0 0 0,0 0 0 15,0-2 9-15,0 2 0 0,0 0 0 0,3 0 0 16,0-3-1-16,-3 3-8 0,-3 0 12 0,0-5-4 0,0 2-8 16,0 3 0-16,3-2 0 0,0-1 0 15,-3 1 0-15,3-4 0 0,0 1 0 0,0 0 0 0,0 2 0 16,0-5 0-16,0 3 0 0,0-3 0 0,3-2-11 16,0-1-4-16,-3-2-1 0,3 0 0 15,0-3-25-15,-3 0-6 0,0-2-1 0,-3-1-542 16</inkml:trace>
  <inkml:trace contextRef="#ctx0" brushRef="#br0" timeOffset="6824.75">4011 6940 806 0,'0'0'36'0,"0"0"7"0,0 0-35 0,0 0-8 16,0 0 0-16,0 0 0 0,6-3 94 0,3 1 17 16,-9-1 3-16,9 0 1 0,3 1-83 0,-6-3-16 15,9 2-3-15,-6-2-1 0,3-1 16 0,6 4 4 16,2-1 0-16,1 0 0 0,0 1 4 0,0-4 2 16,9 4 0-16,-1-1 0 0,1-2-2 0,6 0-1 15,0-1 0-15,-4 1 0 0,7 2-13 0,-9 1-2 16,11-4-1-16,-2-2 0 0,3 6 3 0,-6-4 1 15,-1 4 0-15,1-1 0 0,3 1-23 0,-4 2-18 16,-2 2 3-16,-3-2 1 0,0 3 23 0,-1-1 5 16,-2-2 1-16,0 0 0 0,0 0-15 0,0 0 0 15,-4 0 0-15,-2 3-10 0,0-3 10 0,-6 0-12 16,0 0 12-16,0 0-12 16,-3 0-25-16,-3-3-6 0,0 3-1 0,-9 0-451 15,0 0-90-15</inkml:trace>
  <inkml:trace contextRef="#ctx0" brushRef="#br0" timeOffset="7168.51">3982 7406 518 0,'0'0'46'16,"0"0"-37"-16,0 0-9 0,8 2 0 0,4-2 241 0,-3 0 47 16,6-2 8-16,-6-1 3 0,6 3-234 0,3-3-46 15,0 1-10-15,0-1-1 0,5 0-8 0,-2 1 0 16,0-3 0-16,3 2 0 0,3-2 0 0,-4-1 8 16,7 1-8-16,3 2 8 0,3-2 0 0,-4 0 1 15,4 2 0-15,0-5 0 0,6 3-9 0,-1 2 0 16,-2-2 0-16,0 0-11 0,2-3 29 0,-2 2 6 15,0 1 0-15,-7 0 1 0,7 2-1 0,-9-2-1 16,-3 5 0-16,2 0 0 0,-5 0-23 0,3 0 0 16,-3 0 0-16,3 5 0 15,-7-2-44-15,-2 2-8 0,0 0 0 0,0 1-455 16,-6-1-90-16</inkml:trace>
  <inkml:trace contextRef="#ctx0" brushRef="#br0" timeOffset="7614.32">4556 7631 1382 0,'0'0'123'0,"0"0"-99"0,0 0-24 0,0 0 0 15,0 0 72-15,3 5 8 0,0 3 3 0,-3 0 0 16,0 2-60-16,3 1-12 0,-6 0-3 0,3-1 0 0,0 3-8 0,3 1 0 16,-3 1 0-16,-3 4 8 0,0-3-8 15,3 5 0-15,3 0 0 0,-3 0 0 0,0 3 0 0,0-3 0 16,0 0 0-16,0 3 8 0,3 3-8 0,-3-1 0 16,0-2 0-16,0 2 0 0,3 1 0 15,3-1 0-15,-6 1 0 0,3-3 0 0,0 2 18 16,0 3 2-16,-3-5 0 0,0 2 0 0,0 1-20 0,0-1 0 15,3 1 0-15,-3-1 0 0,-3-2 12 0,3 0-4 16,0 2 0-16,0 1-8 0,0-1 11 0,0 3-11 16,-3 1 10-16,3-1-10 0,0 0 8 0,0 2-8 15,0 1 0-15,-3 0 0 0,3-6 0 0,0 6 0 16,0 0 0-16,-3 0 0 0,3-3 0 0,0 3-12 16,-6-3 1-16,6 0 0 0,-3 3 11 0,0-3 0 15,3 0 8-15,-3 0-8 0,0-8 0 0,0 3-10 16,-3 0 1-16,3-3 0 15,3 0-37-15,0-3-7 0,-9-4-2 0,3-1-687 0</inkml:trace>
  <inkml:trace contextRef="#ctx0" brushRef="#br0" timeOffset="8443.62">4746 9345 57 0,'0'0'0'0,"0"0"0"0,0 0 0 0,0 0 0 16,0 0 233-16,0 0 42 0,0 0 8 0,0 0 1 16,0 0-208-16,0 0-41 0,0 0-9 0,0 0-2 0,0 0-4 15,0 0 0-15,0 0-1 0,0 0 0 16,6 0 13-16,-6 0 2 0,6-5 1 0,0 5 0 0,-6 0-23 0,12-3-12 16,-9 6 12-16,6-3-12 0,0-3 24 0,0 3-3 15,6 0 0-15,-3 0 0 0,3 0 7 0,-3 0 0 16,5 0 1-16,-2 0 0 0,0 0 3 0,6 0 0 15,-6-2 0-15,0 2 0 0,6-3-18 16,-6 3-3-16,5 0-1 0,1 0 0 0,0 0-1 0,3 3 0 16,-3-1 0-16,-3 1 0 0,2-3-9 0,1 5 10 15,3-2-10-15,0-1 10 0,3 1-10 0,-4 2 10 16,4-2-10-16,0 2 10 0,0 1-10 0,3 1 12 16,-4-1-12-16,4-1 12 0,0-2-12 0,6 2 0 15,-7 0 9-15,7 1-9 0,0 2 26 0,0-1 1 16,2-1 0-16,-2 2 0 0,0-3 0 0,5 3 0 15,-2-3 0-15,3 1 0 0,-4-1-10 0,4 3-1 0,0-3-1 16,-7 0 0-16,4 1-6 0,3 2-1 0,0-1 0 16,-4 1 0-16,4 0-8 0,-6-2 10 0,-1 4-10 15,4 1 10-15,0-1-10 0,-1 1 0 0,-2 0-10 0,0-1 10 32,0-2-36-32,-4 0-2 0,-2 0 0 0,0-3-560 0,-3 1-112 0</inkml:trace>
  <inkml:trace contextRef="#ctx0" brushRef="#br0" timeOffset="10827.26">5190 4765 1036 0,'0'0'92'0,"0"0"-73"16,0 0-19-16,0 0 0 0,0 0 80 0,0 0 12 15,0 0 2-15,0 0 1 0,0 0-75 0,0 0-20 16,0 0 8-16,0 0-8 0,0 0 32 0,6-2 3 15,0 2 1-15,3-8 0 0,-3 2-12 0,0 1-1 16,0 0-1-16,3-3 0 0,0 0-22 0,-1 0 8 16,-2-3-8-16,3 3 0 0,0-5 0 0,3 3 0 15,0-4 0-15,-3 6 0 0,0-5 0 0,0 0 0 0,0 0 0 0,0 2 0 16,-9 1 0-16,6 2 0 0,3-6 0 0,3 4 0 16,-6-1 0-16,-1 3 0 0,4-2-10 15,0 2 10-15,0 0 0 0,3 3 0 0,-9-1 0 0,3 4 0 16,3-6 0-16,-3 2 0 0,0 4 8 0,-6 2-8 15,0 0 20-15,0 0-3 0,6 0 0 0,-6 0 0 16,0 0-17-16,6 0 0 0,3 2-8 0,0 4 8 16,-3 2 0-16,0-3 15 0,3 3-2 0,-4 5 0 15,4 0-1-15,0-5-1 0,-3 3 0 0,0 2 0 16,3 3-11-16,0 0 10 0,0-3-10 0,0 0 10 16,-3 3-10-16,3-5 0 0,0 2 9 0,-3-3-9 15,0 1 0-15,3-3 8 0,-3 3-8 0,-6-11 0 16,0 0 9-16,6 5-9 0,-1 3 12 0,4-6-12 15,-3 1 8-15,0 0-8 0,0-3 0 0,6 0 0 0,-9 0 0 16,3-3 0-16,0 0-12 0,3 1 3 0,-3 2-1 16,0-5 0-16,3 2 0 0,-3-2 0 0,3-3 10 15,0 2-8-15,0-4 8 0,-1-1-8 0,1 1 8 0,-3-4-13 16,3 4 5-16,0-3 8 0,0 2-20 0,0-2 3 16,-6 0 1-16,9-1 0 0,-12 4 16 0,6 2 0 15,-3-3 0-15,3 3 0 0,0 0 0 0,3 3 11 16,-3-3-2-16,0 3 0 0,3 0-9 0,-6 2 10 15,-3 3-10-15,5-3 10 0,-2 1-10 0,-3 2 8 16,6 2-8-16,0 1 8 0,0 0 0 0,0 2-8 16,3 3 12-16,0 2-4 0,-3 1 7 0,0 2 1 15,0 0 0-15,0 1 0 0,3 1-4 0,-6-1 0 0,3 4 0 16,0-5 0-16,3 3-12 0,-3-2 0 0,-3-4 0 0,3 3 0 16,0 1 0-16,-1-9 0 0,-2 3 0 0,0 0 0 15,0 0 0-15,-3-8 0 0,0 0 0 0,0 0 0 16,6 10 8-16,-6-10-8 0,6 0 0 0,-6 0 0 15,0 0 0-15,6 6 0 0,0-6-13 0,3 0 4 16,-3 0-3-16,0-3-1 0,0 0 0 0,3-5 0 16,0 3 13-16,0-3 0 0,-3-5 0 0,3 2 0 15,0-2-16-15,0-3 2 0,-3 6 1 0,2-9 0 16,1 3 13-16,3 3-11 0,-3 0 11 0,0 0-10 16,-3 5 10-16,0 2 8 0,3-2-8 0,-3 6 11 15,-6 2 3-15,6 0 1 0,3-6 0 0,-3 6 0 16,-6 0 3-16,6 6 1 0,6-4 0 0,-9 4 0 15,3-1-6-15,-1 3-1 0,-2 2 0 0,3-4 0 0,0 4-12 16,3 1 11-16,-3 2-11 0,0 0 10 0,3 1-2 16,-3-1 0-16,0 0 0 0,0 0 0 0,-3-2-8 0,3 2 0 15,3 0 0-15,-3-2-11 0,0 0 11 0,-3-4 0 16,6 1 0-16,0-2 0 0,-3-1-10 0,0 0 0 16,-6-5 0-16,5 6 0 0,1-4-6 0,0-2-2 15,-6 0 0-15,6 0 0 0,3-2 1 0,0-1 0 16,-3 0 0-16,3 3 0 0,0-8 17 0,0 6-10 15,-3-4 10-15,3 1-8 0,-3 0 8 0,3 2 0 16,0 1-9-16,0 2 9 0,-3-6 0 0,2 6 0 16,4-2-9-16,-3 2 9 0,3-3 0 0,-3 3 0 15,3 0 0-15,0 0 0 0,3 0 0 0,3 0 0 16,0 3 0-16,-1-3 0 0,4 0 0 0,3 0 8 0,-3 0-8 16,6 2 0-16,-1-2 13 0,1 6-3 0,0-6-1 15,3 2 0-15,3-2 0 0,-4 3 0 0,1-1 0 0,3 1 0 16,5 0-1-16,1-3-8 0,0 2 12 0,-3-2-4 15,-7-2-8-15,7 2 10 0,3 0-10 0,-3-3 10 16,-4 0 7-16,1 1 2 0,6-1 0 0,-4 3 0 16,-2-2 5-16,-3 2 0 0,-3 0 1 0,5 0 0 15,1-6-13-15,-6 4-4 0,-15 2 0 0,6-3 0 16,3 3-8-16,-4 0 0 0,-8-3 0 0,-3 3 0 16,-6 0-32-1,0 0-8-15,0 0-1 0</inkml:trace>
  <inkml:trace contextRef="#ctx0" brushRef="#br0" timeOffset="12156.73">4428 3524 745 0,'15'-2'32'0,"-12"2"8"0,6 0-32 0,-3 0-8 16,-6 0 0-16,0 0 0 0,0 0 21 0,0 0 3 16,0 0 0-16,0 0 0 0,6 2-1 0,-6-2 0 15,0 0 0-15,0 0 0 0,6 6-6 0,-6-1-1 16,0-5 0-16,0 5 0 0,0 3 1 0,0-3 0 15,0 3 0-15,0-2 0 0,-6 2 6 0,3-1 1 16,3-7 0-16,3 11 0 0,-6-3 6 0,3 5 2 16,0-7 0-16,0 7 0 0,3-5-4 0,-3 2 0 15,-6 1 0-15,6 2 0 0,6 0-16 0,-6 3-3 16,-3-3-1-16,0 1 0 0,9-1-8 0,-6 3 0 16,-6 0 0-16,3-1 8 0,0-1-8 0,0-1 12 15,3 0-12-15,0 3 12 0,-9-3-1 0,9 1 0 0,0-1 0 0,3 0 0 16,-3 0 1-16,0 0 0 0,0 1 0 15,0-1 0-15,6 0-12 0,-6 3-9 0,0 0 9 16,3-3-13-16,3 0 36 0,-6 1 7 0,0 1 2 0,0 1 0 16,6-2-32-16,0 1-13 0,-6 1 1 0,0 0 0 15,0 3 12-15,0-6 15 0,0 5-3 0,-6-2-1 16,3 0-11-16,0 0 0 0,3 3-12 0,0-4 12 16,0 1 0-16,0 3 0 0,0-3 0 0,0 2 12 15,6-2-12-15,0 0 10 0,-6 0-10 0,0 0 10 16,6-3-10-16,-3 0 12 0,0 3-12 0,5 3 12 15,-5-6-12-15,3-3 0 0,-3 4 0 0,3-1 0 16,-3 3 0-16,0-3 0 0,3 5 0 0,-6-4 0 16,0 2 0-16,0-1 0 0,3 4 0 0,-3 2 0 15,0-2 13-15,0-1-2 0,0 3-1 0,0-7 0 0,0 4-2 0,3-2-8 16,-6 3 12-16,6-6-4 0,0 0-8 16,0 5 0-16,0-4 0 0,3-1 8 0,-3-5-8 0,3 5 0 15,-3 0 0-15,0 1 0 0,0-1 0 0,0 0 0 16,6 0 0-16,-9-2 0 0,0 2 0 0,0-2 0 15,3-1 0-15,-3 1 0 0,0 2 8 0,0-5-8 16,-3 3 8-16,-6-1-8 0,6 1 0 0,-3-6-20 16,-3 3 3-16,6 0 1 0</inkml:trace>
  <inkml:trace contextRef="#ctx0" brushRef="#br0" timeOffset="14432.66">4502 3482 460 0,'0'0'41'0,"0"0"-33"0,0 0-8 0,0 0 0 16,0 0 100-16,0 0 19 0,0 0 3 0,0 0 1 16,0 0-89-16,6 0-18 0,-6 0-3 0,15 0-1 15,-9 0 0-15,-6 0 0 0,0 0 0 0,6 0 0 16,6 0 16-16,-3 0 4 0,0 0 0 0,0 3 0 15,3 2-18-15,0-5-3 0,-6 0-1 0,9 0 0 16,-4 0 8-16,4 0 2 0,0 0 0 0,0 0 0 16,0 0 8-16,3 0 3 0,0-5 0 0,2 2 0 15,1 3-7-15,0-3 0 0,0 1-1 0,3 2 0 16,-6 0-3-16,3 0 0 0,-7 0 0 0,4 0 0 16,6 0 2-16,-9 0 0 0,6 0 0 0,0 0 0 15,-1 0-22-15,4 0 8 0,-3 0-8 0,0 0 0 0,-3-6 15 16,3 4-2-16,2-1 0 0,1 0 0 0,-3 3 2 15,3-5 0-15,0 5 0 0,3-3 0 0,-7-2-7 16,1 5 0-16,-3-5-8 0,3 2 12 0,0 3-12 0,0 0 0 16,-7-2 0-16,1 2-10 0,6-3 10 0,-12 3 0 15,3 0 0-15,-3 0 0 0,3 0 0 0,-3 0 0 16,-3 0 0-16,3 0-500 16,-9 0-96-16</inkml:trace>
  <inkml:trace contextRef="#ctx0" brushRef="#br0" timeOffset="15217.54">6077 3035 1029 0,'0'0'45'0,"0"0"11"0,3-3-45 0,-3 3-11 16,0-5 0-16,0 0 0 0,0 2 20 0,0-2 3 15,-3-3 0-15,3 2 0 0,-3-2-14 0,0 3-9 16,0-3 12-16,0 3-12 0,0-3 20 0,0 3-4 0,-3-1 0 15,3 1 0-15,-3 2 6 0,0-2 1 0,0 0 0 0,6 2 0 16,-12 3-15-16,7-5-8 0,-1 5 8 0,-3-5-8 16,0 5 0-16,0 0 0 0,3 0 0 15,-3 0 0-15,0 0 12 0,-3 5-3 0,0-5 0 16,-3 5 0-16,3-5-9 0,0 8 0 0,-2-3 0 16,2 1 8-16,0 2-8 0,0-6 8 0,-3 9-8 15,3-6 8-15,-3 3 5 0,0 5 1 0,0-7 0 16,4 7 0-16,-4-5 8 0,0 5 2 0,0 6 0 0,0-6 0 15,0 3 1-15,0 0 1 0,0 5 0 0,0-8 0 16,1 5-10-16,-1 1-3 0,0 2 0 0,-3-2 0 16,3 2-3-16,6 0-1 0,-12 3 0 0,3-6 0 15,7 4-9-15,-10-1 0 0,6-3 0 0,0 3 8 16,-3-2-8-16,6 5 0 0,-3-6 0 0,3 3 0 16,0 6 0-16,4-9 0 0,5 1 0 0,-3 2 8 15,6-2-8-15,0 4 0 0,0 1 9 0,0-5-9 0,0 2 13 16,0-3-1-16,0-2-1 0,6 0 0 0,0 3-2 15,5 2 0-15,1-8 0 0,-6 3 0 0,9 0 0 16,-3 0 0-16,6-3 0 0,-3 3 0 0,0-3 3 16,6 0 1-16,-7 1 0 0,7-1 0 0,-3 0-3 0,0-5-1 15,3 2 0-15,0 1 0 0,-1 0-1 0,-2-3-8 16,3 0 12-16,3-3-4 0,-3 0-8 0,3-2 0 16,-4-1 0-16,1-2 0 0,6 3-24 0,0-3 0 15,-3 0 0-15,-1-3-518 16,-2 1-104-16</inkml:trace>
  <inkml:trace contextRef="#ctx0" brushRef="#br0" timeOffset="15969.59">5910 3061 1033 0,'0'0'45'0,"0"0"11"0,0 0-45 0,9 0-11 15,-9 0 0-15,12 0 0 0,-3 3 15 0,3-3 1 16,-6 0 0-16,3 0 0 0,0 3 0 0,0 2 0 16,3-5 0-16,-3 0 0 0,0 0 12 0,2 0 4 15,1 0 0-15,3 0 0 0,-3 0-8 0,3 2 0 16,-3-2-1-16,3 0 0 0,0 3-13 0,0 0-2 15,-1 2-8-15,-2-5 12 0,3 3-1 0,0 2-1 16,-3 0 0-16,3 1 0 0,-3 2-10 0,0-3 0 16,0 3 0-16,0 5 0 0,-1-5 20 0,1 2 0 15,3 4-1-15,-6-1 0 0,-3 0-19 0,3 0 10 16,3 6-10-16,3-6 8 0,-9 0 9 0,3 3 2 16,0 3 0-16,0-1 0 0,-1-4-5 0,1 4-1 0,0 1 0 0,-3-4 0 15,3 4-13-15,-3-1 0 0,0-2 0 16,0 0 0-16,3 5 0 0,-9-5 12 0,3 8-3 0,0-11-1 15,0 6 0-15,0-3-8 0,0 0 12 0,-3-1-4 16,0 4-8-16,3 0 0 0,0-4 0 0,-3 1 8 16,0 0-8-16,0 3 8 0,0-1-8 0,-3-5 8 15,3 1-8-15,-3 2 12 0,-3-1-12 0,0-1 12 16,3-1-4-16,-3 0 0 0,-3 0 0 0,3 1 0 16,-3-1 2-16,0 0 0 0,-3-8 0 0,1 9 0 15,-1-7 4-15,0 7 1 0,0-9 0 0,-3 3 0 16,-6 2-15-16,3-2 11 0,9 6-11 0,-3-9 10 15,-3 3-10-15,1 0 8 0,-13 2-8 0,3 1 8 0,-3 0-8 16,-3-1 8-16,1 1-8 0,-1-1 8 0,0 4-8 16,3-1 0-16,-5-5 0 0,2 2 0 0,0 1 0 0,6-1-11 15,3-2 3-15,-2 3 0 16,2-6-20-16,0-2-3 0,3 2-1 0,3-5-493 16,-3 3-99-16</inkml:trace>
  <inkml:trace contextRef="#ctx0" brushRef="#br0" timeOffset="16574.34">6464 3469 403 0,'0'0'36'0,"0"0"-36"16,0 0 0-16,6 0 0 0,3 0 216 0,-3 0 37 16,0-3 7-16,0 3 2 0,0 0-209 0,3-3-41 15,-9 3-12-15,6 0 0 0,0 0 10 0,-1 0-2 16,4 0 0-16,0 0 0 0,0 0 9 0,0-5 2 15,3 5 0-15,0 0 0 0,3 0-7 0,0 0 0 16,3-3-1-16,-1 3 0 0,1 0-3 0,3 0 0 16,-3 0 0-16,3 0 0 0,-3 0 8 0,3 0 2 15,-1 0 0-15,4 0 0 0,-3-2 10 0,0 2 3 16,0 0 0-16,3-3 0 0,-4 3-12 0,1 0-3 0,0-5 0 16,3 5 0-16,3-3-16 0,-1 3 8 15,-5-2-8-15,0-1 0 0,3 3 8 0,3 0-8 0,-6 0 0 0,-1 0 0 16,-5 0 0-16,6 0 0 0,3 0 0 0,-3 0 0 15,-3 0 13-15,-1 0-4 0,7 0-1 0,0 0 0 16,-6 0-8-16,0 0 0 0,3-5 0 0,-1 5 0 16,1-3 0-16,0 3 0 0,-6 0 0 0,3 0 0 15,3 0 8-15,-3 0-8 0,-7 0 0 0,-2 0 8 16,0 0-8-16,0 3 0 0,0 2 0 0,-3-5 8 16,-6 0-23-16,0 0-5 0,6 0 0 0</inkml:trace>
  <inkml:trace contextRef="#ctx0" brushRef="#br0" timeOffset="18544.41">7672 3392 172 0,'0'0'16'0,"0"0"-16"15,0 0 0-15,0 0 0 0,9-5 124 0,-9 5 21 16,0 0 5-16,0 0 1 0,9-3-79 0,-9 3-16 0,0 0-4 0,0 0 0 16,0 0 33-16,0 0 7 0,0 0 0 0,0 0 1 15,-9-3-49-15,3 3-11 0,6 0-1 0,0 0-1 16,-6 6-23-16,1-1-8 0,5 3 0 0,3-3 9 15,-1 3-9-15,1 3 0 0,-6-6 0 0,6 3 0 16,9 0 0-16,-6 0 0 0,-6 2 0 0,0-2 0 16,9 3 0-16,-6 2 0 0,-3 0 0 0,-3 1 0 15,3-1 8-15,3 0-8 0,6 0 8 0,-9 3-8 16,-9 0 12-16,9 5-4 0,6-2 0 0,-6-3 0 16,-3 2 6-16,0 6 1 0,-3-3 0 0,6 0 0 15,0 3 0-15,0-3 0 0,-6 3 0 0,6-5 0 16,9 4-4-16,-6 1-1 0,-9-8 0 0,3 3 0 15,6 4-10-15,-3-4 0 0,3 2 9 0,-6 0-9 16,-3 3 10-16,6-5-2 0,3 2-8 0,-6-3 12 16,-3 3-2-16,0-2-1 0,9 7 0 0,-3-7 0 15,-3 2 9-15,0 0 2 0,0 3 0 0,3-3 0 16,6-2-11-16,-6 2-1 0,-9-3-8 0,9 4 12 0,6-4-12 16,-6 1 0-16,-6-1 0 0,4 1 0 0,2 2 0 15,0-3 0-15,-3 4 8 0,0-7-8 0,0 1 17 0,6 3 1 16,3 2 0-16,-4-5 0 0,-7 0-18 0,5 2 0 15,8 3 0-15,-2-7 0 0,-3 4 0 0,0 3 0 16,-3-5 0-16,3 3 0 0,6-3 0 0,-6 0 0 16,-9 2 0-16,6-2 0 0,6-3 12 0,-3 3-4 15,-6 0 0-15,-3 0-8 0,3 0 8 0,3 2-8 16,3-5 0-16,-6 3 0 0,-3 0 0 0,3 0 0 16,6 0 0-16,-3 0 0 0,-6 2 0 0,3 1 0 15,9-1 0-15,-3 4 0 0,0-7 0 0,0 4 0 0,-3-1 0 0,3 1 0 16,6-1 0-16,-3 4 0 0,-12-4 0 0,6 1 0 15,3 2 0-15,0-3 0 0,-6 4 0 0,0-4 0 16,0 1 0-16,3 2 0 0,3-5 0 0,-6-1 0 16,-3 1 8-16,6 3-8 0,3-3 0 0,0 0 0 15,-3 0 0-15,0-1 0 0,3 4 0 0,3-3 0 16,0 0 0-16,0 2 0 0,-9 1 0 0,9-1 0 16,3-2 0-16,-3 0 0 0,-9 2 0 0,3-4 0 15,6 2 0-15,-6 2 0 0,0-7 0 0,-3-1 0 16,-3 1 0-16,6-1 0 0,3 1 0 0,-6 0 0 15,-6-3 0-15,3-3 0 0,9 3 0 0,-3 0 0 16,-6 0 0-16,3 0 0 0,3 0 0 0,0-1 0 16,3-1 0-16,-3-6 0 0,-3 8 0 0,3-3 0 15,9 3-112-15,-9-8-20 0,-12 5-4 16,12-5-1-16</inkml:trace>
  <inkml:trace contextRef="#ctx0" brushRef="#br0" timeOffset="19566.5">7577 4749 288 0,'15'-5'12'0,"-15"5"4"15,0 0-16-15,0 0 0 0,0 0 0 0,9-3 0 16,0 3 160-16,-9 0 28 0,0 0 7 0,0 0 1 0,12-2-152 0,-3 2-31 16,-15-3-5-16,6 3-8 0,0 0 18 0,0 0-2 15,0 0-1-15,-3 0 0 0,-6 0 9 0,9 0 1 16,12 0 1-16,-12 0 0 0,-6 0-18 0,6 0-8 15,12 3 8-15,0-1-8 0,-3-2 16 0,0 0-3 16,2 0 0-16,7 0 0 0,3 0 37 0,0 0 7 16,-6 0 2-16,6 0 0 0,5-2-14 0,-2-1-2 15,-3 3-1-15,0-8 0 0,0 3-14 0,3 5-2 16,-1-8-1-16,1 5 0 0,-9 1-15 0,6 2-10 16,6-6 12-16,-3 4-12 0,-10 2 12 0,7 0-4 15,3-3 0-15,3 3-8 0,0 0 15 0,-1 3-4 16,-2-3-1-16,3 0 0 0,3-3-2 0,-3 3-8 15,-1-3 12-15,1 3-4 0,-3 0-8 0,6 0 12 16,-3-5-12-16,-1 5 12 0,1-3-12 0,0 3 10 0,-6-2-10 16,0-1 10-16,-1 3-10 0,-2 3 0 0,-3-3 0 15,0 0 0-15,0 0 0 0,-3 0 0 0,-3 0 0 16,0 0 0 0,-3 0-68-16,-6 0-18 0,0 0-4 0,0 0-1 0</inkml:trace>
  <inkml:trace contextRef="#ctx0" brushRef="#br0" timeOffset="21382.16">7607 5718 903 0,'0'0'40'0,"0"0"8"0,12 0-38 0,-12 0-10 0,0 0 0 0,0 0 0 16,0 0 37-16,0 0 6 0,0 0 1 0,0 0 0 15,0 0-16-15,0 0-4 0,0 0 0 0,0 0 0 16,-9 2 6-16,9-2 1 0,0 0 0 0,0 0 0 16,0 0-21-16,0 0-10 0,0 0 10 0,3 3-10 0,6 2 8 0,-3-2-8 15,-6-3 0-15,9 5 9 0,6-2-9 16,-3 2 12-16,-4 0-12 0,4-2 12 15,3 2-12-15,0 3 0 0,-6-2 0 0,3 2 8 0,-3-1 0 0,3-1 0 16,3 4 0-16,-6 1 0 0,0-3-8 16,-1 2 10-16,4 4-10 0,0-1 10 0,-3 5 0 0,0-2 0 15,3 0 0-15,0 3 0 0,0-1 1 0,0 3 0 16,-6 1 0-16,6 1 0 0,0 1-11 0,-4 3 12 16,-5-4-12-16,3 4 12 0,0-3-3 0,-3 2 0 15,-3 3 0-15,-3-5 0 0,0 0 5 0,0 2 1 16,-3 1 0-16,0-1 0 0,-5 1-7 0,2-3 0 15,3-1-8-15,0 1 12 0,-3 0-3 0,0 0-1 16,-3-3 0-16,6 0 0 0,0 0-8 0,-6-2 0 0,-3-3 9 16,3 2-9-16,3 1 0 0,-5-3 0 0,-7-1 0 15,3 1-12-15,3-5 4 0,3 0 0 0,0-1 0 16,-6-5 0-16,-5 1-12 0,2-4-1 0,9-4-1 0,-3-1 0 16,-6 0 22-16,3 1 0 0,6-4-9 0,0 1 9 15,0-3 0-15,1-2 9 0,-4 2-1 0,6-3 0 16,6 3 4-16,-3 3 1 0,-6-6 0 0,6 1 0 15,3 2 7-15,0 0 2 0,0 0 0 0,0 3 0 16,0-6-13-16,3 6-9 0,3-3 12 0,0 3-12 16,-3-3 0-16,6 0-9 0,6 0-1 0,-3 0 0 15,-6 0 10-15,6 0-8 0,6 0 8 0,-1 5-8 16,1-2 8-16,0 5 0 0,0 0 0 0,3 3 0 16,6 2 0-16,-6 0 0 0,-3 3 0 0,-1 3 0 15,7 2 0-15,0 0 0 0,-6 0 0 0,0 1 0 16,-3 2 0-16,3-1 0 0,3 1 0 0,-7 0 0 0,-2 0 0 15,3 3 0-15,3-1 0 0,-6 1 0 0,-3 2 0 0,0 0 0 16,3 3 0-16,-3-3 0 0,0 3 0 0,-6 2 8 16,-3-5-8-16,3 3 0 0,3 0 0 0,-9-3 0 15,-3 0 0-15,0 0-8 0,6-2 8 0,-6 2 0 16,0-2 0-16,-3-3 0 0,0-1 0 0,0 1 0 16,4 0 0-16,-7-3 0 0,-6-2 0 0,6 0 0 15,6-3 0-15,-3-1 0 0,-6 1-8 0,6-5 8 16,6 2-8-16,6-5 8 0,0 0 0 0,-12-2 0 15,-5-4 0-15,5 1 0 0,3 0 0 0,0-6 0 16,-6 1 0-16,3 2 0 0,6 0 0 0,3-3 0 16,-3 6 0-16,0-3 0 0,0 3 0 0,3-3 0 15,3 2 0-15,3 1 0 0,-6 0 0 0,3 2 0 0,9-2 0 16,0 0 0-16,0 2-8 0,3-2 8 0,0-1-8 0,0 4 8 16,3-1 0-16,0 0-8 0,-1 1 8 0,7-1 0 15,6 3 0-15,0 3 8 0,-9 2 0 0,3 0 0 16,-1 3-8-16,1 3 0 0,0 0 0 0,-6 2 0 15,-6 0 0-15,6 3 12 0,6 2-4 0,-10 4 0 16,-2-1-8-16,-6 0 0 0,6 0 0 0,-3 0 8 16,-3 0-8-16,-3 1-13 0,-6 1 3 0,3-1 1 31,0-1-15-31,-3 2-4 0,-8-4 0 0,5 2 0 0,0-2 14 0,0-1 2 0,-9 1 1 0,0-1 0 16,0-2-1-16,3 0-1 0,0-3 0 0,-2-2 0 15,-10-1 4-15,6 1 1 0,3-3 0 0,-3-5 0 16,-6-1 8-16,7 1 0 0,5 0 8 0,0-3-8 15,0 2 9-15,3-2-9 0,-3 0 12 0,6 0-12 0,9 0 14 16,-9 0-4-16,-3 0-1 0,6 0 0 0,3 0-9 16,3 0 12-16,0 0-12 0,0 0 12 0,0 0-1 0,0 0 0 15,0 0 0-15,9 0 0 0,-9 0-11 0,15-2 10 16,6-1-10-16,-3 3 10 0,-6 0-1 0,3 3 0 16,9-1 0-16,-1 3 0 0,4 3 4 0,-6 0 1 15,-6 3 0-15,3 2 0 0,3 0-14 0,-4 1 0 16,-11 1 0-16,0 1 0 0,3 0 0 0,-3 3-16 15,-6-3 1-15,0 2 1 16,0 1-10-16,-6 2-1 0,-3 0-1 0,-6 0 0 16,-5-2-2-16,2-1-1 0,9 1 0 0,0-3 0 15,-9-1-19-15,3 1-3 0,-3-2-1 0,9-4 0 0,6 1 36 0,-6-3 6 0,-5 0 2 16,5-3 0-16,3 0 8 0,0-2 0 0,-3-1 0 16,-3-2 0-16,3 3 0 0,3-3 0 0,-3 0 0 0,0 0 0 15,0 0 8-15,3-3-8 0,6 3 8 0,0 0-8 16,-6-7 0-16,9-1-15 0,9-3 3 0,-3 0 0 15,0 1 12-15,0-1-9 0,-3 1 9 0,6-1-8 16,6 3 8-16,-6-2 14 0,-6 4-3 0,5-2-1 16,4 6 11-16,0-1 3 0,-6 3 0 0,-3 3 0 15,6-1-24-15,0 6 0 0,-3-2 0 0,0 2-8 16,-3 2 8-16,3 1 0 0,0 2 0 0,0 3 0 16,-6 2 24-16,-1 3 6 0,10 1 2 0,-6 4 0 15,3 1-32-15,-3 2-20 0,0 0 4 0,3 3 0 16,0-1 25-16,0 1 6 0,-9 0 1 0,6 0 0 15,3 2 4-15,0 0 2 0,-6-2 0 0,0 2 0 16,0 1 5-16,0-1 1 0,3 3 0 0,-3 0 0 0,-6 0-3 16,6 0 0-16,3 0 0 0,-3-2 0 0,-3 2-6 0,0-5-2 15,6 2 0-15,-4 0 0 0,-4 1-17 0,-1-1 8 16,8 3-8-16,1-2 0 0,3-1 0 0,-3 0 0 16,-9 1 0-16,6-3 0 0,0-3 12 0,3 0-4 15,-3-5 0-15,-6-1-8 0,3-1 19 0,0-1-3 16,3-5-1-16,-3 2 0 0,-3-5-15 0,0-5 8 15,9 3-8-15,-3-3 0 16,-6 0-30-16,3-3-12 0,0 3-2 0,0 0-453 16,3-3-91-16</inkml:trace>
  <inkml:trace contextRef="#ctx0" brushRef="#br0" timeOffset="22349.78">6526 9549 1083 0,'0'0'48'0,"0"0"10"0,0 0-46 0,0 0-12 0,0 0 0 0,0 0 0 15,0 0 43-15,0 0 6 0,0 0 2 0,0 0 0 16,0 0-23-16,0 0-5 0,0 0-1 0,0 0 0 15,0 0-22-15,0 0 9 0,0 0-9 0,0 0 0 16,0 0 8-16,3 5-8 0,-3-5 0 0,0 0 0 16,6 5 0-16,3-2 0 0,0 0 0 0,-3-1 0 15,6-2 20-15,3 0-2 0,-3 0-1 0,3 0 0 16,0-2 17-16,3-1 3 0,-1 3 1 0,1-3 0 16,3 1 21-16,0-1 4 0,3 0 1 0,-3 1 0 15,-4 4-50-15,4-2-14 0,3 0 0 0,-3 0 8 16,-3 0-8-16,0 0 0 0,5 0 8 0,1 0-8 15,0 0 0-15,-3 0 0 0,3 0 0 0,3-2 0 16,5 2 0-16,-2 0 0 0,-6 0 0 0,3 0 0 0,8 0 8 16,-5-3-8-16,-3 1 8 0,0-1-8 0,-1 3 0 15,4-3 0-15,0 1 0 0,0-4 8 0,-6 1 10 16,2 2 2-16,10-2 1 0,-6 0 0 0,-3 2 1 0,-1 3 0 16,4-5 0-16,3 2 0 0,0 1-2 0,-4-1-1 15,-2 0 0-15,3 1 0 0,6 2-19 0,-4-3 0 16,-5 0 0-16,0 1-9 0,9-1 9 0,-6-2 0 15,-1 2 0-15,1-2 0 0,-3 2 0 0,3-2 0 16,2 0 10-16,-5 2-10 0,0-2 16 0,3-1-4 16,5 4 0-16,-5-6 0 0,0 5-12 0,0 0 11 15,2-2-11-15,-2 5 10 0,0 0-2 0,3 0-8 16,-3 0 12-16,-1 0-4 0,-2 0-8 0,3 3 8 0,3-1-8 16,-1 4 8-16,1-4-8 0,0 1 0 0,0 2 0 0,-1-2 0 15,4 2 0-15,-3 1 0 0,-1-1 0 16,4 0 0-16,6 0 0 0,-3 3 8 0,-4-5-8 0,1 2 8 15,6 1-8-15,2-1 0 0,-5-2 0 0,3 2 0 16,-4 0 11-16,4 3-3 0,0-5-8 0,-1 2 12 16,-2-2 8-16,0 2 0 0,2-2 1 0,-2 2 0 15,0-2-3-15,0 2-1 0,-1-3 0 0,-2 4 0 16,3-1-17-16,-4-2 0 0,-2-1 0 0,6 1 0 16,-3 0 0-16,-4-3 0 0,-8 0-15 0,3 0 5 15,0-3-19 1,-4 0-4-16,-2 3-1 0,-3-5-630 0,0 0-125 0</inkml:trace>
  <inkml:trace contextRef="#ctx0" brushRef="#br0" timeOffset="25238.23">8568 4638 288 0,'0'0'25'0,"0"0"-25"0,0 0 0 0,0 0 0 16,0 0 110-16,0 0 17 0,0 0 3 0,0 0 1 15,0 0-63-15,0 0-12 0,0 0-2 0,0 0-1 16,0 0 15-16,0 0 2 0,0 0 1 0,0 0 0 16,0 0-40-16,0 0-8 0,0 0-2 0,9 0 0 15,-3 0-9-15,3 0-1 0,-3 3-1 0,6-1 0 16,-3-2 6-16,6 0 0 0,0-2 1 0,0 2 0 0,3 0 15 16,2 0 4-16,-2 0 0 0,3 0 0 15,0 0-8-15,0 0-2 0,0-3 0 0,-4 3 0 0,4 3-9 16,0-1-1-16,3-2-1 0,-3 8 0 0,6-8-7 15,-7 0-8-15,-2 6 11 0,3 2-11 0,3-8 8 16,0 5-8-16,2-2 0 0,-2 2 0 0,3-3 12 0,0 1-2 16,0 0 0-16,-1-3 0 0,1 2-10 0,3-4 0 15,-3 2 0-15,3 0 0 0,-7 0 0 0,1-3 0 16,0 3 0-16,-3-3 8 0,0 3-8 0,-3 0 0 16,-4-2 0-16,1 2 8 0,0 0-8 0,0 0 0 15,-3 0 0-15,0 2 0 0,-3-2 0 0,3 3-19 16,-3-3 3-16,0 3 1 15,-3-3-109-15,-1 2-23 0</inkml:trace>
  <inkml:trace contextRef="#ctx0" brushRef="#br0" timeOffset="25633.22">9574 4710 115 0,'0'0'0'0,"0"0"10"0,0 0-10 0,0 0 0 0,0 0 0 0,0 0 0 15,0 0 276-15,0 0 54 0,0 0 10 0,0 0 3 16,0 0-244-16,0 0-49 0,0 0-10 0,0 0-1 16,0 0-16-16,0 0-3 0,0 0-1 0,0 0 0 15,0 0-7-15,0 0 0 0,0 0-1 0,0 0 0 16,0 0-11-16,0 0 0 0,3 5 0 0,3 3 0 16,-6 0 0-16,3 2 0 0,-3 1 0 0,3 2-11 15,-3 0 11-15,3 3 11 0,0-3-3 0,-3 1 0 0,0 4 4 16,3 1 0-16,-3-1 0 0,3 3 0 0,-3 3-4 0,0 3-8 15,3-1 12-15,-3 3-4 0,-3 3 4 0,0 0 1 16,3 2 0-16,0 1 0 0,0-1-13 0,-3 0 0 16,0 3 8-16,3-2-8 0,-3 2 16 0,3-3 1 15,-3 1 0-15,3-1 0 0,0-2-17 0,3 0 0 16,0-1 0-16,0-4 0 0,-3 2 0 0,3 0 0 16,0-5 0-16,-3 2 0 0,0-2 0 0,0 2 0 15,0-4 0-15,0-1 0 0,-3 3 0 0,0-1 0 16,0-1 0-16,0-1 0 0,0 0-15 0,-3-3-6 15,3-2-2-15,-2 3 0 16,2-3-15-16,-3 0-3 0,3-6-1 0,0 1-676 0</inkml:trace>
  <inkml:trace contextRef="#ctx0" brushRef="#br0" timeOffset="26693.66">9485 6043 403 0,'0'0'36'0,"0"0"-36"0,0 0 0 0,0 0 0 16,0 0 179-16,0 0 29 0,0 0 5 0,0 0 2 15,0 0-124-15,0 0-25 0,0 0-5 0,0 0-1 16,0 0-14-16,0 0-3 0,0 0-1 0,0 0 0 16,6 8-15-16,0-3-3 0,3 1-1 0,-3-1 0 15,-6-5-8-15,12 13-2 0,0-8 0 0,-3 3 0 16,3-2-4-16,0 4-1 0,-1-2 0 0,1 0 0 16,0 0 15-16,0 3 2 0,0-6 1 0,0 6 0 15,-3-1-26-15,6-2-19 0,-3-3 3 0,0 6 1 16,-1-3 15-16,-2 2 15 0,6 1-3 0,-6 0-1 0,0-1 5 15,0 1 0-15,-3-3 1 0,0 5 0 0,0-5-9 16,-3 5-8-16,-3-2 9 0,-3-1-9 0,3 1 12 0,-6-3-4 16,0 0-8-16,0 2 12 0,-3-2-12 0,-3 3 11 15,0-1-11-15,0 4 10 0,-2-1-10 0,2 0 0 16,-3 0 0-16,3 1 0 0,-3-1 0 0,3 0 0 16,3 0 0-16,-3 0 0 0,3 1 0 0,-3-1 0 15,3-2 0-15,-2 2 0 0,2 3 0 0,0-6 0 16,3 3 0-16,0 1 0 0,-3-4 0 0,6 1 0 15,0 2 9-15,3 0-9 0,-3 1 28 0,6 1 2 16,0-1 0-16,3-4 0 0,0 1-30 0,3 2 8 16,0-2-8-16,0-1 0 0,3 3 0 0,-1 1 0 0,1-4 0 15,3 1 0-15,0-1 15 0,0 1-3 0,0 2-1 16,0-2 0-16,3-1-11 0,-1 1 10 0,-5-3-10 0,3 2 10 16,0-2-2-16,-3 0 0 0,0 0 0 15,0 0 0-15,-6 0-8 0,3-3 10 0,-3 1-10 0,-6-6 10 16,0 0-10-16,0 8 0 0,0 0 9 0,0-3-9 15,-6 3 8-15,0 0-8 0,-6 2 10 0,0 1-10 16,-3 0 0-16,0 2 0 0,-6-3-13 0,3 4 4 16,4-1-4-16,-4 0-1 0,3 3 0 0,0-3 0 15,-3 3 14-15,3 0-9 0,0 0 9 0,3 0-8 16,-2 0 8-16,5 2-8 0,-6-2 8 0,3 0-8 16,3 0 8-16,3 0 0 0,3-3 0 0,0 0 0 15,0 0 0-15,0-2-10 0,0-1 10 0,6-2-10 0,3 3 10 16,0 2 0-16,0-5 0 0,6 3 8 15,3-3 0-15,0 2 0 0,-1-2 0 0,1 3 0 16,0-3 1-16,3 0 1 0,0 2 0 0,0-2 0 0,-3 0-1 0,0 3 0 16,2-3 0-16,-5-1 0 0,0-1-9 0,-3 2 10 15,0-3-10-15,0 3 10 0,-3-3-10 0,-3 3 0 16,-3 3 0-16,-3-3 0 0,0 5-11 0,-6-2-4 16,-3-1-1-16,0 6 0 15,-3 0-18-15,1 2-4 0,2 1-1 0,-3-1 0 16,3 1 15-16,0-1 4 0,0 1 0 0,3-1 0 0,-3 1 20 0,3-3-11 15,0 0 11-15,0-3-8 0,6 0 8 0,-3-2 0 16,3-1 0-16,1-2 0 0,2 0 0 0,0-2 12 16,0-6-2-16,5 7-1 0,1-1-9 0,-3-1 0 0,-3-5 9 15,9 5-9-15,-3 1 0 0,0-4 9 0,3 4-9 16,0-4 0-16,-3 4 0 0,3-4 0 0,0 3 0 0,0-2 0 16,0 2 0-16,3 1 0 0,-3 2 0 0,0 0-9 15,-1 0 9-15,1 5 0 0,-3 0-9 0,3 0 9 16,0 6-10-16,0-1 10 0,-6 6-13 0,3 0 5 15,-3 2 8-15,3 3 0 0,-6 3-9 0,0 3 9 16,0-1 0-16,0 0 0 0,0 3 0 0,0 0 0 16,0 3 0-16,-3-3 0 0,6 3 0 0,-3 2 0 15,0 1 11-15,0-1 0 0,0-2 0 0,0-1 0 16,-3 4 2-16,3-4 1 0,0 1 0 0,0 0 0 16,0 2-3-16,0-2-1 0,-3-1 0 0,3-2 0 15,3 3 2-15,-3-3 1 0,0 3 0 0,0-6 0 0,-3-2 2 16,3 0 0-16,3-3 0 0,-3-3 0 15,0-5-15-15,0 3 9 0,3-3-9 0,-3-2 8 0,0-6 0 16,3 0-8-16,-3-2 12 0,3 0-4 0,0-1-8 0,-3-5 8 16,0 1-8-16,3 2 8 0,-3 0-8 0,0 0 0 15,0-3 0-15,3 3 0 0,-3 0-8 0,3-3-1 16,0 3 0-16,-3-8 0 16,0 0-35-16,3 5-6 0,-3-5-2 0</inkml:trace>
  <inkml:trace contextRef="#ctx0" brushRef="#br0" timeOffset="30366.89">442 7789 1335 0,'0'-2'59'0,"0"2"13"0,0 0-58 0,0 0-14 0,0 0 0 0,0 0 0 16,0 0 11-16,0 0-1 0,0 0 0 0,0 0 0 16,0 0-10-16,0 0 0 0,0 0 0 0,0 0 0 15,0 0 8-15,0 0 0 0,0 0 0 0,9-3 0 16,0 0 12-16,3 1 1 0,-3-1 1 0,3 3 0 15,0-3 8-15,0 3 2 0,3 0 0 0,-3 0 0 16,5 3-15-16,-5 0-2 0,6-1-1 0,-6 4 0 16,3 2 3-16,0-3 1 0,-3 6 0 0,6-1 0 15,-6 1-10-15,-4 2-8 0,4-3 12 0,-3 4-12 16,0-1 8-16,-6 3-8 0,0-3 0 0,-3 3 0 16,6 0 16-16,-12-3 0 0,3 6 0 0,0-4 0 0,-3 4-16 15,3-3 0-15,-6 0 0 0,0 0 0 0,1-1 0 0,-1 1 0 16,3-2 0-16,-3-1 0 15,0-3-21-15,-3 4-8 0,3-1-2 0,-3 0 0 16,3-2 31-16,0-1 0 0,-3 1 8 0,-3-1-8 0,3-2 0 0,1-2 0 16,-1-1 0-16,3 0 0 0,0 0 0 0,6 1 0 15,-6-4 0-15,3 4 0 0,3-4 12 0,3-2-12 16,0 0 12-16,0 0-12 0,0 0 14 0,0 0-4 16,0 0-1-16,9 0 0 0,3 3 12 0,0-3 3 15,3-3 0-15,-3 1 0 0,2 2-8 0,1-3 0 16,0 3-1-16,0-3 0 0,0 3-15 0,3 0 0 15,-9 0 8-15,3 3-8 0,0 0 0 0,-4 2 8 0,4-2-8 0,-6 2 0 16,3 3 8-16,-6-3-8 0,0 6 0 16,3-1 0-16,-12 1 0 0,3 2 0 0,0 3 0 0,-3 0 0 15,3 0 0-15,-6 2-8 0,-3-2 8 0,4 3-10 16,-1-1 0-16,0 1 0 0,0-3 0 0,3-1 0 16,-9 1-4-16,6 0-1 0,3 0 0 0,0-3 0 15,-3 1-8-15,6-4-1 0,-6 1-1 0,6-3 0 31,-3 0-23-31,3-3-5 0,3-5-1 0,0 0-655 0</inkml:trace>
  <inkml:trace contextRef="#ctx0" brushRef="#br0" timeOffset="30821.68">1240 7631 806 0,'6'-8'72'0,"-6"8"-58"16,6-6-14-16,3 4 0 0,-6-4 177 0,6 4 33 16,-6-1 6-16,-3 3 2 0,9 5-155 0,-9 3-31 15,0 3-7-15,0 2-1 0,0 3 12 0,-3 5 1 16,-6 3 1-16,0 0 0 0,0 5-18 0,-3 3-4 16,-6-1-1-16,3 4 0 0,-3-1-15 0,1 1-13 15,2 2 2-15,-6 0 1 0,0 2 0 0,-3 1 0 16,3-3 0-16,7 0 0 0,-7 0 10 0,3-2 0 15,0-1 0-15,3-2 0 0,0-3 0 0,0 3 0 0,6-6 0 16,-3-2 0-16,-2 0-15 0,11-3 3 0,-9-3 0 16,6 1 0-16,3-1 12 0,-6 1 0 0,6-3 9 0,3 2-9 15,-6-4 9-15,6 1-9 0,-3-4 8 0,3 0-8 16,0-3 0-16,3-1 0 0,3-1 0 0,-6-1 0 16,6-2 0-16,3 2 0 0,0-2 0 0,3-3 0 15,2-3 0-15,-2 3 0 0,9-5 0 0,-3 2 0 16,3 0 0-16,-6 1 0 0,6-1 0 0,2-2 8 15,-2 2 5-15,3 1 1 0,3-1 0 0,-6 3 0 16,9-3-1-16,-10 3 0 0,4-2 0 0,3-1 0 16,-6 0 54-16,0 1 10 0,2-4 3 0,-2 6 0 15,-3-2-117 1,0-1-23-16,3 0-5 0,-9 1-1 0,0-1 42 0,3 1 9 0,-10 2 2 0,4-3 0 16,0 3-33-16,0 0-6 15,-9 0-2-15</inkml:trace>
  <inkml:trace contextRef="#ctx0" brushRef="#br0" timeOffset="31243.79">1282 8109 1843 0,'0'0'81'0,"0"0"18"0,0 0-79 0,0 0-20 0,0 0 0 0,0 8 0 16,0 0 0-16,0 3 0 0,0-3-13 0,0 0 5 15,0 2 8-15,0 4 0 0,3-1 0 0,3 0 0 16,-6 3 0-16,6-3 0 0,3 0 0 0,-3 1 0 16,5-1 0-16,-8 0 0 0,6-5 0 0,-3 3 0 15,6-6 0-15,-12-5-13 0,3 3 1 0,-3-3 1 16,9 0 11-16,0-3 0 0,0-2 0 0,0-1 0 15,-3-2 0-15,3-2-12 0,0-1 2 0,0 1 0 16,-6-4 10-16,3 4 11 0,3-1-3 0,-9-2 0 16,2 2-8-16,-2-2 0 0,3 3 0 0,-3-1 0 15,6-2 25-15,-6 2 0 0,-6 1 0 0,6-1 0 16,0 0-2-16,-3 4-1 0,1-1 0 0,-4 0 0 16,3 5 2-16,-3 0 1 0,3 3 0 0,-6 0 0 15,0 0-13-15,6 6-4 0,-6-4 0 0,0 4 0 0,0 2-20 16,6-1-4-16,-6 1 0 0,0-2-1 15,6-1-37-15,-3-2-7 16,6-3-2-16</inkml:trace>
  <inkml:trace contextRef="#ctx0" brushRef="#br0" timeOffset="31852.17">1454 7752 979 0,'0'0'87'0,"0"0"-70"15,0 0-17-15,0 0 0 0,0 0 77 0,0 0 12 16,0 0 3-16,9 6 0 0,-9-6-71 0,0 8-13 16,3-1-8-16,0 1 8 0,3-2-8 0,-6 2 8 15,3-3-8-15,3 3 8 0,-6-3 2 0,3 3 1 16,3 0 0-16,0-3 0 0,0 1-11 0,3-1 0 16,-6-5 0-16,6 3 8 0,0-3-8 0,0-3 0 15,-6 0 0-15,6 1 0 0,0-4 0 0,-6 1 12 16,0-3-12-16,2 3 12 0,-2-3-12 0,3 3 12 15,3-3-12-15,-9 0 12 0,0 0-12 0,6 0 0 16,-6-3-12-16,6 3 12 0,-6 0 0 0,-6 0 0 16,6 3 0-16,-3-3 0 0,3 3 26 0,-3 0 13 0,3-3 2 15,-6 2 1-15,6 6-17 0,-3-5-3 16,3 0-1-16,-9 0 0 0,9 5-21 0,0 0 8 0,0 0-8 16,-5-3 0-16,-1-2 0 0,6 5-8 0,0 0 0 0,-6 2 0 31,-3 1-29-31,3 0-6 0,-3 2-1 0,3 3-407 0,3-3-81 0</inkml:trace>
  <inkml:trace contextRef="#ctx0" brushRef="#br0" timeOffset="32454.23">1809 8596 1778 0,'0'0'79'0,"0"0"16"15,0 0-76-15,0 0-19 0,3 6 0 0,-6 7 0 0,3-3 8 0,-9 4-8 16,3 4 9-16,0 1-9 0,0-1 0 0,-3 6-10 15,3-3 0-15,0 6 0 0,3-1 10 0,-6 3 14 16,-3 3-3-16,3 0-1 0,3-1-10 0,0 4 0 16,-3-1 0-16,-2 1-11 0,2-4 11 0,0 1 0 15,0-3 0-15,6-2-8 16,-6-1-18-16,0-5-3 0,9-2-1 0,-9-3 0 16,6-3-6-16,-3-5 0 0,6 0-1 0,0 0-435 15,-3-3-86-15</inkml:trace>
  <inkml:trace contextRef="#ctx0" brushRef="#br0" timeOffset="32694.59">1779 8721 288 0,'0'-8'12'0,"0"8"4"0,0 0-16 0,0 0 0 0,0 0 0 0,3-6 0 16,3 4 333-16,-3-3 64 0,-3 5 13 0,0 0 2 15,0 0-320-15,9 2-64 0,-6 3-12 0,6 1-4 16,-3 2-12-16,5 2 8 0,-2 3-8 0,-3 3 0 15,0 6 8-15,3-1-8 0,0 5 0 0,3 1 0 16,-3-1 9-16,-3 1-9 0,0-1 8 0,3 0-8 16,-6 4 0-16,3-4 0 0,-3-2 8 0,0 0-8 15,3-3 0-15,-3 0-16 0,3-5 4 0,-6 0 1 32,0 2-47-32,3-5-10 0,-3 1-1 0,0-1-427 0,0-8-84 0</inkml:trace>
  <inkml:trace contextRef="#ctx0" brushRef="#br0" timeOffset="32866.11">1746 9025 1152 0,'0'0'102'0,"0"0"-82"16,0 0-20-16,0 0 0 0,0 0 124 0,0 0 21 16,0 0 4-16,0 0 1 0,0 0-91 0,3-5-19 15,0-1-3-15,6 1-1 0,0 0-4 0,3 2-2 16,0-5 0-16,3 3 0 0,-3-3-10 0,5 5-1 15,-5-2-1-15,0 0-601 16,-3-3-120-16</inkml:trace>
  <inkml:trace contextRef="#ctx0" brushRef="#br0" timeOffset="35473.49">4574 8890 806 0,'0'0'72'0,"0"0"-58"16,0 0-14-16,0 0 0 0,0 0 127 0,0 0 22 16,0 0 5-16,0 0 1 0,0 0-116 0,0 0-23 15,0 0-5-15,0 0-1 0,0 0-2 0,0 0-8 16,0 0 12-16,0 0-4 0,0 0-8 0,0 0 0 15,0 0 0-15,0 0 0 0,0 5 0 0,-6-2 0 16,6-3 10-16,0 0-10 0,0 0 17 0,0 0-3 16,0 0-1-16,0 0 0 0,0 0 16 0,0 8 3 15,6 0 1-15,-6-8 0 0,0 5-5 0,0-5 0 16,0 0-1-16,0 8 0 0,3 0-3 0,0 0 0 16,-3-8 0-16,0 5 0 0,0 3-24 0,0 0 0 15,0 0 0-15,-3 0 0 0,0 0 0 0,3 0 0 16,0 0 0-16,0-3 0 0,0 3 0 0,0 0 0 15,-6-3 0-15,6 3 0 0,0 0 0 0,0 0-11 0,0 0 3 16,0 0 0-16,0 3 8 0,6-1 0 16,-12 3 0-16,6-2 0 0,6-1 0 0,-6-2 12 0,0 0-4 0,0 3 0 15,0 0 3-15,0-4 1 0,0 4 0 0,0-3 0 16,0 0-4-16,0 0-8 0,-6 0 12 0,6 0-4 16,0 0-8-16,0 2 0 0,-3-2 0 0,3 3 8 15,0-1-8-15,0-2 0 0,-3 0 0 0,3 0 0 16,3 3 0-16,-3-1 0 0,0 1 0 0,-3-3 8 15,3 2-8-15,0-2 0 0,0-2 0 0,0-1 8 16,0 3 0-16,0 2 0 0,-3-4 0 0,3-6 0 16,0 8 5-16,0-8 1 0,0 0 0 0,0 5 0 15,0-5-5-15,0 8-1 0,0 0 0 0,0-8 0 16,0 0-8-16,0 5 10 0,0-5-10 0,0 0 10 0,0 0-10 16,3 8-9-16,-6-3 9 0,3-5-13 15,0 0-15-15,0 0-4 0,-3 6 0 16,3-6-534-16,-3 5-107 0</inkml:trace>
  <inkml:trace contextRef="#ctx0" brushRef="#br0" timeOffset="36161.48">5080 7834 576 0,'0'0'51'0,"0"0"-41"0,6-2-10 0,-6 2 0 16,9-3 177-16,0 0 34 0,0 1 6 0,0-4 2 16,-1 4-108-16,4-3-22 0,-3-1-4 0,3 1-1 15,-6 0-36-15,6 2-7 0,0-2-1 0,3-1-1 16,-6 1-2-16,3 2 0 0,-3-2 0 0,6 3 0 15,-7-4-17-15,1 1-3 0,0 2-1 0,0-2 0 16,-3 2-16-16,3 1 0 0,-3-1 0 0,0-2-9 31,0 2-26-31,-6 3-5 0,6-3 0 0,-6 3-524 0,0 0-104 0</inkml:trace>
  <inkml:trace contextRef="#ctx0" brushRef="#br0" timeOffset="36397.86">5410 7382 1868 0,'0'0'83'0,"0"0"17"0,6-3-80 0,6 1-20 16,0-1 0-16,3-2 0 0,-6 2 18 0,6 3 0 15,-3 0 0-15,3 0 0 0,-10-3-18 0,10 3 0 0,-6 3 0 0,0-3 0 16,-3 0 0-16,0-3 0 0,0 3 0 15,3 3 0-15,-9-3 0 0,0 0-9 16,0 0 1-16,6 3 0 16,-6-3-120-16,0 0-24 0,0 0-5 0,0 0-1 0</inkml:trace>
  <inkml:trace contextRef="#ctx0" brushRef="#br0" timeOffset="36708.01">5562 7684 345 0,'0'0'15'0,"0"7"4"0,3 4-19 0,3 2 0 0,0 0 0 0,0 3 0 16,-3 0 275-16,3 3 51 0,0-3 10 0,0 2 3 15,0 1-251-15,0-3-49 0,-3 2-11 0,6-2-1 16,-9 0 6-16,0 0 2 0,3 0 0 0,0-1 0 16,-1 1-15-16,-2 0-4 0,-2-3 0 0,-1 1 0 15,0 2-16-15,3-3 8 0,0 0-8 0,-6 0 0 0,0 0 8 16,3-2-8-16,-3 0 0 0,0-1 0 0,0-2 12 0,-3 0-4 15,6-3 0-15,-3 3-8 0,0-2 20 0,-3-1-2 16,3 0-1-16,-3-2 0 0,3 2-2 0,-3-2-1 16,-3-3 0-16,3 2 0 0,-2-2-2 0,2 0 0 15,-6 0 0-15,3 0 0 0,3 0-12 0,-6 0 0 16,3 3 0-16,-3-3 0 16,0 0-26-16,6-3-5 0,3 1-1 0,1-4-552 15,2 4-112-15</inkml:trace>
  <inkml:trace contextRef="#ctx0" brushRef="#br0" timeOffset="37403.68">5809 7554 403 0,'0'0'17'0,"0"0"5"0,0 0-22 0,0 0 0 15,0 0 0-15,6-3 0 0,-6 3 157 0,0 0 27 16,0 0 6-16,3-2 1 0,3-1-84 0,-6 3-17 16,0 0-3-16,6-5-1 0,-3 2-12 0,3-2-2 15,3 2-1-15,0 0 0 0,-3 1-20 0,3-4-4 16,6 1-1-16,-4 5 0 0,1-2-34 0,-3-1-12 16,3 3 9-16,-3 0-9 0,6 0 0 0,-6 3 8 15,0-1-8-15,0 1 0 0,0 2 8 0,0 0-8 16,-6 1 0-16,3-1 8 0,-6 3-8 0,3 0 0 15,-6 2 0-15,0 1 8 0,-3 0-8 0,-3 2 0 16,3-3 0-16,3 4 0 0,-9-4 0 0,6 1 0 16,3-1 0-16,-3 1 0 0,0-3 0 0,0 3 0 0,0-4 0 15,0 1 0-15,0 0-11 0,-3-2 3 0,3 2 0 16,0-3 0-16,0 3 8 0,0 0 0 0,-2-3 0 16,5 0 0-16,3-5 0 0,-6 6 0 0,6-6 0 0,-6 2 0 15,0 4-10-15,3-4 10 0,3-2-12 0,0 0 12 16,0 0 0-16,0 0 0 0,0 0 0 0,9 0 0 15,3 3 10-15,-4-1 2 0,4-2 1 0,3 3 0 16,0 0-13-16,-6-3 0 0,6 0 8 0,-3 0-8 16,3 0 0-16,-6 2 0 0,3 1 0 0,-3 0 0 15,-1-3 0-15,4 5 0 0,-9-2 8 0,-3-3-8 16,0 0 0-16,3 5 8 0,-3 3-8 0,0 0 0 16,-3 2 12-16,0-2-4 0,-9 0-8 0,4 3 12 15,-1-1-12-15,0 4 0 0,-3-4 8 0,3 1-8 16,-3-1 0-16,3-2 0 0,-3 3 0 0,3-3 0 15,0 0-16-15,0 2 0 0,0-4 0 0,-3-1 0 16,7 0-15-16,-1 1-2 0,6-6-1 16,-12 2 0-16,0 1-94 0,3-1-20 0,9-2-3 15,0 0-1-15</inkml:trace>
  <inkml:trace contextRef="#ctx0" brushRef="#br0" timeOffset="37944.24">6032 8096 1364 0,'15'6'60'0,"-9"-4"13"0,9-2-58 0,-3 0-15 0,0 0 0 0,3-2 0 15,0 2 33-15,0-3 4 0,-1 0 1 0,1-2 0 16,-3-3-1-16,0 0 0 0,3-5 0 0,-3 2 0 16,0 1 5-16,-3-4 1 0,3 1 0 0,-3 0 0 15,0-3-26-15,-1-2-5 0,-2 2 0 0,0-3-1 16,-3 3-11-16,-3-2 0 0,-3-3 0 0,0 2 0 15,9-5 0-15,-3 3 0 0,0-3 0 0,0 3 0 16,-3 3 0-16,0-1-11 0,0-2 11 0,0 5-8 16,-9-2 8-16,6 4 0 0,3 1 0 0,0 0 0 15,-3 5 0-15,3-3 11 0,0 1-3 0,3 2 0 16,3 0 9-16,0 0 2 0,0 3 0 0,-6-3 0 16,6 0-3-16,3 3-1 0,-3-1 0 0,3 1 0 15,0 0 9-15,3-1 3 0,-6 4 0 0,3-4 0 16,3 1-5-16,0 2-1 0,-1-2 0 0,4 0 0 15,-3 2-13-15,3 3-8 0,0-2 8 0,-3 2-8 0,3 0 0 0,3 2 0 16,-9 1 0-16,5 0 0 0,-2-1 0 0,-3 3 0 16,3 1 0-16,-3 2 0 0,0-3 0 0,-3 3 0 15,0 5 0-15,0 0 0 0,-3 1 0 0,0 1 0 16,0 4 0-16,-3 0 0 0,0 2 0 0,3 0 0 16,-3 0 0-16,0 5-8 0,0-2 8 0,3 3 0 15,-3-3 0-15,3-1 0 0,3-1 0 0,-3-1 0 16,0-3 0-16,3 1 0 0,3-1 0 0,-4-4 0 15,1-1 0-15,3-3 8 0,0 1 0 0,0-3 0 16,3 0 0-16,0-3 0 0,0 0 4 0,0-2 2 16,-3-3 0-16,6 3 0 0,0-3-4 0,-4 0-1 0,1-3 0 15,3 0 0-15,0 3-9 0,0-2 12 0,-3-1-12 16,0 0 12-16,0-2-12 0,-3 2 0 0,0-2 0 0,-9 5-669 16,0 0-141-16</inkml:trace>
  <inkml:trace contextRef="#ctx0" brushRef="#br0" timeOffset="39371.65">8238 6829 864 0,'0'0'76'0,"0"0"-60"0,6-3-16 0,6 1 0 0,3-1 250 0,0 0 47 16,-6 1 10-16,2 2 1 0,4-3-240 0,-3 0-48 16,-3 1-9-16,0 2-3 0,0 0-8 0,-9 0 0 15,6 0 0-15,-6 0 8 0,0 0-8 0,6 2 0 16,-6-2 0-16,0 0 0 15,0 0-29-15,6 8-2 0,0-2 0 0,-3-1-545 16,-3-5-108-16</inkml:trace>
  <inkml:trace contextRef="#ctx0" brushRef="#br0" timeOffset="39659.51">8277 7138 1191 0,'0'0'52'0,"3"11"12"0,6 0-51 0,-3 5-13 0,-3-1 0 0,2 1 0 15,-2 0 84-15,3 0 15 0,0 3 2 0,-3-4 1 16,3 4-65-16,0-3-13 0,0-3-2 0,0 3-1 16,0 0-1-16,0 0-1 0,0-3 0 0,-3 0 0 15,0 0-3-15,0-2-1 0,-3 0 0 0,3-1 0 16,0-2-6-16,-3 0-1 0,-3-3 0 0,0 3 0 16,0 0 8-16,-3 0 2 0,0-3 0 0,-3 1 0 15,0-1-2-15,-3 3-1 0,3-3 0 0,-6 0 0 16,1 1-15-16,-1-1 0 0,0 0 0 0,-3-2 0 15,-3 2-16-15,0-2 0 0,9 2 0 0,-2-2 0 16,-7 0-18-16,3-1-3 16,3-2-1-16,3 0 0 0,6 0 14 0,-6-2 2 0,-9-1 1 0,9 0-471 15,6-2-95-15</inkml:trace>
  <inkml:trace contextRef="#ctx0" brushRef="#br0" timeOffset="40161.18">8652 6705 1861 0,'0'0'82'0,"0"0"18"0,0 0-80 0,0 0-20 0,9 0 0 0,-3 0 0 15,-6 0 8-15,0 0-8 0,0 0 12 0,6 5-12 16,-6-5 0-16,3 8 0 0,-3-8 0 0,0 8 0 16,-3 2-9-16,0 4 9 0,0-1-8 0,-3 3 8 15,-3 0 0-15,0 5 8 0,0-3 0 0,0 3 0 16,3 6-8-16,-3-3 0 0,0 2-8 0,3 1 8 16,0-1 0-16,3 0-8 0,3 1 8 0,-3 2 0 15,3-3 0-15,-3 1 0 0,-3-3 0 0,6 0 0 16,0-1 0-16,3-4 0 0,3-6 0 0,-3 0 0 15,3 1 0-15,3-4-8 0,-3-2 8 0,0 0 0 16,3-3 0-16,0-2 0 0,0-3 0 0,3-3-8 16,0 1 8-16,-3-1 0 0,2-2 0 0,1-3 0 15,-3-3 0-15,0 3 0 0,0-5 0 0,0 2 8 0,-3 1-8 16,0-1 0-16,-3-2 0 0,-3 3 0 0,3-1 0 16,-3 0 8-16,0 1-8 0,-3-1 8 0,0 3 1 0,0 3 1 15,-3 0 0-15,0-1 0 0,-3 4 8 0,3-1 2 16,-3 3 0-16,0 3 0 0,0-1-8 0,-2 4 0 15,-1 2-1-15,3 0 0 0,0 2-11 0,0-2 0 16,0 0 0-16,-3 3 0 0,6-3 0 0,-3 2 0 16,3 3 0-16,3-5 0 15,0 3-50-15,0-1-12 0,0 1-2 0</inkml:trace>
  <inkml:trace contextRef="#ctx0" brushRef="#br0" timeOffset="40630.44">8765 7501 691 0,'0'0'30'0,"6"-3"7"0,3 1-29 0,3-1-8 0,0-2 0 0,-1-1 0 16,4 1 271-16,0-3 53 0,-3 0 10 0,0 0 2 16,0-2-263-16,-3-1-53 0,-3 1-10 0,3-4-2 15,-6 1-8-15,3-3 0 0,0 0 0 0,-3-2 0 16,-3 2 16-16,3-3-2 0,-3 1 0 0,0-1 0 15,0-2-14-15,0 3 0 0,0-6 0 0,0 0 0 16,0 0 0-16,0 3 0 0,0-3 0 0,3 3 0 16,0 0 0-16,0 2 0 0,-3 1 0 0,2 2 0 15,1 0 0-15,0 3 12 0,0 2-1 0,-3 1-1 0,0-1 10 16,3 3 3-16,0 0 0 0,0 0 0 0,0 0-5 16,3 3-1-16,3 0 0 0,-3 0 0 0,0 2 2 0,0-2 0 15,3-1 0-15,-3 1 0 0,-6 5-2 0,6-3 0 16,0 3 0-16,3 0 0 0,-3-2-17 0,3 2 0 15,0 2 8-15,0 1-8 0,2 2 0 0,-2 1 0 16,0-4 0-16,-3 9 0 0,0-1 0 0,3 4 0 16,-3-1 0-16,-3 3 0 0,0-3 0 0,0 6 0 15,-6-1 0-15,3 1 0 0,0-1 0 0,-3 3 0 16,0 0 0-16,0 1 0 0,0-1 0 0,3 0 0 16,-3-3 0-16,0 1 0 0,0-1 0 0,3 1 0 15,0-6 0-15,0 3 0 0,0 0 0 0,3-3 0 0,3-2 8 16,-3-1-8-16,0 1 0 0,0-3 0 0,3-3 0 0,0 0 0 31,3-2-27-31,0 0-2 0,3-6-1 0,3-2-631 0,2-3-127 0</inkml:trace>
  <inkml:trace contextRef="#ctx0" brushRef="#br0" timeOffset="41919.36">10200 6948 1886 0,'0'0'84'0,"0"0"16"0,0 0-80 0,0 0-20 0,0 0 0 0,0 0 0 15,6 5 15-15,-4 3-2 0,1 0 0 0,0 3 0 16,-3 2-13-16,0 3 0 0,0 0 8 0,-3 2-8 16,3 1 8-16,-3 2 0 0,3 3-8 0,0 0 12 15,-2-1-3-15,2-1-1 0,0 1 0 0,0 4 0 16,-3-3-8-16,3-1 0 0,-3-1 0 0,0-1 8 15,3 0-8-15,0-3 0 0,-3 4 0 0,3-4 0 16,0-2-13-16,0-3 1 0,-3-2 1 0,3 2 0 16,3-8-21-1,0 3-5-15,-3-2-1 0,0-6 0 0,0 0-155 16,6 5-31-16</inkml:trace>
  <inkml:trace contextRef="#ctx0" brushRef="#br0" timeOffset="42326.25">10426 7041 403 0,'0'0'36'0,"0"0"-36"15,0 0 0-15,0 0 0 0,6-6 224 0,0 4 37 16,-3-1 8-16,-3 3 2 0,9 0-155 0,0-3-30 16,-4 1-6-16,4 2-2 0,0 0-26 0,0 0-4 15,3-3-2-15,0 3 0 0,3 3-13 0,-3-3-2 16,0 2-1-16,0 1 0 0,0 2 6 0,-3-2 0 15,-1 2 1-15,1 1 0 0,-3-4-18 0,0 3-4 16,-3 1-1-16,0 2 0 0,-3-3-14 0,-3 6 9 0,0-4-9 16,-3 4 8-16,-6 0-8 0,3 2 0 15,-2 0 9-15,-1-2-9 0,0 2 0 0,0-2 0 0,3-1 0 16,-3 1 0-16,3-1-13 0,0-2 2 0,3 3 1 0,-3-1 0 16,0-2-1-16,3 0 0 0,0-2 0 0,-2 1 0 15,5 4 11-15,-3-3 0 0,0 3 0 0,3-3 0 16,0-1 0-16,0-1 11 0,3-6-3 0,0 8 0 15,0 0 16-15,3-3 4 0,-3-5 0 0,6 8 0 16,0-3-7-16,3 0-1 0,-1 1 0 0,1-4 0 16,3 4-5-16,0-6-2 0,0 0 0 0,0 0 0 15,0 0-2-15,0-3-1 0,-3 0 0 0,3-2 0 16,0 0-10-16,-4-3-12 0,1 3 2 0,0-3 1 16,-3-3-110-16,0 0-21 15,0 4-5-15</inkml:trace>
  <inkml:trace contextRef="#ctx0" brushRef="#br0" timeOffset="42826.93">10658 7448 979 0,'0'0'87'0,"9"3"-70"16,0-1-17-16,3 1 0 0,0 0 224 0,0-1 42 16,-4-2 8-16,7-2 2 0,-3-1-196 0,3 0-38 15,0-5-8-15,0 0-2 0,3-5 11 0,-3-3 1 16,2 0 1-16,1-2 0 0,0-1-21 0,-3-2-4 15,3-3 0-15,-3 3-1 0,0-3-8 0,-3-2-2 0,-3 5 0 0,-3-3 0 16,-4-2-17-16,1 2-4 0,0 0-1 0,-3 0 0 16,-3 0 13-16,3 1 0 15,-3 1 0-15,1 1-9 0,-1 3 9 0,-3-1 0 16,3 3 0-16,0 3 0 0,3 0 0 0,0 5 0 0,-6 0-10 16,6 0 10-16,0 3-8 0,0 5 8 0,0 0 0 0,0 0 0 15,0 0 0-15,0 0 0 0,0 0 0 0,9-3 0 16,-3 0 0-16,2-2 11 0,1 5 0 0,0-3 0 15,3 1-11-15,-3-1 8 0,3 3-8 0,0 0 8 16,0 3-8-16,0-1 0 0,0 1 0 0,3 2 0 16,-1-2 0-16,1 2 0 0,-3 3 0 0,0 0 0 15,6 0 0-15,-3 3 0 0,-3-1 0 0,0 1 0 16,0 2-10-16,-3 0 10 0,-1 3 0 0,-2 0-9 16,0 3 9-16,-3-1 0 0,3 3 0 0,-6 0 0 15,0 1 0-15,0 4 0 0,0-5 0 0,0 3 0 16,0-3 0-16,0 3 0 0,3-3 0 0,0-2 0 15,3 2 9-15,0-5-9 0,0-3 12 0,0 0-12 0,3-2 17 16,-3-1-3-16,-3-2-1 0,6-2 0 0,0 2 2 16,3-3 0-16,3-5 0 0,-1 3 0 0,4-6-4 0,0 3-1 15,0-3 0-15,0 1 0 0,0-4-10 0,3 1 8 16,-1-3-8-16,-2 0 8 16,0-2-41-16,0 2-9 0,0-3-2 0,-3 0-666 15,-3-2-134-15</inkml:trace>
  <inkml:trace contextRef="#ctx0" brushRef="#br0" timeOffset="44731.37">4488 4826 115 0,'0'0'0'0,"0"0"10"0,0 0-10 0,0 0 0 16,0 0 0-16,0 0 0 0,5-5 192 0,-5 5 37 15,0 0 7-15,3-8 2 0,3 2-170 0,-6 1-35 16,0 5-6-16,0-5-2 0,3 2 12 0,0-5 3 16,-3 8 0-16,0-2 0 0,0-4-4 0,0 6-1 15,0 0 0-15,0 0 0 0,-3-2-5 0,3 2-1 16,3-6 0-16,-3 6 0 0,0 0-17 0,3-2-3 15,9-1-1-15,-9 3 0 0,-3 0 0 0,9 0 0 16,-9 0 0-16,9 3 0 0,3 2 6 0,0 0 1 16,-3 1 0-16,0 4 0 0,0-7-5 0,-6 2-1 15,3 3 0-15,-6-3 0 0,3 3-9 0,0 3 12 16,-3-8-12-16,-3 2 12 0,0 0-12 0,3 0 10 0,0 1-10 16,-9-1 10-16,3 3-2 0,-3-3-8 15,3-2 12-15,-3 2-4 0,3-2-8 0,0 2 0 0,0-2 0 0,3-1 0 16,3-2 0-16,-9 0 0 0,0 0 0 0,6-2 0 15,-6-1 9-15,3-2 0 0,3 2 0 0,0-2 0 16,-6 2 25-16,4-2 5 0,2 0 1 0,0-1 0 16,-3 1-18-16,6 2-3 0,-3-2-1 0,3-3 0 15,3 3-10-15,-3 0-8 0,0-1 9 0,3 4-9 16,0-4 0-16,3 1 0 0,-6 2 0 0,5-4 0 16,4 4 0-16,0 0 0 0,-3-5 0 0,3 8 0 15,-3-2 0-15,6 2 0 0,-12 0 0 0,3 2 0 16,-3-2 8-16,6 8-8 0,0-5 0 0,-6-3 0 15,0 0 0-15,3 10 8 0,-3-2-8 0,-6 0 0 16,3 3 0-16,-3-6 11 0,-3 3-11 0,0-5 10 16,3 2-10-16,-3 0 8 0,3-2-8 0,0 0 8 15,6-3-8-15,-6 2 0 0,-2-2 0 0,2 0 8 0,6 0-8 16,0 0 0-16,-3-5 9 0,3 5-9 0,-6-5 15 0,0-1-2 16,6 1 0-16,0 0 0 0,0 0-13 0,0 2-8 15,0-5 8-15,6 3-13 16,-3-1-20-16,0 1-4 0,-3 5-1 0,0 0-528 15,9-3-106-15</inkml:trace>
  <inkml:trace contextRef="#ctx0" brushRef="#br0" timeOffset="45833.61">7589 4807 691 0,'0'0'30'0,"6"0"7"16,3-5-29-16,-6 3-8 0,-3 2 0 0,9-6 0 0,6 1 65 0,-3 0 12 16,-12 5 3-16,0-6 0 0,6 1-52 0,0 2-9 15,-3 1-3-15,-3 2 0 0,0 0 44 0,6-5 8 16,5 5 1-16,-5-6 1 0,-6 6-36 0,6 0-7 16,6-2-2-16,-3 2 0 0,-9 0-15 0,0 0-10 15,0 0 12-15,6 8-12 0,3-8 8 0,-9 0-8 16,0 0 0-16,0 0 0 0,3 5-13 0,-6 3-10 15,-9 0-1-15,0 2-1 16,3-7-18-16,3 7-3 0,0-7-1 0,0 2 0 0,-2 1 25 0,2-1 5 16,6-5 1-16,0 0 0 0,-12 3 16 0,9 2 0 15,3-5 11-15,0 0-11 0,0 0 53 0,0 0 4 16,0 0 1-16,0 0 0 0,9-11-9 0,-6 9-1 16,-6-6-1-16,6 2 0 0,6-1-12 0,-1 1-3 0,-5 1 0 15,0 2 0-15,3-2-6 0,0 2-2 16,0 1 0-16,0-1 0 0,-6 3-9 0,0 0-3 0,12 0 0 15,-6 0 0-15,-6 0-4 0,0 0 0 0,9 0-8 0,0 3 12 16,-3-3-4-16,-6 0-8 0,0 0 11 0,0 0-11 16,9 2 10-16,-9-2-10 0,-6 3 8 0,0 2-8 15,6-5 0-15,-9 3 0 0,-3 2 0 0,0-2 0 16,3 0-18-16,0-1 4 0,0 3 1 0,0-5 0 16,-2 0 13-16,8 0 0 0,3 0-10 0,0 0 10 15,-6-7 0-15,3 4 0 0,6 0 0 0,0-5 8 16,0 0 7-16,0 3 1 0,-3-3 0 0,8-2 0 15,4 4-8-15,0-4 0 0,-6 7-8 0,0-8 12 16,0 9-2-16,-3-6-1 0,-3 8 0 0,0 0 0 16,0 0 6-16,0 0 1 0,12 0 0 0,-12 0 0 15,0 0-16-15,0 0 0 0,9 3 8 0,0 2-8 16,-9-5 0-16,0 8 0 0,6 0-12 0,-3-3 12 16,3 3-39-16,-6-3-1 0,-6 1 0 15,3-1-498-15,9 0-100 0</inkml:trace>
  <inkml:trace contextRef="#ctx0" brushRef="#br0" timeOffset="47480.21">5759 5318 1036 0,'0'0'92'0,"0"0"-73"0,0 0-19 0,0 0 0 16,3-5 119-16,-3 5 20 0,0 0 4 0,0 0 1 15,0 0-119-15,0 0-25 0,0 0 0 0,0 0 0 16,-3 10 0-16,-3-4 0 0,-3 4 10 0,-3 1-10 16,0 2 9-16,0 0-9 0,-3 6 0 0,0-3 9 15,-3 0-9-15,3-1 8 0,1 4-8 0,-4 0 8 16,0-6-8-16,3 0 0 0,3 0 0 0,0-2 0 16,-3-1 0-16,3-2 12 0,3 0-12 0,0-2 12 15,4 1-12-15,-7-4 0 0,3 2 0 0,3 1 0 0,-3-4 0 16,3 4 0-16,0-4 0 0,3 4 0 0,3-1 10 0,0-5-10 15,-9 5 12-15,9-5-12 0,0 0 12 16,9 8-4-16,-6-5 0 0,6 2-8 0,0-2 18 0,6 2-3 16,0-2-1-16,5-1 0 0,-2 1 9 0,3-3 1 15,0 0 1-15,3 0 0 0,0 0-9 0,-1 0-1 16,-2 0-1-16,3 0 0 0,-3-3 1 0,0 3 0 16,-1 0 0-16,-5-2 0 0,3 2-6 0,-6-3-1 15,3 0 0-15,-3 1 0 0,-3-4-20 0,0 4-5 16,3-1-1-16,-6-5-823 0</inkml:trace>
  <inkml:trace contextRef="#ctx0" brushRef="#br0" timeOffset="47718.57">5779 5429 1954 0,'0'0'87'0,"0"0"17"0,0 0-83 0,0 0-21 0,3 8 0 0,0-3 0 16,-3 3 0-16,0 0 0 0,0 3 0 0,-3 2 0 16,0 3 0-16,-3 5 0 0,0-5 0 0,1 5 8 15,-4 3-8-15,3 0 0 0,-3 0 0 0,3 0 8 16,-3 2-8-16,0 0 0 0,0 1 0 0,0-1 8 0,6 3-24 16,-3-5-4-16,-3 0 0 0,9-3-1 15,-6 0-29-15,0-5-6 0,3 3 0 0,0-6-472 16,0 0-95-16</inkml:trace>
  <inkml:trace contextRef="#ctx0" brushRef="#br0" timeOffset="48214.28">5967 5829 1728 0,'0'0'76'0,"9"-6"16"0,3 1-73 0,0-3-19 0,3 3 0 0,2-6 0 15,1 3 79-15,0-2 12 0,-3-1 2 0,0-2 1 16,0 2-70-16,0-2-15 0,-3 0-9 0,-4 0 12 16,-2 0-4-16,0-1-8 0,0-2 12 0,-3 3-4 15,-3-3-8-15,0 3 8 0,0 0-8 0,-3-6 8 16,-3 3-19-16,3 3-4 0,-3-3-1 0,3 3 0 16,0-3 16-16,1 3-12 0,-4 0 12 0,3 0-12 15,3-1 12-15,0 1 0 0,0 5-10 0,0-2 10 16,3 4 0-16,0-2 0 0,-3 3 0 0,3 0 0 15,-3 5 0-15,5-5 12 0,1 2-4 0,0-5 0 16,3 8 4-16,0-3 1 0,3 1 0 0,0 2 0 16,3 0 5-16,-3-6 1 0,3 4 0 0,0 2 0 15,-1-3 1-15,-2 0 0 0,-3 3 0 0,6 0 0 16,0 3-20-16,0 0 0 0,3 5 0 0,-3-3 0 16,0 3 0-16,-1-3 10 0,-5 6-10 0,3 2 8 15,-3 0-8-15,-3 3 0 0,0 3 9 0,-3-4-9 0,3 4 0 16,-6 0 0-16,6 2 0 0,-6-3-12 0,0 1 12 15,3 2 8-15,0-8-8 0,-3 3 11 0,3-3-11 0,0 3 0 16,0-5 0-16,0 5 0 0,3-9 0 0,0 4 0 16,-3 0 0-16,3-3 0 0,6 0 0 0,-6-3 0 15,3 0 0-15,2 0 0 0,1-2 12 0,0 2 0 16,3-5 0-16,0 0 0 0,3 0-12 0,-3-2 0 16,3-1 0-16,-4-2 0 0,4-1-10 0,0-1-4 15,0-1-1-15,0-3-666 16,-3 0-134-16</inkml:trace>
  <inkml:trace contextRef="#ctx0" brushRef="#br0" timeOffset="49738.83">3535 4056 921 0,'-3'0'82'0,"3"0"-66"0,0 0-16 0,0 0 0 16,0 0 116-16,0 0 19 0,0 0 4 0,0 0 1 15,0 0-62-15,0 0-12 0,0 0-2 0,0 0-1 16,0 0-13-16,0 0-2 0,0 0-1 0,0 0 0 16,3 8-47-16,3-3 0 0,3 6-12 0,-9 2 2 15,0 3 2-15,0 5 0 0,6 0 0 0,3 3 0 16,-3 0 8-16,0 0 0 0,3 0 0 0,-3-3 0 15,3-3 0-15,-4 1 0 0,10-1 0 0,-9-2 0 16,3 3 0-16,6-6 0 0,-9-2 8 0,3 2-8 16,-3-3 0-16,3 1 9 0,3 2-9 0,-9-8 0 15,3 6 10-15,0 0-10 0,0-6 8 0,3 3-8 16,-6-6 0-16,2 4 8 0,-5-6-8 0,0 0 0 16,6 2 12-16,0 1-4 0,0-3 0 0,3 0 0 15,-3 0 11-15,3-3 1 0,-9 1 1 0,9-1 0 16,3-2 8-16,-6-8 2 0,0 2 0 0,3-2 0 15,0 0-7-15,0-3-2 0,-3-3 0 0,3 6 0 16,0-8-12-16,-1 2-2 0,1-5-8 0,0 6 12 16,-3-3-12-16,3 0 0 0,0 7 0 0,0-7 0 0,-6 5 0 15,3 0 8-15,0 1-8 0,3-1 9 0,-3 2-1 0,3-4 0 16,3 2 0-16,-3-2 0 0,-3-1-8 0,2 6 0 16,1-8 0-16,0 5 0 0,0 0 0 0,0 3-17 15,-3-1 4-15,0 9 1 16,3-5-16-16,-9 7-4 0,3-5 0 0,-3 8 0 15,0 0-89-15,0 0-19 0,0 0-3 0,0 0-607 0</inkml:trace>
  <inkml:trace contextRef="#ctx0" brushRef="#br0" timeOffset="49969.21">4083 4307 1357 0,'0'0'60'0,"9"6"12"0,-3 2-57 0,0 2-15 0,0-2 0 0,2 5 0 16,-8 1 61-16,9 2 10 0,-9-1 1 0,0 4 1 16,0-3-18-16,0 8-4 0,0-9-1 0,0 7 0 15,-6-1-25-15,3-3-5 0,3-2 0 0,-6 3-1 16,4-3-11-16,-1-1-8 0,0-1 9 0,0-1-9 16,3 0 0-16,-3 0-20 0,3-7 4 0,0 4 0 15,0-2-46 1,-6 0-9-16,6-8-1 0,0 5-1 0</inkml:trace>
  <inkml:trace contextRef="#ctx0" brushRef="#br0" timeOffset="50536.7">3794 3731 864 0,'0'0'76'0,"0"0"-60"0,0 0-16 0,6 5 0 16,3-2 150-16,-9-3 27 0,6 5 6 0,-3 0 1 16,-3-5-148-16,6 8-28 0,-6-8-8 0,0 3 0 15,0-3 0-15,0 10 0 0,0-10 0 0,0 3 8 16,0-3 5-16,0 0 2 0,0 0 0 0,0 0 0 16,0 0-15-16,0 0 11 0,0 0-11 0,0 0 10 15,0 0 2-15,0 0 1 0,0 0 0 0,0 0 0 16,0 0 13-16,0 0 2 0,0 0 1 0,0 0 0 15,0-3-17-15,0 3-3 0,0-8-1 0,0 8 0 16,0 0-8-16,0 0 12 0,0 0-12 0,0 0 12 16,0 0-12-16,0 0 10 0,0 0-10 0,0 0 10 15,0 0-10-15,0 0-9 0,0 0 9 0,0 0-13 0,0 0 13 0,0 0-9 16,0 0 9-16,0 0-8 0,0 0 8 0,0 0 0 16,0 0 0-16,0 0 0 0,0 0 12 0,0 0-3 15,0 0 0-15,0 0 0 0,0 0-1 0,0 0 0 16,0 0 0-16,0 0 0 0,0 0 5 0,0 0 1 15,0 0 0-15,0 0 0 0,0-5-2 0,0 5 0 16,0 0 0-16,0 0 0 0,0-5-24 0,0 5-6 16,0 0-1-16,0 0 0 15,0 0-134-15,0 0-27 0</inkml:trace>
  <inkml:trace contextRef="#ctx0" brushRef="#br0" timeOffset="51632.74">7881 4051 230 0,'0'0'20'0,"0"0"-20"15,0 0 0-15,3-8 0 0,-3 8 186 0,0-5 33 16,3-3 6-16,-3 8 2 0,-3-6-115 0,3 6-22 16,0 0-5-16,0 0-1 0,0 0-11 0,0 0-2 15,0 0-1-15,3-8 0 0,3 6-10 0,-6 2-1 16,0 0-1-16,0 0 0 0,0 0-43 0,3 5-15 16,-3 3 9-16,3 3-9 0,0 2 0 0,0 3 0 15,0 0 0-15,0 2-11 0,-3 3 11 0,0-5 0 16,6 0 0-16,-3 5 0 0,-6-8 0 0,3 1 0 0,5 4 0 0,4-10 0 15,-6 5 0-15,0-2 0 0,3-3 0 16,-3 5 0-16,6-8 0 0,-3 3 0 0,-6-8 0 0,6 8 0 16,3 3 0-16,-3-3 0 0,-6 0 0 0,3 2 0 15,0-4 0-15,0 4 0 0,3 1 0 0,-6-3 0 16,0-3 0-16,3 3 0 0,3-3 0 0,-3-2 0 16,-3-3 0-16,0 0 0 0,9 2 0 0,-3-2 8 15,-6 0 4-15,6 0 2 0,-6 0 0 0,9-7 0 16,5-1 21-16,-5-3 4 0,-6 0 1 0,0-2 0 15,6 5-10-15,0-5-2 0,-6 0 0 0,0-6 0 16,-3 6 3-16,3-5 0 0,0-1 0 0,0-2 0 16,-3 2-23-16,6-2-8 0,6-5 0 0,0-1 9 15,-3-2-9-15,0 5 12 0,6-2-12 0,-1 2 12 0,4 3-12 16,-6 2 0-16,-3-2 0 0,3 8 0 0,0-3 0 16,0 5-14-16,-9 1 3 0,3 2 1 0,0 3 10 0,0-3 9 15,-3 2-1-15,-3 6-8 0,0 0 8 0,0 0-8 16,0-5 0-16,0 5 0 0,0-2 0 0,0 2-20 15,0 0 2-15,0 0 1 16,0 0-35-16,0 0-6 0,0 0-2 0,0 0-553 16,0 0-111-16</inkml:trace>
  <inkml:trace contextRef="#ctx0" brushRef="#br0" timeOffset="52067.58">8193 4286 460 0,'0'0'41'0,"0"0"-33"0,0 0-8 0,0 0 0 15,15 0 235-15,-6 0 45 0,-9 0 8 0,0 0 3 16,0 0-231-16,9 3-47 0,-9-3-13 0,0 0 0 15,0 0 17-15,9 3-2 0,0 2-1 0,0-3 0 16,-9-2-5-16,9 6-1 0,0-4 0 0,0 1 0 16,0 5-8-16,-3-8 0 0,2 5 9 0,-2 3-9 0,3-8 0 15,-3 6 0-15,0-4 0 0,-3 3 0 0,-3-5 0 0,3 6 0 16,-6 2 0-16,-3-3 8 0,3 3-8 16,-6 0-15-16,0 0 4 0,-2 0 1 0,-1 2 10 0,3 1 0 15,0-3 0-15,0 2 0 0,0-2 0 0,0 0 8 16,6 0-8-16,0-2 11 0,0 1-11 0,3 1 8 15,0-2-8-15,3-4 8 0,3 4 4 0,3-4 0 16,-6 4 0-16,6-4 0 0,0 1 22 0,3 0 5 16,0 2 1-16,-1-5 0 0,4 0-26 0,-3 0-5 15,3 0-1-15,0 0 0 0,-6 0-8 0,3-5 0 16,3-1 9-16,-3 4-9 16,-6-4-64-16,3 1-18 0</inkml:trace>
  <inkml:trace contextRef="#ctx0" brushRef="#br0" timeOffset="52643.04">8024 3723 1267 0,'0'0'56'0,"0"0"12"0,0 0-55 0,0 0-13 16,0 0 0-16,0 0 0 0,-6 8 71 0,6-8 11 16,0 0 2-16,0 0 1 15,-9 2-85-15,9-2-32 0,0 0 0 0,0 0 1 0,0 0 15 0,-3 6 4 16,-3-1 0-16,6-5 0 0,0 0 12 0,0 0 0 16,-6 3 12-16,6-3-12 0,0 0 0 0,0 0 0 15,-6 0 0-15,6 0-12 0,0 0 26 0,0 0 6 16,0 0 0-16,0-3 1 0,-6-2 11 0,3 2 3 15,9-2 0-15,-6 5 0 0,-3 0-13 0,3 0-2 16,0 0-1-16,0 0 0 0,0 0-9 0,0 0-2 0,0 0 0 16,0 0 0-16,9 0-8 0,-9 0 0 0,0 0-12 0,0 0 12 15,0 0-10-15,0 0 10 0,0 0 0 0,0 0-9 16,0 0 9-16,0 0 9 0,0 0-1 0,-3 2-8 16,-9 1 28-16,6 0 0 0,6-3-1 0,0 0 0 15,-6 5-14-15,0-5-2 0,6 0-1 0,0 0 0 16,0 0-10-16,0 0 10 0,-6 0-10 0,6 0 10 15,0 0-10-15,0 0 0 0,0 0 0 0,0 0 0 32,0 0-19-32,0 0-5 0,0 0-2 0,0 0-775 0</inkml:trace>
  <inkml:trace contextRef="#ctx0" brushRef="#br0" timeOffset="54741.5">5506 3601 633 0,'0'0'56'0,"0"0"-44"0,0 0-12 0,0 0 0 16,0 0 112-16,0 0 20 0,0 0 4 0,0 0 0 15,0 0-88-15,0 0-19 0,0 0-3 0,0 0-1 16,0 0 31-16,0 0 5 0,0 0 2 0,0 0 0 16,0 0 3-16,0 0 1 0,0 0 0 0,0 0 0 15,0 0-39-15,0 0-8 0,0 0-2 0,0 0 0 16,2 0-18-16,-2 0 0 0,3-8 0 0,3 5 0 15,-6 3 0-15,12-2 0 0,0 2 8 0,3-6-8 16,-6 4 13-16,3-1-1 0,-3 1 0 0,6 2 0 0,-3 0 8 16,3-6 0-16,-7 4 1 0,7-1 0 0,-3 0-6 15,3 3-2-15,-6 0 0 0,3-5 0 0,-3 5-13 0,3-3 8 16,-3 3-8-16,0-2 0 0,0 2 0 0,-3-3 0 16,0 3 0-16,-6 0 0 0,0 0 8 0,0 0-8 15,5 0 0-15,-5 0 0 0,0 0 0 0,0 0-10 16,0 0 0-16,0 0 0 15,0 0-18-15,0 0-3 0,0 0-1 0,0 0-512 16,0 0-104-16</inkml:trace>
  <inkml:trace contextRef="#ctx0" brushRef="#br0" timeOffset="55103.54">5705 3410 972 0,'0'0'43'0,"0"0"9"0,0 0-42 0,0 0-10 0,0 0 0 0,0 0 0 16,0 0 60-16,0 0 11 0,0-5 1 0,0 5 1 15,0 0-5-15,0 0 0 0,0 0-1 0,0 0 0 16,0 0-6-16,0 0-1 0,0 0 0 0,0 0 0 16,0 0-31-16,0 0-6 0,0 0-2 0,0 0 0 15,0 0-21-15,0 0 0 0,0 0 0 0,0 0 0 16,0 0 0-16,0 0 0 0,0 0 0 0,-3 5 0 15,3 3 0-15,-3 0 0 0,0 3 0 0,3-3 0 16,0 2 0-16,0 4 0 0,0-1 0 0,3 0 0 0,0 0 8 16,0 3-8-16,0 0 10 0,-3 0-10 0,3 3 11 15,0-6-11-15,0 0 12 0,0 0-12 0,-3-2 11 0,3 2-11 16,-3-2 10-16,6-1-10 0,-6 3 0 0,0-7 8 16,0-6-8-16,0 8 0 0,-6-3 0 0,6 3 9 15,-3 5-9-15,0-8 8 16,0 1-32-16,-3 2-8 0,3-3 0 0,0 3-755 0</inkml:trace>
  <inkml:trace contextRef="#ctx0" brushRef="#br0" timeOffset="55911.37">6202 3511 1105 0,'0'0'48'0,"0"0"12"0,0 0-48 0,0 0-12 0,0 0 0 0,0 0 0 15,0 0 12-15,0 0 0 0,0 0 0 0,0 0 0 16,0 0 15-16,0 0 3 0,0 0 1 0,0 0 0 16,0 0 1-16,0 0 1 0,0 0 0 0,0 0 0 15,0 0-17-15,0 0-3 0,0 0-1 0,0 0 0 16,0 0-12-16,0 0 0 0,0 0 0 0,0 0 0 15,0 0 0-15,0 0 0 0,0 0 0 0,-3 5 0 16,3-5 15-16,0 0 3 0,-6 0 1 0,6 0 0 16,-3 6 7-16,3-6 2 0,0 0 0 0,0 0 0 15,-6 2-7-15,6-2-1 0,0 0 0 0,0 0 0 16,0 0 3-16,-3 3 0 0,3-3 0 0,0 0 0 16,0 0-3-16,0 0-1 0,0 0 0 0,0 0 0 15,0 0 1-15,0 0 1 0,-6 3 0 0,6-3 0 16,0 0 7-16,0 0 2 0,0 0 0 0,0 0 0 15,0 0 12-15,0 0 2 0,0 0 1 0,0 0 0 16,0 0-24-16,0 0-5 0,0 0 0 0,0 0-1 16,0 0-15-16,0 0 0 0,0 0 0 0,0 0 0 0,0 0 0 15,0 0 0-15,0 0 0 0,0 0 0 0,6 5 8 0,-6-5-8 16,9 0 0-16,-3 0 0 0,0 0 13 0,3 2-3 16,-9-2-1-16,6 3 0 0,0-3-9 0,3 3 0 15,0 2-10-15,-3-5 10 0,3 0 0 0,-3 0 0 16,-6 0 13-16,6 0-4 0,-1 0 0 0,-5 0 0 15,0 0 0-15,0 0 0 0,0 0 0 0,0 0 0 16,0 0 0-16,0 0 0 0,0 0-9 0,0 0 0 16,0 0 0-16,0 0 0 15,9-5-19-15,-9 5-5 0,0 0-2 0</inkml:trace>
  <inkml:trace contextRef="#ctx0" brushRef="#br0" timeOffset="57533.09">5291 1942 1605 0,'0'0'35'0,"0"0"7"0,0 0 2 0,0 0 2 0,0 0-37 0,6 8-9 16,0-3 0-16,-3 3 0 0,-6 5 9 0,3 1 0 15,0-4 0-15,-6 11 0 0,3-2 15 0,0 2 2 16,0-2 1-16,-3-1 0 0,3 3-15 0,-3 6-2 16,0-6-1-16,-3 3 0 0,4-3-9 0,-1 3 8 0,0 2-8 0,3 1 8 15,-3-1-8-15,3-7 0 16,0 7 0-16,3-5 0 0,-3-2 0 0,3 2 0 0,0 3 0 15,0-8 0-15,0 0 0 0,3-3 0 0,-3-3 0 16,3 1-11 0,3-3-13-16,-3 2-4 0,0-2 0 0,-3-8 0 15,0 0-35-15,6 8-7 0,-6-8-2 0</inkml:trace>
  <inkml:trace contextRef="#ctx0" brushRef="#br0" timeOffset="57941.05">5639 2066 748 0,'0'0'67'0,"0"0"-54"0,0 0-13 0,0 0 0 0,0 0 216 0,3 8 41 16,0-2 8-16,0 2 2 0,0-3-214 0,-3 8-42 16,0 0-11-16,-3 1 0 0,3-1 11 15,-3 5 0-15,0-4 0 0,3 1 0 0,-3 1-2 0,3-2 0 16,-3 1 0-16,3-4 0 0,0 2 2 0,0-5 0 15,3-3 0-15,0 9 0 0,0-9-11 0,3-2-11 16,3-3 3-16,-3-3 0 0,6 6 8 0,-3-6 11 16,0 0-3-16,3-5 0 0,0 3-8 0,0-3 0 15,0 0 0-15,0-2 0 0,-1-4 0 0,1 1 0 16,0 0 0-16,0 0 0 0,-3-1 0 0,0 1 0 16,0-5 0-16,-3 2 0 0,-3 3-14 0,3-6 5 15,3 6 1-15,-6-6 0 0,-6 6 8 0,0 0 0 16,3 5 0-16,-3-5 8 0,-3-1 0 0,0 9 1 15,0-5 0-15,0 2 0 0,-3 2 4 0,0 4 1 0,-3 2 0 16,0-6 0-16,0 6-14 0,1 0 0 0,-1 0 8 16,3 6-8-16,0-6 0 0,3 2 0 0,-3 4 0 15,3-1-10 1,-3 0-18-16,3 3-4 0,0-5-1 0,0 2 0 16,3 0-12-16,-3 1-3 0,6-6 0 0,0 8 0 0</inkml:trace>
  <inkml:trace contextRef="#ctx0" brushRef="#br0" timeOffset="58451.64">6437 1577 1209 0,'0'0'108'0,"0"0"-87"16,0 0-21-16,6 3 0 0,0 7 155 0,-3-2 26 15,3 0 6-15,-6 3 1 0,0 7-158 0,-9-5-30 16,3 9-8-16,-6 4-1 0,3-7 9 0,-6 7 0 16,-2 0 0-16,-1 1 0 0,3-1 0 0,-9 6 0 15,6 8 8-15,-3-8-8 0,0 2 0 0,4 3 0 16,-10-5 0-16,6 2 0 0,3-2 0 0,0-6 8 16,0-5-8-16,7 3 0 0,-4-3 0 0,6 1 0 15,-3-4 0-15,3 1 0 0,3-6 0 0,0 5 0 16,0-4 0-16,3-1 0 0,-3-5 0 0,6 2 0 15,-3 4 0-15,3-6 0 0,0 0 0 0,3 2 0 16,0-2 0-16,0-3 0 0,0 3 0 0,3-2 0 16,3-6 0-16,0 5 8 0,0 3-8 0,0-8 9 0,6 0-9 15,-1 5 10-15,4-2-10 0,3 2 8 0,0-5-8 0,0 0 8 16,-3 5-8-16,5-5 0 0,4 3 0 0,0-3 0 16,6-3 0-16,0 3 0 0,-1 3 0 0,4-3 0 15,0-3 8-15,2 3-8 0,1 0 8 0,0 0-8 16,-1-2 18-16,1-1-2 0,0 3 0 0,3 0 0 15,-4 0 4-15,1 0 0 0,0 0 0 0,-4-5 0 16,4 5-4-16,0 0-1 0,2 0 0 0,-5 0 0 16,-9-3-4-16,3 3-1 0,5-3 0 0,-5 1 0 15,-3 2-10-15,0-6 0 0,0 4 0 0,-4-1 8 16,-2 1-8-16,0-4 0 0,-9 6 0 0,3 0 8 16,0-5-105-16,-3 2-22 0</inkml:trace>
  <inkml:trace contextRef="#ctx0" brushRef="#br0" timeOffset="61895.78">6714 1677 1432 0,'0'0'64'0,"0"0"12"0,0 0-60 0,0 0-16 15,0 0 0-15,0 0 0 0,0 0 0 0,0 0 9 16,0 0-9-16,0 0 8 0,0 0 4 0,0 0 1 15,0 0 0-15,-3 6 0 0,-3 2 26 0,0 2 5 16,-3-2 0-16,-3 3 1 0,3 2-26 0,-3 3-6 16,-2 2-1-16,-1-4 0 0,3 7-12 0,-3 3 8 15,0-6-8-15,-3 9 0 0,0-6 9 0,0-3-9 16,4-4 8-16,-1 4-8 0,-3 3 0 0,3-2 8 16,-3-6-8-16,3 3 0 0,0-6 8 0,0 4-8 0,1-1 8 15,5-5-8-15,0 2 16 0,0-2-3 0,0 6 0 16,0-9 0-16,3-2-13 0,0-1 0 0,0 6 0 0,0-8 0 15,3 3 0-15,3-3 0 0,0 0 0 0,0 0 0 16,0 0 0-16,0 0 9 0,9 2-1 0,0 1 0 16,3 2 2-16,-3-5 0 0,3 0 0 0,3 0 0 15,-1 0 2-15,4 0 0 0,-3 0 0 0,3-5 0 16,0 2-12-16,0 3 0 0,-3-2 9 0,3 2-9 16,-4-3 10-16,4 3-2 0,0 0-8 0,-3 0 12 15,3 0-12-15,0-5 8 0,0 2-8 0,-1 3 0 16,4 0 8-16,-3-2-8 0,-3-1 0 0,0 3 0 15,-3-5 8-15,0 5-8 0,0 0 0 0,-3 0 0 16,-9 0 0-16,0 0-8 0,0 0-1 0,0 0 0 16,0 0-30-16,0 0-5 0,0 0-2 0</inkml:trace>
  <inkml:trace contextRef="#ctx0" brushRef="#br0" timeOffset="62210.87">6604 1857 1432 0,'0'0'64'0,"0"0"12"0,0 0-60 0,0 0-16 16,0 0 0-16,0 0 0 0,0 0 39 0,0 0 5 0,0 0 0 0,0 0 1 16,0 0-20-16,0 0-4 0,0 0-1 0,0 0 0 15,0 0 0-15,-6 8-1 0,3-2 0 0,-3 2 0 16,0 5-8-16,3 0-2 0,-3-2 0 0,3 10 0 15,0-3-9-15,0 3 0 0,0-2 0 0,0 2 8 16,0 3-8-16,0-3 0 0,-3 0 0 0,3 3 0 16,0-5 0-16,0 2 0 0,0-3 0 0,-3 3 8 15,3-2-8-15,1-6 0 0,-4 6 0 0,3-6 0 16,-3 3 0-16,6 2 0 0,-6-10 0 0,0 3 0 16,3 2-14-16,-3-8-8 0,3 3-2 0,3-2-490 15,-3 2-98-15</inkml:trace>
  <inkml:trace contextRef="#ctx0" brushRef="#br0" timeOffset="62655.68">6967 1688 1728 0,'0'0'76'0,"0"0"16"0,0 0-73 0,0 0-19 16,0 0 0-16,0 0 0 0,0 0 0 0,0 0 10 15,3 8-10-15,-6 5 8 0,0-5-8 0,-3 3 8 16,3 7-8-16,-3-5 8 0,3 3 8 0,-3 3 2 16,3-1 0-16,0 4 0 0,0 1-18 0,0-1 0 0,-3 4 0 0,0-7 0 15,3 7 0-15,3-7 0 0,-3 2 0 0,3 0 0 16,3-5 0-16,0 0 0 0,0-3 0 0,3 0 0 15,-3 0 8-15,3-2 0 0,3 2 1 0,0-8 0 16,-3 3 3-16,3 0 1 0,0 3 0 16,0-3 0-16,3-3-13 0,-3 3 11 0,-3-3-11 0,3 3 10 15,0-2-10-15,-4-4 10 0,-5-2-10 0,0 0 10 16,3 5-10-16,-3-5 8 0,0 0-8 0,0 0 8 16,-6 8 11-16,4-2 1 0,-1 2 1 0,-3-3 0 15,-3 0-6-15,0 1-2 0,0 1 0 0,0 1 0 16,-3 3-13-16,0-3 0 0,0-3 0 0,-3 3 0 15,3 0 0-15,-3-3 0 0,1 3 0 0,-1 3 0 16,3-8-23-16,-3-1-7 16,3 6-2-16,-3-8 0 0,0 0-26 0,3 0-6 15,-3 0 0-15,4 0-740 0</inkml:trace>
  <inkml:trace contextRef="#ctx0" brushRef="#br0" timeOffset="62848.16">6875 1969 1594 0,'24'-11'71'0,"-10"8"14"0,4-2-68 0,0-3-17 15,0 3 0-15,0-3 0 0,6 3 40 0,-3-1 4 16,-10 1 0-16,4 2 1 0,3-2-14 0,0 5-3 16,-3-8-1-16,0 3 0 0,-3 5-12 0,0-8-3 0,0 8 0 0,-7-5 0 15,-5-3-12-15,3 8-18 0,9-6 4 0,-6 1-541 16,-6 2-108-16</inkml:trace>
  <inkml:trace contextRef="#ctx0" brushRef="#br0" timeOffset="63213.18">7351 1495 1879 0,'0'0'83'0,"0"0"17"16,0 0-80-16,0 0-20 0,9 5 0 0,-3 0 0 15,-6-5-11-15,0 8-6 0,0-2-2 0,0 2 0 0,6 2 19 0,-6 3 0 16,-3-5 0-16,3-2 0 0,0-6 0 0,0 8 0 16,-3-3 0-16,3-5 0 0,0 0 0 0,0 0 0 15,6 13 0-15,-6-13 0 0,0 0 0 0,9 0 0 16,6 3 0-16,-3-3 0 0,-4-3 0 0,1-2 0 15,9-3 0-15,-3 3 0 0,0-9 0 0,0 6 0 16,-3-2 0-16,0 2 0 0,6-3 0 0,-9 3 0 16,-7 0 0-16,4-2 0 0,0 2 0 0,-3 0 0 15,-3 3 0-15,-3-3 0 0,0 3 0 0,3-3 14 16,-3 2-2-16,-5 1-1 0,-4 2-1 0,0-2 0 16,6 5 0-16,-3-5 0 0,-6 5-21 0,6 0-4 15,3-6-1-15,0 6-533 16,0 6-107-16</inkml:trace>
  <inkml:trace contextRef="#ctx0" brushRef="#br0" timeOffset="63910.34">7911 1722 1764 0,'17'0'78'0,"-11"0"16"0,3 6-75 0,-6-1-19 0,3 3 0 0,0-3 0 15,6 3 11-15,-6 5-2 0,-6-5 0 0,3 6 0 16,6 4-9-16,-6 1 12 0,-3-1-12 0,-3 9 12 16,6-6 9-16,-3 3 3 0,3 2 0 0,-6-5 0 15,-3 0-13-15,6 3-3 0,3 3 0 0,3-9 0 16,-3 3-8-16,-3-2 0 0,3-6 0 0,-3 0 8 15,3 1-8-15,0-9 0 0,-3 3 0 0,3 0 8 16,9-3-8-16,-6 0 12 0,-6-5-12 0,0 0 12 16,6 3 0-16,-6-3 0 0,0 0 0 0,0 0 0 15,0 0 3-15,0 0 1 0,9-3 0 0,-6-7 0 16,-3 2-4-16,3 0 0 0,8-5 0 0,-2-1 0 16,-6-1-4-16,3-1-8 0,9-3 11 0,3-2-11 15,0-3 11-15,-3 3-11 0,0-5 10 0,2-1-10 0,4 1 0 16,-3 7 0-16,-6 1 0 0,3-4 0 0,0 4 29 15,-3-1 0-15,0 6 0 0,-6 5 0 0,-3-5-13 16,0 2-4-16,6 9 0 0,-7-4 0 0,1-2-12 0,-3 8 0 16,0 0 0-16,0 0 0 0,0-5 0 0,0 5-16 15,0 0 3-15</inkml:trace>
  <inkml:trace contextRef="#ctx0" brushRef="#br0" timeOffset="71160.25">11816 2185 1141 0,'0'0'50'0,"0"0"11"0,0 0-49 0,0 0-12 0,-3 0 0 0,3 0 0 15,0 0 46-15,0 0 6 0,0 0 2 0,0 0 0 16,0 0-18-16,6-5-3 0,9 3-1 0,-3 2 0 16,5-6 26-16,4 6 5 0,3-8 1 0,0 8 0 15,3-5-27-15,-1 5-5 0,4-8 0 0,0 3-1 16,3 5-18-16,-6-8-3 0,-7 8-1 0,4-5 0 0,0-1-9 15,-3 4 0-15,0 2 0 0,0 0 0 16,-4-6 0-16,-2 6 0 0,-3-5 0 0,0 2 0 16,-6 3-100-16,0-2-23 0,-6 2-4 15,0 0-1-15</inkml:trace>
  <inkml:trace contextRef="#ctx0" brushRef="#br0" timeOffset="71411.27">12039 2146 1267 0,'-3'-8'56'0,"3"8"12"0,0 0-55 0,0 0-13 16,0 0 0-16,-6 2 0 0,0 4 67 0,0-1 10 15,0 3 3-15,0 5 0 0,-3-5-19 0,3 5-3 0,0 6-1 0,-2-1 0 16,-1 9-9-16,3-1-3 0,-6-2 0 0,6 5 0 16,-6 3-13-16,6-6-2 0,-3 6-1 0,0 0 0 15,0 2-29-15,0-2 0 0,0-5 0 0,3-1 0 16,-3 6 0-16,3-6 0 0,1 1 0 0,-1-6 0 31,3 3-29-31,-3-6-12 0,3 3-3 0,0-7 0 16,0-1-16-16,3 0-4 0,-3-2-1 0,3-1 0 15,0 1-107-15,0-6-22 0,0-5-4 0,0 0-1 0</inkml:trace>
  <inkml:trace contextRef="#ctx0" brushRef="#br0" timeOffset="71578.82">11843 2635 1152 0,'0'-13'102'0,"0"5"-82"0,-3 3-20 0,3 0 0 0,0 5 89 0,0 0 14 15,0 0 2-15,0 0 1 0,0 0-51 0,6-3-11 16,3-2-1-16,-1 5-1 0,1 0-6 0,3-6-2 16,0 6 0-16,0 0 0 0,0 0-8 0,6 0-2 15,-3 0 0-15,3-2 0 0,-1 2-12 0,1 0-4 16,-3-3 0-16,0 0 0 16,0 3-37-16,3-5-8 0,3 2-2 0,-3-2 0 15,-1 0-147-15,-2-3-30 0,-3-5-5 0</inkml:trace>
  <inkml:trace contextRef="#ctx0" brushRef="#br0" timeOffset="71732.39">12316 2439 172 0,'0'0'16'0,"0"0"-16"16,0 0 0-16,0 0 0 0,0 0 243 0,0 0 45 0,0 0 10 0,0 0 2 16,0 0-172-16,3 6-33 15,-3-6-7-15,0 13-2 0,-3 0-29 0,0 0-5 0,0 1-2 0,-3-1 0 16,0 5-22-16,0-4-4 0,0-1 0 0,0 0-1 16,-3 0-23-16,3 1 0 0,0-1 0 0,-3 0 8 15,3 0-8-15,1-5-16 0,-4 3 4 0,3-3 0 31,-3 2-95-31,3-2-19 0,6 0-4 0</inkml:trace>
  <inkml:trace contextRef="#ctx0" brushRef="#br0" timeOffset="72749.69">12384 2265 1670 0,'0'0'148'0,"0"0"-118"0,0 0-30 0,0 0 0 15,6 5 56-15,3 0 6 0,0-5 1 0,3 8 0 0,-3-8-38 0,0 6-7 16,-3-1-2-16,3 3 0 0,0-8-6 0,0 5-2 16,-3 3 0-16,0-8 0 0,0 5-8 0,-1-5-14 15,4 8 3-15,-3-8 1 16,3 0-102-16,0 0-20 0,0 0-4 0,0 0 0 16,-3 0-105-16,0 0-21 0,3 0-4 0,0 0-1 15,-3 0 156-15,3 6 31 0,-3-6 7 0,3 0 1 0,-9 0 186 0,6 2 38 16,0 9 7-16,-1-3 1 0,-2-3 13 0,3 8 3 15,-3 1 0-15,0-1 0 0,-6 0-72 0,3 6-15 16,-6-6-2-16,0 3-1 0,1 0-38 0,-4-3-7 16,3 0-1-16,-3 0-1 0,0 0-22 0,3 1-4 15,0-6-1-15,0-3 0 0,-3 3-12 0,0-3 9 16,3 3-9-16,0-3 8 0,6-5-8 0,-6 3 0 16,6-3 0-16,0 0 0 0,0 0 0 0,0 0 0 0,0 0-12 15,0 0 12-15,0 0-20 0,0 0 4 0,0 0 1 16,0 0 0-16,6-8 4 0,6 0 1 0,0 3 0 0,3-8 0 15,0-1-2-15,3-7 0 0,-1 5 0 0,4 0 0 16,-3-2 12-16,3 5-8 0,0-6 8 0,0 3-8 16,-3 6 30-16,-4 2 6 0,-2 0 2 0,3 5 0 15,-6 1 15-15,0-4 3 0,-9 6 1 0,0 0 0 16,0 0-29-16,9 0-7 0,-6 6-1 0,3 1 0 16,-6 4-12-16,3 2 0 0,-3 1 0 0,-3-1 0 15,0 3 0-15,3 0 0 0,0-3 0 0,0 0 0 16,0 8 0-16,3-8 0 0,0 6 0 0,3-6 0 15,0-5 0-15,3 5 0 0,3-2 0 0,0-3 0 16,2 0-15-16,1-3 4 0,3 0 1 0,0-2 0 16,0-3 10-16,3 0 0 0,0 0 0 0,2-3 0 0,-2-2 0 15,3 0 0-15,-9-3 0 0,3 3 0 0,-3-3 0 16,2 0 8-16,1 2-8 0,0-7 8 0,-3 3-8 16,0 2 0-16,-3-6 0 0,-3 6 0 0,0-10 15 0,0 5-2 15,-3-1 0-15,0-4 0 0,-3 5 1 0,3-8 0 16,-6 7 0-16,2 1 0 0,-2-3-14 0,0 3 0 15,-2 5 8-15,2 0-8 0,0 8 16 0,0 0 0 16,-3-10 0-16,0 7 0 0,-3 3-3 0,0 0 0 16,0 0 0-16,0 3 0 0,0 2-13 0,0 8 0 15,-3-8 0-15,0 9 0 0,6-1-14 0,-3-5 4 16,-3 5 1-16,6 0 0 0,-3 0 9 0,3 1 0 16,3-1-9-16,-3-3 9 0,3 4 0 0,0-6-9 15,3 2 9-15,-3-2 0 0,3-3-17 0,-3-5 3 0,3 8 1 16,3-2 0-16,0-6 1 0,3 0 0 0,-3 0 0 0,3 0 0 15,3-6 12-15,-3 1 0 0,3-3 0 0,3 0-9 16,-4-8-12-16,4 0-3 0,0 3 0 0,-6-5 0 31,6-1-18-31,-3 1-4 0,0-4-1 0,0 1 0 0,-3-2 32 0,0 1 7 0,-3-4 8 0,2-1-13 16,-2 1 13-16,0 0 15 0,3-1-3 0,-3 3-1 16,3-8 1-16,-3 6 1 0,0 5 0 0,0-6 0 15,0 9 11-15,-3-3 3 0,-3 2 0 0,3 6 0 16,-3 0 9-16,0 2 3 0,0 3 0 0,-3 3 0 15,3 2-16-15,0 3-3 0,0-5-1 0,0 5 0 16,0 0-19-16,0 0 10 0,0 0-10 0,0 0 8 16,-6 0-8-16,3 5-9 0,-3 9 9 0,3-7-13 15,-3 7 13-15,3-1-12 0,-3 5 12 0,3 9-12 0,3-6 12 16,0 8 0-16,-3 0-10 0,3 3 10 0,3 0 0 16,-3 0 0-16,3 7 0 0,3-7 0 0,-3 2 9 0,0-7-9 15,0 5 10-15,0-6-10 0,-3 0 0 0,3-4 0 16,3 1 0-16,-6-4 0 15,0 2-16-15,0-8-10 0,3 1-2 0,0-1-616 16,-3 0-124-16</inkml:trace>
  <inkml:trace contextRef="#ctx0" brushRef="#br0" timeOffset="73485.72">14007 2013 1792 0,'0'0'80'0,"0"0"16"0,6 8-77 0,-1-2-19 0,4 2 0 0,0 0 0 16,-3 2 0-16,-3 6 0 0,3 3 0 0,0-1 0 16,0 3 0-16,-6 3 0 0,3-3 0 0,-3 3 0 15,6 3 16-15,-6-1-3 0,0 8-1 0,0-7 0 16,3-1-12-16,0 6 9 0,0-8-9 0,0 0 8 16,-3-1-8-16,3-4 8 0,0-3-8 0,0 0 8 15,0-3-8-15,3 0 0 0,-3-5 0 0,0 0 0 16,3 3 8-16,-6-11 0 0,0 0 0 0,0 0 0 15,0 0 21-15,3 0 4 0,-3 0 1 0,9 0 0 16,0 0-20-16,-3-6-4 0,-1-2-1 0,4 3 0 16,0-5 15-16,3-4 2 0,0-2 1 0,-3-2 0 15,3-1 2-15,0-2 1 0,0-5 0 0,0-1 0 16,0 1-30-16,0-1 0 0,-1 4 0 0,4 1 0 16,-3-1 0-16,0 7 0 0,0-3 0 0,0 1 0 0,-3 4 0 15,0 7 0-15,-3-7 0 0,0 9 0 16,0-8-25-16,-3 5-8 0,0 3-2 0,0-3-612 15,0 8-122-15</inkml:trace>
  <inkml:trace contextRef="#ctx0" brushRef="#br0" timeOffset="73689.39">14408 2387 345 0,'0'0'15'0,"3"7"4"0,0 7-19 0,0-1 0 0,0 5 0 0,3 1 0 15,-3 0 332-15,-3 2 64 0,-3 0 12 0,0 3 2 16,0-3-306-16,3-3-62 0,-6-2-12 0,3 3-2 16,-3-1-16-16,0 1-2 0,4-6-1 0,-4 0 0 15,0-5-9-15,3 3 0 0,0-1 0 0,0 1-11 32,-3-6-157-32,3 3-32 0,3-8-7 0,0 0-1 0</inkml:trace>
  <inkml:trace contextRef="#ctx0" brushRef="#br0" timeOffset="74110.28">14271 1794 1792 0,'0'0'40'0,"0"0"8"0,0 0 1 0,0 0 1 0,0 0-40 0,0 0-10 15,0 8 0-15,0-8 0 0,0 0-13 0,0 0-5 16,-2 5-1-16,-1 0 0 0,0 1 19 0,3-6 0 16,0 0 8-16,0 0-8 0,-6 0 15 0,6 0-3 15,-3-3-1-15,3 3 0 0,-3-3-11 0,3 3 0 0,0-5 0 0,0-3 0 16,6 3-8-16,-3-3-4 0,0 3-1 0,0-1 0 15,2 4 13-15,-2-4 0 0,-3 6 0 16,6 0 10-16,-6 0 9 0,0 0 1 0,0 0 1 0,0 0 0 16,0 0-7-16,0 0-2 0,0 0 0 0,6 0 0 15,-6 0-12-15,0 0 0 0,0 0 0 0,0 0 0 16,0 0 11-16,0 0-1 0,0 0 0 0,0 0 0 16,0 0 10-16,0 0 1 0,0 0 1 0,0 0 0 15,0 0-14-15,0 0-8 0,0 0 8 0,0 0-8 31,0 0-19-31,0 0-8 0,0 0-1 0,0 0-832 0</inkml:trace>
  <inkml:trace contextRef="#ctx0" brushRef="#br0" timeOffset="74408.48">14861 2823 1900 0,'0'0'169'0,"0"0"-135"0,0 0-34 0,0 0 0 15,0 0 84-15,3 8 11 0,-3-3 1 0,-3-2 1 32,-3 2-127-32,-3 1-26 0,0 2-4 0,-3-3-2 15,0 0-88-15,0 3-18 0,-3-8-3 0,4 3-1 0</inkml:trace>
  <inkml:trace contextRef="#ctx0" brushRef="#br0" timeOffset="74950.03">15617 2074 1958 0,'0'0'174'0,"0"0"-139"15,6 6-35-15,-3 2 0 16,3-3-23-16,-3 0-11 0,-3 6-2 0,0-1-1 0,0 4 29 0,0 4 8 16,-3 3 0-16,3 0 0 0,-3 3 0 0,0 3 0 15,0 7 0-15,0 3 0 0,0-5 0 0,0 2 12 16,3 1-4-16,-3 2 0 0,0-3-8 0,0-5 0 0,3 0 0 0,0-5 8 15,0 3-8-15,6-1 0 16,-3-7 0-16,3-6 8 0,-3 0-8 0,3 0 8 0,-3 0-8 16,3-7 8-16,0 2 4 0,0-8 0 0,0 8 0 0,-3-3 0 15,3-5 11-15,2 0 2 0,-2 0 1 16,3 0 0-16,-3-5-26 0,6-3 8 0,0-3-8 0,-3-2 0 16,3 2 15-16,-3-7-3 0,6-1 0 0,0-7 0 15,0-1 3-15,-1-4 0 0,-2-9 0 0,6 0 0 16,3 1-7-16,-3-6 0 0,3 8-8 0,0 2 12 15,-1 3-12-15,-2 6 0 0,-3 5 0 0,-3 2 0 16,3 1 26-16,-6 4 12 0,0 1 2 0,0 5 1 16,-3 3-29-16,-3-3-12 0,3 3 11 0,-3-3-11 15,-3 8 0-15,0 0 0 0,0-5 0 0,3-1 0 16,-3 4-15-16,0 2-5 0,0 0-2 0,0-6 0 16,3 1-34-16,-3 5-8 15,0 0 0-15,0 0-859 0</inkml:trace>
  <inkml:trace contextRef="#ctx0" brushRef="#br0" timeOffset="75304.14">15953 2516 1785 0,'9'8'159'0,"9"0"-127"16,0 3-32-16,3-3 0 0,-3 5 38 0,-1-5 2 0,-2 2 0 0,0 4 0 15,-3-9-17-15,-3 3-3 0,-3 5-1 0,3-5 0 16,-3-3-10-16,-3 1-1 0,-3 1-8 0,0-1 12 16,0 2 3-16,-3-3 0 0,0 0 0 0,-6 3 0 15,0 0-15-15,3 0 0 0,-3-3 0 0,0 1-10 32,3-1-18-32,0-2-3 0,0 2-1 0,3 0 0 0,3-5 16 0,0 0 4 0,-6 3 0 0,6-3 0 15,0 0 12-15,0 0 0 0,0 0 0 0,0 5 0 16,0-5 13-16,0 0 6 0,0 0 1 0,6 5 0 15,0 3 1-15,3-2 1 0,0 2 0 0,0-3 0 16,0-2 3-16,6 2 1 0,-3 0 0 0,3-5 0 16,0 3-18-16,0-1-8 0,-4-2 8 0,4 0-8 15,-3 0 0-15,0 0 0 0,-3 0 0 0,0 0-642 16,-3-5-124-16</inkml:trace>
  <inkml:trace contextRef="#ctx0" brushRef="#br0" timeOffset="75717.98">15828 1971 806 0,'0'0'72'0,"0"0"-58"0,0 0-14 0,0 0 0 16,0 0 258-16,0 0 49 0,0 5 9 0,0-5 3 15,0 0-270-15,0 6-49 0,-3 2-19 0,3-8 1 16,0 0 10-16,0 0 8 0,0 0-12 0,0 0 12 16,0 0 0-16,0 0 12 0,0 0 0 0,0 0 0 15,0 0 15-15,9 0 2 0,0-6 1 0,-3 4 0 16,-6 2-22-16,0 0-8 0,6-6 0 0,0 1 0 15,0 3 39-15,3-4 1 0,-3 6 1 0,0-5 0 16,3 2 3-16,-3 3 1 0,-6 0 0 0,0 0 0 16,6-5-21-16,-3 5-5 0,-3 0-1 0,0 0 0 15,0 0-18-15,0 0 0 0,0 0-11 0,0 0 11 16,0 0-16-16,0 0 4 0,0 0 1 0,0 0 0 16,0 0 0-16,0 0 0 0,0 0 0 0,0 0 0 15,0 0-36-15,0 0-7 16,-3 0-2-16,3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5-29T01:34:26.2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3996 1929 1094 0,'0'-5'97'0,"0"5"-77"0,0-6-20 0,0 4 0 15,-6-1 60-15,3 0 9 0,6 3 2 0,-6 0 0 16,-2-5-37-16,-1 5-7 0,-3 0-2 0,3-5 0 0,0 2 3 0,-3 3 1 16,0 0 0-16,0 0 0 0,0-5-18 0,0 5-11 15,0-6 12-15,3 6-12 0,-9 0 0 0,3 6 0 16,3-6 0-16,-2 5 0 0,-7-2 0 0,3 7 0 16,0-4-15-16,-3 2 5 0,3 5 10 0,-6-5 0 15,4 5 0-15,2-2-8 0,-3 2 8 0,0 0 0 16,3 3 0-16,3 0 0 0,-6-3 0 0,6 0 12 15,3 3-2-15,-2-3-1 0,-4 1-9 0,6-1 0 16,3 3 0-16,0-3 0 0,3 0 10 0,3 0 0 16,0 1 0-16,0-1 0 0,3 0 0 0,6 0 0 15,0 0 0-15,9 1 0 0,-7-1-2 0,4 0 0 16,3 0 0-16,0 6 0 0,-3-6 1 0,3 6 0 16,0-6 0-16,-9 8 0 0,5-8-9 0,1 0 0 0,-3 6 0 15,-3-6 0-15,0 0 0 0,3 1 0 0,-6-6 0 0,-3 5 0 16,3-3 0-16,0 4 10 0,-3-6-10 0,3 0 10 15,-6 2 10-15,0 3 1 0,-6-5 1 0,3 3 0 16,3-3-22-16,-9 2-8 0,3-2 0 0,0-2 0 16,0 2 8-16,0-3 12 0,0 3-2 0,3-6-1 15,-6 1-9-15,3 0 10 0,-3 2-10 0,3 0 10 16,-6-5-2-16,4 0-8 0,-1 0 12 0,-3 0-4 16,3 0-8-16,-6 0 0 0,3-5 0 0,0 5 8 15,3 5-8-15,-3-5 0 0,0 0 0 0,6 0 0 16,6 0-12-16,0 0 0 0,-3 0-1 0,3 0-524 15,0 0-105-15</inkml:trace>
  <inkml:trace contextRef="#ctx0" brushRef="#br0" timeOffset="1385.15">3976 2453 576 0,'0'0'51'0,"0"0"-41"16,0 0-10-16,0 0 0 0,8-6 144 0,-8 6 28 15,0 0 4-15,0 0 2 0,0 0-91 0,0 0-19 16,6 6-3-16,-6-6-1 0,-3 8-29 0,3 2-7 15,0-2 0-15,-3 3-1 0,3-1-9 0,-2 1-2 16,-1 2 0-16,0 0 0 0,-3 1-8 0,3-1-8 16,3-3 9-16,0 1-9 0,-6 2 0 0,6-2 0 15,0 2 0-15,6-8 0 0,-3 3 8 0,3-2-8 16,0 1 0-16,-4-7 0 0,10 6 0 0,-9-6 0 16,3-6-8-16,6 6 8 0,-3-7 0 0,-3 7 20 15,3-6-2-15,0-2-1 0,0 3-6 0,0-3-2 16,0 3 0-16,-3-6 0 0,-3 3-1 0,0 0-8 0,0-2 12 0,-3 2-4 15,-3 0 9-15,0-5 2 0,-3 7 0 0,3-7 0 16,-6 0 5-16,-3 5 2 0,3-3 0 0,-3 3 0 16,3 3-17-16,9 0-9 0,-9 2 10 0,9 3-10 15,-12-5 8-15,9 5-8 0,-3 5 0 0,0-5 0 16,-2 6 0-16,2 1 0 0,6-7 0 0,-6 6 0 16,3 2 0-16,3 0 0 0,0-8 0 0,0 0-10 15,0 0 10-15,0 0-13 0,0 0 5 0,3 5 8 31,6-5-47-31,-1 0-1 0,4-8-1 0,0 3 0 0,3-6-32 16,6 1-7-16,-6-1 0 0,6-2-1 0,-3-6-20 0,-1 3-4 0,1 0-1 16,0 1 0-16,0 1 78 0,0-4 16 0,-3-1 4 0,3 3 0 15,-6 1 44-15,2-1 10 0,1-3 2 0,-3-2 0 16,-3 8 18-16,6-6 4 0,-12-2 1 0,3 3 0 0,6-1-9 16,-9-2-2-16,0 2 0 0,0-2 0 0,0 5-15 15,-3 0-3-15,0 3-1 0,0 0 0 0,-3 0 14 0,3-3 2 16,-3 5 1-16,3 1 0 0,-3 2-22 0,3 2-4 15,0-7 0-15,0 5-1 0,0 3-23 0,3-3 8 16,-3 3-8-16,0-3 0 0,0 3 0 0,0 5 0 16,0 0 0-16,3-8 0 0,-3 2 8 0,0 6-8 15,0 0 10-15,0 0-10 0,0 0 0 0,-3 8 0 16,3 3 0-16,-3 2-10 0,0 0 10 0,3 1 0 16,0-1 0-16,0 3-8 0,-6 2 8 0,6 6 0 15,0-3 0-15,-3-2-8 0,3 7 8 0,-3 1 0 16,3-1 0-16,0 6 0 0,0-6 0 0,3 9 9 0,-6 2-9 0,3 2 0 15,3-4 8-15,-3 2-8 0,3-3 0 16,-3-2 0-16,0 0 0 0,6-1 0 0,-6-4 0 16,0-1 0-16,0-4 8 0,3 1-8 0,0-2 0 0,0-7 0 15,0-4 0-15,0 4 0 0,0-4 0 0,-3 1 0 16,6-6 0-16,0 3 0 0,-6-8 0 0,0 0 0 16,0 0 0-16,9 0 0 0,-4 0 0 0,1-8 0 15,-3 3 0-15,3-9 0 0,0 7 0 0,0-7 0 16,3 4 0-16,-9-9 0 0,3 3-8 0,3-2 8 15,-3 5 0-15,6-6 0 0,-6 1 0 0,3 2 0 16,0 2 0-16,0-4 0 0,-3 5 0 0,3-6 0 16,-6 6 10-16,0 0 2 0,0-1 0 0,0 7 0 15,6-7 10-15,-6 9 2 0,0-8 1 0,0 5 0 16,3 5 11-16,-3 3 3 0,0 0 0 0,0 0 0 0,0 0-10 16,0 0-1-16,0 0-1 0,0 0 0 15,-6-2-17-15,6 2-10 0,0 0 12 0,0 0-12 0,0 0 8 0,0 0-8 16,0 0 0-16,0 0 0 0,9 0 0 0,0 2-14 15,-6 3 2-15,6 6 1 0,-1-3 11 16,1 5-10-16,-3 0 10 0,3 1-10 0,0-1 10 0,-3-2 0 16,0 4 0-16,0-1-8 0,3-1 8 0,-3 0 0 15,0-2 0-15,3 2 0 0,-6-5 0 0,3 2 0 16,0-2 0-16,3-2 0 0,-3 2 0 0,3-3 0 16,-9-5 0-16,6 8 0 0,2-8 0 0,-8 0 0 15,0 0 0-15,6 5 0 0,6-5 0 0,-12 0 0 16,0 0 8-16,0 0-8 0,3-3 15 0,3 1-2 15,0-6 0-15,-3-3 0 0,3 3-4 0,0-5-1 0,-3-5 0 16,0-1 0-16,0 3-8 0,3-2 0 0,-6-9 0 16,6 9 8-16,-3-3-8 0,0-3 0 0,0 3 0 0,3 2 0 15,-3 6 0-15,0-6 0 0,0 6 0 0,3 0 0 16,-3 5 0-16,0-3 0 0,0 3 0 0,3 3 0 16,-6 2-13-16,0 3 5 0,0 0 8 0,0 0-13 15,0 0-6-15,0 0-1 0,5 8 0 0,-2 0 0 16,0 6 7-16,-3 1 1 0,3 1 0 0,0 3 0 15,0-1 12-15,0 3-9 0,3-2 9 0,0 0-8 16,0-4 8-16,0 4 0 0,3-8 0 0,0-4 0 16,3 1-15-16,3-2 3 0,0-4 0 0,-3-2 0 15,5-2-12 1,-2 2-1-16,-3-8-1 0,3 2 0 0,-3-1 68 0,6 1 14 0,-6-7 2 0,6 2 1 16,-6 3-99-16,-1 1-19 15,-2-9-4-15,0 5-1 0,0-2 56 0,-3 2 8 0,-6-2 0 0,3 0 10 0,-3 0 25 16,0-1 5-16,-6 1 0 0,3 3 1 0,-3-4-5 0,0 6 0 15,-3 0-1-15,1 3 0 0,-1 5-35 0,-3-5 0 16,3 5 0-16,-3 5-9 0,3 0 9 0,-9 3 9 16,6-2-1-16,-3-1-8 0,-3 8 0 0,9 0-19 15,-8 1 3-15,8-1 0 0,-3 0 16 0,3 3-10 16,6 0 10-16,-6 5-8 0,3-2 8 0,6 2 0 16,-3-3-9-16,6-2 9 0,3 3 0 0,3-1-9 15,0 1 9-15,3 2 0 0,0-11 0 0,5 6 0 16,-2-2 0-16,0-1 0 0,-3 0-12 0,6-2 12 15,0-4-12-15,6 1-626 16,-9-2-126-16</inkml:trace>
  <inkml:trace contextRef="#ctx0" brushRef="#br0" timeOffset="2796.99">6059 1857 1785 0,'0'0'79'0,"0"0"17"0,0 0-77 0,0 0-19 0,0 0 0 0,0 0 0 31,0 0-51-31,0 14-13 0,-6-1-4 0,3 8 0 0,-3-8 68 0,0 11 0 0,0-3 0 0,-3 6 9 16,3-9 5-16,-2 9 1 0,2-1 0 0,0 1 0 15,3 4-15-15,0-4 9 0,0 5-9 0,0 7 8 16,0 1-8-16,3 0 10 0,0-1-10 0,0 6 10 16,0 0-10-16,0 0 0 0,-6-5 0 0,6 5 0 15,0-5 0-15,-3-1 0 0,0 6 0 0,0-10 8 16,0 2-8-16,0-3 0 0,-3 3 0 0,0-8 0 15,3 0 0-15,-3-2 0 0,3-1 0 0,-3 1 0 0,-3-6 0 16,3 0 0-16,0-5 0 0,-3 5 0 16,-3-8-36-16,4 6-5 0,-7-6-2 15,3-5-650-15</inkml:trace>
  <inkml:trace contextRef="#ctx0" brushRef="#br0" timeOffset="3548.04">5583 2458 1566 0,'12'-11'69'0,"-3"9"15"0,6-4-68 0,5-1-16 0,4-4 0 0,3 3 0 15,0 3 24-15,3-1 2 0,-4 4 0 0,4 2 0 16,-3 0 3-16,0 2 1 0,-3-2 0 0,2 6 0 16,-2-1-11-16,-6 0-3 0,0 3 0 0,0-2 0 15,0 1-16-15,-4 1 10 0,1 3-10 0,0-3 8 16,-3 3-8-16,3-1 0 0,-3 3 0 0,0 1 0 15,-3 1 0-15,0-1-14 0,0-1 5 0,-3 0 1 16,3 0 8-16,-1 1-8 0,-2-1 8 0,3-5-8 16,0 2 8-16,3-2 0 0,-3-2 0 0,0-4 0 15,3 3 0-15,-3-5 0 0,6 0-9 0,-3-5 9 16,-3 3 0-16,0-4-11 0,-4-2 11 0,1 3-8 16,0-6 8-16,0 1 9 0,0-3-1 0,3-1-8 15,-6-4 28-15,0 5 0 0,-6-6-1 0,0-2 0 16,3-3 9-16,-6 3 3 0,3 2 0 0,0-2 0 15,-6 3-8-15,3 5-2 0,-5-6 0 0,-1 11 0 0,-3-2-29 16,3 7 8-16,0-2-8 0,0 5 0 0,0 0 13 16,0 0 0-16,3 5 0 0,-3 3 0 0,6-3-13 0,0 8 0 15,1-5 0-15,2-2 0 0,0-1 0 0,6 3 0 16,0 0 0-16,2-3 0 0,1 0-13 0,9 3 4 16,0-2 1-16,3-6 0 0,3-6-11 0,0 1-1 15,-3 0-1-15,2-3 0 0,4 0 0 0,-3 0 0 16,3 3 0-16,-3-9 0 0,3 1 21 0,-4 0 10 15,1 2-1-15,0 3 0 0,-6 0-9 0,3-2-17 16,0 2 4-16,-9 3 1 0,2 2 21 0,4 3 5 16,-6 0 1-16,-3 3 0 0,3 2-2 0,-3-5 0 15,-6 0 0-15,3 5 0 0,0 8 3 0,0-5 1 16,0 6 0-16,-3-1 0 0,3 5-17 0,-3 3 8 0,0-2-8 16,3 0 0-16,-3 2 0 0,-3 0 0 0,3-3 0 15,0 1 0-15,-3-1 0 0,3 4 0 0,0-4 0 16,-3-5 0-16,3 1 0 0,0-6 0 0,0 2 0 0,0 3 0 15,0-10 0-15,-3 2 0 0,3-5 0 0,0 8 0 16,0-3 0-16,0-5 0 0,0 0 0 0,0 0 0 16,0 0 0-16,0 0 0 0,0 0 0 0,0 0 0 15,0 0 9-15,3-5 5 0,0-3 1 0,0 0 0 16,3-10 4-16,0-1 1 0,0 1 0 0,0 2 0 16,0-8-6-16,3 6-1 0,3-4 0 0,-3 7 0 15,5-1-13-15,-2 0 11 0,3 3-11 0,0 2 10 16,-3 3 2-16,3 0 1 0,0 3 0 0,-3-3 0 15,0 5-4-15,-1 3-1 0,4 0 0 0,-3-2 0 16,0 2-8-16,-3 0 0 0,3 2-12 0,-3 1 12 16,0-1-100-16,-9-2-12 15,0 0-2-15,9 0-834 0</inkml:trace>
  <inkml:trace contextRef="#ctx0" brushRef="#br0" timeOffset="4235.14">7470 2080 1267 0,'0'0'56'0,"-3"0"12"0,-3-6-55 0,6 6-13 0,0 0 0 0,0 0 0 15,-3-5 36-15,3 5 5 0,0 0 1 0,0 0 0 0,0 0 9 0,0 0 1 16,0 0 1-16,0 0 0 0,0 0-22 0,0 0-5 16,0 0-1-16,0 11 0 0,9 2-16 0,-6 0-9 15,-6 6 10-15,3-4-10 0,3 4 0 0,0 7 0 16,0-4 0-16,-3 1 0 0,-3 4 8 0,6-6-8 16,3 6 0-16,-3 2 0 0,-6-3 0 0,6 1 0 15,3-1 0-15,-3-5 0 0,0 3 0 0,0 2 0 16,0-7 0-16,3 2 0 0,3-2 0 0,-3 2 0 15,-6-3 0-15,3 1 0 0,6 2 11 0,-4-8-11 16,-2 6 12-16,0-6-12 0,3 0 8 0,0-5-8 16,0 3 0-16,-3-3 0 0,-3-3 0 0,3 3 0 15,6-8 0-15,-9 0 0 0,0 0 36 0,6 0 4 16,9-8 1-16,-3 3 0 0,0-9-4 0,-3 1-1 16,-3 0 0-16,6-6 0 0,3-2-4 0,-1-5-2 15,-8-1 0-15,6-2 0 0,3-5 6 0,0 0 2 16,-6-4 0-16,3 1 0 0,0 3-27 0,3 0-11 0,0 2 8 15,-4 0-8-15,-2-2 0 0,3 7 0 0,6 3 0 0,-3 3 0 16,-6-3 0-16,6 9 8 0,0-4-8 0,0 1 0 16,-4 4 0-16,1-4 0 0,-3 10 0 0,3-5 0 15,3 5 0-15,-6 2 0 0,-12-4 0 0,6 7 0 16,6-2 0-16,-3 2-12 0,-6 3 4 0,0 0 8 31,0 0-40-31,0 0 0 0,0 0 0 0,0 0 0 0,-12 3-32 16,12-3-8-16,0 0 0 0,0 0-1 0</inkml:trace>
  <inkml:trace contextRef="#ctx0" brushRef="#br0" timeOffset="4837.1">7994 2611 1684 0,'-18'0'75'0,"18"0"15"15,9 6-72-15,-9-6-18 0,0 0 0 0,-6 5 0 16,3 8 0-16,0-7 0 0,0 7 0 0,-3 0 0 0,-6-8 0 0,3 6 0 16,6 2 0-16,-3 0 0 0,-6-2 0 0,7 2 0 15,5 0 0-15,0-5 0 0,0 3 0 0,0 2 0 16,-3-5 0-16,6 3 0 0,8-3-21 0,-5-3-2 16,-6-5 0-16,12 3 0 15,3-3-8-15,3-6-1 0,-6-4-1 16,3-1 0-16,-3 3 49 0,6-2 9 0,-1-4 3 0,-2 1 0 0,-9 5 5 0,3-5 2 15,6 0 0-15,-3 2 0 0,-6 1 5 0,-3-1 0 16,3 3 1-16,0-3 0 0,0 3-3 0,-6 1-1 16,-6 1 0-16,3-2 0 0,3 8-10 0,0-5-3 15,-9 5 0-15,3-8 0 0,6 8-24 0,-9 0-20 16,-3-3 3-16,-3 1 1 16,0-3-113-16,1 2-23 0</inkml:trace>
  <inkml:trace contextRef="#ctx0" brushRef="#br0" timeOffset="5305.29">7634 1807 1868 0,'0'0'83'0,"0"0"17"0,0 0-80 0,0 0-20 16,9 0 0-16,-9 0 0 0,0 0 0 0,0 0 0 15,9 0 0-15,-9 0-9 0,0 0-3 0,0 0-1 16,0 0 0-16,0 0 0 0,0 0 13 0,-6 5 0 15,-3-5-10-15,9 0 10 16,0 0-28-16,0 0 0 0,-9-5-1 0,9 5 0 0,0 0 3 0,0 0 1 16,0 0 0-16,0 0 0 0,0 0 3 0,0 0 1 15,6-8 0-15,0 3 0 0,-6 0 41 0,0 5 8 16,9-3 1-16,-9 3 1 0,0 0 10 0,0 0 1 16,9 0 1-16,-3 0 0 0,2 0-22 0,-8 0-5 15,0 0-1-15,0 0 0 0,12 8-14 0,-9-3 11 16,-9-2-11-16,6-3 10 0,0 0-10 0,0 0 8 0,-3 10-8 0,-3-10 8 15,-2 6-8-15,2-4 0 0,6-2-10 0,-6 6 10 16,-3-6-16-16,9 0 4 0,0 0 0 0,0 0 0 31,-6-8-15-31,6 8-2 0,0 0-1 0,0 0-743 0</inkml:trace>
  <inkml:trace contextRef="#ctx0" brushRef="#br0" timeOffset="7552.85">9140 2127 1094 0,'0'0'48'0,"0"0"11"0,0 0-47 0,0 0-12 16,0 0 0-16,0 0 0 0,0 0 126 0,0 0 23 15,0 0 5-15,0 0 1 0,0 0-124 0,0 11-31 16,0 2 0-16,0 3 0 0,0 2 9 0,-3 1-9 0,-3 7 8 15,3 1-8-15,-3-1 0 0,3-2 0 0,3 11 0 0,-3-4 0 16,0-4 0-16,3 5 0 0,0-6 0 0,0-5 0 16,0 6 0-16,3-4 0 0,0-1 0 0,3-9 0 15,-3 5 10-15,3-4-10 0,0-9 12 0,-3 3-12 16,6 0 0-16,-3-3 0 0,-3 0 0 0,3 3 0 16,-6-8 14-16,6 0-1 0,3-5 0 0,-3 2 0 15,2 3-13-15,1-10 0 0,0 2-12 0,-3 0 12 16,0-3-20-16,3-2 4 0,-3 0 0 0,3 0 0 15,-6-6 16-15,6 1 0 0,-3 2-8 0,0-8 8 16,0 8 0-16,0-10 0 0,0 7 0 0,3-5 9 16,-3 3 2-16,0 3 0 0,-1 2 0 0,-2 2 0 15,3-1 2-15,-3 1 1 0,0 6 0 0,-3-5 0 16,0 5 4-16,3 3 1 0,-3-3 0 0,0 3 0 16,-3-3 8-16,3 8 1 0,0-6 1 0,0 6 0 15,0 0-7-15,0 0-2 0,0 0 0 0,0 0 0 16,0-7-20-16,0 7 8 0,0 0-8 0,0 0 0 0,0 0 8 0,0 0-8 15,0 0 8-15,0 0-8 0,0 0 0 0,0 0 9 16,0 0-9-16,0 0 0 0,0 0 0 0,0 0-20 16,0 0 2-16,0 13 1 0,0 0 17 0,-3 0-12 15,3 0 12-15,0 1-10 0,0 7 10 0,-3-3 0 16,3 4 0-16,0-4-8 0,0 1 8 0,0-1 0 16,3 3 0-16,0-8 0 0,-3 1 0 0,3 4 0 15,0-5 0-15,-3 1 0 0,3-1 0 0,-3 0 0 16,3-5 0-16,0 5 0 0,-3-2 0 0,3-3 0 15,0 2 0-15,0-2 0 0,-3 0 0 0,0-8 0 16,0 0 0-16,3 8 0 0,0-2 0 0,-3-6 0 0,0 0 0 0,0 0-12 31,6 5-21-31,-6-5-5 0,6-5-1 0,3 2-780 0</inkml:trace>
  <inkml:trace contextRef="#ctx0" brushRef="#br0" timeOffset="7950.84">9592 2244 1497 0,'0'-14'133'0,"0"14"-106"0,3-5-27 0,0 3 0 15,-3-4 54-15,0 6 6 0,0 0 0 0,0 0 1 16,0 0-25-16,0 0-6 0,0-5-1 0,0 5 0 16,0 0-5-16,0 0 0 0,-6 0-1 0,0 0 0 15,0 5-23-15,0-5 0 0,1 6 0 0,-1 1 0 16,0-1 0-16,0 2 0 0,0 5-9 0,0-5 9 0,3 2 0 15,0 4 0-15,3-1 0 0,-3 0 0 0,3 0-14 0,-3 6 5 16,3-6 1-16,3-5 0 0,0 5 8 0,0 0 0 16,3-2-9-16,0 0 9 0,3-1 0 0,0 3 0 15,-1-5 0-15,4 3 0 0,0-8-12 0,3 7 12 16,-3-4-12-16,0 1 12 0,-3-4-10 0,3 2 10 16,-6 1 0-16,0-1-9 0,0 3 9 0,-6-8 0 15,0 0 0-15,0 0 0 0,3 5 8 0,-3-5 1 16,0 0 0-16,-3 8 0 0,-3-3 5 0,0 9 1 15,-6-6 0-15,0-3 0 0,0 3-15 0,-3 0 0 16,0 2 8-16,0-4-8 0,1 2 0 0,-1-3 0 16,3 3 0-16,3-8 0 15,0 5-29-15,3-2 1 0,-6 2 0 0,3-5 0 16,0 0-160-16,6 0-31 0,3 0-6 0,-6-13-2 0</inkml:trace>
  <inkml:trace contextRef="#ctx0" brushRef="#br0" timeOffset="8123.32">9759 2347 1717 0,'9'8'76'0,"-6"-3"16"0,3 3-74 0,3 0-18 0,-3 3 0 0,0 2 0 16,-3 0 30-16,0 0 2 0,-3 0 1 0,0 6 0 16,-3-11-15-16,0 5-3 0,-3 0-1 0,0-2 0 15,-3 2-14-15,3-5-8 0,-3 5 8 0,0 1-13 16,0-9-13-16,0 3-2 0,3-3-1 0,-3 3-770 15</inkml:trace>
  <inkml:trace contextRef="#ctx0" brushRef="#br0" timeOffset="8295.84">9732 2127 979 0,'0'0'87'0,"0"0"-70"16,0 0-17-16,0 0 0 0,6-2 217 0,0 2 40 15,0 0 8-15,3-6 2 0,0 6-215 0,0 6-44 16,0-6-8-16,-3 0 0 0,3 2 0 0,0 4 0 0,0-6 0 0,-3 0 0 31,2 5-85-31,1-5-16 0,0 0-3 0</inkml:trace>
  <inkml:trace contextRef="#ctx0" brushRef="#br0" timeOffset="9054.84">10033 2244 1692 0,'0'0'75'0,"0"8"15"0,6 2-72 0,-3 6-18 0,0 0 0 0,-3 5 0 15,-3 0 56-15,3 3 8 0,-3-3 2 0,0-2 0 16,0 2-28-16,-6-3-6 0,3 1 0 0,0-6-1 16,-3 0-9-16,3 1-2 0,0-6 0 0,0 0 0 15,0-3-6-15,0 5-2 0,3-7 0 0,3-3 0 16,0 0-12-16,0 0-16 0,0 0 3 0,0 0 1 16,0 0-7-16,0 0-1 0,3-8 0 0,0-2 0 15,3-1 2-15,3-5 0 0,0 0 0 0,3-2 0 16,0-3 8-16,0 5 2 0,3 0 0 0,-3-3 0 15,3 1 8-15,-1 5 14 0,-2 5-3 0,0-6-1 0,0 6 9 16,0 3 1-16,0-3 1 0,-3 3 0 0,3 5-5 16,-3-5 0-16,-3 10-1 0,-6-5 0 0,6 0-15 0,0 8 8 15,-3 2-8-15,0 4 0 0,-3 2 0 0,-3 2 0 16,3 1 0-16,-3 2 0 0,0 3 0 0,3-9 0 16,0 4 0-16,0-6 0 0,6 6 0 0,-3-6 0 15,5 0 0-15,1-5 0 0,3 3-18 0,0-9 0 16,6 4 0-16,0-6 0 0,3 0-4 0,0-8-1 15,-1 2 0-15,4-2 0 0,3-2 11 0,-3 2 1 16,3-5 1-16,-1-1 0 0,-2 1 10 0,3-5 9 16,-3-1-1-16,-3 1-8 0,-1 2 36 0,-2-8 0 15,-3 3 0-15,-3 0 0 0,-3-6 2 0,-3 9 1 0,0-6 0 16,-3 3 0-16,-3 0-9 0,-3 2-2 0,0 6 0 16,-3 0 0-16,0 2-14 0,-3 3-3 0,0 0-1 0,0 8 0 15,-3 0-10-15,0 0 0 0,1 8-12 16,-1-3 12-16,-3 3-13 0,6 0 5 0,0 3 8 0,0 2-13 15,3 0 13-15,0 0 0 0,0 1 0 0,6 4 10 16,-3-5-10-16,6 1 0 0,0-6-10 0,3 2 10 16,0-2-12-16,0 0 12 0,3 3-13 0,-3-3 5 31,3 0-19-31,0-3-3 0,3 0-1 0,0-2 0 0,-4 7 10 0,4-7 1 0,0 2 1 0,-3 1 0 16,0-1 19-16,0 3-8 0,0-3 8 0,-3 6 0 15,0 5 0-15,-3-3 0 0,0 8 0 0,0-3 9 16,0 4 2-16,0 1 0 0,-6 4 0 0,3-1 0 15,-3 1-3-15,3 5 0 0,-3-6 0 0,-3 6 0 0,0 7-8 16,0-7 12-16,-3 8-12 0,3 0 12 0,-3-6-12 16,0 3 0-16,-3-3 9 0,3 3-9 0,-2 3 8 15,-1-5-8-15,-3-1 10 0,0-2-10 0,0 5 16 0,0-8-4 16,0 0 0-16,-3-3 0 0,0-7-12 0,1 2 0 16,-1-8 0-16,3 6 0 0,3-11 13 0,0 0 0 15,-3-3 0-15,3 0 0 0,-3-5 6 0,1-8 1 16,-4 3 0-16,3-8 0 0,-3 0 4 0,3-6 0 15,3-7 1-15,-3-1 0 0,3 1-5 0,0-6-2 16,6 5 0-16,1-4 0 16,5 4-44-16,0 1-9 0,5-1-1 0,1 1-1 15,6 2-124-15,3-2-25 0</inkml:trace>
  <inkml:trace contextRef="#ctx0" brushRef="#br0" timeOffset="11637.29">11310 2283 1684 0,'0'0'75'0,"0"0"15"0,0 0-72 0,0 0-18 0,9 0 0 0,-3 0 0 16,-6 0 11-16,6 0-2 0,-6 0 0 0,9 6 0 15,-3-1 21-15,-1 3 4 0,-5 0 1 0,3 2 0 16,-3 4-12-16,0-1-3 0,-3 0 0 0,3 8 0 16,-5-2-12-16,-1-3-8 0,0 2 8 0,-3 6-8 15,3-11 0-15,0 6 0 0,0-3-12 0,0 2 4 16,3-5-8-16,0 1 0 0,3-9-1 0,-3 3 0 16,0-3 17-16,3-5-12 0,0 0 12 0,0 0-10 15,0 0 10-15,0 0 0 0,0 0-9 0,0 0 9 16,9 5 0-16,-9-5 0 0,0 0 0 0,0 0 0 15,6-5 0-15,3 5 0 0,0-10 0 0,0 2 0 16,0 0 8-16,2-6 0 0,4 1 0 0,-3 0 0 16,3 0 6-16,0 0 1 0,0-3 0 0,0 2 0 0,0 6 12 15,0-5 2-15,-4 3 1 0,4 2 0 0,-3 0-6 16,-3 2 0-16,0 4-1 0,0-1 0 0,-3 3-15 0,-6 0-8 16,0 0 10-16,6 0-10 0,-6 0 0 0,0 11 0 15,0-6-11-15,-3 8 11 0,0 1-12 0,-3-1 12 16,3 0-12-16,-3-5 12 0,0 5-9 0,0-2 9 15,6-3 0-15,-3 0 0 0,3-8-9 0,0 0 9 16,0 0 0-16,0 0-9 0,0 0-5 0,0 0-1 16,0 0 0-16,0 0 0 0,9-3-1 0,-3 3-1 15,0-5 0-15,3-1 0 0,0-2 17 0,0 1 0 16,3 1 0-16,0-4 0 0,-3 2-8 0,3-6 8 16,2 7 0-16,1-4 0 0,3 3 0 0,-3 3 0 15,3-1 0-15,-3 4 0 0,-6 2 14 0,3 0 3 0,-6 0 1 0,2 5 0 16,1 3-4-16,-3 5-1 0,0 0 0 15,-3 1 0-15,-3 4 4 0,0 1 1 0,0 2 0 0,0-3 0 16,0 4-5-16,0-9-1 0,3 0 0 0,0 0 0 16,0-2-12-16,6-1 0 0,-3 1 0 0,6-6 0 31,0-2-18-31,3 2-6 0,3-5-2 0,3 0 0 0,-1-8 10 0,1 8 3 0,0-5 0 0,3-6 0 16,-3 1 5-16,-1 5 8 0,1-9-13 0,-3 1 5 15,3 0 8-15,-3 0 9 0,-3-1-1 0,0 1-8 16,0 0 35-16,-7-3 0 0,4 0 0 0,-6-2 0 15,0 4 8-15,0-7 1 0,-6 3 1 0,0-1 0 16,0 6-24-16,-3-5-5 0,0 4 0 0,0 1-1 16,0 0-15-16,-3 5 8 0,0 3-8 0,3-1 0 15,-3 4 0-15,1 2 0 0,-1-6-8 0,-3 12 8 16,3-6-20-16,0 2 4 0,-3 4 0 0,3-1 0 0,0 3 4 0,3 2 0 16,0-2 1-16,3 6 0 0,-3-1-2 0,3 0-1 15,3 0 0-15,0 0 0 0,0 6 14 0,3-6-11 16,0 6 11-16,3-6-10 0,-3 0 10 0,3 0 0 15,0 1 0-15,2-9 0 0,-2 3-10 0,3-3-3 16,-3 3-1-16,3-3 0 0,0-5-2 0,3 0-1 16,-3 0 0-16,3-5 0 0,0-5-4 0,2-1-1 15,4 0 0-15,-3-2 0 16,0 5-34-16,0-5-6 0,0 0-2 0,-3-6 0 0,2 9 52 0,-5-4 12 16,0-1 0-16,0 1 0 0,0-4 28 0,-3 5 8 15,-3-1 1-15,0 1 1 0,0 3 21 0,-3 2 4 16,-3 2 1-16,0 6 0 0,3-2-16 0,-3 2-2 15,0 0-1-15,0 0 0 0,0 0-32 0,0 0-13 0,0 0 11 16,-6 2-11-16,-3 9 0 0,6-6 0 0,-3 3 0 16,6 0-10-1,-3 3-15-15,6 2-3 0,-3-5-1 0,6 5 0 16,-3 0-2-16,3-2 0 0,0 2 0 0,3 0 0 0,0 1 8 0,0-1 2 0,0 0 0 0,0 0 0 16,-4 0 13-16,4 1 8 0,-3 2-10 0,-3 13 10 15,-3-16 0-15,-3 3 0 0,0 0 0 16,-6 5 0-16,1-8 0 0,-1 0 0 0,0 0 10 15,-3 1 2-15,0 4 1 0,0-10 0 0,0 3 0 16,3-3-4-16,-3 5-1 0,0-8 0 0,3 3 0 16,-3-3 7-16,4-2 1 0,-4 2 0 0,3 1 0 15,3-6-16-15,0 2 0 0,6-2 0 0,0 0 0 16,0 0 0-16,0 0 0 0,0 0 11 0,0 0-11 0,6-2 0 16,3-4 0-16,6-7 0 0,-1 0 0 0,4 0 0 0,3-6 0 15,3-2 0-15,3-3 0 0,2-2 0 16,1-6-19-16,3 3 3 0,0-3 0 0,-1-8 0 0,-2 9 0 15,3-9 0-15,-3 0 0 0,-3 1 16 0,-1-1 0 16,-2 3 0-16,0-3 9 0,-3 3 12 0,-3 3 3 16,0-6 0-16,-4 8 0 0,-2 6-13 0,-3 5-3 15,0-3 0-15,-3 5 0 0,3 6 28 0,-3 0 4 16,-6 5 2-16,3 0 0 0,0 3-20 0,-3 5-4 16,0 0-1-16,0 0 0 0,0 0-17 0,-3 5-11 15,0 8 2-15,0 1 0 0,-3 1 9 0,0 4 0 16,0 5 0-16,0 2-8 0,-3 1 8 0,3-1-13 15,-3 6 5-15,0-6 8 0,-2 9 0 0,2 2 0 0,0-8 0 16,-3 8 8-16,3-5-8 0,3-3-11 0,-3 2 3 0,3 1 0 16,0-5 8-16,0-9-10 0,3 3 10 0,0-2-10 15,0-6 10-15,0 0 0 0,0 1 0 0,0-1-8 16,3-8 8-16,0-5-8 0,0 0 8 0,0 0-8 16,0 0 8-16,0 0 0 0,0 0 0 0,0 0 0 15,0 0 0-15,9-5 0 0,0-3-8 0,0-5 8 16,3-1 0-16,-3-1 0 0,3-1 0 0,-3 2 0 15,3-4 0-15,0-1 0 0,-4 4 0 0,1 1 0 16,0 4 9-16,-3 2-9 0,0 0 12 0,-6 8-12 16,0 0 13-16,0 0-4 0,0 0-1 0,0 0 0 15,3 8-8-15,0 0 0 0,-3 2 9 0,3 6-9 16,-3 8 0-16,0-5 0 0,0 2 0 0,0-3 0 0,3 3 0 0,0-2 0 16,3-1 0-16,-3-2 8 0,3 3-8 0,0-6 0 15,3-5 0-15,-3 3 8 0,3-4-8 0,3 1 0 16,0-2-11-16,-3-1 11 15,-1-5-107-15,4 0-15 0,3 0-3 0</inkml:trace>
  <inkml:trace contextRef="#ctx0" brushRef="#br0" timeOffset="14850.3">13926 2289 576 0,'0'0'51'0,"0"-6"-41"16,6 1-10-16,-6 2 0 0,0 3 215 0,0-10 41 16,0 7 8-16,-3-7 1 0,0 2-185 0,0 0-38 15,0-3-7-15,-3 3-2 0,0 0 3 0,0 3 1 16,-3-8 0-16,1 7 0 0,2-1-22 0,-3 1-5 16,-3-2-1-16,3 8 0 0,0-5-9 0,-3 5 0 15,3 5 0-15,-6-5 8 0,3 8-8 0,0-2-17 16,3 1 4-16,-2 1 1 0,-1 6 12 0,0 2 0 15,0-3 0-15,0 0 10 0,3 8-10 0,-3-2 0 16,3 2 0-16,3 3-11 0,0-3 11 0,3-3 14 16,-6 3-3-16,6 3-1 0,0-3-10 0,3-2 0 15,0-6 9-15,0 0-9 0,0 1 8 0,3-6-8 0,3 0 8 16,0 2-8-16,0-5 0 0,3-5-15 0,3 0 3 16,0-5 0-1,3 5-12-15,-3-5-3 0,3-3 0 0,0-3 0 0,-4 1 5 0,1-1 1 16,0 3 0-16,0-5 0 0,0 0 21 0,-3 0 0 0,0 7 0 0,-3-7 0 15,0 2 38-15,0 3 6 0,-3 1 0 0,0 1 1 16,-3 6 7-16,0 0 0 0,0 0 1 0,0 0 0 16,0 0-13-16,0 0-4 0,0 0 0 0,0 0 0 15,-9 0-36-15,9 0 0 0,-3 0 0 0,-3 6 0 16,0-4 0-16,3 3 0 0,-3 6 0 0,6-3-12 16,0 0 12-16,0 3-10 0,0-4 10 0,3 1-10 15,0 3 2-15,0-8 0 0,3 7 0 0,0-10 0 16,0 3-36-16,6-3-6 15,0-3-2-15,2 3 0 0,1-5-17 0,3-3-4 0,3-5-1 16,0 0 0-16,0-1-192 0,3 1-38 0,-4 0-8 16,1-3-2-16,3 0 230 0,-3 3 45 0,0 0 10 15,0-1 1-15,-1 1 187 0,-2 0 37 0,0 2 7 0,0 3 1 0,-3-5-56 0,0 3-11 16,-3 2-2-16,-1 2-1 0,-2 4-62 0,-3-4-12 16,0 1-2-16,-6 5-1 0,0 0-9 0,0 0-3 15,0 0 0-15,0 0 0 0,-6 11-26 0,-3 2-6 16,1 0-1-16,-4 0 0 0,0 1-3 0,0 4-1 15,-3 3 0-15,3-2 0 0,0 2-8 0,0-8 8 16,0 6-8-16,0-6 8 0,3 0-8 0,4-5 0 16,-4 3 0-16,0-3 0 0,3-3 0 0,3 3 0 15,3-8 0-15,0 0 0 0,0 0 0 0,0 0 0 0,0 0 0 0,0 0-11 16,0 0-4-16,0 0-1 0,6-5 0 0,3 2 0 16,3-8 5-16,-4 3 1 0,1 1 0 0,3-9 0 15,3 0 10-15,0-3 0 0,-3 1 0 0,0 2 0 16,3-3 0-16,-3 6 0 0,0 0 0 0,-1 0 11 15,4-1 2-15,-3 1 1 0,0 3 0 0,0 2 0 16,-3 2 8-16,0 4 2 0,-3-4 0 0,3 6 0 16,-9 0-13-16,0 0-3 0,0 0 0 0,0 0 0 15,0 0-8-15,-3 6 0 0,-3 7 0 0,3 3 0 16,-3 2-12-16,0 1 12 0,-3 2-10 0,6 3 10 16,-3-8 0-16,3 8 0 0,0-9 0 0,0 4 0 15,3-1-9-15,0-4 9 0,3-1-8 0,3-5 8 16,0 2-20-16,3-2 2 0,3 0 0 0,0-2 0 15,3-1-6-15,0-5-2 16,2-5 0-16,4 2 0 0,0 0 14 0,0 1 2 0,0-4 1 0,0-2 0 0,2 1 9 16,4-4 0-16,-6 3-9 0,0-5 9 0,3 0 0 0,-3-1 0 15,2-2 0-15,-5 1 0 0,0 1 23 0,0 1 2 16,-3-5 1-16,0-4 0 0,-6 7 6 0,3-1 0 16,-4-3 1-16,-2 6 0 0,0 0-5 0,0-1-2 15,-6 1 0-15,0 0 0 0,0 0 4 0,0 2 1 16,0 9 0-16,-3-4 0 0,0-2-23 0,3 3-8 15,0 5 0-15,0 0 9 0,-6 0-9 0,3 0 0 16,3 0 0-16,-8 0 0 0,2 0 0 0,0 5 0 16,0 3-11-16,0-2 11 0,-3 7-15 0,3 0 3 15,0-5 0-15,0 5 0 0,3 6 12 0,-3-6 0 0,0 5 0 16,3 1-9-16,0-3-5 0,3 2-1 0,-3 1 0 16,3-6 0-16,0-5-5 0,0 5 0 0,3-7-1 0,-3 1 0 31,3-1-4-31,3-4-1 0,0 1 0 0,0-3 0 15,-6 0-11-15,9-3-3 0,3 1 0 0,0-6 0 16,0 3-16-16,-1-6-3 0,-2 8-1 0,3-7 0 0,-3 7 52 0,0-2 8 0,-3 5 0 0,0 0 8 16,-6 0 40-16,6 0 8 0,-3 0 1 0,0 5 1 15,0 3-4-15,0 0-1 0,0 3 0 0,-3 2 0 16,0-5-25-16,0 2-4 0,0-2-2 0,0 5 0 16,-3-7-22-16,3-6 0 0,0 0 0 0,0 0-8 15,0 0 20-15,0 0 4 0,0 0 0 0,6 2 1 16,3-2-17-16,0 0 0 0,0-2 0 0,3-4 0 15,2-7-36-15,-2 0-12 16,0 0-1-16,0 0-1 0,3-6-11 0,0-2-3 16,0 2 0-16,0-2 0 0,-3 3 48 0,2-6 16 0,-2 3-9 0,3-6 9 0,-3 1 0 15,0-6 0-15,0 0 0 0,3-2 0 0,-3 2-11 0,-3-2 11 16,3 2-13-16,-3 0 5 0,-1 6 24 0,1 5 4 16,-3 10 2-16,0-2 0 0,0 0 25 0,-3 5 5 15,-3-3 0-15,3 8 1 0,-3 3-15 0,0 0-3 16,0-5-1-16,0 5 0 0,0 0-26 0,0 0-8 15,0 0 0-15,0 0 0 0,0 0 0 0,0 0 0 16,0 0 0-16,0 0 0 0,0 0 0 0,0 0 0 16,0 0 8-16,-3 13-8 0,3-7 0 0,0 7 0 15,-3 8-8-15,3 3 8 0,-3 2-12 0,3 1 12 0,-3-1-13 16,3 6 5-16,-3-6 8 0,3 1 9 0,0-1-1 16,0 1-8-16,0-1 0 0,0-5 0 0,0 3 0 15,0-5 0-15,3 2 0 0,0 0 0 0,3-2 0 0,-3-1 0 16,3 1 0-16,0 2-9 0,-3-3 9 0,3-4 0 15,0-1-9-15,0 0 9 0,-3 0-10 0,0-7 10 16,3 1-17-16,-3-1 2 0,-3-6 1 0,0 0 0 16,0 0 14-16,9 0-11 0,0 0 11 0,-3-6-10 15,0 1 10-15,3-3 0 0,2-10 0 0,-2 2 0 16,0 0 0-16,0 0 0 0,0-2 0 0,-3-4 0 16,3 4 28-16,-3-6 5 0,0 8 1 0,-3-2 0 15,0 4-10-15,3 1-1 0,-3 5-1 0,0 3 0 16,-3-3-2-16,0 8 0 0,0 0 0 0,0 0 0 15,0 0-8-15,0 0-3 0,0 0 0 0,0 0 0 16,0 0-9-16,0 8-12 0,0 5 2 0,0-7 1 0,3 7 9 16,3-5 0-16,-6 0-9 0,6 2 9 0,-3-2-14 0,3 0 2 15,-3-3 0-15,3 3 0 16,5-5-16-16,1 0-4 0,0-3 0 16,0-3 0-16,3 0 0 0,3 1 0 0,-3-9 0 0,0 8 0 15,0-2-3-15,-4-3-1 0,4-5 0 0,-6 8 0 16,0-3 28-16,0-3 8 0,0 3 0 0,0-2 0 0,-3 2 11 0,0 0 9 15,-3 2 1-15,0-1 1 0,0-4 21 0,0 8 4 16,-3 3 1-16,0-5 0 0,3-3-31 0,-3 3-5 16,0 5-2-16,0 0 0 0,0 0-10 0,0 0 12 15,0 0-12-15,-3 8 12 0,0-3-12 0,0 8 0 16,0-7 0-16,0 7-11 0,-6 0 11 0,6 0 0 0,-3-5 0 16,3 3 0-16,0 2 0 0,0-5 0 0,0 0-10 15,0 2 10-15,3-10 0 0,0 0 0 0,-3 3 0 16,3-3 0-16,0 0 0 0,0 0 0 0,0 5 0 0,0-5 0 15,0 0 0-15,0 0 0 0,0 0 0 0,0 6 0 16,0-6 0-16,0 0 0 0,0 0 0 0,0 0 0 16,-3 5 0-16,3-5 0 0,0 0 0 0,0 0 0 15,0 0 9-15,0 0-9 0,0 0 8 0,0 0-8 16,0 0 21-16,0 0-1 0,0 0 0 0,0 0 0 16,0 0-20-16,0 0 0 0,0 0 0 0,0 0 0 15,0 0 0-15,0 0 0 0,0 0 0 0,0 0 0 16,0 0 0-16,0 0 0 0,0 0 0 0,0 0 0 15,0 8 0-15,0-8 0 0,0 0 0 0,0 0 0 16,0 5 0-16,0 8-18 0,0-5 3 0,0 6 1 0,0-1 14 16,0 0-12-16,-3 0 12 0,3 0-12 0,0 6 12 15,-3-6 0-15,0 6 0 0,0 2 0 0,0-3 0 16,0 1 8-16,0 2-8 0,-3-2 0 0,0 2 0 0,1 3 0 16,2-3 0-16,0 0 0 0,-3 5 17 0,-3 1-3 15,6-3-1-15,-3 2 0 0,0-5-13 0,-3 3 0 16,0 3 8-16,3-6-8 0,0 3 0 0,-3-3-8 15,-3 0 8-15,0-3-13 0,6 1 21 0,-3-6 4 16,0-2 0-16,1 2 1 0,-7-2 3 0,3-1 0 16,0-2 0-16,-3 0 0 0,0 3 19 0,0-6 4 15,0-5 1-15,0 0 0 0,-2 0-40 0,-1 0 0 16,0 0 0-16,-3-5-8 0,0-6 8 0,3 8-8 16,-2-10 8-16,2 5-8 15,0-8-84-15,-3 3-17 0,3-3-3 0,0 3-864 0</inkml:trace>
  <inkml:trace contextRef="#ctx0" brushRef="#br0" timeOffset="15385.87">15846 2125 1440 0,'0'0'64'0,"0"0"12"0,0 0-60 0,0 0-16 16,0 0 0-16,0 0 0 0,0 0 80 0,0 0 12 16,0-6 4-16,-6-2 0 0,0 3-59 0,-3 5-11 15,0-5-2-15,-3 5-1 0,1-3-23 0,-1 3 0 16,-3 0 0-16,3 0 0 0,0 8 0 0,0-8 0 16,0 5 0-16,3 3-8 0,3 0-4 0,0 3 0 0,0-3 0 15,3 5 0-15,6-5 0 0,0 3 0 16,3 2 0-16,3 0 0 0,0 0 12 0,3 0-10 0,3-7 10 15,0 7-10-15,0-5 10 0,-3-3 0 0,-1 8 8 0,-2-5-8 16,3-2 16-16,0-4 0 0,-3 4-1 0,0-1 0 16,-3 0-4-16,-6-5-1 0,3 8 0 0,0-3 0 15,-3-5 14-15,-3 3 4 0,0 2 0 0,-3 3 0 16,0 3-13-16,0-3-3 0,-3-3 0 0,0 3 0 16,-3 5-12-16,3-5 9 0,-2 3-9 0,2-6 8 15,0 3-8-15,0-3 0 0,-3 3 0 0,3 0-11 16,3-3-10-16,0 1-3 0,0-4 0 0,0 4 0 15,0-6-133 1,6 0-27-16</inkml:trace>
  <inkml:trace contextRef="#ctx0" brushRef="#br0" timeOffset="15560.41">15971 2270 2052 0,'0'0'45'0,"0"0"10"0,3 5 1 0,3 9 1 0,-3-1-45 0,0 0-12 16,-3 6 0-16,0-3 0 0,-3 2 0 0,0 1 0 15,0-4-12-15,-3 1 12 0,3-2-12 0,0-1 12 16,-3 0-10-16,6-5 10 0,-3-3-22 0,-3 3 2 16,3-3 0-16,3-5 0 15,0 0-79-15,0 0-15 0,-6 0-3 0,6 0-1 0</inkml:trace>
  <inkml:trace contextRef="#ctx0" brushRef="#br0" timeOffset="15718.97">16054 2008 2278 0,'0'0'50'0,"0"0"10"0,0 0 3 0,0 0 1 0,0 0-51 0,0 0-13 0,0 0 0 0,6 8 0 15,-6 3 0-15,0-3 0 0,0 0-12 0,-3 2 12 32,0-7-36-32,3 7 0 0,0-10 0 0,0 8 0 0,6 0-96 0,0 3-19 0,3-8-4 0,0-1-634 15</inkml:trace>
  <inkml:trace contextRef="#ctx0" brushRef="#br0" timeOffset="15964.34">16296 2074 115 0,'11'0'10'0,"-2"0"-10"0,0 0 0 0,0 0 0 16,0 6 324-16,-3-6 64 0,-6 0 12 0,0 0 2 0,0 0-252 16,0 8-50-16,-3 2-11 0,-3-2-1 0,-3 5-49 15,0 1-10-15,0-1-1 0,0 0-1 0,1 0-15 0,-4 6-4 16,3-6 0-16,3 6 0 0,3-4-8 0,0 4 10 16,3-1-10-16,0-4 10 0,0 4-10 15,6 3 0-15,0-7 0 0,3 4 0 0,0-5 0 16,-3 1 0-16,-1-1 0 0,1 0 0 0,-3-8-12 0,0 9-5 15,6-7-1-15,-6 1 0 0,-3 3 18 0,0-3 0 16,0-3 8-16,0 1-8 0,-3 1 20 0,-3 1-1 16,0 0-1-16,-5 3 0 0,-1-6-9 0,3 3-1 15,-6 0-8-15,0-3 12 0,0 1-28 0,0 2-5 16,-3-3-2-16,3-5 0 16,1 8-126-16,2-8-26 0,-9 8-5 0,3-6 0 0</inkml:trace>
  <inkml:trace contextRef="#ctx0" brushRef="#br0" timeOffset="16092.97">16566 2720 2718 0,'15'0'120'0,"-15"0"25"0,6 5-116 0,3 3-29 0,3-3 0 0,-3-2 0 31,-9-3-112-31,0 0-29 0,0 0-6 0,-6 0-913 0</inkml:trace>
  <inkml:trace contextRef="#ctx0" brushRef="#br0" timeOffset="20695.62">1800 4535 403 0,'0'0'36'0,"0"0"-36"16,0 0 0-16,0 0 0 0,0 0 72 0,0 0 8 15,0 0 2-15,0 0 0 0,0 0-9 0,0 0-1 16,0 0-1-16,0 0 0 0,0 0-14 0,0 0-2 16,0 0-1-16,0 0 0 0,0 0-46 0,0 0-8 15,0 0 0-15,0 0-8 0,0 0 8 0,0 8 0 16,0-3 8-16,0 3-8 0,0 3 0 0,0-3 0 15,0 0 0-15,3 7 0 0,3-7 11 0,-3 3-3 16,-3 2 0-16,6 0 0 0,-6 1 16 0,0 2 2 16,0-1 1-16,0 7 0 0,0-9 0 0,0 8 0 15,0 0 0-15,0 0 0 0,0 0-7 0,-6 6-2 16,6-6 0-16,0 6 0 0,-3-1-10 0,3 0-8 16,0 1 12-16,-6 2-12 0,6 0 8 0,0 0-8 0,6 3 0 15,-6-3 0-15,0 3 0 0,3-3 0 0,-3 0 0 16,0 0 0-16,0 3 0 0,0-3 0 0,-3 0 0 15,3 0 0-15,-6 0 8 0,3 3 2 0,3-8 0 0,-6 2 0 16,0 3-10-16,6-2 0 0,-9-3 0 0,9 0 0 16,-6-1 0-16,3-1 0 0,0-1 0 0,3-3 8 15,0-2-8-15,0 0-16 0,-6-3 4 0,3 0-426 16,3 1-86-16</inkml:trace>
  <inkml:trace contextRef="#ctx0" brushRef="#br0" timeOffset="21287.05">1201 5940 115 0,'0'0'10'0,"0"0"-10"0,0 0 0 0,0 0 0 16,0 0 232-16,0 0 44 0,0 0 8 0,0 0 3 16,0 0-183-16,0 0-36 0,0 0-7 0,0 0-1 15,0 0-33-15,0 0-7 0,0 0 0 0,0 0-1 16,0 0-1-16,0 0 0 0,0-3 0 0,9 1 0 16,-6-1-18-16,6 0 0 0,3 1 0 0,0-4 0 15,3 4 20-15,-3-4 0 0,6 1 0 0,6 0 0 16,-4 0-8-16,1-1-2 0,6 4 0 0,-6-4 0 15,3 1 29-15,-4 0 5 0,7-1 2 0,-6 1 0 16,3 3-13-16,0-1-2 0,0 0-1 0,2 1 0 16,-2 2-13-16,6-3-2 0,-12 0-1 0,6 1 0 15,2-1-14-15,-2 0 0 0,3 1 0 0,0 2 0 16,-3-3 0-16,2 0 0 0,-2 1 0 0,3-1 0 0,-3 0 0 16,0 3 8-16,2-2 0 0,-5-3 1 0,0 2 15 0,0 0 2 15,-6-2 1-15,3 2 0 0,-1 3-18 0,-2-2-9 16,0 2 10-16,-6 0-10 0,-3 0 8 0,3 0-8 15,-3-6 0-15,-6 6 0 0,0 0 0 0,0 0-16 16,12 0 1-16,-9-2 1 16,-3 2-143-16,0 0-29 0,6 0-6 0</inkml:trace>
  <inkml:trace contextRef="#ctx0" brushRef="#br0" timeOffset="21763.3">1154 6287 115 0,'0'0'10'0,"0"0"-10"0,0 0 0 0,0 0 0 0,0 0 192 0,0 0 37 15,0 0 7-15,0 0 2 0,-3 5-156 0,3-5-31 16,0 0-7-16,0 0 0 0,3 5 19 0,-3-5 4 16,0 0 1-16,9 3 0 0,3-3-7 0,-3 0-1 15,2 0 0-15,4 0 0 0,-3-3-28 0,9 0-7 16,0 1-1-16,0-1 0 0,6 1 15 0,-4-1 2 15,4 0 1-15,-3-2 0 0,3 5-33 0,3-5-9 16,-7 2 0-16,4-2 0 0,0 2 9 0,3 3-9 16,-4-5 12-16,4 5-12 0,3-3 17 0,-6 0-3 15,-3 1-1-15,2-1 0 0,-2 1 18 0,3-1 3 16,-3 0 1-16,3 1 0 0,-4 2-35 0,4-3 0 16,-3 3 0-16,-3-3-12 0,0 3 12 0,-3 0 0 15,2 0 0-15,-2-2 0 0,-6 2 15 0,6 0-4 16,-6 0-1-16,0-3 0 0,-3 3-22 0,0 0-5 0,0 0-1 15,-3 0-578-15,-1 0-116 0</inkml:trace>
  <inkml:trace contextRef="#ctx0" brushRef="#br0" timeOffset="22433.43">1707 6313 748 0,'0'0'67'0,"0"0"-54"0,0 0-13 0,0 0 0 16,0 0 114-16,0 0 20 0,0 0 4 0,0 0 1 15,0 0-95-15,0 0-20 0,0 0-3 0,0 0-1 16,0 0 23-16,0 0 4 0,0 0 1 0,0 0 0 16,0 0-20-16,0 8-3 0,0 0-1 0,0 0 0 15,0 0-7-15,0 0-1 0,0-8-1 0,0 8 0 16,3 5-15-16,3-5 0 0,-6 0 0 0,0 5 0 16,3-2 12-16,0 2-1 0,-3 0 0 0,6 3 0 15,-6 0 1-15,3 0 0 0,3-1 0 0,-6 4 0 16,-6 0 7-16,6 2 1 0,0 0 1 0,0 3 0 15,0-1-21-15,6 1 0 0,-6 3 0 0,0 2 0 16,0-3 0-16,3 6 12 0,3-3-4 0,-6 6 0 16,3-1-8-16,-3 0 0 0,0 3 0 0,3-2 0 15,3 4 0-15,-3 4 0 0,3 2 0 0,-6 0 0 16,0-3 0-16,3 0 8 0,0 1-8 0,3-1 11 0,-6-2-11 16,0-3 0-16,3 0 0 0,3-3 0 15,-6 3 0-15,3-2 0 0,0 4 0 0,3 1 0 0,-3-3 0 16,3 0 0-16,-6 0 8 0,3 3-8 0,3 0 15 0,-3-1-3 15,0-2 0-15,2 0 0 0,-5 3-12 0,3-6 0 16,3 3 0-16,-6-5 0 16,0-3-24-16,3-5-7 0,0-3-1 0,3 0-1 15,-6-2-86-15,0-8-17 0,3 2-3 0,-3-13-1 0</inkml:trace>
  <inkml:trace contextRef="#ctx0" brushRef="#br0" timeOffset="23515.54">1910 4233 446 0,'0'0'20'0,"0"0"4"0,0 0-24 0,0 0 0 16,0 0 0-16,0-5 0 0,0 5 45 0,3-3 5 15,-3-2 1-15,6 0 0 0,-3 2-5 0,6-2-1 16,-6 5 0-16,6-5 0 0,0 2-7 0,-1 0-2 15,1-2 0-15,3 2 0 0,-3 3 1 0,3 0 0 16,0-8 0-16,6 6 0 0,-3-1 7 0,3-2 0 16,2 2 1-16,-2-2 0 0,0 5-3 0,6-5-1 15,-3 2 0-15,6 3 0 0,-4-3-29 0,4 1-12 16,3 2 8-16,-3 0-8 0,3 0 12 0,-1 0-4 16,1 0 0-16,0 0 0 0,0 0 0 0,2 0-8 15,4-6 12-15,0 4-4 0,-1-1-8 0,-2 0 10 16,6 3-10-16,0-7 10 0,-4 4 17 0,4 0 3 15,0 3 1-15,-4 0 0 0,4-5-16 0,3 2-3 16,-3 1-1-16,-1-1 0 0,1 3-2 0,3 0 0 16,-4 0 0-16,-2-5 0 0,0 5-9 0,5-3 10 0,-2 0-10 15,3 1 10-15,-4-1-1 0,4 0 0 0,9-2 0 0,-10 3 0 16,-5-4-9-16,3 6 0 0,2-8 0 0,-2 3 0 16,0 5 31-16,0 0 7 0,-7 0 2 0,7 0 0 15,-9 3-28-15,5-1-12 0,1-2 10 0,-6 8-10 16,3-8 10-16,-1 3-10 0,4 0 10 0,-6-3-10 15,6 2 8-15,-1 3-8 0,7-5 0 0,-6 0 0 16,2 0 8-16,1 0-8 0,3 0 0 0,-1 0 0 16,1 0 0-16,-3 0 8 0,-3 0-8 0,5-5 0 15,1 5 10-15,-3-2-1 0,2 2 0 0,-5 0 0 16,0 0 1-16,2 0 0 0,-2 0 0 0,0 0 0 16,-6 0 45-16,2 0 9 0,1 0 1 0,-3 0 1 15,-3 0-101-15,-4 0-20 16,4-3-4-16,-6 3-1 0,0-3 48 0,-3 3 12 0,0 0 0 0,-6 0 0 15,2 0-44-15,-2 0-3 16,0 3-1-16</inkml:trace>
  <inkml:trace contextRef="#ctx0" brushRef="#br0" timeOffset="26126.77">1719 7406 57 0,'0'0'0'0,"0"0"0"0,0 0 0 0,0 0 0 16,0 0 175-16,0 0 29 0,0 0 7 0,0 0 1 16,-3-3-125-16,3 3-25 0,0 0-5 0,0 0-1 15,0-8-8-15,0 8-3 0,6-3 0 0,0 1 0 16,-3 2-19-16,3-3-4 0,3 3-1 0,-3 0 0 16,3 0-1-16,3-2 0 0,3 2 0 0,-3-3 0 15,6 3 1-15,-7 0 0 0,10-5 0 0,-3 5 0 16,3-3 6-16,3 0 1 0,-3 1 0 0,5-1 0 15,4 0-7-15,-6 3-1 0,6-2 0 0,-3-4 0 0,-1 4-9 16,1-1-3-16,3 0 0 0,0 1 0 0,-1-1 0 0,4 1-8 16,-3-1 12-16,3 3-4 0,-4-5-8 0,1 2 10 15,0 0-10-15,0-2 10 0,0 2 1 0,-1-2 0 16,4 2 0-16,-6 1 0 0,0-1-11 0,-4-2 0 16,4 2-10-16,-3 3 10 0,0 0 20 0,3-2 11 15,-7 2 1-15,-5-3 1 0,3 6-25 0,0-3-8 16,-6 0 0-16,-3 2 0 0,0-2 0 0,3 6-12 15,-3-4 1-15,-3-2 1 0,-6 0 10 0,0 0 0 16,0 0 0-16,0 0 0 0,0 0 0 0,0 0 8 16,0 0-8-16,0 0 0 0,0 0 0 0,0 0 8 15,0 0-8-15,6-2 0 0,2-1 0 0,-8 3 9 0,0-5-9 16,3-1 0-16,-3 1 8 0,0-3-8 0,0 3 0 0,0-3 0 16,0 0 11-16,0 0-11 0,0 0 10 0,0-3-10 15,0 1 10-15,0-1-10 0,0 1 10 0,0-1-10 16,0-2 0-16,3 5 0 0,0-3 0 0,0 3 0 15,6 0 0-15,-6 1-12 0,3-1 12 0,-6 0-10 16,6 2 10-16,0-2-8 0,-3 3 8 0,3 2-8 16,-3-2 8-16,0 3 0 0,-3 2 0 0,6-3 0 15,-6 3 0-15,9-3 0 0,0 3 8 0,-3 3-8 16,0-3 8-16,3 5-8 0,0 3 10 0,3-3-10 16,-4 3 10-16,4 3-10 0,0 0 10 0,0-1-10 15,3 3 10-15,-3 1-10 0,3-4 10 0,0 1-10 16,-3 2 8-16,0-2-8 0,-1-4 0 0,-2 4 0 15,0-3 0-15,0-3 0 0,0 3 0 0,0-2 0 16,-9-6 9-16,6 2-9 0,3 1 8 0,0-1-8 0,-9-2 0 16,6 0 0-16,0 0 8 0,3 0-8 0,-3-2 0 15,3-3 10-15,-3-1-10 0,3-2 10 0,-1 0-10 0,1-2 0 16,-6 2 0-16,3-3 8 0,3-2-8 0,-3 0 0 16,0-6 0-16,0 3-11 0,-3 1 11 0,3-4 0 15,0 0 0-15,3 1 0 0,-6 2 0 0,3 0-8 16,6 0 8-16,-6 6 0 0,0-3 0 0,3 2 0 15,-6 3 0-15,3 3 0 0,-4-1 12 0,1 4 0 16,3-1 1-16,-6 3 0 0,9 3-13 0,-3-3 11 16,3 5-11-16,0 0 10 0,-3 1-10 0,3 2 0 15,3 2 0-15,-6 1 0 0,3 2 0 0,0 0 0 16,-3 0 0-16,3 1 0 0,3-1 0 0,-6 0 0 0,2 0 0 16,-2 1 0-16,3-1 0 0,-6-3 0 0,9 4 0 15,-6-6 0-15,-3 5 0 0,3-5 0 0,0 0 0 16,0 0 0-16,3-3 0 0,-6 0 0 0,0-2 0 15,-3-3 0-15,0 0 0 0,0 0-12 0,9 0 0 0,0-3 1 16,-3 1-5-16,6-4 0 0,-9 4-1 0,3-6 0 16,-1 0 17-16,4-3-12 0,-3-2 12 0,0 0-10 15,3-3 10-15,-3 0 0 0,3-3 0 0,3 4 0 16,-3-1 0-16,-3 2 0 0,3 1 0 0,-3 3 0 16,3-1 9-16,-3 3 4 0,3 3 1 0,-3 0 0 15,0 2 5-15,-6 3 1 0,5 3 0 0,4 2 0 16,-3 0-12-16,3 6-8 0,-3-1 12 0,3 1-12 15,-6-1 14-15,6 1-4 0,0 2-1 0,0-2 0 16,-3 2-9-16,0 3 0 0,3-3 0 0,-6-2 0 0,3-1 0 16,0 4 0-16,0-1 0 0,0 0-11 15,0-2-8-15,2-3-1 0,-5-1-1 0,3-1 0 0,3 2-1 16,-3-6 0-16,3 1 0 0,-3 0 0 0,0-3 1 0,3 0 0 16,0-3 0-16,-3 3 0 0,0-3 21 0,3 1 0 15,-3-4 10-15,6 4-10 0,-3-4 11 0,-6 4-11 16,8-3 10-16,-2-1-10 0,-3 1 8 0,0 0-8 15,3-1 0-15,3 1 9 0,3 0-9 0,-9 0 0 16,9 2 9-16,-6-2-9 0,6-3 0 0,0 2 0 16,-1 4 0-16,1-4 0 0,3 6 8 0,0-5-8 15,3 2 8-15,-3 1-8 0,0 2 11 0,2 0-3 16,4 0 0-16,3 0 0 0,-6 0 1 0,3-3 0 16,5 1 0-16,-2-1 0 0,6 3-9 0,0 0 0 0,-4 0 9 15,7-3-9-15,0 1 0 0,0 2 9 0,-1-6-9 16,4 4 0-16,3 2 14 0,-1-3-4 0,-2 0-1 0,3 3 0 15,2-2 7-15,-2 2 0 0,3 0 1 0,-4 0 0 16,-2 0-17-16,3 0 10 0,-1 2-10 0,1-2 8 16,0 0 23-16,-1 0 4 0,1 0 1 0,-3 0 0 15,2 0-4-15,1 3-1 0,-3-3 0 0,3 3 0 16,-7-1-31-16,1 4 0 0,0-4 0 0,-4 1 0 16,4 5 0-16,0-3 0 0,-3 0 0 0,-4 1 0 15,-2-1 0-15,-3 3 0 0,3-3 0 0,-3-2 0 31,-10 2-25-31,1-2-5 0,0-1-1 0,-3-2-949 0</inkml:trace>
  <inkml:trace contextRef="#ctx0" brushRef="#br0" timeOffset="28032.03">5038 4045 57 0,'0'0'0'0,"0"0"0"0,0 0 0 0,0 0 0 0,0 0 118 0,0 0 18 15,0 0 4-15,0 0 1 0,0 0-53 0,0 0-12 16,0 0-1-16,0 0-1 0,0 0-36 0,0 0-7 15,0 0-2-15,0 0 0 0,0 0 24 0,12 0 5 16,-6 0 1-16,-6 0 0 0,0 0 1 0,9-2 0 16,6 2 0-16,-9-3 0 0,9 1-29 0,-9 2-6 15,3-6-1-15,2 4 0 0,1 2-9 0,0-3-3 16,-6 3 0-16,6 0 0 0,-3 3-12 0,3-3 0 16,0 0 8-16,-3 2-8 0,3 4 8 0,3-6-8 15,0 5 11-15,-1-3-11 0,1 4 12 0,0-6-12 16,3 2 12-16,-3 1-12 0,-3 0 16 0,0 2-3 15,9-5-1-15,2 0 0 0,-2 0-4 0,3 0-8 16,0 0 11-16,0 0-11 0,-1-5 24 0,1 5-3 0,0 5 0 16,3-10 0-16,0 5 0 0,-1 0 0 0,-2 0 0 0,6 0 0 15,-3 5-9-15,3-5-3 0,-4 0 0 0,1 0 0 16,-3 0 0-16,6 0 0 0,-3 0 0 0,2 0 0 16,-5 0-9-16,3 0 0 0,-3 0 0 0,2 0 0 15,-2-5 0-15,3 2 0 0,-3 3 0 0,0-3 0 16,0 1 0-16,-1 2 0 0,1 0 0 0,0 0 0 15,-3-8 0-15,3 5 8 0,-10 1-8 0,4 2 0 16,0-6-10-16,0 4-7 0,-6 2-2 0,-3-3-513 16,3 0-104-16</inkml:trace>
  <inkml:trace contextRef="#ctx0" brushRef="#br0" timeOffset="29054.89">5506 4069 172 0,'0'0'16'0,"0"0"-16"0,0 0 0 0,0 0 0 16,0 0 205-16,0 0 39 0,0 0 7 0,0 0 1 0,0 0-193 0,0 0-39 15,0 0-8-15,0 0-2 0,0 0 14 0,0 0 4 16,0 0 0-16,0 0 0 0,0 0 3 0,0 0 1 15,0 8 0-15,0-2 0 0,0 1-20 0,0-1-3 16,0 2-1-16,0 0 0 0,0 2-8 0,2 3 0 16,-4-5 0-16,4 6 0 0,1 4 0 0,0-5 0 15,0 1 10-15,0 4-10 0,3 1 12 0,-6 2-12 16,3-3 12-16,0 1-12 0,0 2 11 0,0 0-11 16,0 3 10-16,0 0-10 0,-3 0 12 0,3 2-4 15,-3 1-8-15,3 2 12 0,-3-3-12 0,0 8 0 16,0-4 8-16,0 1-8 0,0 1 14 0,0-3 0 15,0 6 0-15,6-6 0 0,-6 0-14 0,0 0 0 16,0 0 8-16,0-3-8 0,0-2 16 0,3 5 0 0,0-7 0 16,0 1 0-16,3-1-16 0,0-1 0 0,-6 3 0 15,3-6 0-15,0 1-9 0,0-4 9 0,-3 4-13 0,3-3 5 16,-3 0 8-16,0-3 0 0,0 0 0 0,0 0 0 16,0-2 0-16,0-3 0 0,0-8 0 0,-3 8 0 15,3-8-14-15,0 2-1 0,0-2 0 0,0 0 0 16,0 0-5-16,0 0-2 0,0 0 0 0,0 0 0 15,0 0 22-15,-6-2 0 0,3-6 0 0,-3 3 0 16,0-3 0-16,3 0 0 0,-3 0 0 0,0 0 8 16,0 0 12-16,0-3 1 0,-3 3 1 0,0-5 0 15,0 3 3-15,4 2 1 0,-4-3 0 0,0 6 0 16,0-1-5-16,0-1-1 0,0-1 0 0,-3 5 0 16,-3-5-1-16,6 3-1 0,-3 5 0 0,3-8 0 15,3 8 1-15,-3-3 0 0,1 3 0 0,2 0 0 16,-6 0-19-16,3 3 0 0,-3-1 0 0,3 4 0 15,-3-4-9-15,3 1-6 0,0 5-1 0,-6-3 0 0,6 6 16 16,0-3 0-16,-3 2 0 0,7 1 0 0,-10 2 0 0,6 0-9 16,0 3 9-16,0 0 0 0,0 3 0 0,3 2 0 15,3-5 0-15,-3 2 0 0,3 1 0 0,0 2 0 16,0-3 0-16,3 4 0 0,0 1 17 0,0-1-1 16,0 1 0-16,0 4 0 0,3-1-16 0,3 3-19 15,-6 1 4-15,6-1 1 0,-3 0 14 0,3-3 0 16,0 3 0-16,3-2 10 0,-3-3-10 0,0-1 0 15,3 4 0-15,6-6 0 0,-10 0 12 0,7-2-4 16,3 2 0-16,3-3 0 0,-3 1-8 0,3-1-16 0,0 1 4 16,3-3 1-16,-4-3-4 0,4 0-1 0,0 1 0 15,0-4-492-15,3-2-100 0</inkml:trace>
  <inkml:trace contextRef="#ctx0" brushRef="#br0" timeOffset="29878.69">5547 5186 864 0,'-12'-13'38'0,"12"10"8"0,-3 3-37 0,3-5-9 0,0 5 0 0,0 0 0 16,3-6 18-16,0 4 2 0,0-4 0 0,-3 6 0 16,0 0-4-16,0-2-1 0,0 2 0 0,0 0 0 15,0 0 63-15,0 0 13 0,0 0 2 0,0 0 1 16,3-5-48-16,-3 5-10 0,0 0-1 0,0 0-1 16,0 0-2-16,0 0-1 0,0 0 0 0,0 0 0 15,6-3-15-15,0-5-2 0,-6 8-1 0,9-3 0 16,-9 3 15-16,12-2 4 0,-9 2 0 0,6 0 0 15,0 0-12-15,0 0-3 0,-3 0 0 0,3 2 0 16,-3 1-6-16,2 0-2 0,1 2 0 0,0-5 0 16,0 3-9-16,0-1 0 0,0 1 0 0,0-1 8 15,0 1-8-15,-3 2 0 0,3 1 0 0,0-4 0 16,0 4 0-16,0-1 8 0,0 3-8 0,0-3 0 16,-1 3 9-16,4 5-9 0,-3-7 10 0,3 2-10 15,-3 5 11-15,0-5-11 0,-3 0 12 0,0 2-12 16,3 1 8-16,-3-3-8 0,3 0 0 0,-3 0 0 15,0 2 13-15,0 3-4 0,3-2-1 0,-3 0 0 0,-1 2 10 16,-2-3 2-16,0 4 0 0,0-1 0 0,3 0 0 16,-6 0 0-16,3-2 0 0,-3 2 0 0,3 0-20 0,-3 1 10 15,0-1-10-15,-3 0 8 0,3 0-8 0,-3-2 0 16,0 2 0-16,0 0 0 0,0 1 8 0,-3-1 0 16,3 3 0-16,-2-3 0 0,-4 0-8 0,0-2 0 15,3 2 0-15,3 0 0 0,0 0 0 0,-3 3 12 16,3-3-12-16,-3 1 12 0,-3-1-12 0,3 3 0 15,-3-3 0-15,0 3 8 0,0 2-8 0,0-4 0 16,0-4 0-16,0 3-11 0,1 1 11 0,-1-4 0 16,0-2 8-16,0 3-8 0,-3-3 0 0,3 2 8 15,0-4-8-15,-3 2 0 0,-3-3 11 0,3 0-3 0,0 0 0 16,-3 1 0-16,4-1 2 0,-7 0 0 0,0-2 0 16,3 0 0-16,-3 2-10 0,0-5 8 0,3 0-8 0,-3-3 8 15,7 3-19-15,-4-2-4 0,3-4-1 0,-3 4 0 31,3-4-144-31,3-2-28 0,0 3-7 0</inkml:trace>
  <inkml:trace contextRef="#ctx0" brushRef="#br0" timeOffset="30346.44">5458 5376 345 0,'6'-8'31'0,"-6"8"-31"15,0 0 0-15,0 0 0 0,3-5 216 0,-3 5 38 16,3-5 7-16,-3 0 2 0,-3 2-166 0,3 3-33 0,0 0-6 0,0 0-2 16,-3-5 0-16,3 5 0 0,0 0 0 0,0 0 0 15,0 0-16-15,0 0-3 0,0 0-1 0,0 0 0 16,0 0-22-16,0 0-5 0,0 0-1 0,0 0 0 16,0 0-8-16,0 0 0 0,0 0-10 15,0 0 10-15,6 8 0 0,0-1 0 0,-3 7 0 0,-3-1 0 16,0 0 0-16,0 0 0 0,3 6 0 0,0-1 0 15,-3-2 0-15,3 5 0 0,-3 1 0 0,3-1 10 16,0 3-10-16,0-3 0 0,-3 0 0 0,0 0 0 16,3-5 0-16,-3 5 0 0,0-2 0 0,0-3 8 15,0-1-8-15,6-1 0 0,-12-1 0 0,6-5 8 16,-3 0-8-16,3 0 0 0,0 0 0 0,0-8 0 16,-6 5-40-1,6-5-9-15,0 0-3 0,0 0-726 0</inkml:trace>
  <inkml:trace contextRef="#ctx0" brushRef="#br0" timeOffset="30645.64">5467 5268 345 0,'0'0'15'0,"0"0"4"0,0 0-19 0,0 0 0 16,0 0 0-16,0 0 0 0,0 0 252 0,0 5 48 0,0 6 8 0,-3-6 3 16,3-5-243-16,0 8-48 0,-3-3-9 0,0 3-3 15,0-3 13-15,-3 3 3 0,0-2 0 0,3 4 0 16,0-2 2-16,0 5 1 0,0-5 0 0,-3 6 0 16,0-1-15-16,0-5-4 0,3 0 0 15,0 2 0-15,0-4-8 0,-3 2-11 0,3-1 3 0,3-7 0 16,0 0-9-16,0 0-2 0,-3 8 0 0,3-8 0 31,0 0-72-31,0 0-14 0,-6 3-3 0,6-3-1 0</inkml:trace>
  <inkml:trace contextRef="#ctx0" brushRef="#br0" timeOffset="30842.12">5458 5315 864 0,'0'0'76'15,"0"0"-60"-15,0 0-16 0,3-5 0 16,6 5 173-16,-3-5 32 0,-6 5 7 0,0 0 0 0,3-3-161 0,-3 3-33 15,6 0-6-15,-6 0-2 0,0 0 19 0,6 3 4 16,0 2 1-16,3-5 0 0,-9 5-14 0,8 3-2 16,-2-2-1-16,3-1 0 0,0 0-7 0,0 3-2 15,0 0 0-15,0 0 0 0,3-3-8 0,-6 3 0 16,3-2 0-16,0-1 0 0,-3-2-16 0,3 2-4 16,-3 0-2-16,0-2-522 15,-3 2-104-15</inkml:trace>
  <inkml:trace contextRef="#ctx0" brushRef="#br0" timeOffset="31552.44">5532 5964 1566 0,'0'0'69'0,"0"0"15"0,0 0-68 0,0 0-16 15,0 0 0-15,0 0 0 0,0 0 13 0,0 0-1 16,0 0 0-16,0 0 0 0,0 0 0 0,0 0 0 16,0 0 0-16,3 8 0 0,-3 2 23 0,0-4 4 15,3 1 1-15,0 1 0 0,-6 0-32 0,3 6-8 0,3-4 0 0,-3 1 0 16,3 2 0-16,-3 0 12 16,0 0-4-16,0 1 0 0,3 2-8 0,0-1 0 15,-3 1 0-15,6 3 0 0,-6-1 11 0,0 1-3 0,0 2 0 16,0 0 0-16,0 0 4 0,0 1 0 0,3-1 0 15,-3 2 0-15,-3 1-2 0,3 0 0 0,3 0 0 0,-3-3 0 16,-3 3 13-16,3 0 2 0,3-3 1 0,0 0 0 16,-3 0-26-16,3 3 0 0,-3-3 0 0,3-2 0 15,0 2 12-15,-3-3-4 0,6 4 0 0,-6 1 0 16,0-4 3-16,0-1 0 0,0-2 0 0,0 0 0 16,0 5 2-16,0-2 1 0,-6-3 0 0,6 0 0 15,-3 2-14-15,3-2 8 0,0 3-8 0,0-1 0 16,-3 3 0-16,3-2 0 0,0 2 0 0,0 0 0 15,0 3 0-15,0-3 0 0,0 0 0 0,-3 0 0 16,6-2 8-16,-3-1-8 0,-3-4 0 0,3 2 0 16,3-6 0-16,-3-2-21 0,0 0 3 0,0-8-613 15,0 0-122-15</inkml:trace>
  <inkml:trace contextRef="#ctx0" brushRef="#br0" timeOffset="33888.87">6229 4014 752 0,'0'0'33'0,"0"0"7"0,0 0-32 0,0 0-8 16,0 0 0-16,0 0 0 0,0 0 78 0,0 0 14 16,0 0 2-16,0 0 1 0,0 0-71 0,0 0-13 15,0 0-3-15,0 0-8 0,0 0 52 0,0 0 4 16,6 0 1-16,3-3 0 0,3-2-33 0,-3 2-8 0,-1-2 0 0,4 0-1 15,3-1-15-15,0 1 0 0,0 2 0 0,-3-2 0 16,3 2 0-16,3 3 0 0,-3-2 0 0,2 2 0 16,-2 2 0-16,0 1 0 0,0 2 0 0,3-5 0 15,-3 6 8-15,3-4 6 0,3 4 1 0,-1-6 0 16,1 2-3-16,3 1 0 0,-3 0 0 0,6-1 0 16,-1-2-12-16,1 0 11 0,0 3-11 0,0 2 10 15,0-2 0-15,2-1 0 0,1-2 0 0,0 8 0 16,0-8-2-16,-1 3 0 0,-5 0 0 0,6-1 0 15,3 4 12-15,-4-6 3 0,-5 0 0 0,6 2 0 16,3-2 5-16,-6 3 2 0,-1-3 0 0,-2 0 0 16,-3 2-12-16,6-2-2 0,6 0-1 0,-7 0 0 15,-5 0-15-15,6 0 0 0,3 0 0 0,-3-2-10 16,-4-1 10-16,1 1 12 0,0 2-2 0,6-6-1 16,-1 6-9-16,-2-2 0 0,-9-1 0 0,3 0 8 0,6 3-8 15,-9 0 0-15,-6 0 0 0,2 0-11 0,1-5 11 0,-3 5-8 16,-3-3 8-16,0 3-8 15,-9 0-128-15,6 3-24 0,9 2-6 0,-15-5-1 16</inkml:trace>
  <inkml:trace contextRef="#ctx0" brushRef="#br0" timeOffset="38490.43">6009 7109 230 0,'0'0'20'0,"0"0"-20"0,0 0 0 0,0 0 0 16,0 0 138-16,0 0 23 0,0 0 5 0,0 0 1 15,0 0-62-15,0 0-12 0,0 0-2 0,0 0-1 16,0 0-7-16,0 0-2 0,0 0 0 0,0 0 0 15,0 0-35-15,0 0-7 0,0-5-2 0,3 0 0 16,0-3-15-16,-1 3-3 0,-2-1-1 0,3 1 0 16,0 0-7-16,0-1-2 0,3 1 0 0,-6 0 0 0,6 0-9 15,-3-3 8-15,6 0-8 0,0 2 8 0,-3-2-8 0,3 3 10 16,0-5-10-16,3 2 10 0,-3-3-10 16,6 0 0-16,-3-2 0 0,2 3 8 0,1-4-8 0,0 4 0 15,0-3 0-15,0 2 8 0,0 0 1 0,0 1 0 16,0 2 0-16,-3 0 0 0,-4 3 11 0,1-3 1 15,0 2 1-15,0 1 0 0,0 5-2 0,3-3-1 16,3 3 0-16,3 0 0 0,-6 0-7 0,3 0-2 16,0 0 0-16,-1 3 0 0,1 0-10 0,-3-1 0 15,3 6 0-15,0-2 0 0,0 2 0 0,-3 2 0 16,0-2 0-16,0 3 0 0,-1 2 0 0,-2 0 0 0,0 0 0 0,-3 1 0 16,0-1 0-16,0 0 0 0,0 0 0 0,-3 1 0 15,-3-4 0-15,3 1 0 0,-3-1 10 0,0-2-10 16,0 5 14-16,-3-2-4 0,0-3-1 0,0 5 0 15,0-5 5-15,-3 3 1 0,0-3 0 0,0 2 0 16,0-2-15-16,3 0 0 0,-6 3 0 0,4-3 0 16,-1 0 0-16,0 0-8 0,0-1 8 0,0-1-10 15,-3-1 10-15,3 0-8 0,0-5 8 0,0 3-8 16,0-3 8-16,0 0 0 0,0-3 0 0,0-2 0 16,-3 0 14-16,3-3-2 0,0 0 0 0,-3 0 0 15,6-3 0-15,-3 3-1 0,-3-2 0 0,4-1 0 16,-1-2-11-16,3 2 0 0,0-2 9 0,0 0-9 15,3 0 0-15,0 2 0 0,0-2 0 0,0 2 0 16,0 1 0-16,3-3 0 0,3 2-10 0,3 0 10 16,2 1-10-16,-5-3 10 0,6 2-8 0,0-2 8 0,9 2 0 15,-9 1 0-15,3-1 0 0,0-2-8 0,0 0 8 0,2-1 0 16,-2 4 0-16,0 2 0 0,3 0 0 0,-3 3 0 16,0 2 0-16,0 0 0 0,3-2 0 0,-4 2 0 15,4 1 0-15,-3-1 0 0,3 3 0 0,-3 3 8 16,-3-1-8-16,3 1 8 0,-3 0-8 0,3 2 0 15,-1 0-8-15,-2 0 8 0,0 3 0 0,3 0 0 16,-3 3 0-16,0 0 0 0,-3-1 0 0,3 1 0 16,0-1 0-16,-3 1 0 0,-3-3 0 0,2 2 0 15,-2-2 0-15,0 3 0 0,-3-1 0 0,0 1 0 16,-3-3 0-16,0 0 0 0,3 5 0 0,-3-2 0 16,-3 2 0-16,-3-2 8 0,3-1-8 0,-3 1 11 0,3-1-11 15,-2 1 12-15,-1-1-12 0,-3 1 0 0,3-3 0 16,0 0 0-16,-6 0-8 0,3 0-1 0,3-3 0 0,-3 0 0 15,0-2 9-15,0 0-8 0,3-1 8 0,6-2-8 16,-6 0 8-16,0-2 0 0,-3 2 0 0,0-3 0 16,3 0 8-16,1-2 3 0,-1-3 1 0,3 3 0 15,3-3 3-15,-3 0 1 0,0-3 0 0,3 3 0 16,3-2-7-16,0-1-1 0,0 1 0 0,3-1 0 16,-4 1-8-16,4-1-11 0,6 0 3 0,-3 1 0 15,0-1-1-15,3 1 0 0,0-4 0 0,0 4 0 16,3-3 1-16,-3-1 0 0,3 1 0 0,-1-3 0 15,1 6 8-15,0-4 0 0,0 1 0 0,0 0 0 16,-3 2 0-16,3 1 0 0,-6 2 0 0,0 0 8 16,-3 3 6-16,3 5 2 0,2 0 0 0,-5 0 0 0,-6 0-16 15,9 5 9-15,0-2-9 0,3 2 8 0,0 0-8 0,-6 3 0 16,3-3 0-16,-3 3 0 0,9 0 0 0,-6 0 0 16,-3 0 0-16,6 0 8 0,2 3-8 0,-2-1 0 15,-6 4-12-15,0-1 12 0,0 0 0 0,3 3 0 16,-6-3 0-16,0 3 0 0,-6 0 0 0,0-3 0 15,6 0 0-15,-6-2 0 0,-6 2 0 0,0-2 0 16,9-3 0-16,-3 0 0 0,-3-1 0 0,3 1 0 16,0-5 8-16,3-3-8 0,0 0 0 0,-3 5 0 15,-5-2 0-15,8-3 0 0,0 0 0 0,0 0 0 16,-12-3 0-16,3-2 0 0,3 0 0 0,-3-3 0 16,3 0 0-16,-3 0 0 0,0 0 0 0,3 0 0 0,0-2 0 15,3-1 0-15,-6 0-11 0,3 1 11 0,6-1-8 16,0 1 8-16,3-4 0 0,0 4 0 0,0-3 0 0,6 2-8 15,0-2 8-15,0 2-10 0,-3-2 10 0,3 2-10 16,6 1 10-16,-3-1 0 0,0 3 0 0,-4 0 0 16,1 0 0-16,0 3 8 0,0 0-8 0,0 2 11 15,-9 3-3-15,6-3 0 0,15 6 0 0,-9 0 0 16,-12-3-8-16,9 2 0 0,3 6 0 0,3 0 0 16,-4 3 0-16,1-1 0 0,-3-2 0 0,3 6 0 15,0-6 0-15,-3 5 0 0,-6-5-12 0,-6 2 12 16,0 1-23-16,3-1 3 0,3 1 1 0,-3 2 0 15,-6 1-3-15,3-1-1 0,3 0 0 0,-6 0 0 16,-3 0 12-16,3 1 3 0,3-1 0 0,-3 0 0 16,-3-2-16-16,3-3-4 0,6 0 0 15,0-3 0-15,0-5 11 0,0 0 1 0,0 0 1 0,0 0 0 0,0 0 15 0,0 0 0 16,0 0 0-16,0 0 0 0,9-3 12 16,-3-2 8-16,-6 5 1 0,3-5 1 0,0-1 1 0,3 1 0 15,0 2 0-15,-6 3 0 0,-3-5-2 0,3 5 0 16,9-5 0-16,-3 0 0 0,-6 5-21 0,0 0 0 15,6-6 0-15,3 1-8 0,3 0 8 0,-6-1-12 16,-6 6 12-16,0 0-12 0,9-2 0 0,-6-4 0 16,-3 6 0-16,0 0 0 0,9-2 12 0,-9 2 0 15,0 0 0-15,0 0 0 0,0 0 0 0,0 0 9 16,9-3-1-16,-9 3-8 0,0 0 0 0,0 0 0 16,9 0 0-16,-3 3 0 0,-6-3 0 0,0 0 0 15,5 0 0-15,4 2 0 0,3 1 0 0,-6 0 10 0,-6-3-10 16,6 0 8-16,6 0-8 0,-3 0 0 0,-9 0 0 0,0 0 0 15,9 2 16-15,-3-2-3 0,3 0 0 16,-9 0 0-16,0 0-2 0,6-2-1 0,6 2 0 0,-6 0 0 16,-6 0 0-16,0 0 0 0,9 0 0 0,0 0 0 15,-9 0-10-15,0 0 0 0,5 2 0 0,4 1 0 16,6-3 0-16,-6 0 0 0,-9 0 0 0,9 0 0 16,9 0 8-16,-6 0-8 0,-12 0 0 0,6 0 8 15,6 0 0-15,0 0 0 0,-12 0 0 0,0 0 0 16,0 0 11-16,6 0 1 0,6 0 1 0,-4 0 0 15,-8 0-5-15,9 0 0 0,6 3-1 0,0-3 0 16,-3 0-15-16,-3 0 8 0,3 0-8 0,0 0 0 16,3 0 8-16,-3 0-8 0,-12 0 0 0,6 0 9 0,5 0-9 15,-11 0 0-15,0 0 9 0,0 0-9 16,0 0 12-16,0 0-3 0,0 0 0 0,0 0 0 0,0 0-9 0,0 0-17 16,0 0 4-16,-5-6 1 15,-1 4-33-15,3-1-7 0,3 3 0 0,0 0-608 16,0 0-122-16</inkml:trace>
  <inkml:trace contextRef="#ctx0" brushRef="#br0" timeOffset="59528.59">7690 3940 115 0,'-9'0'10'0,"9"0"-10"0,0 0 0 0,0 0 0 16,9 0 93-16,-9 0 17 0,-6 0 3 0,6 0 1 15,9 0-39-15,-9 0-8 0,0 0-2 0,-3 0 0 0,3 0-29 0,0 0-7 16,0 0-1-16,0 0 0 0,-9 0-28 0,9 0 0 16,0 0 0-16,0 0 0 0,-6 0 0 0,6 0 0 15,0 0-13-15,0 0 4 0,6 0 0 0,-6 0 0 16,0 0 0-16,0 0 0 0,12 2 9 0,-3 1 0 16,-9-3 0-16,0 0 0 0,9 3 0 0,0 2 8 15,-9-5-8-15,0 0 11 0,0 0 1 0,0 0 1 16,0 0 0-16,0 0 0 0,-6 0-2 0,6 0-1 15,6 3 0-15,-6-3 0 0,-3 5-10 0,3-5 0 16,3 5 0-16,-3-5-11 0,6 5 11 0,-6-5-8 16,0 0 8-16,0 0-8 0,12 3 8 0,-12-3 11 15,0 0-3-15,0 0 0 0,6 5 0 0,-6-5 0 16,0 0 0-16,0 0 0 0,0 0 19 0,0 0 3 16,0 0 1-16,0 0 0 0,-6 0 9 0,6 0 3 0,0 0 0 15,0 0 0-15,-6 3-29 0,3-3-6 0,3 0 0 16,0 0-8-16,0 0 15 0,0 0-4 0,0 0-1 0,0 0 0 15,9 0 17-15,-9 0 3 0,0 0 1 16,0 0 0-16,0 0 21 0,0 0 5 0,0 0 1 0,0 0 0 16,0 0-26-16,0 0-4 0,0 0-2 0,0 0 0 15,-6 0-26-15,6 0 0 0,0 0 0 0,0 0 0 16,0 0 0-16,0 0 8 0,0 0-8 0,0 0 8 16,6 0-8-16,-6 0 0 0,0 0 0 0,0 0 0 15,15 0 0-15,-6 0 0 0,-9 0 0 0,9 0 0 16,0-3 0-16,-3 3 16 0,0 0-2 0,-6 0-1 15,8 0 5-15,1-5 1 0,0 5 0 0,-3 0 0 16,-6 0-5-16,9 0-1 0,0-3 0 0,3 3 0 16,-3 3-13-16,0-3 0 0,0 0 0 0,3 0 0 15,3 0 0-15,-1 0 0 0,-2-3 0 0,3 3 0 16,6-2 0-16,-3-1 0 0,-6 3 0 0,3 0 0 0,3-5 12 0,-3 2-4 16,-4 3-8-16,-2 0 12 0,3-2-12 0,0 2 11 15,0 0-11-15,0 2 10 0,-6-2-10 0,3 3 0 16,6 2 9-16,-3-5-9 0,-3 0 0 0,2 0 0 15,-2 0 0-15,6 0 0 0,0 0 0 0,0 0 8 16,-3 0-8-16,0 0 0 0,3 0 0 0,0 0 0 16,-3-5 0-16,2 2 0 0,-2 3 0 0,0 0 8 15,3 0-8-15,-3 0 0 0,0 0 8 0,0 0-8 16,0 0 10-16,0 0-10 0,0 0 8 0,-1 0-8 16,1 0 0-16,0 0 9 0,0 0 11 0,0 0 1 15,0 0 1-15,0 0 0 0,3 0-22 0,-3-2 8 0,-3 2-8 0,0-3 0 16,2 3 0-16,1 0 0 0,-3 0 0 0,0-5 8 15,3 2-8-15,-3 3 0 0,0-3 0 0,0 3 8 16,0 0-8-16,0 0 0 0,0 0 8 0,0-2-8 16,0 2 0-16,-1 0 8 0,1-6-8 15,0 6 0-15,0-2 0 0,0-1 9 0,3 0-9 0,-3 3 0 16,3-8 0-16,-3 3 0 0,3 5 0 0,0 0 0 16,-3-8 8-16,0 6-8 0,-1-1 0 0,-2 3 0 15,0 0 0-15,-6 0 0 0,0 0 0 0,6 0 0 16,0 0 0-16,-6 0 0 0,0 0 0 0,0 0-9 15,0 0-17 1,0 0-3-16,0 0-1 0,0 0 0 0,0 0-90 0,0 0-19 16,0 0-3-16,0 0-1 0</inkml:trace>
  <inkml:trace contextRef="#ctx0" brushRef="#br0" timeOffset="60377.32">8920 3876 637 0,'0'0'28'0,"0"0"6"0,0 0-34 0,0 0 0 16,0 0 0-16,0 0 0 0,0 0 43 0,0 0 1 16,0 0 1-16,0 0 0 0,0 0-22 0,0 0-5 0,0 0-1 0,0 0 0 15,0 0-5-15,0 0-2 0,0 0 0 0,0 0 0 16,6 5 22-16,0-2 5 0,-6-3 1 0,5 5 0 15,-5-5-18-15,3 11-3 0,3-6-1 0,-3 3 0 16,-3-3-6-16,3 3-2 0,0-2 0 0,0 2 0 16,-3 5 15-16,3-8 2 0,-3 6 1 0,3-1 0 15,0 4-5-15,-3-4-1 0,0 3 0 0,0 1 0 16,3 1-4-16,-3 4-2 0,0-3 0 0,0 0 0 16,0 2-2-16,0-2 0 0,0 3 0 0,0-3 0 15,0-1-1-15,3 4-1 0,0-3 0 0,0 2 0 16,-3-4-10-16,3 4 10 0,3-5-10 0,0 6 10 15,0-3 6-15,0 2 0 0,-3-2 1 0,0 3 0 16,0-1-6-16,0 1-2 0,-3-3 0 0,3-1 0 16,0 7 1-16,0-9 0 0,-9 3 0 0,6 0 0 15,3-3-10-15,0 0 10 0,-3 0-10 0,0-5 10 16,0 3-10-16,-3-1 0 0,0-2 0 0,3 0 0 0,0 0 0 16,3 0 0-16,3-3 0 0,-6 3 0 0,3-2 0 0,-3-6 0 15,0 5 0-15,0-5 8 16,0 0-37-16,3 8-8 0,-3-8-2 0,0 5-408 15,0-5-81-15</inkml:trace>
  <inkml:trace contextRef="#ctx0" brushRef="#br0" timeOffset="61680.09">9021 4686 691 0,'0'0'30'0,"0"0"7"0,0 0-29 0,-3 5-8 16,3 0 0-16,0-5 0 0,0 0 68 0,0 0 13 0,-6 3 3 0,3 0 0 15,3-3-24-15,0 0-4 0,0 0 0 0,-3 8-1 16,-3-8 6-16,6 0 2 0,0 0 0 0,0 0 0 15,-3 0-18-15,-3 0-3 0,6 0-1 16,0 0 0-16,0 0-31 0,-3 0-10 0,-3 0 0 0,6 0 0 16,-3 2 8-16,-3 1-8 0,0-3 0 0,0 3 0 15,3 2 12-15,-6-5-12 0,6 0 12 0,3 0-12 16,-6 0 0-16,6 0 0 0,-5 5 0 0,2-2 0 16,-3 2 0-16,6-5 0 0,0 0 0 0,0 0 0 15,0 0 11-15,0 0-11 0,0 0 10 0,0 0-10 16,0 3 24-16,0-3 0 0,0 0-1 0,0 5 0 15,0-5-3-15,3 8 0 0,-3-8 0 0,6 11 0 16,-4-9-6-16,4 6-2 0,0 0 0 0,0 0 0 16,0-3-12-16,3 3 11 0,0 0-11 0,0 3 10 15,0-9 2-15,0 4 1 0,0 2 0 0,3 2 0 16,0-5-1-16,0 3-1 0,0 3 0 0,-1-3 0 16,1 0-11-16,0 0 0 0,0 2 9 0,-3-4-9 0,3 4 9 15,-3 1-9-15,0-6 12 0,0 3-12 0,0 0 23 16,-3 0-3-16,0 0 0 0,-3-3 0 0,3 0-20 15,-3 1 0-15,-3-6 0 0,2 8 0 0,-2-3 0 0,0-5 0 16,0 0 0-16,0 0 0 0,0 5 11 0,-2 1-3 16,2 2 0-16,-3-6 0 0,0 1-8 0,-3 5 0 15,0-8 0-15,0 5 0 0,0-2 0 0,-3 5 0 16,-3-3 0-16,3 3 0 0,-3-3 0 0,3 0 0 16,-3 1 0-16,0-1-11 0,3 3 11 0,0-3 0 15,-2 3 0-15,2-5 0 0,-3 7 0 0,6-7 0 16,6-3 0-16,-9 5 0 0,0 3 0 0,3-2 0 15,6-6 0-15,0 8 0 0,-3-3 0 0,0 3 0 0,3 0 0 16,6-3 0-16,0 0 0 0,-3 1 0 0,3-1 0 16,0 0 11-16,0 3 1 0,3-3 0 0,0 3 0 15,3-2 0-15,-1 2 3 0,1-6 1 0,0 3 0 0,3 1 0 16,-6-1-16-16,6 0 0 0,-3 1 0 0,0 2 0 16,-3-3 0-16,0 3 0 0,3 0 0 0,-4-3 0 15,1 3 0-15,-3-3 0 0,0 3 0 0,3 0 0 16,-3 0 0-16,-3 0 0 0,0-3 0 0,-3 3 0 15,0 3 0-15,0-3 9 0,-3 0-9 0,-3 0 8 16,-3 0-8-16,0 2 0 0,3-2 0 0,-6 5 0 16,-2-5-11-16,2 3-4 0,-3-1-1 0,-3 1 0 15,0 0 0-15,3 2 0 0,0-5 0 0,3 5 0 16,3-8 8-16,1 3 8 0,-1-2-13 0,3 1 5 16,6-7 8-16,0 6 0 0,-6 2 0 0,6 0 0 0,0-8 0 15,0 8 0-15,6-3 0 0,0 3 0 0,6-3 0 16,-4 0 12-16,7 1 0 0,-3-1-1 0,-3 3-1 0,6-3 0 15,-3 3 0-15,3-5 0 0,-3 2-10 0,3 0 12 16,-3 1-12-16,-1-1 12 0,1 0-4 0,0 1 0 16,0-1 0-16,0-3 0 0,-3 4-8 0,0-1 0 15,-3-2 0-15,0 5 0 0,-6-8 0 0,3 8-9 16,-3-8 0-16,0 5 0 16,-3 3-32-16,-3 5-7 0,-3-8 0 0,-3 6-1 15,-6-1-23-15,3 4-5 0,-3-1-1 0,4-2 0 16,-4-1 38-16,3 1 7 0,3-6 1 0,0 6 1 0,3-4 31 0,-3-1-9 15,3 2 9-15,0-3 0 0,0 3-19 0,0-3 2 0,1 1 0 16,2-1 0-16,0-3 5 0,0 1 2 0,6-3 0 16,-6 0 0-16,0 3 24 0,6-3 5 0,0 0 1 0,0 0 0 15,-6 0 7-15,6 0 1 0,0 0 1 0,0 0 0 16,0 0-11-16,0 0-2 0,0 0-1 0,0 0 0 16,0 0 16-16,0 0 3 0,0 0 1 0,0 0 0 15,0 0-18-15,0 0-3 0,0 0-1 0,0 0 0 16,0 0-13-16,0 0 0 0,0 0 8 0,0 0-8 15,0 0 0-15,0 0 0 0,0 0 8 0,0 0-8 16,6 0 0-16,-6 0 0 0,6 2 0 0,3 6-10 16,-3-8 10-16,0 3 0 0,-1 2 8 0,1 1-8 15,0 2 9-15,-3-1-9 0,0 1 12 0,0-2-12 16,3 2 15-16,-3 0-4 0,0 2-1 0,-3-2 0 16,3 3-10-16,3-1 8 0,-3 3-8 0,0-2 8 15,-3 2-8-15,3 1 10 0,0-1-10 0,0 0 10 0,0 0-10 0,0 0 0 16,0 3 0-16,-3 0 0 0,3 0 0 0,0-3 0 15,-3 3 0-15,3 0 8 0,3 5-8 0,-3-2 10 16,-3-1-10-16,3 3 10 0,-3 3-2 0,0-3-8 16,0-2 12-16,0 5-4 0,0-3-8 0,0 3 10 15,0 2-10-15,0-2 10 0,-3 0-10 0,3 0 12 16,0-1-12-16,0 1 12 0,0 0-12 0,0 0-11 16,0 0 3-16,0-1 0 0,0 1 8 0,3 0 14 15,-3 3-3-15,3-1-1 0,0-2-10 0,-3 0-12 16,0-1 2-16,3 4 1 0,-3-3 9 0,0-3 12 15,0 3-2-15,0 0-1 0,0-3-9 0,0 0 0 0,3-3 0 16,-3 1-11-16,-3-3 11 0,3-3 0 16,0 0 0-16,0 0 0 0,0-2-24 0,0 0 1 0,-3-3 0 15,3-3-567-15,0 3-114 0</inkml:trace>
  <inkml:trace contextRef="#ctx0" brushRef="#br0" timeOffset="62636.28">7723 7017 1324 0,'-21'0'118'0,"21"0"-94"0,6 0-24 0,-6 0 0 16,0 0 0-16,0 0 9 0,0 0-9 0,0 0 0 16,6 0 0-16,-6 0 0 0,0 0 0 0,0 0 0 15,12 0 13-15,-12 0-4 0,0 0-1 0,0 0 0 16,0 0 0-16,0 0 0 0,0 0 0 0,0 0 0 16,6 5 9-16,-6-5 2 0,0 0 0 0,0 0 0 15,0 0 8-15,0 0 1 0,9 3 1 0,0-1 0 16,0 1 26-16,-3-3 5 0,6 0 0 0,0 0 1 15,2 0-2-15,-2 0-1 0,-3 0 0 0,3 0 0 16,6 0-30-16,-6 0-7 0,-6 0-1 0,3 0 0 0,0 0-20 16,3 3 0-16,-3-3 0 0,0 2 8 0,-4-2-8 0,7-2 8 15,3 2-8-15,-3-3 8 0,-3 3-8 0,6 0 11 16,3 0-11-16,0-3 12 0,0 1-2 0,-1 2 0 16,1-3 0-16,9 3 0 0,0-3 18 0,-3 3 3 15,-4-2 1-15,-2 2 0 0,3 0-32 0,0 0 0 16,-6 2 0-16,3-2 0 0,-3 0 0 0,3 0 9 15,-4 3-1-15,1-3 0 0,0 3-8 0,0-3 12 16,0 0-12-16,3 0 12 0,-3 0-12 0,3 2 0 16,-4-2 0-16,4 0 0 0,3 0 0 0,-3 0 0 0,0 0 0 15,0 0 8-15,-3 0-8 0,2 0 0 0,1 0 0 16,3 0 0-16,0 0 12 0,0-2-2 0,0 2-1 16,-4 0 0-16,4 0-9 0,-3 0 12 0,-3 0-12 15,3 0 12-15,0 0-12 0,0 0 0 0,-3 0 9 0,-1 0-9 16,1 0 0-16,0 0 9 0,0 0-9 0,-3 0 0 15,3 0 14-15,0-3-4 0,-3 3-1 0,5-3 0 16,-2 1-1-16,0 2-8 0,3-3 12 0,0 3-4 16,0-3-8-16,0 3 0 0,0-2 0 0,-1 2 8 15,-2-3-8-15,3 3 0 0,-6 0 0 0,3 3 0 16,-3-3 0-16,-3 2 0 0,0-2 0 0,0 0 0 16,-3 3 12-16,-6-3-4 0,0 0 0 0,0 0 0 15,9 0-8-15,-4 0 8 0,4 3-8 0,-9-3 8 16,0 0-8-16,9 0 0 0,-3 0 0 0,-6 0 0 15,0 0-19-15,0 0-5 0,0 0-2 16,0 0-1057-16</inkml:trace>
  <inkml:trace contextRef="#ctx0" brushRef="#br0" timeOffset="65926.92">1868 8049 172 0,'0'0'16'0,"0"0"-16"15,0 5 0-15,-6-5 0 0,3 3 39 0,3-3 5 16,0 0 0-16,0 2 1 0,-9 1-36 0,9-3-9 16,0 0 0-16,0 0 0 0,0 0 0 0,0 0 0 0,-9 3 0 0,9-3 0 15,0 0 0-15,0 0 0 0,0 0 0 0,0 0 0 16,0 0 27-16,0 0 3 0,0 0 1 0,0 0 0 15,0 0 47-15,0 0 10 0,0 0 1 0,0 0 1 16,0 0-9-16,0 0-1 0,0 0-1 0,0 0 0 16,0 0-19-16,0 0-4 0,0 0-1 0,-3 5 0 15,-3 0-21-15,6-5-4 0,0 0-1 0,0 0 0 16,0 0-10-16,0 0-3 0,0 0 0 0,0 0 0 16,0 0-8-16,0 0-8 0,0 0 9 0,0 0-9 15,0 0 16-15,0 0-2 0,0 0-1 0,0 0 0 16,0 0 2-16,0 8 0 0,0-8 0 0,6 5 0 15,-6-5-6-15,0 8-1 0,0-8 0 0,6 6 0 16,0 1-8-16,-6 4 10 0,3-3-10 0,-3 0 10 16,6 0-10-16,-6 0 8 0,3 0-8 0,-3 0 8 15,6 2-8-15,-6 1 0 0,3-1 9 0,0 1-9 16,3 2 0-16,-6 0 0 0,3 1 0 0,3-1 8 0,-6-2-8 16,6 2 0-16,0-3 0 0,-3 4 0 0,3 1 8 0,-6 1-8 15,3-2 10-15,3-1-10 0,-6 3 0 0,0 2 0 16,0-2 0-16,0 0 0 0,3 2 0 0,-3 1 0 15,0-1 0-15,0-2 0 0,3 3 0 0,-3-1 0 16,-3 1 0-16,3-1 0 0,3 1 0 0,3-1 0 16,-6 1 0-16,3-3 0 0,3 0 0 0,-6-3 0 15,3 0 0-15,6 0 0 0,-9-5 0 0,2 3 0 16,4-3 0-16,-3 2 0 0,-3-2 0 0,6 0 0 16,-6 0 8-16,0 0-8 0,3-2 0 0,-3 1 0 15,0-1 0-15,0 2 0 0,0-3 0 0,-3 3-10 16,3-8 2-16,0 0 0 0,0 8-12 0,0-8-3 15,0 0 0-15,0 0 0 0,0 0 2 0,0 0 0 0,0 0 0 0,0 0 0 16,0 0 21-16,0 0-11 0,0 0 11 0,0 0-8 16,0 0 16-16,0 0 4 0,0 0 1 0,0 0 0 15,0 3 5-15,0-1 1 0,-9-2 0 0,9 0 0 16,-8 0-5-16,8-2-1 0,-9 2 0 0,6-3 0 16,-6 3-13-16,0 0 11 0,6-3-11 0,-6 3 10 15,0-2-10-15,-3 2 0 0,6-3 0 0,-3 3 8 16,3 0-8-16,-9 0 0 0,6 0 0 0,3 3 8 15,-3-3-8-15,-2 2 10 0,2 1-10 0,-6 2 10 16,3-2-10-16,0 2 12 0,0 0-12 0,3-2 12 16,0 2-12-16,0 1 12 0,-3 2-12 0,0-3 12 15,3 3-12-15,-2-3 10 0,-4 6-10 0,3-3 10 16,0 0 10-16,3-1 3 0,0 4 0 0,0 0 0 0,3-1-23 16,-3 3 0-16,-3-2 0 0,3 2 0 0,0 0 0 15,1 3-10-15,-1 3 10 0,0-1-13 0,3-2 13 16,-3 3 10-16,0 2-2 0,0 0 0 0,6 0-8 0,-6 0 0 15,0 1 0-15,6-1-11 0,-6 0 11 0,0 0 0 16,9-2 0-16,-6 2 0 0,0-3 0 0,6 1 0 16,0 2 0-16,0 0 0 0,0-2 0 0,0 2 0 15,3 3 0-15,0-3 0 0,3 0 12 0,-3 3-3 16,3-3 0-16,-3 3 0 0,3 0-9 0,0-1 0 16,0-1 0-16,-3-1 0 0,6 3 0 0,0-1 0 15,0-4 0-15,0-1 0 0,-3 1 0 0,9-1 0 16,-4 1 8-16,1 0-8 0,6-4 8 0,-3 1-8 15,3 3 0-15,3-6 8 0,-3 0 0 0,2-2-8 0,-2-3 12 0,3 0-4 16,0 0-8-16,3-3 0 0,3-5 0 0,-7 0 0 31,4-3-102-31,-3-2-13 0,0 0-2 0</inkml:trace>
  <inkml:trace contextRef="#ctx0" brushRef="#br0" timeOffset="66647.95">1940 8840 115 0,'0'0'10'0,"0"0"-10"0,0 0 0 0,0 0 0 15,3-6 166-15,6 4 31 0,-9 2 7 0,0 0 0 16,0 0-116-16,2-5-24 0,4 2-5 0,-6 3-1 16,9-3 10-16,-6 1 3 0,6-1 0 0,0 0 0 15,-6 1-9-15,6-1-2 0,0 0 0 0,0 1 0 16,3 2-32-16,-3 0-6 0,3 0-2 0,-3 2 0 16,3-2-12-16,-4 6-8 0,1-4 8 0,3 4-8 15,0 2 15-15,-3-3-2 0,3 3 0 0,-3 0 0 16,0 0-1-16,0 2 0 0,0-2 0 0,6 0 0 15,-3 3 10-15,2-1 2 0,-5 1 0 0,3-1 0 16,-3 1-24-16,3 2 0 0,3 3 0 0,0-3 0 16,-6 3 0-16,3 0 0 0,-3 3 0 0,3-1 0 15,-4 1 8-15,1-1-8 0,-3 1 8 0,3 2-8 16,-3 0 8-16,0-2-8 0,-3-1 8 0,3 1-8 16,0 2 0-16,-3 0 9 0,3-3-9 0,-6 1 0 0,0-1 8 15,3 4-8-15,0-1 0 0,-3 0 0 0,0 0 9 16,0 0-9-16,6 0 0 0,-6 3 9 0,-6-3-9 0,3 1 8 15,0-4-8-15,3 3 8 0,-6-2 0 0,3-1 0 16,-6 4 0-16,3-4 0 0,0 3 1 0,-3 0 0 16,0-2 0-16,0-1 0 0,1-2 3 0,-4 0 0 15,3 0 0-15,0 0 0 0,-3-3-12 0,0 0 12 16,0 1-12-16,3-1 12 0,-9 0-12 0,6 0 10 16,0-2-10-16,-2-1 10 0,-1-2-10 0,-6 0 0 15,0 0 9-15,0 0-9 0,-3-3 8 0,4 1-8 16,-4-4 10-16,3 1-10 0,0 0 0 0,0-1-15 15,0-2 2-15,-2 0 0 16,8-2-12-16,3-4-3 0,-3 1 0 0,3 0-830 0</inkml:trace>
  <inkml:trace contextRef="#ctx0" brushRef="#br0" timeOffset="68127.03">1990 9906 576 0,'0'0'51'0,"0"0"-41"0,0 0-10 0,0 0 0 15,0 0 140-15,0 0 27 0,0 0 5 0,0 0 0 16,0 0-117-16,0 0-24 0,0 0-5 0,0 0-1 15,0 0 2-15,0 0 0 0,0 0 0 0,0 0 0 16,0 0-8-16,0 0-2 0,0 8 0 0,0 0 0 16,0 2-5-16,-6-2 0 0,6 3-1 0,0 0 0 15,6-1-1-15,-6 3 0 0,-6 1 0 0,6-1 0 16,6 3-2-16,-6 2-8 0,0-2 12 0,0 0-4 16,0 3 1-16,0-4 0 0,3 1 0 0,-3 5 0 15,3-2 0-15,3-1 0 0,-6 1 0 0,3 0 0 16,3 2 0-16,-6 0 0 0,0 0 0 0,9 3 0 15,-9 2 2-15,3-2 0 0,0 3 0 0,3-1 0 0,-3 0 5 0,3 1 2 16,-3-3 0-16,0 2 0 0,3-2-7 16,-6 2-2-16,3 1 0 0,3-1 0 0,-6-2 0 0,3 3 0 15,3-1 0-15,-6 6 0 0,0-3-9 0,3 3-11 16,0-1 3-16,-3-1 0 0,5 1 8 0,-5-2 0 16,0 1 0-16,0-1 0 15,0-3-24-15,3 1-7 0,-3-4-1 0,6-1 0 16,-6 1-14-16,0-1-3 0,3-7-1 0,-3 1-416 15,0-3-83-15</inkml:trace>
  <inkml:trace contextRef="#ctx0" brushRef="#br0" timeOffset="68647.13">2166 11097 864 0,'0'0'76'0,"0"0"-60"0,0 0-16 0,0 0 0 16,6 0 125-16,6-3 23 0,-3 3 4 0,3 0 0 16,-1-3-88-16,7 3-19 0,-9-2-3 0,6 2-1 15,0-3-33-15,6 3-8 0,-6-3 0 0,3 1 0 16,-1 2 0-16,7-3 0 0,3 0 0 0,-6 1 0 16,3-1 0-16,5 1 0 0,4-4 0 0,-3 4-11 15,6-1 11-15,-7 0 0 0,7-2 8 0,3 2-8 16,0 1 0-16,-1-1 0 0,4-2 0 0,0-1 8 15,-1-1-8-15,7 1 0 0,-3 4-11 0,2-4 11 0,-2 1 17 16,5 0 10-16,1-1 1 0,0 4 1 0,-4-3-5 0,1 2-2 16,5-2 0-16,-2 2 0 0,-3 0-6 15,-1 1 0-15,4-1-1 0,-1 0 0 0,1 3-15 0,0 0-8 16,-4 3 8-16,7-3-13 0,-4 3 13 0,7-1 0 16,-6 1 0-16,2 0 0 0,4-1 0 0,-4-2 0 15,1-2 0-15,5 2 0 0,-2 0 0 0,0-3 0 16,2-2 0-16,1 2 0 0,2 0 14 0,4 1-1 15,-7-4 0-15,4 4 0 0,-1-1-13 0,1 0 0 16,-1 1 0-16,4 2 0 0,-10 0 0 0,10 2 0 16,-10-2 8-16,7 0-8 0,2 0 0 0,4 0 0 15,-10 0 0-15,4 0 0 0,2 0 15 0,-2 0 3 0,2 0 1 16,1 0 0-16,5 0 0 0,4 0 0 0,-10 0 0 16,4 0 0-16,-1-2-5 0,-6 2-1 0,1 0 0 0,-1 0 0 15,-2 2-5-15,-6-2-8 0,2 3 11 0,-2-3-11 16,-1 3 0-16,1-1 0 0,-1 1 0 0,-8 2 0 31,0-5-28-31,-4 6-4 0,4-4 0 0,-6 1-544 0,-6 0-110 0</inkml:trace>
  <inkml:trace contextRef="#ctx0" brushRef="#br0" timeOffset="70248.84">5547 7093 745 0,'9'-5'32'0,"-9"5"8"0,0 0-32 0,0 0-8 15,0 0 0-15,0 0 0 0,0 0 56 0,0 0 8 16,0 0 3-16,0 0 0 0,0 0-15 0,0 0-2 16,0 0-1-16,0 0 0 0,0 0-26 0,0 0-6 15,0 0-1-15,0 0 0 0,0 0 13 0,0 0 3 16,0 0 0-16,0 0 0 0,0 0-32 0,0 0-8 15,0 0-1-15,0 0 0 0,0 0 29 0,0 8 5 16,0-3 2-16,0 3 0 0,3-2 15 0,0 2 3 16,0 0 1-16,0 2 0 0,0-2-18 0,3 3-3 15,-6 2-1-15,0 3 0 0,3 2-4 0,0-2-2 16,-3 0 0-16,3 5 0 0,-3-2-18 0,0 2 10 16,3 0-10-16,-3 3 8 0,-3 0-8 0,3-1 0 0,0 1 9 15,0-3-9-15,3 3 8 0,0 3-8 0,-3-1 8 16,3 1-8-16,0-1 11 0,-3 1-3 0,3-1 0 0,0 0 0 15,-3 4 5-15,3-4 1 0,-6 6 0 0,3-3 0 16,3 0-2-16,-6 0-1 0,3 0 0 0,-3 0 0 16,-3 3-11-16,3-3 12 0,0 0-12 0,-3 0 12 15,0 6-12-15,6-6 0 0,-6-3 0 0,3-2 8 16,3 0-8-16,-3 0 0 0,3-3 0 0,3-3 0 16,0 1 0-16,-3-3 0 0,0 0 0 0,6-3 0 15,-6 0-9-15,0 0-4 0,3-2-1 0,-3-3 0 16,3 3-144-1,-3-4-29-15</inkml:trace>
  <inkml:trace contextRef="#ctx0" brushRef="#br0" timeOffset="70733.53">5247 8512 1094 0,'0'0'97'0,"0"0"-77"0,0 0-20 0,0 0 0 15,0 0 87-15,0 0 13 0,0 0 4 0,0 0 0 16,0 0-64-16,0 0-13 0,0 0-3 0,0 0 0 15,-6-3-1-15,6 3-1 0,0 0 0 0,0 0 0 16,-6-3-3-16,6 3-1 0,0 0 0 0,0 0 0 16,0 0-18-16,0 0 0 0,0 0 0 0,0 0 0 15,9 6 0-15,0-4 0 0,-9-2 0 0,11 3-9 16,1 2 9-16,3-2 0 0,0 0 0 0,3-1 0 16,0-2 24-16,0 0 1 0,3 0 0 0,2-2 0 15,4-1-4-15,0 3-1 0,0-3 0 0,-1 3 0 16,1-2 0-16,0 2-1 0,3 0 0 0,3 0 0 15,-7 0-7-15,4 0-2 0,0 0 0 0,3 0 0 16,-7 0 7-16,4 0 2 0,-3-3 0 0,0 3 0 16,3-3-19-16,-4 1 0 0,-2-1 0 0,-3 0 0 15,3 1 0-15,-3-1 0 0,-4 0 0 0,1 1-9 16,0 2 9-16,-3-3 0 0,0 0 0 0,-3 3 8 0,-3-2-8 16,0-1 0-16,0 3-11 0,-3-2 11 15,-6 2-36-15,0 0-2 0,0 0 0 0,0 0-534 16,0 0-106-16</inkml:trace>
  <inkml:trace contextRef="#ctx0" brushRef="#br0" timeOffset="71198.3">5288 8914 864 0,'0'0'76'0,"0"0"-60"0,0 0-16 0,0 0 0 15,0 0 96-15,0 0 16 0,0 0 3 0,0 0 1 16,0 0-93-16,0 0-23 0,0 0 0 0,0 0 0 15,0 0 0-15,0 0 8 0,0 0-8 0,6 0 0 16,3 2 20-16,0-2-1 0,0 0 0 0,0 0 0 16,0 0 15-16,0 0 3 0,3 3 1 0,3-3 0 15,-4-3 3-15,7 3 1 0,6 0 0 0,-3 0 0 16,0-2 9-16,3-1 1 0,2 1 1 0,1-1 0 0,-3 0-9 16,3 3-3-16,-3 0 0 0,-1 0 0 15,4 3-21-15,-3-3-4 0,0-3 0 0,0 6-1 0,-4 0-15 16,4-3 0-16,-6 2 0 0,6-2 0 0,-6 3 9 0,6-1-9 15,-4-2 8-15,1 0-8 0,-3-2 0 0,6 2 0 16,-3-3 0-16,-3 1 0 0,0-1 0 0,2 0-9 16,-2 1 9-16,-3-4-10 0,3 4-8 0,-3-1-2 15,-3 0 0-15,0 1 0 16,-6 2-33-16,3-3-7 0,-9 3-2 0</inkml:trace>
  <inkml:trace contextRef="#ctx0" brushRef="#br0" timeOffset="71813.66">5818 9036 403 0,'0'0'17'0,"0"0"5"0,0 0-22 0,0 0 0 0,0 0 0 0,0 0 0 16,0 0 288-16,0 0 52 0,0 0 12 0,0 0 1 16,3 7-285-16,-3-7-56 0,3 11-12 0,-3-3 0 15,0 0 0-15,0 0 0 0,0 0 0 0,-3 0 0 0,0 2 23 0,0 4-3 16,3-1 0-16,-3 0 0 0,3 3-3 0,0 0-1 16,0 2 0-16,-3 1 0 0,3-3-16 15,0 2 8-15,0 1-8 0,0-3 0 0,-3 2 11 0,3 1-11 16,0-1 10-16,0 1-10 0,0-1 10 0,-3 3-10 15,3 1 10-15,0 1-10 0,0 4 19 0,0-3-3 16,0 2 0-16,0 1 0 0,0-4 0 0,0 4 0 16,0-3 0-16,0-1 0 0,0 1-16 0,0-3 10 15,3 1-10-15,-3-1 8 0,3 0-8 0,3 0 0 16,-6 0 9-16,3 3-9 0,3 0 8 0,0-3-8 16,-3 5 8-16,0-2-8 0,0 0 8 0,-3 5-8 15,0 0 10-15,0-2-10 0,0 2 0 0,0 0 0 16,-3-3 0-16,3 4 0 0,3-1 13 0,-3-3 0 0,3-2 0 15,-3 2 0-15,0 1-13 0,0-3 0 0,3-3 0 0,-3 3 0 16,0-1 0-16,-3 1 0 0,0-3 0 0,0 3 0 16,0-3 0-16,6 1 0 0,0-1 0 0,3-3 0 15,-6 1 0-15,3-1 0 0,3-4 0 0,-3 1 0 16,3 1 0-16,-3-2 0 0,0-4 0 0,3 3 0 16,0-2 0-16,-3 2-15 0,-3-2 3 0,3-1 1 15,-1 1 3-15,1 2 0 0,0-5 0 0,-3 3 0 16,3 2 8-16,0 3-13 0,0 0 5 0,-3-1 8 31,0 1-32-31,0 0 2 0,3 0 0 0,0 0 0 0,0 0 12 0,0 0 2 0,0 2 1 0,0-2 0 16,6 3 7-16,-9-6 8 0,3 3-13 0,0-6 5 15,0 4-88-15,0-4-18 16,-3 6-3-16,0-16-1 0</inkml:trace>
  <inkml:trace contextRef="#ctx0" brushRef="#br0" timeOffset="74366.75">9110 7004 172 0,'0'0'16'0,"0"0"-16"0,0 0 0 0,0 0 0 15,0 0 162-15,0 0 30 0,0 0 5 0,0 0 2 16,0 0-92-16,0 0-19 0,0 0-3 0,0 0-1 16,0 0-25-16,0 0-6 0,0 0-1 0,0 0 0 15,0 0-28-15,0 0-5 0,0 0-2 0,0 0 0 16,0 0-5-16,0 0 0 0,0 0-1 0,0 0 0 0,0 0 10 15,0 0 3-15,0 0 0 0,0 0 0 0,0 0-5 0,0 0-1 16,0 0 0-16,0 0 0 0,0 0-1 0,0 0 0 16,0 0 0-16,3 7 0 0,-3 1 7 0,6 3 0 15,-6-3 1-15,3 3 0 0,0 2-10 0,-3 0-3 16,0 3 0-16,0 2 0 0,0 1-12 0,0-1 8 16,-3 6-8-16,3-3 0 0,0 3 0 0,-3 3 0 15,0-1 0-15,0 3 0 0,0 6 0 0,0-4 0 16,3 4 0-16,-3-1 0 0,0 1 0 0,0-1 0 15,3-2 0-15,0 5 0 0,0-3 0 0,0 1 0 16,-3-4 0-16,3 1 0 0,3 0 0 0,-3-3 0 16,0-3 0-16,0 3 0 0,0 1 0 0,0-1 0 15,0-3 0-15,0 1 0 0,-3 2 0 0,0 0 0 0,3 0 0 16,-3-3 0-16,3 3 0 0,-3-2 0 0,3-6 0 0,0 0 0 16,0 3 0-16,0-3 0 0,0-8 0 0,0 3 0 15,0-2-8-15,0-1-2 0,0-5 0 0,3 2 0 31,-3-4-20-31,0-6-4 0,0 0-1 0,0 0 0 16,0 8-17-16,-3-3-3 0,3-5-1 0,0 0 0 16,-3 5 17-16,3-5 3 0,0 0 1 0,0 0 0 0,-3 0 27 0,3 0 8 0,0 0 0 0,-6 0 0 15,6 0-8-15,-3 0 8 0,0-5 0 0,3 5 0 16,-3-5 0-16,1-1 0 0,-1 1 0 0,3 0 0 16,-3-3 0-16,3 2 0 0,-6 1 0 0,6 0 0 15,0 5 36-15,-3-3 7 0,3 3 1 0,-3-8 1 16,-3 3-8-16,3 0-1 0,-3-1-1 0,0 4 0 15,-6-1-8-15,3 0-2 0,0 1 0 0,0-1 0 16,-3-2-9-16,0 2-1 0,3 1-1 0,-3-1 0 0,4 0-14 16,-4 6 0-16,3-3 8 0,0 3-8 0,0-1 0 15,-3 6 0-15,0 0 0 0,-3 3 0 0,3-1 0 0,0 3 0 16,-3 1 0-16,1 4 0 0,-1-2 0 0,3 3 0 16,0-1 0-16,0 3 0 0,-3-2 8 0,3 5-8 15,0-1 11-15,0 4-11 0,0 2 8 0,1 3-8 16,-1 0 0-16,3-1 0 0,0 4 0 0,-3-1 0 15,3 0 0-15,0 4 0 0,0-1 0 0,3-3 0 16,0 3 0-16,3 0-12 0,0 0 12 0,0 3 0 16,3-6 12-16,0 1-12 0,0-1 12 0,3-2-4 15,3 2 0-15,3-2-8 0,0 0 0 0,3-1 0 0,0-2 0 16,3 1 0-16,0-7 0 0,2 1 0 0,1-3 0 16,3 6 0-16,-3-6 0 0,3-3 0 0,0-2 0 0,0 0 0 15,5 0-12-15,1-3-5 0,0-2-2 0,3-3-508 16,2 0-101-16</inkml:trace>
  <inkml:trace contextRef="#ctx0" brushRef="#br0" timeOffset="75146.42">8923 8221 979 0,'0'0'87'0,"0"0"-70"16,0 0-17-16,3-6 0 0,3 1 85 0,-3 0 14 16,-1-3 2-16,-2 8 1 0,0 0-64 0,3-5-13 15,0-1-2-15,-3 6-1 0,0 0 18 0,0 0 3 0,3-5 1 0,-3 5 0 16,0 0-36-16,0 0-8 0,0 0 0 0,6-3 0 16,3 1 0-16,0-1 13 0,-9 3-3 0,6-3-1 15,6 3 10-15,-3 0 1 0,0 3 1 0,0-3 0 16,6-3 7-16,-3 3 2 0,0 0 0 0,2 0 0 15,-2 3-8-15,0 2-2 0,3-2 0 0,-3 2 0 16,0-2-9-16,3 2-3 0,0 3 0 0,-3 0 0 16,3-3-8-16,-4 3 0 0,4 0 0 0,-3 0 0 15,3 0 0-15,-3 3 0 0,0-1 0 0,3 1 0 16,0-1 0-16,0 1 0 0,-4 0 11 0,1-1-11 16,3 3 12-16,0-2-3 0,-3 0-1 0,3 2 0 15,-3-3 4-15,0 1 0 0,0 2 0 0,-3 0 0 16,0 1-1-16,-1 2 0 0,4-1 0 0,-3 4 0 15,-3-1 1-15,0 1 0 0,-3 2 0 0,0-2 0 16,0-1-3-16,0 3 0 0,3-2 0 0,-3 2 0 16,3-2-9-16,-3 2 0 0,3-3 0 0,0 3-11 0,0-2 11 15,0 2 0-15,0 0 0 0,-3-2 0 0,3-1 0 0,-3 1 0 16,3 2 8-16,0 3-8 0,-3-6 8 0,-1 3-8 16,1 3 8-16,0-3-8 0,-3 1 14 0,0-1-2 15,-3-3 0-15,0 1 0 0,1-1-12 0,-1-4 0 16,-3 1 0-16,3-1 0 0,-3-1 9 0,3 3-1 15,-6-3 0-15,3 0 0 0,0 3 8 0,0-3 0 16,3 3 1-16,-3 0 0 0,-3-3-17 0,-3 1 0 16,3 1 0-16,-3 4-9 0,3-3 9 0,-3 2 9 15,1-2-1-15,-1 3-8 0,0-1 0 0,0-2 0 16,-6 0 0-16,6-3 0 0,-3 0 0 0,0-2 10 0,0 0-2 16,-2-1 0-16,-1 1-8 0,-3-1 0 0,0 1-10 15,-3-3 10-15,-3 0-22 0,-2-3 2 0,-1-2 0 16,3 2 0-1,-3-5-13-15,4 3-3 0,-1-1 0 0,3 1 0 16,3 0-156-16,0-1-31 0,-20 4-6 0,14-9-2 0</inkml:trace>
  <inkml:trace contextRef="#ctx0" brushRef="#br0" timeOffset="75634.17">8940 8522 518 0,'0'0'46'0,"0"0"-37"0,6-5-9 0,-6 5 0 16,0 0 257-16,0 0 50 0,0 0 9 0,0 0 3 15,0 0-235-15,0 0-48 0,0 0-8 0,0 0-3 16,0 0-10-16,0 0-3 0,0 0 0 0,0 0 0 15,0 0 4-15,0 11 1 0,0-1 0 0,0 3 0 16,0 3-9-16,3 3-8 0,-3 5 9 0,3-1-9 16,-6 4 8-16,6 2-8 0,0 3 0 0,0-3 0 15,-3 0 10-15,0 3-10 0,3-3 10 0,0 0-10 16,0 0 8-16,0 0-8 0,3-2 0 0,-3-1 0 16,0 0 0-16,0-2 0 0,-3-3 0 0,3 1 0 15,-3-7 0-15,3-1-12 0,0 2 12 0,-3-6-13 16,0 1-22-1,0-3-4-15,0-8-1 0,0 0-492 0,-3 5-100 0</inkml:trace>
  <inkml:trace contextRef="#ctx0" brushRef="#br0" timeOffset="75867.14">8917 8551 1497 0,'0'0'133'0,"0"0"-106"16,0 0-27-16,0 0 0 0,0 0 86 0,0 0 12 16,-3 6 2-16,0 2 1 0,0 2-79 0,-3 1-22 15,0 5 8-15,-3-3-8 0,-3 3 0 0,3 0 11 16,0-1-11-16,-3 1 10 0,0 0-10 0,0 0 0 0,1 0 9 0,-4 2-9 16,3-2-8-16,-3 0-7 0,0 0-1 0,3 0 0 31,0-3-140-31,3-2-29 0,0-3-6 0,-3 0-1 0</inkml:trace>
  <inkml:trace contextRef="#ctx0" brushRef="#br0" timeOffset="76045.67">8845 8623 230 0,'0'0'10'0,"0"0"2"0,6-3-12 0,3 0 0 0,3 1 0 0,0-1 0 15,-3 1 373-15,3 2 72 0,3 0 15 0,-3 0 2 16,-1 0-358-16,4 2-72 0,-3 1-15 0,3 2-2 15,-3 3-15-15,0-3 0 0,0 3 8 0,0 0-8 16,0 3 0-16,0-1 0 0,-4 1 0 0,1 2-10 16,0-2-91-16,0-1-19 0,-3 1-3 0,3 0-615 15</inkml:trace>
  <inkml:trace contextRef="#ctx0" brushRef="#br0" timeOffset="76606.17">9039 9546 576 0,'0'0'25'0,"0"0"6"16,0 0-31-16,0 0 0 0,0 0 0 0,0 0 0 16,3 8 244-16,0-3 42 0,0 3 9 0,-3-8 1 15,-3 8-196-15,0 3-40 0,3 2-8 0,0 0-2 0,0 1-25 0,0-1-5 16,-3 0 0-16,0 3-1 0,3 2-19 0,-3-2 0 16,3 0 0-16,0 3 0 0,3 2 8 0,-3 0-8 15,0 0 0-15,3 0 0 0,0 6 21 0,3 2-2 16,0 3-1-16,0-1 0 0,-3 6 5 0,2 0 1 15,1-2 0-15,0 2 0 0,-3 3-13 0,0-1-3 16,0 4 0-16,0-1 0 0,-3 3-8 0,3 3 8 16,0-1-8-16,0-2 8 0,0 0-8 0,3-3 0 15,-3 1 0-15,3-1-11 0,0 0 11 0,0 3 0 16,0 0 0-16,0-2 0 0,3-1 0 0,-3 0-8 16,0-2 8-16,0 0-8 0,0-3-4 0,-3 0-1 15,0-3 0-15,-3 3-593 16,0 0-118-16</inkml:trace>
  <inkml:trace contextRef="#ctx0" brushRef="#br0" timeOffset="77550.82">6732 11017 979 0,'0'0'43'0,"0"0"9"0,0 0-41 0,0 0-11 0,6 0 0 0,0-2 0 16,-6 2 137-16,6-6 26 0,3 4 5 0,-6-1 0 16,3-2-132-16,0 2-28 0,-1 0-8 0,4 3 0 15,-9 0 8-15,6-2-8 0,0-1 8 0,3 3-8 16,0-2 15-16,3 2-3 0,-6-3 0 0,6 0 0 15,0 1 8-15,0 2 2 0,0-3 0 0,3-2 0 16,-1 2 3-16,4-2 1 0,3-1 0 0,-3 1 0 16,0 0 15-16,3 0 3 0,2-1 1 0,-2 4 0 15,-6-4-22-15,6 4-5 0,3-1-1 0,0 0 0 16,-1 1-9-16,-2 2-8 0,0 0 12 0,3 0-12 16,3-3 0-16,-3 3 0 0,-7 3 0 0,4-1 0 15,9-2 8-15,-3 0-8 0,-6 3 0 0,2-3 0 0,1 0 11 16,0 0-11-16,3 0 10 0,3 0-10 0,2 0 10 15,-2 0-10-15,-3-3 10 0,-6 1-10 0,0-1 13 0,5 0-3 16,4 3-1-16,-3 0 0 0,0 0-9 0,-3-2 10 16,-1 2-10-16,4 2 10 0,3-2 3 0,-3 3 1 15,-6 0 0-15,2-1 0 0,7-2-3 0,-3 3-1 16,-6 0 0-16,0-3 0 0,-1 2-1 0,4 1 0 16,3 0 0-16,-3-3 0 0,0 0-9 0,2 0 0 15,4 0 0-15,0 0 0 0,-3-3 0 0,0 0 0 16,-1 1 0-16,4 2 0 0,0-3 0 0,-3 0 15 15,-1 1-3-15,4 2 0 0,-3-3-4 0,0 3-8 0,-3 0 11 16,-4 3-11-16,4-1 9 0,3-2-9 0,-6 0 0 16,3 3 9-16,0 0-9 0,-4-1 0 0,1-2 0 0,0 3 0 15,3-3 0-15,-3 0 8 0,2 3-8 0,-2-3 12 16,3 0-4-16,0 2-8 0,0-2 12 0,-3 0-4 16,2 3-8-16,-2-3 12 0,0 3-12 0,0-1 12 15,0 1 6-15,0 2 2 0,-4-2 0 0,1-1 0 16,0 4-20-16,-3-1 0 0,0-2 0 0,-3-1 0 15,0 1 0-15,-3 0 0 0,0-3 0 0,0 0 0 16,-4 0-46 0,-5 0-3-16,0 0-1 0,9-3 0 0,0-2-138 15,-3-1-28-15,9-12-6 0,-9-1-576 0</inkml:trace>
  <inkml:trace contextRef="#ctx0" brushRef="#br0" timeOffset="80451.27">1767 9133 1260 0,'0'0'28'0,"0"0"5"0,0 0 2 0,0 0 0 0,0 0-35 0,0 0 0 16,0 0 0-16,0 0 0 0,0 0 33 0,0 0 0 15,0 0 0-15,0 0 0 0,0 0-15 0,0 0-3 16,0 0-1-16,0 0 0 0,0 0 8 0,0 0 2 16,0 0 0-16,12 0 0 0,-3 0-4 0,-3-2 0 15,3 2 0-15,0-3 0 0,-3 0-3 0,5-2-1 16,1 3 0-16,0-4 0 0,3 6 19 0,-3-5 3 15,3 2 1-15,0-2 0 0,0-3-11 0,0 3-3 16,-1 2 0-16,1 1 0 0,6-4-25 0,-9 1 0 16,6 2 8-16,-6 1-8 0,0-4 0 0,0 1 0 15,-3 0 0-15,0 2 8 0,-1 3-20 0,1-3-4 0,-6 1 0 0,-3 2-533 16,0 0-107 0</inkml:trace>
  <inkml:trace contextRef="#ctx0" brushRef="#br0" timeOffset="80835.2">1960 8969 403 0,'0'0'17'0,"0"0"5"0,0 0-22 0,0 0 0 16,0 0 0-16,0 0 0 0,0 0 266 0,0 0 49 16,0 0 9-16,0 0 3 0,0 0-259 0,0 0-51 15,-6-2-17-15,6 2 10 0,0 0 1 0,0 0 0 16,0 0 0-16,0 0 0 0,0 0 17 0,0 0 3 16,0 0 1-16,0 0 0 0,0 0-22 0,0 0-10 15,0 0 10-15,0 0-10 0,0 0 21 0,0 0-1 16,0 8-1-16,-2 0 0 0,2 0 5 0,-6 2 2 15,3-2 0-15,3 5 0 0,0-2-5 0,-3 2-1 16,3-2 0-16,0-1 0 0,0 4-7 0,0-1-1 16,0 0-1-16,0 3 0 0,0-3-11 0,3 0 8 15,-3 3-8-15,0-3 8 0,0 1-17 0,0-1-4 16,3-3-1-16,-3 4 0 16,6-1-84-16,-6-3-17 0</inkml:trace>
  <inkml:trace contextRef="#ctx0" brushRef="#br0" timeOffset="81345.84">1824 9607 1342 0,'0'0'29'0,"0"0"7"0,0 0 0 0,0 0 3 0,0 0-31 0,0 0-8 16,0 0 0-16,0 0 0 0,0 0 56 0,0 0 11 0,0 0 1 16,0 0 1-16,0 0-25 0,0 0-6 0,0 0-1 0,0 0 0 15,0 0-1-15,0 0-1 0,5 0 0 0,4 0 0 16,-3 0 8-16,0 0 1 0,3 0 1 0,0-3 0 15,3 1-1-15,0-1 0 0,0-2 0 0,3 2 0 16,-3 1-3-16,-3 2-1 0,5-6 0 0,1 4 0 16,-3-1-22-16,0 0-5 0,6-2-1 0,-6 2 0 15,6 3-12-15,-6-2 0 0,0-1 0 0,5 0 0 16,-8 1 0-16,3 2-8 0,0-3-1 0,-3 3 0 31,0 3-28-31,0 2-6 0,3-2-1 0</inkml:trace>
  <inkml:trace contextRef="#ctx0" brushRef="#br0" timeOffset="85482.9">3976 8850 345 0,'0'0'31'0,"0"0"-31"0,0 0 0 0,0 0 0 0,0 0 76 0,0 0 10 15,0 0 2-15,0 0 0 0,0 0-51 0,0 0-9 16,0 0-3-16,0 0 0 0,-6 3 52 0,6-3 11 16,0 0 1-16,0 0 1 0,0 0-10 0,0 0-3 15,0 0 0-15,0 0 0 0,0 0-37 0,0 0-8 16,0 0-2-16,0 0 0 0,0 0-17 0,0 0-3 15,0 0-1-15,0 0 0 0,0 0 5 0,0 0 1 16,6 5 0-16,0-2 0 0,-6-3 35 0,8 0 7 16,1-3 2-16,0 3 0 0,3-2-23 0,-3 2-5 15,0-3-1-15,0 3 0 0,0 0-18 0,3 0-3 0,-3 0-1 16,-3 0 0-16,3 0-8 0,0 0 0 0,0 0 0 16,-1 3 0-16,1-3-12 0,-3 0-2 0,0 0 0 15,-6 0 0 1,9 0-117-16,-6 2-23 0</inkml:trace>
  <inkml:trace contextRef="#ctx0" brushRef="#br0" timeOffset="85880.84">4264 8512 1126 0,'0'0'50'0,"0"0"10"0,0 0-48 0,0 0-12 16,0 0 0-16,0 0 0 0,0 0 74 0,0 0 12 15,0 0 2-15,0 0 1 0,0 0-22 0,0 0-5 16,0 0-1-16,0 0 0 0,0 0-34 0,0 0-7 16,0 0-2-16,0 0 0 0,0 0 5 0,6 5 1 15,-6-5 0-15,6 0 0 0,6 3 16 0,0-3 3 0,-6 0 1 0,3 0 0 16,0 0-18-16,3 0-3 0,-3 0-1 0,-3 0 0 16,3 2-22-16,2 1-12 0,-5-6 2 15,0 6 0-15,0-3 0 0,0 0 0 0,0 3 0 0,-6-3 0 31,0 0-34-31,0 0-6 0,0 0-2 0,0 0-777 0</inkml:trace>
  <inkml:trace contextRef="#ctx0" brushRef="#br0" timeOffset="86239.89">4401 8673 172 0,'0'0'8'0,"0"0"1"16,0 0-9-16,0 0 0 0,0 0 0 0,0 0 0 0,0 8 304 0,0-3 60 15,3 3 11-15,0 0 2 0,-3 0-262 16,0 0-53-16,3 0-10 0,-3 3-3 16,3-1-14-16,0 3-3 0,-3-2-1 0,6 0 0 0,-3 2-20 15,0 3-11-15,0-3 12 0,0 0-12 0,6 3 9 16,-9 0-9-16,0 2 0 0,3 1 9 0,-3-3-9 0,6 2 0 16,-6 1 0-16,0 2 8 0,0-3-8 0,3 1 10 15,-3-3-10-15,-3 2 10 0,3 1 6 0,0-3 0 16,0 0 1-16,0 0 0 0,6-3-6 0,-3 3-2 15,-3 0 0-15,0-3 0 0,0 0-1 0,-3-2 0 16,0-1 0-16,0-2 0 0,3 0 2 0,-9 0 0 16,3-3 0-16,0 3 0 0,0-3-10 0,-3 1 12 15,0-1-12-15,-3 0 12 0,-3 1-12 0,6-4 0 16,-2 1 0-16,2-3 8 0,-6 0-8 0,6-3 0 16,-3 1 0-16,-3-4 0 0,3 1-25 0,3 2 2 0,0-2 1 15,-3-3 0 1,3 3-117-16,0 0-23 0,-2-3-5 0</inkml:trace>
  <inkml:trace contextRef="#ctx0" brushRef="#br0" timeOffset="87062.68">4604 8670 230 0,'0'0'20'0,"0"0"-20"0,0 0 0 0,0 0 0 16,0 0 144-16,0 0 25 0,0 0 5 0,0 0 1 15,0 0-89-15,0 0-18 0,0 0-3 0,0 0-1 16,0 0 10-16,0 0 2 0,0 0 0 0,0 0 0 16,0 0-28-16,0 0-4 0,0 0-2 0,0 0 0 15,0 0-6-15,0 0 0 0,0 0-1 0,0 0 0 16,0 0-26-16,0 0-9 0,0 0 0 0,0 0 9 16,0 0 11-16,0 0 1 0,3-5 1 0,3 2 0 15,-3-2 3-15,5 3 1 0,-8-4 0 0,9 6 0 16,-3-2 1-16,0-1 0 0,-6 3 0 0,9 0 0 15,0-3 5-15,3 3 2 0,-3 3 0 0,3-3 0 16,-3 3-18-16,0-1-4 0,3 1-1 0,-3 0 0 16,2-1-11-16,-5 3 0 0,3-2 9 0,-3 2-9 15,3-2 10-15,-6 5-2 0,3-3-8 0,-3 3 12 16,0 0-4-16,3 3-8 0,-3-1 11 0,0 1-11 0,-3-3 16 16,0 2-4-16,0 1-1 0,-3 0 0 0,0-1-11 0,-3 1-16 15,0-1 4-15,-3 4 1 0,3-4 20 0,0 1 4 16,-3-1 1-16,0-2 0 0,-2 3-14 0,2-3 0 15,-3 2 0-15,3-2 0 0,-6 3 0 0,3-1 0 16,0 4 0-16,0-4 0 0,3-2 0 0,-6 3 0 16,4-3 0-16,-1 0 0 0,9-3-16 0,-6 3 4 15,-3-3 1-15,6 3 0 0,3-5 19 0,3-3 3 16,0 0 1-16,0 0 0 0,0 0-12 0,0 0 0 16,0 0 0-16,0 0 8 0,0 0 12 0,0 0 3 15,6 2 0-15,3-2 0 0,0 0-4 0,0-2-1 0,3-1 0 16,-1 3 0-16,4-3-5 0,-3 1-1 0,0-1 0 15,3 1 0-15,0-1-4 0,-3-2-8 0,3 2 11 0,-6-2-11 16,5 5 9-16,-2-3-9 0,3-2 0 0,-6 5 9 16,3-3-9-16,0 0-12 0,-3 1 2 0,0-1 1 31,0 1-119-31,3 2-24 0</inkml:trace>
  <inkml:trace contextRef="#ctx0" brushRef="#br0" timeOffset="88374.63">4922 9348 1036 0,'12'-3'46'0,"-12"3"10"0,0 0-45 0,6 0-11 16,-3 0 0-16,3 0 0 0,0 3 133 0,0-3 25 15,-6 0 5-15,0 0 1 0,6 0-115 0,6-3-22 16,-12 3-5-16,6-3-1 0,3 1 11 0,-3-1 3 15,-1-2 0-15,4 0 0 0,-3-3 5 0,3 0 0 16,0 2 1-16,-3-2 0 0,0 3-21 0,-3-3-4 16,6 0 0-16,-3 0-1 0,0-2-15 0,0-1 0 15,-6 3 0-15,0-2 0 0,6 2 0 0,-6-3 0 16,0-2 0-16,0 5 0 0,0 0-8 0,0 3 8 16,-3-3 0-16,3 0 0 0,-3 3-11 0,3-3 11 15,0 0-10-15,-6 2 10 0,6-2 0 0,-3 6-9 16,3 2 9-16,0 0 0 0,-3-5 0 0,3 5 0 0,0 0 0 15,3-6 0-15,-3 6 0 0,0 0 0 0,0 0 0 16,0 0-8-16,9-5 8 0,-3 0 0 0,0-3 0 16,3 5-8-16,-3 3 8 0,3 0 0 0,-3-3 0 15,2 3 0-15,1 0 8 0,3 0-8 0,-6 0 10 0,3 0-10 16,0 0 18-16,3 0-2 0,-3 3-1 0,3 0 0 16,0-1-3-16,0 1-1 0,3 0 0 0,-4 2 0 15,1-2-11-15,-3-1 10 0,0 4-10 0,0 1 10 16,0 1-10-16,-3 0 0 0,0 0 0 0,-3 0 0 15,3 3 0-15,-3-3 0 0,-3 2 0 0,-3 1-11 16,3 0 11-16,-6-1 0 0,3 1-9 0,3 2 9 16,-6-3 0-16,6 1 0 0,0 0 0 0,0-3 0 15,0 2 0-15,0 1 0 0,6-3 0 0,-3 0 0 16,3-3 0-16,0 0 0 0,0 1 0 0,9-1 0 16,-9-3 11-16,3 1 0 0,-3-3 0 0,0 3 0 15,5-3-11-15,1-3 0 0,0 3 0 0,0-5 0 16,3 2-121-16,-3-2-20 0,3-3-4 15</inkml:trace>
  <inkml:trace contextRef="#ctx0" brushRef="#br0" timeOffset="88900.22">6366 8184 403 0,'12'-3'36'0,"-3"0"-36"15,0 1 0-15,2-1 0 0,4 0 264 0,3 1 45 16,0-1 10-16,0 0 1 0,0 1-229 0,0-1-47 16,2-2-8-16,1 2-3 0,-3 3 7 0,0 0 2 15,3-2 0-15,-3 2 0 0,0-6-11 0,2 4-3 16,-5 2 0-16,3-3 0 0,0 0-20 0,-6 1-8 0,-3-4 0 15,0 4 9 1,0-1-39-16,-3-2-8 0,0 2-2 0,-3-2 0 0</inkml:trace>
  <inkml:trace contextRef="#ctx0" brushRef="#br0" timeOffset="89173.48">6619 7903 748 0,'0'0'67'16,"0"0"-54"-16,0 0-13 0,0 0 0 0,0 0 220 0,6 8 40 16,-3-3 9-16,0 6 2 0,-3-3-217 0,3 2-43 15,0 1-11-15,-3 2 0 0,0 0 0 0,0 3 0 16,0 0 9-16,0 0-9 0,0 3 0 0,3-1 8 15,-6 3-8-15,3 3 0 0,0-3 0 0,0 0 8 16,0 3-8-16,0 3 0 16,3-6-21-16,-3 3-9 0,3 2-2 0,0 1-467 15,-3-4-93-15</inkml:trace>
  <inkml:trace contextRef="#ctx0" brushRef="#br0" timeOffset="89536.58">6538 9454 1267 0,'0'0'56'0,"0"0"12"0,0 0-55 0,0 0-13 0,0 0 0 0,0 0 0 16,0 0 44-16,0 0 5 0,0 0 2 0,0 0 0 15,0 0-10-15,0 0-1 0,0 0-1 0,9 0 0 16,-3 0 21-16,0-3 4 0,3 3 0 0,0-3 1 0,0 1-13 0,0-1-2 16,6 0-1-16,0 1 0 0,0-1-17 0,2 0-3 15,1 1-1-15,3-1 0 0,-6 0-13 0,6-2-3 16,3 0-1-16,-1 0 0 0,-2 2-11 0,0-2 12 15,0-1-12-15,-3 1 12 16,0 0-34-16,-3 2-6 16,-1 0-2-16,-2 1-593 0,0-3-118 0</inkml:trace>
  <inkml:trace contextRef="#ctx0" brushRef="#br0" timeOffset="90787.45">6562 8649 230 0,'0'0'20'0,"3"-2"-20"0,-3 2 0 0,0 0 0 15,3-3 256-15,0 0 48 0,-3 3 8 0,0 0 3 16,0-2-208-16,0 2-42 0,0 0-8 0,0 0-1 15,0 0 6-15,0 0 2 0,6 0 0 0,0 2 0 16,-6-2-20-16,6 11-4 0,0-1-1 0,-3 1 0 16,3 5-20-16,0 0-4 0,-3 2-1 0,3 1 0 15,0-1-14-15,0 1 11 0,0-6-11 0,0 6 10 16,0-1-10-16,-1-2 0 0,1 0 0 0,3-3 0 16,-3 0 0-16,3 3 0 0,0-3 0 0,-3-2 0 15,3 0 0-15,0-1 0 0,3 1 0 0,-6-3 0 16,0 0 10-16,0-3-10 0,0 3 12 0,0 0-12 15,-3-3 0-15,-3-5 0 0,3 5 0 0,-3-5 0 0,0 0 13 16,0 0-4-16,6 0-1 0,2-2 0 0,1-4-8 16,0-1 0-16,0-1 0 0,0-3 0 0,3-2 0 15,0-3 0-15,-3 3 0 0,3-3 0 0,-3-3 0 16,3 1 0-16,-3-1 0 0,0 1 0 0,-1-1 19 16,-2 3 1-16,0 0 1 0,-3 1 0 0,0 1-11 0,0 1-2 15,0-3-8-15,0 6 12 0,3-4-12 0,-3 4 0 16,0-1 0-16,0 3 0 0,0-2-17 0,0 2-3 15,-3-3-1-15,3 6 0 16,0 0-27-16,0-1-6 0,-3 6-1 0,0 0 0 16,0 0-101-16,0 0-21 0,0 0-4 0,0 0-1 0</inkml:trace>
  <inkml:trace contextRef="#ctx0" brushRef="#br0" timeOffset="91165.38">6991 9012 921 0,'0'0'40'0,"0"0"10"0,0 0-40 0,0 0-10 0,3 5 0 0,-3-5 0 15,0 8 128-15,3 0 23 0,3 0 5 0,-3 0 0 16,0 2-118-16,0-2-24 0,3-2-5 0,0-1-1 0,0 0 5 15,2 0 1-15,-2-2 0 0,3-3 0 0,0-3-14 0,0 1 0 16,-3-1 0-16,3 1 0 0,3-4 0 0,-3 1 11 16,0 0 0-16,-3-3 0 0,0-3-11 0,0 1 0 15,3 2 0-15,-6 0 0 0,-6 0 0 0,3-3 10 16,3 3-10-16,0 0 10 0,-9 3 10 0,3-3 1 16,3 0 1-16,-3 3 0 0,0 2 5 0,-6 1 1 15,0 2 0-15,0-3 0 0,3 3-17 0,0 0-3 16,-6 0-8-16,3 0 12 0,0 0-12 0,0 0 11 15,3 3-11-15,-3-3 10 0,3 0-20 0,1 2-4 16,-1 3-1-16,3-2 0 16,-3 0-110-16,6-3-23 0,-3 13-4 0,3-13 0 0</inkml:trace>
  <inkml:trace contextRef="#ctx0" brushRef="#br0" timeOffset="91889.42">6747 8520 460 0,'0'0'20'0,"0"0"5"0,0 0-25 0,0 0 0 0,0 0 0 0,0 0 0 16,0 0 235-16,0 0 41 0,0 0 9 0,0 0 2 15,0 0-215-15,0 0-44 0,0 0-8 0,0 0-1 16,0 0-19-16,0 0 0 0,0 0 0 0,0 0 0 16,0 0 0-16,0 0 0 0,0 0 0 0,0 0 0 15,0 0 13-15,0 0-4 0,0 0-1 0,0 0 0 16,0 0-8-16,0 0 0 0,0 0 9 0,0 0-9 16,3-3 21-16,-3 3 0 0,0 0 0 0,0 0 0 15,0 0 13-15,0 0 2 0,0 0 1 0,0 0 0 16,0 0-17-16,0 0-3 0,0 0-1 0,0 0 0 15,6 3-16-15,0-1 0 0,-6-2 0 0,0 0 0 16,0 0 0-16,0 0 0 0,0 0 0 0,0 0 0 16,0 0 0-16,0 0 10 0,0 0-10 0,0 0 8 15,6 3-8-15,-6-3 0 0,0 0 0 0,0 0 0 0,0 0 11 0,0 0-3 16,0 0-8-16,0 0 12 0,0 0-4 0,0 0-8 16,0 0 11-16,0 0-11 0,0 0 27 0,0 0-2 15,0 0 0-15,0 0 0 0,0 0-34 0,0 0-7 16,0 0-2-16,0 0 0 0,0 0 1 0,0 0 0 15,0 0 0-15,0 0-553 16,0 0-110-16</inkml:trace>
  <inkml:trace contextRef="#ctx0" brushRef="#br0" timeOffset="93778.1">380 9260 345 0,'0'0'31'0,"0"0"-31"0,0 0 0 0,0 0 0 15,0 0 277-15,0 0 50 0,0 0 9 0,0 0 3 16,0 6-271-16,0-6-55 0,0 0-13 0,0 5 0 16,-6 3 19-16,3-3 1 0,-3 3 0 0,0-3 0 0,0 6-8 0,-3-3 0 15,6 3-1-15,0 2 0 16,-6 0 9-16,9 3 1 0,-6-3 1 0,3 3 0 16,3 5-6-16,0 0 0 0,0-2-1 0,-3 2 0 0,3-2-3 0,0 2 0 15,0 0 0-15,0 3 0 0,0-3-4 16,0 0-8-16,0-2 11 0,3 2-11 0,-3-5 0 0,0-1 0 15,0-1 0-15,3-1 0 16,-3-2-30-16,6-1-6 0,-6 1-2 0,3-3-754 16</inkml:trace>
  <inkml:trace contextRef="#ctx0" brushRef="#br0" timeOffset="94178">493 9379 1382 0,'0'0'123'0,"0"0"-99"0,0 0-24 0,0 0 0 15,0 0 113-15,0 0 18 0,0 0 3 0,0 8 1 16,0 3-110-16,0 0-25 0,-3 4 0 0,-3-1 0 16,6 2 0-16,-3-1 0 0,3 4 10 0,0-3-10 15,-6-3 0-15,12-2 0 0,-6-1 8 0,0 1-8 16,3-3 0-16,6-3-11 0,-6 0 3 0,-3-5 0 15,9 0-6-15,0 0-1 0,3-2 0 0,-3-1 0 16,3-5 15-16,2 0-9 0,-2 0 9 0,-3-2-8 16,3-1 8-16,-3 0 0 0,-6-2 0 0,6 0 0 15,0 2 0-15,-6-2 11 0,3 0-11 0,-3 0 12 16,3 2-12-16,-3 1 0 0,-3-4 0 0,-3 4 0 16,-3-3 8-16,3 2-8 0,-3 0 8 0,3 1-8 15,-6 2 0-15,6-3 0 0,-6 3 8 0,3 0-8 16,0 0 0-16,-3 3 12 0,3 3-12 0,3 2 12 0,3 0-4 15,-9 0-8-15,6 0 12 0,3 0-4 0,-6 2-20 0,4 1-5 16,-7-3-1-16,6 5 0 16,3-5-16-16,-6 8-3 0,3-3-1 0,3-5-476 15,0 6-95-15</inkml:trace>
  <inkml:trace contextRef="#ctx0" brushRef="#br0" timeOffset="94645.75">993 9088 1267 0,'0'0'112'0,"0"0"-89"0,0 0-23 0,0 0 0 15,0 0 157-15,0 0 27 0,0 0 6 0,6 8 1 16,-12-2-152-16,3 4-31 0,0 3-8 0,-3 1 0 16,-3 2 9-16,6-1-1 0,-9 4-8 0,-3 0 12 15,9 4 42-15,-8-2 8 0,-1-2 2 0,6 2 0 32,-3 0-103-32,-3 1-20 0,3 1-4 0,0-2-1 0,3 3 40 0,0-3 8 0,6 6 2 0,-6-3 0 0,6-6 14 15,-5 3 0-15,2-2 0 0,3-1 0 16,3-2 0-16,-3-2 0 0,-3-1-9 0,6 0 9 0,6-5 0 15,-3 3 0-15,-3-6 0 0,0 3 0 0,0-3 0 0,3 3-10 16,-3-8 10-16,6 5 0 0,-6-5 0 0,8 6 0 16,-5-4 0-16,6 4 0 0,0-4 51 0,3-2 17 15,0 3 3-15,6-3 1 16,-9 0-104-16,6 0-20 0,3 0-4 0,-1 0 0 16,-2-3 46-16,3 3 10 0,0-2 0 0,-3 2 0 0,3-3 0 0,0 3 0 15,-6-3 0-15,0 1 0 0,-1 2 0 0,4-3 0 16,-3 0 0-16,-3-2 0 0,-6 2 0 0,6 1 0 15,0 2 0-15,-9 0 0 16,0 0-27-16,3-6-11 0,3 4-2 0</inkml:trace>
  <inkml:trace contextRef="#ctx0" brushRef="#br0" timeOffset="95081.58">1044 9287 1688 0,'0'0'75'0,"0"0"15"0,0 0-72 0,0 0-18 16,0 0 0-16,0 0 0 0,0 8 12 0,0 0-2 15,0 2 0-15,-3-2 0 0,3 0-10 0,0 3 0 16,-3 2 0-16,3-2 0 0,0-3 0 0,0 2 0 16,0 3 0-16,0-2 0 0,3-3 0 0,0 0 0 15,3 0 0-15,-6 0 0 0,9-3-9 0,-9 0-4 16,0-5-1-16,0 0 0 0,11 3 14 0,-8-6 0 16,6-2 0-16,-3 0 0 0,0-1 14 0,3-2-4 15,0 3-1-15,0-5 0 0,-6 2-9 0,3 0 8 16,3 0-8-16,-6-3 8 0,0 1-8 0,3-1 0 15,-3 3 0-15,3-2 0 0,-3 2 0 0,-3 0 8 16,0 2-8-16,-3-2 0 0,3 3 14 0,-6 0-2 16,3 0-1-16,-6-1 0 0,6 4-3 0,-6-1 0 15,3 0 0-15,3 3 0 0,-9 3-8 0,6-3-14 16,3 3 3-16,-6-3 1 16,6 2-41-16,3-2-8 0,0 0-1 0</inkml:trace>
  <inkml:trace contextRef="#ctx0" brushRef="#br0" timeOffset="95411">1252 8758 1612 0,'0'0'144'0,"0"0"-116"16,0 0-28-16,0 0 0 0,-9 5 89 0,6 3 12 15,-6 0 3-15,0 5 0 0,6 0-104 0,-6 1-8 16,3-1-8-16,3 0-2 0,3-2 18 0,-6-1 0 16,3 1 0-16,3-1 0 0,3-2 0 0,-3 3-10 15,6-6 10-15,-6-5-8 0,3 3-1 0,3-1 0 16,3 1 0-16,-3-3 0 0,0-5 9 0,3 0-12 16,3 2 12-16,-9-2-12 0,3-3 12 0,3 0 12 15,-6 0-2-15,6 2-1 0,-9-1-9 0,9-1 0 16,-9 2 9-16,3-2-9 0,0 3 0 0,3-3 0 15,-6 3 0-15,-6 0 0 0,3 2 0 0,0-2-20 0,3 2 4 0,-6 0 1 32,-3 1-85-32,6-1-16 0,-6 3-4 0,6 3-1 0</inkml:trace>
  <inkml:trace contextRef="#ctx0" brushRef="#br0" timeOffset="97365.6">341 5360 288 0,'0'0'25'0,"0"0"-25"15,0 0 0-15,0 0 0 0,9-5 272 0,-9 5 48 16,0 0 11-16,0 0 1 0,0 0-249 0,0 0-51 15,3 0-9-15,-3 0-3 0,0 0-20 0,0 0 8 16,0 0-8-16,0 0 0 0,0 0 20 0,0 0-1 16,0 0 0-16,9 0 0 0,0 3 5 0,3-3 0 15,-3 0 1-15,3-3 0 0,0 3-5 0,2-2-2 16,-2 2 0-16,-3-3 0 0,3 0-18 0,-3 1 0 0,0-1 8 16,0 0-8-16,-6 1-10 0,-3 2-6 0,9-3 0 15,-9 3-1 1,9 0-119-16,-6 0-23 0,6 0-5 0</inkml:trace>
  <inkml:trace contextRef="#ctx0" brushRef="#br0" timeOffset="97631.89">636 4892 1612 0,'0'0'144'0,"0"0"-116"16,0 0-28-16,0 0 0 0,0 0 53 0,9 0 5 15,-6 0 1-15,6 0 0 0,0 3-47 0,0-1-12 16,-9-2 0-16,8 0 0 0,4 0 8 0,-3 0-8 16,0 0 12-16,3 0-4 0,-3 0-8 0,-6 3 0 15,6 2 0-15,-9-5 0 16,0 0-29-16,0 0-8 0,3 3-2 0,-3-3 0 15,0 0-136-15,6 5-27 0</inkml:trace>
  <inkml:trace contextRef="#ctx0" brushRef="#br0" timeOffset="97905.16">755 5080 403 0,'0'0'17'0,"0"11"5"0,-6-1-22 0,6-2 0 0,6 3 0 0,-6-1 0 15,0 1 138-15,3-1 23 0,3 1 5 0,-3 0 1 16,0 2-72-16,3 0-15 0,-6-5-2 0,3 5-1 15,3 6-21-15,-3-6-5 0,3 3-1 0,-3 0 0 16,-3 0-21-16,0-1-4 0,3 1-1 0,-3 0 0 16,0-3-6-16,0 3-2 0,6 3 0 0,-6-6 0 15,-6 0-6-15,3 1-2 0,0-1 0 0,-3 0 0 16,3-2-8-16,-3 2 10 0,3-3-10 0,3 1 10 16,-6 2-10-16,3-5 8 0,0 0-8 0,-3 0 8 15,3 3-8-15,-3-3 0 0,3 2 0 0,-6-2 0 16,0 3 0-16,6-9 0 0,-6 1 0 0,6 5 0 15,-6-3 0-15,0 3 0 0,0-5-12 0,1-1 12 16,5 4-34-16,-9-6 1 16,6 0 0-16,-3 0-666 0</inkml:trace>
  <inkml:trace contextRef="#ctx0" brushRef="#br0" timeOffset="98312.55">1020 4966 1854 0,'0'0'82'0,"0"0"17"0,0 0-79 0,0 0-20 0,0 0 0 0,0 0 0 16,0 0 0-16,0 8 0 0,-3 3 8 0,-3 2-8 16,-3 0 0-16,0 0-12 0,3 6 1 15,-3-8 1-15,-3 4 10 0,3 4 0 0,-9-6 0 0,7 6 0 16,2-6 0-16,0 0-8 0,0 3 8 0,0-3-8 15,3 0 8-15,0-2 0 0,3 2 8 0,3-5-8 16,-6 0 0-16,6 3 0 0,0-3 0 0,6 0-12 16,-6 0 12-16,3-3 0 0,3 3 0 0,0 0 0 15,3-8 14-15,0 5 2 0,0 3 0 0,3-8 0 16,5 0 4-16,-5 3 2 0,0-1 0 0,3-2 0 16,0 0-6-16,3 0 0 0,0 3-1 0,-6-3 0 15,5-3 6-15,-5 3 2 0,0-2 0 0,6-1 0 16,-6 3-7-16,0-5-2 0,6 2 0 0,0 0 0 15,-6 1-14-15,2-4 0 0,1 4 8 0,-3-3-8 16,6 2 0-16,-12-2 0 0,3 2 0 0,0-2 0 16,0 2 0-16,-9 3-13 0,0 0 2 0,0 0 1 15,3-3-43-15,-3 3-9 0,0 0-2 16,0 0-521-16,-6 0-105 0</inkml:trace>
  <inkml:trace contextRef="#ctx0" brushRef="#br0" timeOffset="98587.8">1109 5101 691 0,'0'0'61'0,"0"0"-49"15,0 0-12-15,0-5 0 0,0 0 251 0,0 5 47 16,0 0 10-16,0 0 1 0,0 0-227 0,0 0-46 16,0 0-8-16,0 0-3 0,0 0-5 0,0 0 0 0,0 0-1 0,0 0 0 15,0 0-9-15,0 10-2 0,-6-2 0 0,3 5 0 16,3 6-8-16,0-6 0 0,-6 6 9 0,6 2-9 15,0 3 9-15,-3-1-9 0,3 4 12 0,0 2-12 16,-3-3 0-16,3 4 0 0,-6-1 0 0,6 0 0 16,0-3 0-16,0-2 0 0,0-3 0 0,0 3 0 15,0-8 0-15,0 2 0 0,6 1 0 0,-6-3 0 16,0 0 0-16,0-3 0 0,3 0 0 0,-3-5-595 16,3-3-124-16</inkml:trace>
  <inkml:trace contextRef="#ctx0" brushRef="#br0" timeOffset="99682.88">1201 4665 1209 0,'0'0'108'0,"0"0"-87"0,0 0-21 0,0 0 0 16,3 5 84-16,3 0 12 0,-3-2 2 0,3-1 1 15,-6-2-76-15,0 0-15 0,6 3-8 0,3 0 8 16,-3-1 14-16,0-2 3 0,-6 0 1 0,9-2 0 16,0-1 12-16,0 0 2 0,-9 3 1 0,0-5 0 15,9 0-31-15,-9 0-10 0,9-1 0 0,-9 1 0 16,12 2 0-16,-3-7-9 0,-6 2-1 0,-1 0 0 15,4-3 10-15,3 1 0 0,-6 4 0 0,3-4 0 16,-3-1 0-16,6 1 0 0,-9 2 0 0,3 2-8 16,-3-4 8-16,0 2 0 0,0 3 0 0,0-3 0 15,0 2-13-15,0 4-4 0,-3-6-1 0,-3 5 0 16,6 1 18-16,-3-6 0 0,0 0 0 0,3 2 0 16,0 6 0-16,0 0 0 0,0-5 0 0,0 0 0 0,0 0 0 15,0 5-12-15,0 0 12 0,0 0-10 16,0 0 10-16,0 0 0 0,0-6 0 0,0 6 0 0,0 0 20 15,0 0 4-15,6-2 0 0,-6 2 0 0,0 0-24 0,6 0-8 16,3 0 0-16,-3 0 0 0,3 0 19 0,0 2 4 16,-3 1 1-16,6-3 0 0,-9 0-4 0,3 3 0 15,-6-3 0-15,6 5 0 0,-6-5-12 0,6 2 0 16,3 6 0-16,-6-2 0 0,3 2 0 0,-6 0 11 16,0-3-11-16,0 5 10 0,-6 1-2 0,3 2-8 15,-3-5 12-15,3 3-4 0,3-3-8 0,-6 2 0 16,6 1 9-16,-3-1-9 0,3-4 0 0,-3 2 0 15,3 0 0-15,0-8 8 0,0 0-8 0,3 5 0 0,0 3 0 16,-3-8 0-16,0 0 0 0,6 5 0 0,3-5 0 0,0 3 0 16,-4-1 0-16,4-2 0 0,0-2 0 0,3-1-568 15,3-2-117-15</inkml:trace>
  <inkml:trace contextRef="#ctx0" brushRef="#br0" timeOffset="101883.32">6140 5411 1476 0,'0'0'65'0,"0"0"14"0,5-3-63 0,4 3-16 0,-3-5 0 0,-6 5 0 16,0 0 22-16,0 0 2 0,0 0 0 0,0 0 0 15,0 0 12-15,0 0 2 0,0 0 1 0,0 0 0 16,-3 8-17-16,-3 2-3 0,0 1-1 0,-5 5 0 15,2 0-5-15,-3 0-1 0,-3-1 0 0,0 4 0 16,3 2-12-16,-3 0 11 0,0-2-11 0,0-1 10 16,-2 1-10-16,5-3 0 0,0 2 0 0,0-2 8 15,-3 0-8-15,3 0 0 0,0 0 0 0,9 0 0 16,-9-1 0-16,3-1 0 0,-3-1 0 0,6 0 0 16,1 6 0-16,-1-9 0 0,0 1 0 0,3-1 0 15,0-2 0-15,3 0 8 0,-6 0-8 0,0 0 8 16,3-3 2-16,3-5 0 0,0 0 0 0,-3 3 0 0,3-3 4 15,0 0 1-15,6 5 0 0,0-2 0 0,0 2 13 0,6-10 4 16,2 2 0-16,7-2 0 0,0 2-20 0,0-2-3 16,3 0-1-16,-3 0 0 0,2-1-8 0,-2 1 0 15,0 0 0-15,0-3 0 0,3 2 18 0,-6 4-2 16,-1-3 0-16,-2 2 0 0,3-2 1 0,-3-1 0 16,-3 4 0-16,0 2 0 0,0-8-17 0,-3 8 0 15,0-6 8-15,-3 6-8 0,0-5 0 0,0 3-16 16,-6 2 4-16,0 0 0 15,0 0-52-15,2-3-9 0,-2 3-3 0,-2-5-812 0</inkml:trace>
  <inkml:trace contextRef="#ctx0" brushRef="#br0" timeOffset="102186.52">6140 5538 1036 0,'0'0'92'0,"0"0"-73"0,0 0-19 0,0 0 0 16,0 0 192-16,0 0 36 0,0 0 6 0,0 0 2 16,0 0-169-16,0 0-34 0,0 0-6 0,0 0-2 15,0 0-8-15,0 0-1 0,0 0-1 0,-6 5 0 16,0 0-15-16,0 1 0 0,0 2 8 0,0 2-8 16,3 1 0-16,-3 2 0 0,3 3 0 0,0 0 0 15,0 0 0-15,0 2 0 0,3 3 0 0,0 0 0 16,0 1 0-16,-3 1 0 0,3-1 11 0,0 7-11 15,0-11 10-15,0 3-10 0,0 1 8 0,0 1-8 16,3-4 9-16,-3-3-9 0,0-3 10 0,0 3-10 0,0-6 0 16,0 1 8-16,-3 2-8 0,0-7 0 0,6 1 0 0,-3-7-18 15,0 0 4-15,0 0-902 16</inkml:trace>
  <inkml:trace contextRef="#ctx0" brushRef="#br0" timeOffset="103641.02">6494 5435 57 0,'0'0'0'0,"0"0"0"0,0 0 0 0,0 0 0 0,0 0 340 0,0 0 64 16,0 0 12-16,0 0 2 0,0 0-325 0,0 0-65 15,0 0-12-15,0 0-4 0,0 0 16 0,3 7 4 16,-3 4 0-16,0 0 0 0,0 5-11 0,-3-3-1 16,0 0-1-16,-3 3 0 0,0 0-19 0,0 2 0 15,0 3 8-15,-3 1-8 0,-3-1 8 0,0 0-8 16,0 0 9-16,3 0-9 0,-6 0 11 0,4 1-11 16,-1 1 12-16,0-1-12 0,6 7 0 0,-9-8 0 15,3 3 0-15,3-3 0 0,6-3 0 0,0-4 0 0,-3 1 0 16,3 1 0-16,3-5 0 0,0 2-9 0,0-5 9 15,6 0 0-15,0-3 0 0,0 3 0 0,0-2 0 0,0 1 0 16,3-7 0-16,3 3 17 0,-3 0-2 0,3 2-1 16,0-2 8-16,5-1 2 0,-5 1 0 0,3 0 0 15,3-1-13-15,0-2-3 0,0 0 0 0,3 0 0 16,-1-2 2-16,1-1 0 0,0 0 0 0,0 1 0 16,3-1 0-16,0 0 0 0,-4-2 0 0,1 2 0 15,-3-2-2-15,-3 0 0 0,-3 2 0 0,0-2 0 16,0 2-8-16,0 1 0 0,-3-4 0 0,-1 4 0 15,-2-1-28 1,-6 3-8-16,0 0-2 0,3-8-850 0</inkml:trace>
  <inkml:trace contextRef="#ctx0" brushRef="#br0" timeOffset="104033.97">6577 5673 1965 0,'0'0'43'0,"0"0"9"0,0 0 1 0,0 0 3 0,0 0-44 0,0 0-12 16,0 0 0-16,0 0 0 0,0 8-12 0,0 2-4 0,-3 1 0 0,3 2-1 16,-3-5 17-16,0 5-8 0,0-2 8 0,3 2 0 15,-3 0 0-15,3 0 0 0,0 1 0 0,3-9 0 16,-3 3-8-16,6-3 8 0,0 0 0 0,3 1 0 15,0-1-8-15,0-2 8 0,3-3 0 0,0-3 0 16,0-2-9-16,-1 2 9 0,1-2 0 0,0 0-9 16,0-3 9-16,-3 0 0 0,3 0 0 0,-3 2 8 15,0-7-8-15,-3 5 8 0,0 0-8 0,0 0 8 16,-3-2-8-16,0-3 0 0,-3 2 0 0,0 3 0 16,0-3 0-16,-3 4 0 0,0-4 0 0,-3 3 0 15,-3 0 0-15,0 3 8 0,0 0-8 0,0-1 0 16,-3 6 0-16,3-2-12 0,-3-1 2 0,3 6 0 15,0-1-7-15,1 1-2 0,-1 2 0 0,3 0 0 16,-3-2-108 0,3 0-21-16,0-1-5 0,0 1-1 0</inkml:trace>
  <inkml:trace contextRef="#ctx0" brushRef="#br0" timeOffset="104674.27">6791 5226 1594 0,'0'0'71'0,"0"0"14"0,0 0-68 0,0 0-17 16,3 7 0-16,0 1 0 0,0 0 0 0,-3 3 0 15,-3-3 0-15,3 2-9 0,-3 1 9 0,3 0 0 16,0-1 0-16,0-5 0 0,0 3 0 0,0-8 8 16,6 3-8-16,-6-3 11 0,0 0-11 0,0 0 0 15,9 0 0-15,3-3 0 0,-3 3-11 0,3-8 3 16,-3 3 0-16,3-3 0 16,-3 3-36-16,0-3-6 0,-6 3-2 0,3-6 0 0,0 3 42 0,0 0 10 15,-6 0 0-15,3 0 0 0,-3 0 0 0,2 1 16 16,1-1-4-16,0 2-1 0,-3-4-11 0,0 2 12 0,3 0-12 15,0 0 12-15,-3 0-12 0,0 3 0 0,0-3 0 16,-3 5 0-16,0 0-8 0,3 3-4 0,-3 0-1 16,3 0 0-1,0 0-52-15,-5 6-11 0,-1-4-1 0</inkml:trace>
  <inkml:trace contextRef="#ctx0" brushRef="#br0" timeOffset="105080.17">7056 5525 691 0,'0'0'30'0,"0"0"7"0,0-6-29 0,0-2-8 16,0 3 0-16,3-3 0 0,-6 3 116 0,0-3 21 16,3 8 5-16,3-5 1 0,-3-1-44 0,0 1-9 15,0 5-2-15,0 0 0 0,6-5-36 0,-6 5-8 16,0 0-2-16,0 0 0 0,0 0-14 0,0 0-4 16,0 0 0-16,0 0 0 0,-3 10-24 0,3 1 0 15,0-1 0-15,-3 4 0 0,-3 2 0 0,3 2 0 16,6 1 0-16,-6 2 0 0,0 0 0 0,0-3 0 15,0 6 9-15,3-3-9 0,3 1 0 0,-6-1 8 0,0 0-8 16,0 0 0-16,3 0 0 0,0 0 0 0,-2 1 0 16,-4-4 0-16,6-2 0 0,-3 0 0 0,0 2 0 15,0-4-12 1,0-6-22-16,0 2-5 0,6-2-1 0,-6-3 0 16,0 1-144-16,3-6-28 0,0 0-7 0</inkml:trace>
  <inkml:trace contextRef="#ctx0" brushRef="#br0" timeOffset="105368.98">7068 5464 691 0,'0'-6'61'15,"0"-2"-49"-15,3 3-12 0,0-3 0 16,0 0 152-16,0 3 28 0,-3 2 6 0,0 3 1 0,0 0-71 0,0 0-15 16,0 0-2-16,0 0-1 0,0 0-45 0,0 0-9 15,0 0-1-15,0 0-1 0,0 0-28 0,0 0-6 16,6 0 0-16,3 6-8 0,-6-1 11 0,3 8-11 15,3 0 10-15,0 1-10 0,0-1 0 0,3 0 0 16,-3 3 0-16,5 2 0 0,4-2 10 0,-6 3-10 16,-9-3 10-16,3 5-10 0,12-5 25 0,-9 2-1 15,-6-2 0-15,0 3 0 0,3-3-24 0,0 2 8 16,0-2-8-16,-3 2 0 0,-3-2 0 0,3 6 0 16,6-7 0-16,-6 1 0 15,-6 3-33-15,3-6-12 0,6 0-3 0,0 0 0 16,-6-2-10-16,-3 0-2 0,3-3-1 0,6-3-701 0</inkml:trace>
  <inkml:trace contextRef="#ctx0" brushRef="#br0" timeOffset="105576.36">6952 5715 864 0,'0'0'76'0,"0"0"-60"0,6-5-16 0,0 2 0 16,0 0 230-16,3 1 43 0,0 2 9 0,3-6 2 16,0 4-220-16,0-3-43 0,-1 5-9 0,4-6-1 15,0 4-1-15,0-4 0 0,-6 4 0 0,0-1 0 16,0 0-10-16,0 3 0 0,-9 0 0 0,6-5-870 16</inkml:trace>
  <inkml:trace contextRef="#ctx0" brushRef="#br0" timeOffset="107259.72">9717 4945 1742 0,'0'0'38'0,"0"0"8"0,0 0 2 0,0 0 1 0,0 0-39 0,0 0-10 0,0 0 0 0,-3 8 0 16,0 0 0-16,-3 0 0 0,0 5-10 0,-2 0 10 15,-4 3 10-15,3 3 8 0,-3-1 2 0,0 3 0 16,0 3-31-16,-3 3-5 0,0 2-2 0,0 3 0 15,0 2 18-15,4 0 0 0,-7 3 0 0,6 3 0 16,3 0 11-16,-3 5 5 0,-3-3 2 0,-3 0 0 16,3-2-29-16,3 0-5 0,4-8-2 0,-4-1 0 15,6-4 18-15,3-3 0 0,3-3-8 0,0-3 8 16,3-2-14-16,3 0 1 0,6-3 0 0,-4 0 0 16,4-7-4-16,-3 2-1 0,0-6 0 0,-3 1 0 15,3-3 18-15,3-3 0 0,-6 1 0 0,3 2 9 16,0-8 13-16,0 2 2 0,-3 1 1 0,0-3 0 15,-3 0 2-15,3 0 0 0,-3-2 0 0,-3-1 0 0,0 1-19 16,-3-1-8-16,0 3 0 0,0-3 8 0,-6 4 0 16,0-7 0-16,3 4 0 0,0-1 0 0,-3 1-8 0,-3-1 8 15,3 3-8-15,-3 0 8 0,3 3-8 0,-3 2 0 16,0-2 0-16,4 5 0 0,-4 0 0 0,3 0 0 16,0 3 0-16,0-1-11 0,0 6 11 0,3-8-10 15,0 3 10-15,-3 5-10 0,3-3-7 0,0 3-2 16,3-3 0-16,3 3 0 15,-6 0-121-15,6 0-24 0,0 5-4 0,0-13-2 0</inkml:trace>
  <inkml:trace contextRef="#ctx0" brushRef="#br0" timeOffset="107772.14">9694 5773 1497 0,'0'0'66'0,"8"-2"14"0,1-1-64 0,3-2-16 0,0-1 0 0,0 1 0 15,0-3 96-15,0 3 15 0,0-3 3 0,-3 3 1 16,0-6-79-16,-3 3-16 0,0-3-4 0,0 4 0 16,-3-7 0-16,-3 6-1 0,3-5 0 0,-3 3 0 15,-3-4-3-15,0 4-1 0,0-1 0 0,0-2 0 16,0 0-11-16,0-3-9 0,0 0 9 0,0 0-13 16,3 0 13-16,-3-2 0 0,3 4-10 0,-3 1 10 15,3 0-16-15,0 0 0 0,0 2 1 0,0 1 0 16,0-1 15-16,3 3 15 0,0 0-3 0,0 3-1 15,0-3 4-15,0 3 1 0,6-3 0 0,-1 5 0 16,-2-5 1-16,3 0 1 0,0 3 0 0,3 0 0 16,3-1-6-16,-3 1-2 0,0 2 0 0,0 1 0 15,-3-4-10-15,0 6 12 0,3 0-12 0,2 0 12 0,-2 0-12 0,3 3 10 16,-3 0-10-16,0 2 10 0,0 0-10 0,0 3 0 16,-3 0 0-16,0 0 0 0,-3 3-11 0,0-3 11 15,0 5-8-15,-3 0 8 0,-3 0 0 0,3 3-8 16,-3 3 8-16,0-1 0 0,-3 1 0 0,3-1 0 15,-3 1 0-15,0 2 0 0,3-3 0 0,0 4 0 16,3-6 0-16,0-3 0 0,0 3-8 0,0 0 8 16,2-3-8-16,4-3 8 0,0 4 0 0,3-7 0 15,0 4 0-15,3-3 8 0,0-5 6 0,3 5 2 16,3-6 0-16,-4 1 0 0,4 0 12 0,-3 2 2 16,0-5 1-16,3 2 0 0,0-2 3 0,-3 0 1 0,-1 0 0 0,-5-2 0 15,-3 2-14-15,0-3-2 0,0 1-1 16,-3-1 0-16,0-2-18 0,-3 2 0 0,0-2-13 0,0 2 5 31,0-5-108-31,-3 3-22 0,-6-8-4 0,0 5-1 0</inkml:trace>
  <inkml:trace contextRef="#ctx0" brushRef="#br0" timeOffset="109426.89">3050 7710 1324 0,'0'0'118'0,"0"0"-94"0,0 0-24 0,0 0 0 16,0 0 72-16,0 0 11 0,0 0 1 0,0 0 1 16,0 0-61-16,0 0-13 0,0 0-3 0,0 0 0 15,6-3 21-15,3-2 4 0,0 0 1 0,-3-3 0 16,0 0-18-16,3 0-3 0,-7-3-1 0,7 1 0 15,0-1-12-15,0-2 0 0,-6 2 0 0,6-2 0 16,0 3 12-16,-3-4 0 0,0 4 0 0,3-1 0 16,-6 1-1-16,3-1-1 0,-6-2 0 0,0 2 0 15,3 1 5-15,-3 2 1 0,-3 0 0 0,3 0 0 16,-6-3 0-16,3 6 0 0,-3-3 0 0,-3 0 0 0,3 3-8 16,-3 2-8-16,3-2 11 0,-6 5-11 0,0 0 0 15,1 2 0-15,2 1-10 0,-3 0 10 0,3 2-16 16,-3 3 4-16,3 0 0 0,0 0 1 0,-3 0 20 0,3 0 4 15,0 0 1-15,3 0 0 0,0 0-24 0,-3-1-5 16,3-1-1-16,0 2 0 0,1 0 16 0,5 0 0 16,-3-3-10-16,3 0 10 0,0 0 0 0,0 3 0 15,8-2 0-15,-8 2 0 0,6 2 0 0,0-2 0 16,3 0 0-16,0 3 0 0,3-1 0 0,-3 1 0 16,3 2 9-16,0 0-9 0,0-2 16 0,3-1-2 0,-3 1 0 15,-3 2 0-15,-4 0-14 0,4-2-10 16,0 0 2-16,-3-1 0 0,0 3 8 0,0-2 0 0,-6 0 0 15,3 2 0-15,-3-5 0 0,0 2-8 0,-3 1 8 0,3-3-8 16,-6 0 8-16,3 0 16 0,0 0-4 0,-6 0-1 16,3 0-29-16,-3-3-6 0,4 3 0 0,-4-3-1 15,-3-2 25-15,6 2 0 0,-9 0 0 0,6-5 0 16,-6 3 0-16,9-3 0 0,-3 0 0 0,-3 0 8 16,3-3 11-16,0 1 2 0,-3-1 1 0,4-2 0 15,2-1-10-15,-3-1-3 0,3-1 0 0,6-3 0 16,-6 0 1-16,6-2 0 0,0-5 0 0,6 2 0 15,0 0-21-15,3 0-4 0,-3 0-1 0,2 0 0 16,4 3-8-16,0 0-3 16,0 0 0-16,3-1 0 0,0 1-4 0,0 3-1 15,0-1 0-15,3 3-524 0,-7-3-104 0</inkml:trace>
  <inkml:trace contextRef="#ctx0" brushRef="#br0" timeOffset="109960.47">3330 7824 1555 0,'0'0'138'0,"0"0"-110"15,9 5-28-15,0-2 0 0,-4 2 75 0,4-2 9 16,-9-3 3-16,9 2 0 0,-3-2-56 0,0 0-11 16,-6 0-3-16,9-5 0 0,-3-3 7 0,3 0 2 0,3-2 0 15,-6-1 0-15,3-2-18 0,-3-1-8 16,3-4 8-16,0 2-8 0,-3-2 0 0,0 2 0 0,0 0 0 0,2-3 0 31,1 1-37-31,-3-1-3 0,-6 1-1 0,6 2 0 0,0-3 33 0,-6 3 8 0,0 1 0 0,0 1 0 16,3-2 10-16,-3 6 4 0,-3-1 1 0,3 1 0 15,-6 2-7-15,3 2-8 0,6 1 11 0,-3 5-11 16,-3-2 13-16,3 2-4 0,0 0-1 0,0 0 0 16,-3-6-8-16,3 6 0 0,3-2 0 0,6-1 0 15,-6 0-9-15,3 1 9 0,0-4-12 0,3 4 12 16,-3-4 0-16,3 4 0 0,3-1 0 0,-3 1 0 15,0-1 11-15,3 0-1 0,2 1 0 0,1 2 0 16,-3 0-2-16,6 0 0 0,-6 0 0 0,3 2 0 16,0-2-8-16,-6 3 10 0,3 2-10 0,0 0 10 15,-4 3-10-15,1 0 0 0,-3 0 9 0,0 0-9 0,3 0 10 0,-9 3-2 16,3 2-8-16,-3 0 12 0,0 3-12 0,0-3 8 16,0 3-8-16,0-3 0 0,6 1 0 0,-6 1 0 15,0-1 0-15,3-4 0 0,0 4 0 0,0-4 0 16,3 3 0-16,0-5 0 0,-3 0 11 0,6 0-11 15,0-3 12-15,0 1-12 0,0-4 28 0,3 1-2 16,-3 0 0-16,5-1 0 0,-2-2-5 0,3-2-1 16,-3-1 0-16,6-2 0 0,-6 2-11 0,3 0-9 15,0 1 12-15,-6-3-12 0,-1-1 0 0,4 1 0 16,-6 0 0-16,3-1 0 16,-3 1-37-16,3-3-8 0,-9 3-2 0,6 0 0 0</inkml:trace>
  <inkml:trace contextRef="#ctx0" brushRef="#br0" timeOffset="112395.34">7306 7268 460 0,'-12'3'20'0,"12"-3"5"0,0 0-25 0,0 0 0 0,0 0 0 0,0 0 0 16,-6 0 199-16,6 0 34 0,0 0 7 0,6 0 2 15,-6 0-158-15,0 0-31 0,0 0-6 0,0 0-2 16,0 0 3-16,0 0 0 0,0 0 0 0,9 2 0 16,3 1-11-16,-3 0-1 0,-9-3-1 0,9 2 0 15,3 1-35-15,-3-3 0 0,-3-3-15 0,3 3 5 16,-9 0 10-16,9 0 12 0,0 0-2 0,-9 0-1 31,0 0-63-31,0 0-13 0,6-2-2 0,-6 2-658 0</inkml:trace>
  <inkml:trace contextRef="#ctx0" brushRef="#br0" timeOffset="112710.53">7339 7461 1036 0,'0'0'92'0,"0"0"-73"0,0 0-19 0,6 3 0 0,6 2 98 0,-3 0 16 16,-9-5 3-16,3 8 1 0,6-2-65 0,-3 2-13 16,-3 0-2-16,0 0-1 0,-3-1-9 0,3-1-3 15,3 4 0-15,-3-2 0 0,-6 0-16 0,3 0-9 16,6-3 10-16,-6 3-10 0,0-2 9 0,0 2-9 16,0 0 8-16,3-3-8 0,0 3 0 0,-1 0 8 15,-4-3-8-15,2 3 0 0,5-3 19 0,-5 3-2 16,-5-3 0-16,2 1 0 0,0 2-17 0,-3-3 8 15,6 0-8-15,-6 1 0 0,-6 2 9 0,6-3-9 16,6 0 0-16,-6-2 9 0,-9 2 3 0,6-2 1 16,3 2 0-16,0 0 0 0,-6-2-5 0,0 0-8 15,-3-1 11-15,7 1-11 0,8-3 0 0,-9 0 0 0,-9 0 0 16,9 0 0 0,9 0-40-16,0 0-9 0,-9-5-2 0,0 2-729 0</inkml:trace>
  <inkml:trace contextRef="#ctx0" brushRef="#br0" timeOffset="113144.16">7622 7305 1094 0,'-12'0'48'0,"12"0"11"0,0 0-47 0,0 0-12 16,0 0 0-16,0 0 0 0,-6 0 164 0,6 0 30 16,0 0 6-16,-3 11 2 0,-6-3-170 0,0-3-32 15,6 3-9-15,0 2-1 0,-6-2 10 0,3 3 0 16,3 0 0-16,3-1 0 0,3 1 0 0,-3-1 8 16,-6-2-8-16,6 3 0 0,6-1 0 0,0 1 0 15,-6 2 0-15,3-2 0 0,0-3 0 0,3 2 0 16,6 1 0-16,-6-3 0 0,-6-3 0 0,9 3 0 15,3-3 0-15,-3 3 0 0,-9-2 15 0,3-1-2 16,9 0 0-16,-3 1 0 0,0-4-1 0,-3 3-1 16,-4-2 0-16,7 0 0 0,3-1-3 0,-6 4-8 15,-6-6 12-15,-3 8-4 0,9-6 0 0,-6 4 0 16,-6 1 0-16,3-1 0 0,-3-1 0 0,3 3-8 0,0 0 12 16,-6-3-4-16,1 3-8 0,2-3 8 0,6 3-8 15,-3-2 8-15,-9 2-16 0,3-3-4 0,6-2-1 16,-3 2 0-1,3 0-18-15,-3 0-3 0,-6 1-1 0,3-4 0 16,6 4-33-16,-6-6-6 0,-3 0-2 0</inkml:trace>
  <inkml:trace contextRef="#ctx0" brushRef="#br0" timeOffset="113399.85">7574 7324 1940 0,'30'-3'86'0,"-24"0"18"0,-6 3-84 0,0 0-20 16,9-2 0-16,3 2 0 0,-3 0 18 0,-9 0-1 15,0 0 0-15,0 0 0 0,12 0-17 0,-12 0 0 16,0 0 8-16,0 0-8 0,6 2 0 0,0 1 0 16,2 0 0-16,-8-3 0 0,0 0 0 0,3 0 0 15,6 2 0-15,-3 4 0 0,-6-6-12 0,0 0 0 16,9 0 0-16,0 2 0 15,-3-2-29-15,3-2-6 0,-3 2-1 0,3 0 0 16,3-3-84-16,-3 3-16 0,-9 0-4 0,0 0-1 0</inkml:trace>
  <inkml:trace contextRef="#ctx0" brushRef="#br0" timeOffset="113956.36">7800 7649 1724 0,'0'0'76'0,"0"0"16"0,0 0-73 0,0 0-19 0,12 5 0 0,-3-2 0 16,-9-3 32-16,9 3 4 0,3-1 0 0,0-2 0 15,-3-2-16-15,0-1-4 0,0 0 0 0,3-2 0 16,3-3 10-16,-3 0 2 0,-4-2 0 0,1 2 0 16,6-3-15-16,-3 3-2 0,-9-5-1 0,3 2 0 15,0 1-22-15,0-1-5 0,-3-2-1 0,0 2 0 16,-9-2 2-16,6 3 1 0,6-1 0 0,-6-2 0 15,-6 0 4-15,3 5 1 0,6-3 0 0,-3-2 0 16,0 2 10-16,0 1 0 0,-3 2 0 0,3 0-8 16,3 0 8-16,0 0 0 0,-9 3 0 0,6-1 0 15,3 1 8-15,0 0 4 0,-6 2 1 0,3 3 0 0,0 0-1 0,0-5-1 16,0 2 0-16,0-2 0 0,-6 2 1 16,6 3 1-16,9-5 0 0,-3 2 0 0,-6 3 0 15,3-5 0-15,6 0 0 0,0 2 0 0,0-2-1 0,0 2-1 16,-3 0 0-16,5 1 0 0,4-1-1 0,0 3 0 15,-15 0 0-15,6 0 0 0,6 0 2 0,-3 0 0 16,-9 0 0-16,6 3 0 0,0-1-12 0,3 1 8 16,-3 2-8-16,-6-5 8 0,0 0 4 0,3 6 1 15,6 2 0-15,-6-3 0 0,-9 5-13 0,3-2-12 16,9 6 3-16,0-4 0 0,-3 3 9 0,0 3-12 0,0-2 12 16,0-1-12-16,6 3 12 0,-4 0 0 0,-8-3 0 15,3 3 0-15,9-3 0 0,-3 3 0 0,0-6 0 16,-3 4 0-16,3-4 24 0,0-2 0 0,3 0 0 15,-3 3 0-15,-3-6-12 0,6-2-3 0,3 2 0 16,0-3 0-16,-3-2 7 0,3 0 2 0,3 0 0 0,-4-2 0 16,4-3-7-16,0 2-2 0,-3-2 0 0,0-1 0 15,3 1-27-15,-3 0-6 0,-3-3 0 0,0 3-1 32,-3 2-89-32,-3-2-18 0,-3 5-3 0</inkml:trace>
  <inkml:trace contextRef="#ctx0" brushRef="#br0" timeOffset="115459.2">5470 7059 57 0,'0'0'0'0,"0"0"0"0,0 0 0 0,0 0 0 16,0 0 116-16,0 0 19 0,0 0 3 0,0 0 1 16,0 0-33-16,0 0-6 0,-3-5-2 0,0 0 0 0,0-1-34 0,-3 4-6 15,6 2-2-15,0 0 0 0,0-6 3 0,0 6 0 16,0-5 0-16,0 5 0 0,0 0-40 0,0 0-8 16,0-5-2-16,0-1 0 0,6 1 1 0,3 2 0 15,-3-4 0-15,3 4 0 0,0-2-1 0,3-1 0 16,-4 4 0-16,4-1 0 0,-6 0 3 0,3 3 0 15,0-2 0-15,-9 2 0 0,0 0 9 0,6 5 3 16,3-2 0-16,3-1 0 0,-12-2-7 0,0 8-1 16,3 0 0-16,0 0 0 0,0 0-16 0,0 0 10 15,0 0-10-15,-3 0 8 0,3-3-8 0,0 3 0 16,-3 0 0-16,0 0 8 0,0 0-8 0,0-3 0 16,-3 3 0-16,3-3-11 0,-3 1 2 0,-3-1 0 15,3 0 0-15,-3 3 0 0,-3 0 1 0,3-3 0 16,0 1 0-16,0-1 0 0,0 0 8 0,0-2 0 0,3 0 0 15,3-3 0-15,-6 0 0 0,3 0 0 0,-3 0 0 16,6 0 0-16,0 0 0 0,0 0 0 0,-6-6 0 0,6 1 8 16,-3 0 8-16,3 5 1 0,0-8 1 0,-3 3 0 15,3-1-9-15,0-2-1 0,3 3-8 0,-3 5 12 16,0 0-4-16,0 0 0 0,6-5-8 0,-3-1 12 16,-3 6-2-16,0 0-1 0,6-2 0 0,0-1 0 15,3 0 0-15,-9 3 0 0,0 0 0 0,6 3 0 16,3 2-9-16,-9-5 0 0,3 3 0 0,-3-3 8 15,0 0 2-15,3 5 0 0,0 3 0 0,-3-2 0 16,0-6-23-16,-3 8-5 0,-3-3-1 0,6 0 0 16,-12 0 19-16,6 3 0 0,0-2 0 0,0-1 0 15,-3-2-13-15,3-1 1 0,1 1 0 0,-7 0 0 0,12-3 12 16,-3 0 13-16,-6 0-2 0,9 0-1 16,0 0-10-16,0 0-17 0,-3-3 4 0,0-2 1 0,6-3 36 15,-3 2 7-15,3-4 1 0,0-1 1 0,0 1-33 0,3 2 0 16,0-6 0-16,0 6 0 0,-1 1 0 0,4-1-14 15,-3 0 2-15,0 2 1 0,0 1 24 0,0 2 5 16,-6 3 1-16,6 0 0 0,0-5 0 0,-6 5 0 16,9 3 0-16,-3-3 0 0,0 0-10 0,-6 0-1 15,0 0-8-15,6 5 12 0,-3 0-12 0,-3-5-12 16,0 0 3-16,0 8 0 0,0 0-5 0,0 0-1 16,-3 0 0-16,0-3 0 0,0-2 15 0,-3 2 0 15,0-2 0-15,0 0 0 0,3-1-11 0,-3 1 11 0,0 0-12 16,6-3 12-16,0 0-8 0,0 0 8 15,0 0 0-15,0 0 0 0,0 0 0 0,0 0 0 0,0 0 12 0,0 0-3 32,3-8-29-32,0 2-5 0,3-4-2 0,-6 2 0 15,6 0-12-15,-3 3-2 0,9-3-1 0,-12 5 0 16,0 3-13-16,0 0-2 0,9-3-1 0,-9 3 0 16,3 6-49-16,0 2-9 0,-3 10-3 0,-3-2 0 0</inkml:trace>
  <inkml:trace contextRef="#ctx0" brushRef="#br0" timeOffset="117543.69">5919 10972 115 0,'-6'0'0'0,"6"0"10"0,0 0-10 0,-6 0 0 0,3-2 0 0,-3 2 0 16,3-3 235-16,0 0 45 0,-2 3 8 0,-1-2 3 15,-3-4-241-15,3 4-50 0,3-1 0 0,0-2-14 16,0 0-6-16,3-1-2 0,3 1 0 0,-3 0 0 16,0 5-4-16,6-6-1 15,-3-2 0-15,0 3 0 0,0 0 27 0,-3 5 0 0,6-5 0 0,-6 5 0 16,6-6 40-16,-1 1 8 0,-5 5 0 0,6-3 1 16,0 1-20-16,-6 2-4 0,0 0-1 0,0 0 0 15,0 0 13-15,0 0 3 0,0 0 0 0,0 0 0 0,0 0-21 16,0 0-4-16,9 0-1 0,-9 0 0 0,0 0 6 0,6 2 2 15,-6-2 0-15,0 0 0 0,6 3-2 0,-6-3 0 16,6 8 0-16,-6-8 0 0,3 5-20 0,-3-5 0 16,-3 8 0-16,3-3 0 0,-9 1 0 0,3-1 0 15,3 0 0-15,-3 1 0 0,-3-4 0 0,0 1 0 16,7 0 0-16,-1-1 0 0,0-2 15 0,-3 0 5 16,3 0 0-16,3 0 1 0,0 0-4 0,0 0-1 15,-3-8 0-15,3 0 0 0,3 0-16 0,0-2 0 16,3-1 0-16,-6 1 0 0,6-1 0 0,-1 0 0 15,1 4 0-15,0-1-9 0,0 2 31 0,0 1 6 16,0 0 2-16,3-1 0 0,-9 6 8 0,0-5 2 16,9 2 0-16,-9 3 0 0,3-2-5 0,-3 2-1 0,0 0 0 0,0 0 0 15,9 0-34-15,-9 0 0 0,0 0-15 0,0 0 5 16,0 0-8-16,0 0-2 0,-3 5 0 0,0 3 0 16,-3 0 3-16,0 3 0 0,-3-3 0 0,0-1 0 15,0-1 8-15,0 2 9 0,3-3-13 0,-2 0 5 16,-1-2 8-16,3 2 0 0,6-5 0 0,0 0 0 15,0 0 14-15,0 0-2 0,0 0 0 0,0 0 0 16,0 0 4-16,0 0 1 0,3-5 0 0,0-3 0 16,3 0-2-16,2-3-1 0,-2 4 0 0,3-1 0 15,-3 0-14-15,3 0 0 0,3 0 0 0,-6 5 0 16,0 0 0-16,3 1 0 0,3-1 0 0,-6 1 0 16,-6 2 11-16,12 2-1 0,-6-2 0 0,3 5 0 15,-3-2-10-15,-6-3 0 0,0 8 0 0,0 0 0 16,0 0-13-16,-3 3 5 0,-3-4 8 0,0-1-13 0,3 2 13 15,0-3-11-15,-9 0 11 0,6-2-10 0,-3 2 2 16,0 0 0-16,0-2 0 0,3-3 0 16,-9 0-29-16,6 0-6 0,3 0-1 0</inkml:trace>
  <inkml:trace contextRef="#ctx0" brushRef="#br0" timeOffset="121996.38">9708 8628 1400 0,'0'0'62'0,"0"0"13"0,0 0-60 0,0 0-15 0,0 0 0 0,0 0 0 15,0 0 14-15,6-5 0 0,-3 2 0 0,3-2 0 16,-3 0 23-16,-3 5 5 0,6-3 1 0,0-2 0 15,0-1-13-15,0 1-2 0,3 0-1 0,0 2 0 16,3-2 3-16,0 2 1 0,-3-2 0 0,3 2 0 16,2 1 5-16,1-4 0 0,0 4 1 0,-3 2 0 15,0 0-9-15,-3 2-1 0,-3 1-1 0,0 0 0 16,3 2-26-16,0-2 8 0,-3 2-8 0,0 0 0 16,0 3 0-16,0 0 8 0,-3 0-8 0,-3 0 0 0,-3 5 0 0,3-2 0 15,-3-1 0-15,3 1 0 0,0-3-12 16,-3 5 12-16,-3-2-10 0,3-1 10 0,-3 1 0 0,3-3 0 15,-3-3 0-15,3 3 0 0,-3-3 0 0,0 3 0 16,0-3 0-16,3 1 0 0,-3-1 8 0,0 0-8 16,-3-2 0-16,0 2 0 0,0-2 8 0,3 2-8 15,-3-2 9-15,3-1-9 0,3-2 12 0,-2 0-3 16,2 0-1-16,3 0 0 0,0 0 4 0,0 0 1 16,0 0 0-16,0 0 0 0,0 0 7 0,0 0 0 15,0 0 1-15,8-2 0 0,1 2-13 0,0 0-8 16,3 0 8-16,0 0-8 0,-3 0 12 0,0 2-3 15,3 1 0-15,-3 2 0 0,-3 1-9 0,-3 2 0 16,0 0 0-16,0 0 0 0,-3 2 0 0,0 1 0 0,0-1 0 0,3 1 0 16,0 2-14-16,0 0-5 0,-6-2-1 0,-3 2 0 15,0-2 20-15,0 2 0 0,3-2 0 0,-6-1 0 16,-3 1 0-16,3 2 0 0,0 0 0 0,-3-2 0 16,3-3 0-16,0 2-10 0,0-2 10 0,1 0-8 31,-1 0-24-31,3 0-4 0,-3 0 0 0,0-3-1 15,3 1-77-15,0-4-15 0,-3-2-3 0</inkml:trace>
  <inkml:trace contextRef="#ctx0" brushRef="#br0" timeOffset="122467.11">10256 8498 1440 0,'0'0'64'0,"0"0"12"0,0 0-60 0,0 0-16 15,0 0 0-15,6 0 0 0,-6 0 94 0,0 0 16 16,0 0 3-16,0 0 1 0,0 0-82 0,-3 8-16 16,-3 6-3-16,0-1-1 0,0 0-12 0,-3 3 8 15,-3 2-8-15,3 4 0 0,1-4 0 0,-1 3 0 16,-3 0 0-16,3 3 0 0,0 3 0 0,0-1 0 15,0-5 0-15,3 3 0 0,-3 3 0 0,0-6 0 16,0 0 0-16,0 3 0 0,0-3 0 0,3 3 0 0,-3-3 0 16,4-3 0-16,2 1 8 0,-3-3-8 0,0 2 0 0,0-2 0 15,-3-3 0-15,6 1 8 0,0-4-8 0,0 4 0 16,0-4 0-16,0 1 0 0,3-3 8 0,0 0-8 16,0-8 0-16,0 7 0 0,6-1 0 0,0-1 0 15,0-2-10-15,6-3 10 0,-3 0-8 0,5 0 8 16,1 0 0-16,3 0 0 0,0-6 0 0,6 4 8 15,0-1-8-15,0 0 0 0,-1 1 0 0,4-3 0 16,-3-1 29-16,0 1 2 0,0 2 0 0,-4-2 0 16,4 5-6-16,0 0-1 0,-3-3 0 0,-3 3 0 15,3 3-14-15,-7-3-10 0,4-3 12 0,-3 3-12 16,-3-2 0-16,0 2-19 0,-6-3 3 0,0-2 0 16,-6 5-47-16,0 0-9 15,0 0-1-15</inkml:trace>
  <inkml:trace contextRef="#ctx0" brushRef="#br0" timeOffset="122815.18">10334 8763 921 0,'0'0'40'0,"0"0"10"0,0 0-40 0,0 0-10 16,0 0 0-16,0 0 0 0,0 0 216 0,0 0 42 0,0 8 8 0,-3 3 2 15,0-1-208-15,0 3-42 0,3 1-8 0,-6-4-2 16,3-2-8-16,3 3 8 0,0-1-8 0,0-2 8 16,0-8-8-16,0 5 0 0,3 1 0 0,3-1 0 15,0-2-11-15,-1-1 3 0,4-2 0 0,0-2 0 16,0-1 8-16,-3-2 0 0,6-1 10 0,-3 1-10 16,3-3 12-16,-3 0-3 0,-3 0-1 0,0 0 0 15,0 1 12-15,0-1 3 0,-3 0 0 0,0 0 0 16,-3 0-23-16,3 0 0 0,-6 0 0 0,3 3 8 15,-3-3-8-15,0 2 0 0,-3-2 8 0,-3 3-8 16,3-3 9-16,0 3-9 0,3-3 12 0,-3 3-12 16,3-1 0-16,-3 1-9 0,-3 2-1 0,3-2 0 15,0 0-114-15,0 2-22 16,0-5-5-16</inkml:trace>
  <inkml:trace contextRef="#ctx0" brushRef="#br0" timeOffset="123130.88">10521 8276 1267 0,'0'0'112'15,"0"0"-89"-15,0 0-23 0,6 3 0 0,-3-1 138 0,3 4 23 16,-6-6 5-16,3 5 1 0,3 3-121 0,-3 0-24 16,0 0-5-16,-3 0-1 0,6-3-16 0,-3 0 0 15,0 1 0-15,3-4-9 0,0 1 33 0,0 0 6 16,2-3 2-16,1-3 0 0,-3 0-32 0,3 1-13 15,0-4 1-15,0 1 0 0,-3 0 12 0,3 0 16 16,-3-1-3-16,0 1-1 0,-3-3-20 0,0 3-5 16,0-1-1-16,0 1 0 0,0-3 14 0,-3 0 0 0,-3 0 0 15,3-2 0-15,0 2 11 0,-3 0-11 0,-3 0 10 16,3 0-10-16,-3 3 0 0,3-1 0 0,-6 4 0 16,3-1 0-16,-3 3-20 0,0 3 4 0,-3-1 0 0,3 6 0 15,-2 0 1-15,-1 3 1 0,0-1 0 0,3 4 0 31,-3-4-34-31,6 1-8 0,0-1 0 0</inkml:trace>
  <inkml:trace contextRef="#ctx0" brushRef="#br0" timeOffset="123519.61">10926 8583 1324 0,'0'0'118'0,"-3"-8"-94"15,3 3-24-15,0 5 0 0,0 0 85 0,0 0 13 16,0 0 2-16,0 0 1 0,0 0-47 0,0 0-10 0,-6 0-1 0,0 5-1 16,0 3-34-16,0 3-8 0,0 2 0 0,-3 5 0 15,0 1 0-15,3 5 8 0,3 0-8 0,-3 2 8 16,-3-2 3-16,3 5 0 0,1-3 0 0,2 4 0 16,-3-4-11-16,3 0 0 0,3 1 9 0,-3-3-9 15,3-3 0-15,0 0 0 0,0-2 0 0,0-1 0 16,3-2 0-16,0-3 0 0,-3-2-10 0,0-1 10 31,0-2-165-31,0 0-27 0,0-8-4 0,0 0-2 0</inkml:trace>
  <inkml:trace contextRef="#ctx0" brushRef="#br0" timeOffset="123813.2">10917 8469 115 0,'0'0'10'0,"0"0"-10"15,0 0 0-15,0 0 0 0,0 0 398 0,6-2 78 16,-3-1 15-16,-3 3 3 0,0 0-376 0,0 0-75 16,0 0-15-16,6 3-4 0,3 2-9 0,-3 3-3 15,0 0 0-15,0 2 0 0,0 1 7 0,2 2 1 16,-2 3 0-16,3 0 0 0,-3 0-5 0,3 2-1 16,-3 4 0-16,3-1 0 0,-3 0-14 0,3 0 0 15,0 3 0-15,0 0 0 0,-3-6 0 0,3 6 0 16,0-3 0-16,0 0 0 0,0 1 0 0,-4 1 0 15,1-4 0-15,3 2-10 0,-3 0 10 0,3-2-10 16,-6-1 10-16,3 1-10 16,-3-6-33-16,0 0-6 0,0 0-2 0,-3-5 0 15,0 0-12-15,-3 0-2 0,3-8-1 0,0 0-467 0,0 0-94 16</inkml:trace>
  <inkml:trace contextRef="#ctx0" brushRef="#br0" timeOffset="123989.76">10831 8813 1659 0,'0'0'73'0,"0"0"16"0,0 0-71 0,0 0-18 0,0 0 0 0,0 0 0 15,0 0 78-15,0 0 12 0,0 0 2 0,0 0 1 16,0 0-29-16,9 0-5 0,-1 0-2 0,4 0 0 16,3 0-37-16,0 0-8 0,0-2-2 0,3-1 0 15,-3 0-10-15,0 1 8 0,0-1-8 0,2-2-660 16,-5-1-138-16</inkml:trace>
  <inkml:trace contextRef="#ctx0" brushRef="#br0" timeOffset="128638.8">1803 4199 403 0,'0'0'17'0,"0"0"5"0,0 0-22 0,0 0 0 0,0 0 0 0,0 0 0 15,0 0 82-15,0 0 12 0,0 0 2 0,0 0 1 16,0 0-39-16,0 0-8 0,0 0-2 0,0 0 0 16,0 0 18-16,0 0 3 0,0 0 1 0,0 0 0 15,0 0-53-15,0 0-17 0,0 0 10 0,0 0-10 0,0 0 11 0,0 0-3 16,0 0-8-16,0 0 12 0,0 0 17 15,0 0 3-15,0 0 1 0,0 0 0 0,0 0-33 0,0 0 0 16,0 0 0-16,0 0 0 0,0 0 8 0,0 0-8 16,0 0 0-16,0 0 0 0,0 0 15 0,0 0-4 15,0 0-1-15,0 0 0 0,0 0-2 0,0 0 0 16,0 0 0-16,0 0 0 0,0 0-8 0,0 0 0 16,0 0 0-16,0 0 0 0,0 0 10 0,6 8 6 15,-6-8 2-15,0 5 0 0,0 3 2 0,0-8 1 16,0 8 0-16,0 0 0 0,0-8-11 0,3 11-2 15,3-6-8-15,-6 3 12 0,0-8-12 0,0 0 0 16,3 8 8-16,0 0-8 0,2 2 0 0,-5-4 0 16,0-6 8-16,3 7-8 0,3 1 8 0,-6 3-8 0,0-11 11 15,0 5-11-15,3 3 16 0,-3 0-3 0,0 3-1 16,-3-3 0-16,3 0 1 0,0 0 0 0,0 0 0 16,3-3 0-16,-6 3-13 0,3 0 0 0,3-3 8 0,0 3-8 15,-3 0 0-15,0 0 0 0,0 2 0 0,0-4 0 16,-3 2 0-16,3 0 0 0,-3 2-9 0,3-2 9 15,-6 0 0-15,6 3 13 0,-3-6-1 0,-2 5 0 16,-1 1 6-16,0-3 1 0,3 3 0 0,3-4 0 16,-6 1-19-16,3 0 0 0,3 0 0 0,0 0 0 15,0 0 0-15,0-3-12 0,0 3 3 0,0 0 1 16,-6 3 8-16,6-6 12 0,0 3-2 0,0 5-1 16,0-7-1-16,6 2-8 0,-6-3 12 0,-6 3-4 15,6 0-8-15,0 2 0 0,-3-7 0 0,3-3 8 16,0 0-8-16,0 0 0 0,0 0 0 0,0 0 0 15,-3 5-102-15,3-5-16 16,0 0-3-16,0 0-1 0</inkml:trace>
  <inkml:trace contextRef="#ctx0" brushRef="#br0" timeOffset="129284.08">1829 4233 421 0,'0'0'18'0,"0"0"5"0,-5 0-23 0,5 0 0 16,0 0 0-16,0 0 0 0,-6-5 38 0,0 5 3 15,3 0 1-15,3 0 0 0,0 0-12 0,-6 0-2 16,3 0-1-16,3 0 0 0,0 0 14 0,0 0 3 15,0 0 1-15,0 0 0 0,0 0 2 0,0 0 0 16,0 0 0-16,0 0 0 0,0 0-15 0,0 0-2 16,0 0-1-16,0 0 0 0,0 0-1 0,3-5 0 15,6 2 0-15,-3-2 0 0,-6 5 7 0,0 0 1 16,6-3 0-16,2 1 0 0,1-1 8 0,0 3 1 0,0 0 1 16,0 3 0-16,-3-3-6 0,9 2 0 0,-9 1-1 0,3 2 0 15,0-5-24-15,3 0-5 0,3 0-1 0,-3-5 0 16,-4 5 1-16,7-3 0 0,0-2 0 0,6 0 0 15,-9-1-1-15,6-2 0 0,3 0 0 0,-9 3 0 32,5-3-116-32,-5 3-23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F799D-9514-41A0-8D94-1D27E283EED8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AC5D5-39ED-4BA4-95E2-251536F59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487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B25CA1-6CE0-4F89-AB2C-4CE128138596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EC3875-D83C-45B0-9188-52C284836E76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651D92-020E-4C47-BBE3-0E6DA79226FF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42A538-9267-47E8-8D72-928C731974DE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>
              <a:solidFill>
                <a:srgbClr val="0066CC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820D42-898D-43BC-B85E-AC0A70D826FB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1944688"/>
            <a:ext cx="9009063" cy="1052512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765175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22575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73027198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724697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077437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003183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206305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5689856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86880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6378381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836400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3302811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73875" y="228600"/>
            <a:ext cx="2062163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6035675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642052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8250238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622663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143000" y="228600"/>
            <a:ext cx="7793038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447800"/>
            <a:ext cx="38100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38100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33800"/>
            <a:ext cx="38100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33800"/>
            <a:ext cx="38100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9745127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290513" y="38417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673100" y="38417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14338" y="80645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ltGray">
          <a:xfrm>
            <a:off x="0" y="73342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gray">
          <a:xfrm>
            <a:off x="635000" y="27622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gray">
          <a:xfrm>
            <a:off x="315913" y="10668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0">
              <a:latin typeface="Tahoma" pitchFamily="34" charset="0"/>
            </a:endParaRPr>
          </a:p>
        </p:txBody>
      </p:sp>
      <p:sp>
        <p:nvSpPr>
          <p:cNvPr id="103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28600"/>
            <a:ext cx="77930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4" name="Rectangle 14"/>
          <p:cNvSpPr>
            <a:spLocks noChangeArrowheads="1"/>
          </p:cNvSpPr>
          <p:nvPr/>
        </p:nvSpPr>
        <p:spPr bwMode="auto">
          <a:xfrm>
            <a:off x="381000" y="6248400"/>
            <a:ext cx="8534400" cy="76200"/>
          </a:xfrm>
          <a:prstGeom prst="rect">
            <a:avLst/>
          </a:prstGeom>
          <a:gradFill rotWithShape="0">
            <a:gsLst>
              <a:gs pos="0">
                <a:srgbClr val="058B95"/>
              </a:gs>
              <a:gs pos="100000">
                <a:srgbClr val="02373A"/>
              </a:gs>
            </a:gsLst>
            <a:lin ang="0" scaled="1"/>
          </a:gradFill>
          <a:ln w="9525">
            <a:solidFill>
              <a:srgbClr val="058B9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" name="Text Box 15"/>
          <p:cNvSpPr txBox="1">
            <a:spLocks noChangeArrowheads="1"/>
          </p:cNvSpPr>
          <p:nvPr/>
        </p:nvSpPr>
        <p:spPr bwMode="auto">
          <a:xfrm>
            <a:off x="8305800" y="6327775"/>
            <a:ext cx="6572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latin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ko-KR" altLang="en-US" sz="1400">
                <a:latin typeface="Trebuchet MS" pitchFamily="34" charset="0"/>
                <a:ea typeface="Gulim" pitchFamily="34" charset="-127"/>
              </a:rPr>
              <a:t>- </a:t>
            </a:r>
            <a:fld id="{589907F4-4EEB-4457-B014-F28A521C672D}" type="slidenum">
              <a:rPr lang="ko-KR" altLang="en-US" sz="1400" smtClean="0">
                <a:latin typeface="Trebuchet MS" pitchFamily="34" charset="0"/>
                <a:ea typeface="Gulim" pitchFamily="34" charset="-127"/>
              </a:rPr>
              <a:pPr algn="l" eaLnBrk="1" latinLnBrk="1" hangingPunct="1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t>‹#›</a:t>
            </a:fld>
            <a:r>
              <a:rPr lang="en-US" altLang="ko-KR" sz="1400">
                <a:latin typeface="Trebuchet MS" pitchFamily="34" charset="0"/>
                <a:ea typeface="Gulim" pitchFamily="34" charset="-127"/>
              </a:rPr>
              <a:t> -</a:t>
            </a:r>
          </a:p>
        </p:txBody>
      </p:sp>
      <p:pic>
        <p:nvPicPr>
          <p:cNvPr id="1036" name="图片 2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6350000"/>
            <a:ext cx="1217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5179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tabLst>
          <a:tab pos="668338" algn="l"/>
        </a:tabLst>
        <a:defRPr kumimoji="1" sz="3600" b="1">
          <a:solidFill>
            <a:schemeClr val="tx1"/>
          </a:solidFill>
          <a:latin typeface="Tahoma" pitchFamily="34" charset="0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6.bin"/><Relationship Id="rId21" Type="http://schemas.openxmlformats.org/officeDocument/2006/relationships/oleObject" Target="../embeddings/oleObject15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6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6.wmf"/><Relationship Id="rId22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5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62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6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6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70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69.emf"/><Relationship Id="rId4" Type="http://schemas.openxmlformats.org/officeDocument/2006/relationships/image" Target="../media/image66.emf"/><Relationship Id="rId9" Type="http://schemas.openxmlformats.org/officeDocument/2006/relationships/oleObject" Target="../embeddings/oleObject5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71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7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7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77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76.emf"/><Relationship Id="rId4" Type="http://schemas.openxmlformats.org/officeDocument/2006/relationships/oleObject" Target="../embeddings/oleObject61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68.bin"/><Relationship Id="rId18" Type="http://schemas.openxmlformats.org/officeDocument/2006/relationships/image" Target="../media/image85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4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81.w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8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78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0.wmf"/><Relationship Id="rId20" Type="http://schemas.openxmlformats.org/officeDocument/2006/relationships/oleObject" Target="../embeddings/oleObject65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10" Type="http://schemas.openxmlformats.org/officeDocument/2006/relationships/image" Target="../media/image87.wmf"/><Relationship Id="rId19" Type="http://schemas.openxmlformats.org/officeDocument/2006/relationships/oleObject" Target="../embeddings/oleObject64.bin"/><Relationship Id="rId4" Type="http://schemas.openxmlformats.org/officeDocument/2006/relationships/image" Target="../media/image79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9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91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9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9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8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84.bin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95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9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emf"/><Relationship Id="rId13" Type="http://schemas.openxmlformats.org/officeDocument/2006/relationships/oleObject" Target="../embeddings/oleObject95.bin"/><Relationship Id="rId18" Type="http://schemas.openxmlformats.org/officeDocument/2006/relationships/image" Target="../media/image110.wmf"/><Relationship Id="rId26" Type="http://schemas.openxmlformats.org/officeDocument/2006/relationships/image" Target="../media/image114.wmf"/><Relationship Id="rId3" Type="http://schemas.openxmlformats.org/officeDocument/2006/relationships/oleObject" Target="../embeddings/oleObject90.bin"/><Relationship Id="rId21" Type="http://schemas.openxmlformats.org/officeDocument/2006/relationships/oleObject" Target="../embeddings/oleObject99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97.bin"/><Relationship Id="rId25" Type="http://schemas.openxmlformats.org/officeDocument/2006/relationships/oleObject" Target="../embeddings/oleObject10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9.wmf"/><Relationship Id="rId20" Type="http://schemas.openxmlformats.org/officeDocument/2006/relationships/image" Target="../media/image111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04.emf"/><Relationship Id="rId11" Type="http://schemas.openxmlformats.org/officeDocument/2006/relationships/oleObject" Target="../embeddings/oleObject94.bin"/><Relationship Id="rId24" Type="http://schemas.openxmlformats.org/officeDocument/2006/relationships/image" Target="../media/image113.wmf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23" Type="http://schemas.openxmlformats.org/officeDocument/2006/relationships/oleObject" Target="../embeddings/oleObject100.bin"/><Relationship Id="rId28" Type="http://schemas.openxmlformats.org/officeDocument/2006/relationships/image" Target="../media/image115.wmf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98.bin"/><Relationship Id="rId4" Type="http://schemas.openxmlformats.org/officeDocument/2006/relationships/image" Target="../media/image103.e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108.wmf"/><Relationship Id="rId22" Type="http://schemas.openxmlformats.org/officeDocument/2006/relationships/image" Target="../media/image112.wmf"/><Relationship Id="rId27" Type="http://schemas.openxmlformats.org/officeDocument/2006/relationships/oleObject" Target="../embeddings/oleObject102.bin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8.bin"/><Relationship Id="rId18" Type="http://schemas.openxmlformats.org/officeDocument/2006/relationships/image" Target="../media/image123.wmf"/><Relationship Id="rId26" Type="http://schemas.openxmlformats.org/officeDocument/2006/relationships/image" Target="../media/image127.wmf"/><Relationship Id="rId39" Type="http://schemas.openxmlformats.org/officeDocument/2006/relationships/image" Target="../media/image133.wmf"/><Relationship Id="rId21" Type="http://schemas.openxmlformats.org/officeDocument/2006/relationships/oleObject" Target="../embeddings/oleObject112.bin"/><Relationship Id="rId34" Type="http://schemas.openxmlformats.org/officeDocument/2006/relationships/oleObject" Target="../embeddings/oleObject119.bin"/><Relationship Id="rId42" Type="http://schemas.openxmlformats.org/officeDocument/2006/relationships/oleObject" Target="../embeddings/oleObject123.bin"/><Relationship Id="rId7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2.wmf"/><Relationship Id="rId29" Type="http://schemas.openxmlformats.org/officeDocument/2006/relationships/oleObject" Target="../embeddings/oleObject116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7.emf"/><Relationship Id="rId11" Type="http://schemas.openxmlformats.org/officeDocument/2006/relationships/oleObject" Target="../embeddings/oleObject107.bin"/><Relationship Id="rId24" Type="http://schemas.openxmlformats.org/officeDocument/2006/relationships/image" Target="../media/image126.wmf"/><Relationship Id="rId32" Type="http://schemas.openxmlformats.org/officeDocument/2006/relationships/oleObject" Target="../embeddings/oleObject118.bin"/><Relationship Id="rId37" Type="http://schemas.openxmlformats.org/officeDocument/2006/relationships/image" Target="../media/image132.wmf"/><Relationship Id="rId40" Type="http://schemas.openxmlformats.org/officeDocument/2006/relationships/oleObject" Target="../embeddings/oleObject122.bin"/><Relationship Id="rId45" Type="http://schemas.openxmlformats.org/officeDocument/2006/relationships/image" Target="../media/image136.wmf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23" Type="http://schemas.openxmlformats.org/officeDocument/2006/relationships/oleObject" Target="../embeddings/oleObject113.bin"/><Relationship Id="rId28" Type="http://schemas.openxmlformats.org/officeDocument/2006/relationships/image" Target="../media/image128.wmf"/><Relationship Id="rId36" Type="http://schemas.openxmlformats.org/officeDocument/2006/relationships/oleObject" Target="../embeddings/oleObject120.bin"/><Relationship Id="rId10" Type="http://schemas.openxmlformats.org/officeDocument/2006/relationships/image" Target="../media/image119.emf"/><Relationship Id="rId19" Type="http://schemas.openxmlformats.org/officeDocument/2006/relationships/oleObject" Target="../embeddings/oleObject111.bin"/><Relationship Id="rId31" Type="http://schemas.openxmlformats.org/officeDocument/2006/relationships/oleObject" Target="../embeddings/oleObject117.bin"/><Relationship Id="rId44" Type="http://schemas.openxmlformats.org/officeDocument/2006/relationships/oleObject" Target="../embeddings/oleObject124.bin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21.wmf"/><Relationship Id="rId22" Type="http://schemas.openxmlformats.org/officeDocument/2006/relationships/image" Target="../media/image125.wmf"/><Relationship Id="rId27" Type="http://schemas.openxmlformats.org/officeDocument/2006/relationships/oleObject" Target="../embeddings/oleObject115.bin"/><Relationship Id="rId30" Type="http://schemas.openxmlformats.org/officeDocument/2006/relationships/image" Target="../media/image129.wmf"/><Relationship Id="rId35" Type="http://schemas.openxmlformats.org/officeDocument/2006/relationships/image" Target="../media/image131.wmf"/><Relationship Id="rId43" Type="http://schemas.openxmlformats.org/officeDocument/2006/relationships/image" Target="../media/image135.wmf"/><Relationship Id="rId8" Type="http://schemas.openxmlformats.org/officeDocument/2006/relationships/image" Target="../media/image118.emf"/><Relationship Id="rId3" Type="http://schemas.openxmlformats.org/officeDocument/2006/relationships/oleObject" Target="../embeddings/oleObject103.bin"/><Relationship Id="rId12" Type="http://schemas.openxmlformats.org/officeDocument/2006/relationships/image" Target="../media/image120.emf"/><Relationship Id="rId17" Type="http://schemas.openxmlformats.org/officeDocument/2006/relationships/oleObject" Target="../embeddings/oleObject110.bin"/><Relationship Id="rId25" Type="http://schemas.openxmlformats.org/officeDocument/2006/relationships/oleObject" Target="../embeddings/oleObject114.bin"/><Relationship Id="rId33" Type="http://schemas.openxmlformats.org/officeDocument/2006/relationships/image" Target="../media/image130.wmf"/><Relationship Id="rId38" Type="http://schemas.openxmlformats.org/officeDocument/2006/relationships/oleObject" Target="../embeddings/oleObject121.bin"/><Relationship Id="rId20" Type="http://schemas.openxmlformats.org/officeDocument/2006/relationships/image" Target="../media/image124.wmf"/><Relationship Id="rId41" Type="http://schemas.openxmlformats.org/officeDocument/2006/relationships/image" Target="../media/image134.wmf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1.emf"/><Relationship Id="rId18" Type="http://schemas.openxmlformats.org/officeDocument/2006/relationships/oleObject" Target="../embeddings/oleObject132.bin"/><Relationship Id="rId26" Type="http://schemas.openxmlformats.org/officeDocument/2006/relationships/oleObject" Target="../embeddings/oleObject136.bin"/><Relationship Id="rId39" Type="http://schemas.openxmlformats.org/officeDocument/2006/relationships/image" Target="../media/image154.emf"/><Relationship Id="rId21" Type="http://schemas.openxmlformats.org/officeDocument/2006/relationships/image" Target="../media/image145.wmf"/><Relationship Id="rId34" Type="http://schemas.openxmlformats.org/officeDocument/2006/relationships/oleObject" Target="../embeddings/oleObject140.bin"/><Relationship Id="rId42" Type="http://schemas.openxmlformats.org/officeDocument/2006/relationships/oleObject" Target="../embeddings/oleObject144.bin"/><Relationship Id="rId7" Type="http://schemas.openxmlformats.org/officeDocument/2006/relationships/image" Target="../media/image138.e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31.bin"/><Relationship Id="rId20" Type="http://schemas.openxmlformats.org/officeDocument/2006/relationships/oleObject" Target="../embeddings/oleObject133.bin"/><Relationship Id="rId29" Type="http://schemas.openxmlformats.org/officeDocument/2006/relationships/image" Target="../media/image149.wmf"/><Relationship Id="rId41" Type="http://schemas.openxmlformats.org/officeDocument/2006/relationships/image" Target="../media/image155.emf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40.emf"/><Relationship Id="rId24" Type="http://schemas.openxmlformats.org/officeDocument/2006/relationships/oleObject" Target="../embeddings/oleObject135.bin"/><Relationship Id="rId32" Type="http://schemas.openxmlformats.org/officeDocument/2006/relationships/oleObject" Target="../embeddings/oleObject139.bin"/><Relationship Id="rId37" Type="http://schemas.openxmlformats.org/officeDocument/2006/relationships/image" Target="../media/image153.emf"/><Relationship Id="rId40" Type="http://schemas.openxmlformats.org/officeDocument/2006/relationships/oleObject" Target="../embeddings/oleObject143.bin"/><Relationship Id="rId5" Type="http://schemas.openxmlformats.org/officeDocument/2006/relationships/image" Target="../media/image137.wmf"/><Relationship Id="rId15" Type="http://schemas.openxmlformats.org/officeDocument/2006/relationships/image" Target="../media/image142.emf"/><Relationship Id="rId23" Type="http://schemas.openxmlformats.org/officeDocument/2006/relationships/image" Target="../media/image146.wmf"/><Relationship Id="rId28" Type="http://schemas.openxmlformats.org/officeDocument/2006/relationships/oleObject" Target="../embeddings/oleObject137.bin"/><Relationship Id="rId36" Type="http://schemas.openxmlformats.org/officeDocument/2006/relationships/oleObject" Target="../embeddings/oleObject141.bin"/><Relationship Id="rId10" Type="http://schemas.openxmlformats.org/officeDocument/2006/relationships/oleObject" Target="../embeddings/oleObject128.bin"/><Relationship Id="rId19" Type="http://schemas.openxmlformats.org/officeDocument/2006/relationships/image" Target="../media/image144.emf"/><Relationship Id="rId31" Type="http://schemas.openxmlformats.org/officeDocument/2006/relationships/image" Target="../media/image150.wmf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39.emf"/><Relationship Id="rId14" Type="http://schemas.openxmlformats.org/officeDocument/2006/relationships/oleObject" Target="../embeddings/oleObject130.bin"/><Relationship Id="rId22" Type="http://schemas.openxmlformats.org/officeDocument/2006/relationships/oleObject" Target="../embeddings/oleObject134.bin"/><Relationship Id="rId27" Type="http://schemas.openxmlformats.org/officeDocument/2006/relationships/image" Target="../media/image148.wmf"/><Relationship Id="rId30" Type="http://schemas.openxmlformats.org/officeDocument/2006/relationships/oleObject" Target="../embeddings/oleObject138.bin"/><Relationship Id="rId35" Type="http://schemas.openxmlformats.org/officeDocument/2006/relationships/image" Target="../media/image152.emf"/><Relationship Id="rId43" Type="http://schemas.openxmlformats.org/officeDocument/2006/relationships/image" Target="../media/image156.emf"/><Relationship Id="rId8" Type="http://schemas.openxmlformats.org/officeDocument/2006/relationships/oleObject" Target="../embeddings/oleObject127.bin"/><Relationship Id="rId3" Type="http://schemas.openxmlformats.org/officeDocument/2006/relationships/audio" Target="../media/audio1.wav"/><Relationship Id="rId12" Type="http://schemas.openxmlformats.org/officeDocument/2006/relationships/oleObject" Target="../embeddings/oleObject129.bin"/><Relationship Id="rId17" Type="http://schemas.openxmlformats.org/officeDocument/2006/relationships/image" Target="../media/image143.emf"/><Relationship Id="rId25" Type="http://schemas.openxmlformats.org/officeDocument/2006/relationships/image" Target="../media/image147.wmf"/><Relationship Id="rId33" Type="http://schemas.openxmlformats.org/officeDocument/2006/relationships/image" Target="../media/image151.emf"/><Relationship Id="rId38" Type="http://schemas.openxmlformats.org/officeDocument/2006/relationships/oleObject" Target="../embeddings/oleObject14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863600" y="116632"/>
            <a:ext cx="7848600" cy="104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Arial Black" pitchFamily="34" charset="0"/>
              </a:rPr>
              <a:t>Chapter 10   Sinusoidal Steady-state Analysis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870188" y="1175741"/>
            <a:ext cx="7448550" cy="5219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Introduction</a:t>
            </a:r>
          </a:p>
          <a:p>
            <a:pPr marL="0" indent="0" algn="l" eaLnBrk="1" hangingPunct="1">
              <a:lnSpc>
                <a:spcPct val="170000"/>
              </a:lnSpc>
              <a:buClr>
                <a:schemeClr val="tx2"/>
              </a:buClr>
              <a:buSzTx/>
            </a:pPr>
            <a:endParaRPr lang="en-US" altLang="zh-CN" dirty="0">
              <a:latin typeface="Verdana" pitchFamily="34" charset="0"/>
            </a:endParaRPr>
          </a:p>
          <a:p>
            <a:pPr marL="457200" indent="-45720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Nodal analysis</a:t>
            </a:r>
          </a:p>
          <a:p>
            <a:pPr marL="0" indent="0" algn="l" eaLnBrk="1" hangingPunct="1">
              <a:lnSpc>
                <a:spcPct val="170000"/>
              </a:lnSpc>
              <a:buClr>
                <a:schemeClr val="tx2"/>
              </a:buClr>
              <a:buSzTx/>
            </a:pPr>
            <a:endParaRPr lang="en-US" altLang="zh-CN" dirty="0">
              <a:latin typeface="Verdana" pitchFamily="34" charset="0"/>
            </a:endParaRPr>
          </a:p>
          <a:p>
            <a:pPr marL="457200" indent="-45720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Mesh analysis</a:t>
            </a:r>
          </a:p>
          <a:p>
            <a:pPr marL="0" indent="0" algn="l" eaLnBrk="1" hangingPunct="1">
              <a:lnSpc>
                <a:spcPct val="170000"/>
              </a:lnSpc>
              <a:buClr>
                <a:schemeClr val="tx2"/>
              </a:buClr>
              <a:buSzTx/>
            </a:pPr>
            <a:endParaRPr lang="en-US" altLang="zh-CN" dirty="0">
              <a:latin typeface="Verdana" pitchFamily="34" charset="0"/>
            </a:endParaRPr>
          </a:p>
          <a:p>
            <a:pPr marL="457200" indent="-457200" algn="l" eaLnBrk="1" hangingPunct="1">
              <a:lnSpc>
                <a:spcPct val="17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Superposition theorem</a:t>
            </a:r>
          </a:p>
        </p:txBody>
      </p:sp>
    </p:spTree>
    <p:extLst>
      <p:ext uri="{BB962C8B-B14F-4D97-AF65-F5344CB8AC3E}">
        <p14:creationId xmlns:p14="http://schemas.microsoft.com/office/powerpoint/2010/main" val="214481683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827088" y="1376363"/>
            <a:ext cx="7669212" cy="4444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70000"/>
              </a:lnSpc>
              <a:buClr>
                <a:schemeClr val="tx2"/>
              </a:buClr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Source transformation</a:t>
            </a:r>
          </a:p>
          <a:p>
            <a:pPr marL="0" indent="0" algn="l" eaLnBrk="1" hangingPunct="1">
              <a:lnSpc>
                <a:spcPct val="160000"/>
              </a:lnSpc>
              <a:buClr>
                <a:schemeClr val="tx2"/>
              </a:buClr>
              <a:buSzTx/>
            </a:pPr>
            <a:endParaRPr lang="en-US" altLang="zh-CN" dirty="0">
              <a:latin typeface="Verdana" pitchFamily="34" charset="0"/>
            </a:endParaRPr>
          </a:p>
          <a:p>
            <a:pPr marL="457200" indent="-457200" eaLnBrk="1" hangingPunct="1">
              <a:lnSpc>
                <a:spcPct val="170000"/>
              </a:lnSpc>
              <a:buClr>
                <a:schemeClr val="tx2"/>
              </a:buClr>
              <a:buFont typeface="Wingdings" pitchFamily="2" charset="2"/>
              <a:buChar char="n"/>
            </a:pPr>
            <a:r>
              <a:rPr lang="en-US" altLang="zh-CN" dirty="0" err="1">
                <a:latin typeface="Verdana" pitchFamily="34" charset="0"/>
              </a:rPr>
              <a:t>Thevenin</a:t>
            </a:r>
            <a:r>
              <a:rPr lang="en-US" altLang="zh-CN" dirty="0">
                <a:latin typeface="Verdana" pitchFamily="34" charset="0"/>
              </a:rPr>
              <a:t> and Norton equivalent circuits</a:t>
            </a:r>
          </a:p>
          <a:p>
            <a:pPr marL="457200" indent="-457200" eaLnBrk="1" hangingPunct="1">
              <a:lnSpc>
                <a:spcPct val="170000"/>
              </a:lnSpc>
              <a:buClr>
                <a:schemeClr val="tx2"/>
              </a:buClr>
              <a:buFont typeface="Wingdings" pitchFamily="2" charset="2"/>
              <a:buChar char="n"/>
            </a:pPr>
            <a:endParaRPr lang="en-US" altLang="zh-CN" dirty="0">
              <a:latin typeface="Verdana" pitchFamily="34" charset="0"/>
            </a:endParaRPr>
          </a:p>
          <a:p>
            <a:pPr marL="457200" indent="-457200" eaLnBrk="1" hangingPunct="1">
              <a:lnSpc>
                <a:spcPct val="170000"/>
              </a:lnSpc>
              <a:buClr>
                <a:schemeClr val="tx2"/>
              </a:buClr>
              <a:buFont typeface="Wingdings" pitchFamily="2" charset="2"/>
              <a:buChar char="n"/>
            </a:pPr>
            <a:r>
              <a:rPr lang="en-US" altLang="zh-CN" dirty="0">
                <a:latin typeface="Verdana" pitchFamily="34" charset="0"/>
              </a:rPr>
              <a:t>Op amp ac circuits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863600" y="116632"/>
            <a:ext cx="7848600" cy="104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Arial Black" pitchFamily="34" charset="0"/>
              </a:rPr>
              <a:t>Chapter 10   Sinusoidal Steady-state Analysis</a:t>
            </a:r>
          </a:p>
        </p:txBody>
      </p:sp>
    </p:spTree>
    <p:extLst>
      <p:ext uri="{BB962C8B-B14F-4D97-AF65-F5344CB8AC3E}">
        <p14:creationId xmlns:p14="http://schemas.microsoft.com/office/powerpoint/2010/main" val="312255431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1"/>
          <p:cNvSpPr txBox="1">
            <a:spLocks noChangeArrowheads="1"/>
          </p:cNvSpPr>
          <p:nvPr/>
        </p:nvSpPr>
        <p:spPr bwMode="auto">
          <a:xfrm>
            <a:off x="935038" y="339725"/>
            <a:ext cx="494823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Chapter objectives</a:t>
            </a:r>
            <a:endParaRPr lang="zh-CN" altLang="en-US" sz="3600" dirty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52369" y="1238729"/>
            <a:ext cx="7021512" cy="489364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>
              <a:buClr>
                <a:schemeClr val="tx2">
                  <a:lumMod val="75000"/>
                </a:schemeClr>
              </a:buClr>
              <a:buSzPct val="100000"/>
              <a:buFont typeface="Wingdings" pitchFamily="2" charset="2"/>
              <a:buChar char="n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Apply previously learned circuit techniques to sinusoidal steady-state analysis</a:t>
            </a:r>
          </a:p>
          <a:p>
            <a:pPr algn="just">
              <a:buClr>
                <a:schemeClr val="tx2">
                  <a:lumMod val="75000"/>
                </a:schemeClr>
              </a:buClr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342900" indent="-342900" algn="just">
              <a:buClr>
                <a:schemeClr val="tx2">
                  <a:lumMod val="75000"/>
                </a:schemeClr>
              </a:buClr>
              <a:buSzPct val="100000"/>
              <a:buFont typeface="Wingdings" pitchFamily="2" charset="2"/>
              <a:buChar char="n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Learn how to apply nodal and mesh analysis in the frequency domain</a:t>
            </a:r>
          </a:p>
          <a:p>
            <a:pPr algn="just">
              <a:buClr>
                <a:schemeClr val="tx2">
                  <a:lumMod val="75000"/>
                </a:schemeClr>
              </a:buClr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342900" indent="-342900" algn="just">
              <a:buClr>
                <a:schemeClr val="tx2">
                  <a:lumMod val="75000"/>
                </a:schemeClr>
              </a:buClr>
              <a:buSzPct val="100000"/>
              <a:buFont typeface="Wingdings" pitchFamily="2" charset="2"/>
              <a:buChar char="n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Learn how to apply superposition, </a:t>
            </a:r>
            <a:r>
              <a:rPr kumimoji="1" lang="en-US" altLang="zh-CN" sz="2400" b="1" dirty="0" err="1">
                <a:latin typeface="Verdana" pitchFamily="34" charset="0"/>
                <a:ea typeface="宋体" charset="-122"/>
              </a:rPr>
              <a:t>Thevenin’s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 and Norton’s theorems in the frequency domain</a:t>
            </a:r>
          </a:p>
          <a:p>
            <a:pPr algn="just">
              <a:buClr>
                <a:schemeClr val="tx2">
                  <a:lumMod val="75000"/>
                </a:schemeClr>
              </a:buClr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342900" indent="-342900" algn="just">
              <a:buClr>
                <a:schemeClr val="tx2">
                  <a:lumMod val="75000"/>
                </a:schemeClr>
              </a:buClr>
              <a:buSzPct val="100000"/>
              <a:buFont typeface="Wingdings" pitchFamily="2" charset="2"/>
              <a:buChar char="n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Learn how to analyze AC Op Amp circuits</a:t>
            </a:r>
          </a:p>
        </p:txBody>
      </p:sp>
    </p:spTree>
    <p:extLst>
      <p:ext uri="{BB962C8B-B14F-4D97-AF65-F5344CB8AC3E}">
        <p14:creationId xmlns:p14="http://schemas.microsoft.com/office/powerpoint/2010/main" val="37581948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"/>
          <p:cNvSpPr txBox="1">
            <a:spLocks noChangeArrowheads="1"/>
          </p:cNvSpPr>
          <p:nvPr/>
        </p:nvSpPr>
        <p:spPr bwMode="auto">
          <a:xfrm>
            <a:off x="971550" y="258763"/>
            <a:ext cx="7056438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Key points</a:t>
            </a:r>
            <a:endParaRPr lang="zh-CN" altLang="en-US" sz="3600" dirty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8313" y="1520825"/>
            <a:ext cx="8064500" cy="415498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SzPct val="100000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Be able to apply previously learned circuit techniques to sinusoidal steady-state analysis</a:t>
            </a:r>
          </a:p>
          <a:p>
            <a:pPr algn="l">
              <a:buFont typeface="Wingdings" pitchFamily="2" charset="2"/>
              <a:buNone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l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Nodal and mesh analysis </a:t>
            </a:r>
          </a:p>
          <a:p>
            <a:pPr algn="l"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algn="l">
              <a:buFont typeface="Wingdings" pitchFamily="2" charset="2"/>
              <a:buNone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l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Superposition theorem</a:t>
            </a:r>
          </a:p>
          <a:p>
            <a:pPr algn="l">
              <a:buSzPct val="100000"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algn="l">
              <a:buFont typeface="Wingdings" pitchFamily="2" charset="2"/>
              <a:buNone/>
              <a:defRPr/>
            </a:pPr>
            <a:endParaRPr kumimoji="1" lang="en-US" altLang="zh-CN" sz="2400" b="1" dirty="0">
              <a:latin typeface="Verdana" pitchFamily="34" charset="0"/>
              <a:ea typeface="宋体" charset="-122"/>
            </a:endParaRPr>
          </a:p>
          <a:p>
            <a:pPr marL="457200" indent="-457200" algn="l"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400" b="1" dirty="0" err="1">
                <a:latin typeface="Verdana" pitchFamily="34" charset="0"/>
                <a:ea typeface="宋体" charset="-122"/>
              </a:rPr>
              <a:t>Thevenin’s</a:t>
            </a:r>
            <a:r>
              <a:rPr kumimoji="1" lang="en-US" altLang="zh-CN" sz="2400" b="1" dirty="0">
                <a:latin typeface="Verdana" pitchFamily="34" charset="0"/>
                <a:ea typeface="宋体" charset="-122"/>
              </a:rPr>
              <a:t> and Norton’s theorems</a:t>
            </a:r>
          </a:p>
        </p:txBody>
      </p:sp>
    </p:spTree>
    <p:extLst>
      <p:ext uri="{BB962C8B-B14F-4D97-AF65-F5344CB8AC3E}">
        <p14:creationId xmlns:p14="http://schemas.microsoft.com/office/powerpoint/2010/main" val="25360880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474" name="Rectangle 2"/>
          <p:cNvSpPr>
            <a:spLocks noChangeArrowheads="1"/>
          </p:cNvSpPr>
          <p:nvPr/>
        </p:nvSpPr>
        <p:spPr bwMode="auto">
          <a:xfrm>
            <a:off x="971550" y="1151265"/>
            <a:ext cx="64443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latin typeface="Arial Black" pitchFamily="34" charset="0"/>
              </a:rPr>
              <a:t>Steps to analyze ac circuits:</a:t>
            </a:r>
            <a:endParaRPr lang="zh-CN" altLang="en-US" sz="2800" dirty="0">
              <a:solidFill>
                <a:schemeClr val="tx2"/>
              </a:solidFill>
              <a:latin typeface="Arial Black" pitchFamily="34" charset="0"/>
            </a:endParaRPr>
          </a:p>
        </p:txBody>
      </p:sp>
      <p:sp>
        <p:nvSpPr>
          <p:cNvPr id="1897475" name="Text Box 3"/>
          <p:cNvSpPr txBox="1">
            <a:spLocks noChangeArrowheads="1"/>
          </p:cNvSpPr>
          <p:nvPr/>
        </p:nvSpPr>
        <p:spPr bwMode="auto">
          <a:xfrm>
            <a:off x="819635" y="1556792"/>
            <a:ext cx="7667625" cy="5607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995363" indent="-45720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371600" indent="-45720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828800" indent="-45720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indent="-45720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AutoNum type="arabicPeriod"/>
            </a:pPr>
            <a:r>
              <a:rPr lang="en-US" altLang="zh-CN" sz="2800" b="1" dirty="0">
                <a:latin typeface="Tahoma" pitchFamily="34" charset="0"/>
              </a:rPr>
              <a:t>Transform the circuit to the </a:t>
            </a:r>
            <a:r>
              <a:rPr lang="en-US" altLang="zh-CN" sz="2800" b="1" dirty="0" err="1">
                <a:latin typeface="Tahoma" pitchFamily="34" charset="0"/>
              </a:rPr>
              <a:t>phasor</a:t>
            </a:r>
            <a:r>
              <a:rPr lang="en-US" altLang="zh-CN" sz="2800" b="1" dirty="0">
                <a:latin typeface="Tahoma" pitchFamily="34" charset="0"/>
              </a:rPr>
              <a:t> or frequency domain;</a:t>
            </a:r>
          </a:p>
          <a:p>
            <a:pPr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AutoNum type="arabicPeriod"/>
            </a:pPr>
            <a:r>
              <a:rPr lang="en-US" altLang="zh-CN" sz="2800" b="1" dirty="0">
                <a:latin typeface="Tahoma" pitchFamily="34" charset="0"/>
              </a:rPr>
              <a:t>Solve the problem using circuit techniques (nodal and mesh analysis, superposition, </a:t>
            </a:r>
            <a:r>
              <a:rPr lang="en-US" altLang="zh-CN" sz="2800" b="1" dirty="0" err="1">
                <a:latin typeface="Tahoma" pitchFamily="34" charset="0"/>
              </a:rPr>
              <a:t>etc</a:t>
            </a:r>
            <a:r>
              <a:rPr lang="en-US" altLang="zh-CN" sz="2800" b="1" dirty="0">
                <a:latin typeface="Tahoma" pitchFamily="34" charset="0"/>
              </a:rPr>
              <a:t>);</a:t>
            </a:r>
          </a:p>
          <a:p>
            <a:pPr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AutoNum type="arabicPeriod"/>
            </a:pPr>
            <a:r>
              <a:rPr lang="en-US" altLang="zh-CN" sz="2800" b="1" dirty="0">
                <a:latin typeface="Tahoma" pitchFamily="34" charset="0"/>
              </a:rPr>
              <a:t>Transform the resulting phasor to the time domain</a:t>
            </a:r>
            <a:r>
              <a:rPr lang="zh-CN" altLang="en-US" sz="2800" b="1" dirty="0">
                <a:latin typeface="Tahoma" pitchFamily="34" charset="0"/>
              </a:rPr>
              <a:t> </a:t>
            </a:r>
            <a:r>
              <a:rPr lang="en-US" altLang="zh-CN" sz="2800" b="1" dirty="0">
                <a:latin typeface="Tahoma" pitchFamily="34" charset="0"/>
              </a:rPr>
              <a:t>if</a:t>
            </a:r>
            <a:r>
              <a:rPr lang="zh-CN" altLang="en-US" sz="2800" b="1" dirty="0">
                <a:latin typeface="Tahoma" pitchFamily="34" charset="0"/>
              </a:rPr>
              <a:t> </a:t>
            </a:r>
            <a:r>
              <a:rPr lang="en-US" altLang="zh-CN" sz="2800" b="1" dirty="0">
                <a:latin typeface="Tahoma" pitchFamily="34" charset="0"/>
              </a:rPr>
              <a:t>necessary.</a:t>
            </a:r>
          </a:p>
          <a:p>
            <a:pPr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AutoNum type="arabicPeriod"/>
            </a:pPr>
            <a:endParaRPr lang="en-US" altLang="zh-CN" sz="2800" dirty="0">
              <a:latin typeface="Tahoma" pitchFamily="34" charset="0"/>
            </a:endParaRPr>
          </a:p>
        </p:txBody>
      </p:sp>
      <p:sp>
        <p:nvSpPr>
          <p:cNvPr id="4" name="Text Box 43"/>
          <p:cNvSpPr txBox="1">
            <a:spLocks noChangeArrowheads="1"/>
          </p:cNvSpPr>
          <p:nvPr/>
        </p:nvSpPr>
        <p:spPr bwMode="auto">
          <a:xfrm>
            <a:off x="971550" y="204788"/>
            <a:ext cx="46805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66FF"/>
              </a:buClr>
              <a:buSzPct val="60000"/>
              <a:buFont typeface="Wingdings" pitchFamily="2" charset="2"/>
              <a:buChar char="n"/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1" hangingPunct="1"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10.1  Introduction</a:t>
            </a:r>
          </a:p>
        </p:txBody>
      </p:sp>
    </p:spTree>
    <p:extLst>
      <p:ext uri="{BB962C8B-B14F-4D97-AF65-F5344CB8AC3E}">
        <p14:creationId xmlns:p14="http://schemas.microsoft.com/office/powerpoint/2010/main" val="15661202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97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74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fig8-39"/>
          <p:cNvPicPr>
            <a:picLocks noChangeAspect="1" noChangeArrowheads="1"/>
          </p:cNvPicPr>
          <p:nvPr/>
        </p:nvPicPr>
        <p:blipFill>
          <a:blip r:embed="rId3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3771900" cy="324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762000" y="5029200"/>
            <a:ext cx="2971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 b="1" dirty="0"/>
              <a:t> An example node</a:t>
            </a:r>
          </a:p>
        </p:txBody>
      </p:sp>
      <p:pic>
        <p:nvPicPr>
          <p:cNvPr id="3079" name="Picture 7" descr="EqA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828800"/>
            <a:ext cx="4079875" cy="76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 descr="EqB"/>
          <p:cNvPicPr>
            <a:picLocks noChangeAspect="1" noChangeArrowheads="1"/>
          </p:cNvPicPr>
          <p:nvPr/>
        </p:nvPicPr>
        <p:blipFill>
          <a:blip r:embed="rId5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276600"/>
            <a:ext cx="4835525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3" name="Picture 11" descr="EqC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572000"/>
            <a:ext cx="4640263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938212" y="332656"/>
            <a:ext cx="60483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00113" indent="-900113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107950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258888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438275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10.2  Nodal analysis </a:t>
            </a:r>
          </a:p>
        </p:txBody>
      </p:sp>
    </p:spTree>
    <p:extLst>
      <p:ext uri="{BB962C8B-B14F-4D97-AF65-F5344CB8AC3E}">
        <p14:creationId xmlns:p14="http://schemas.microsoft.com/office/powerpoint/2010/main" val="6972455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287338" y="1592263"/>
            <a:ext cx="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390" name="Group 6"/>
          <p:cNvGrpSpPr>
            <a:grpSpLocks/>
          </p:cNvGrpSpPr>
          <p:nvPr/>
        </p:nvGrpSpPr>
        <p:grpSpPr bwMode="auto">
          <a:xfrm>
            <a:off x="0" y="2312988"/>
            <a:ext cx="576263" cy="576262"/>
            <a:chOff x="8460" y="10050"/>
            <a:chExt cx="360" cy="360"/>
          </a:xfrm>
        </p:grpSpPr>
        <p:sp>
          <p:nvSpPr>
            <p:cNvPr id="16391" name="Oval 7"/>
            <p:cNvSpPr>
              <a:spLocks noChangeArrowheads="1"/>
            </p:cNvSpPr>
            <p:nvPr/>
          </p:nvSpPr>
          <p:spPr bwMode="auto">
            <a:xfrm rot="-10800000" flipH="1" flipV="1">
              <a:off x="8460" y="10050"/>
              <a:ext cx="360" cy="360"/>
            </a:xfrm>
            <a:prstGeom prst="ellipse">
              <a:avLst/>
            </a:prstGeom>
            <a:solidFill>
              <a:srgbClr val="FFFFFF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392" name="Group 8"/>
            <p:cNvGrpSpPr>
              <a:grpSpLocks/>
            </p:cNvGrpSpPr>
            <p:nvPr/>
          </p:nvGrpSpPr>
          <p:grpSpPr bwMode="auto">
            <a:xfrm rot="-10800000" flipH="1" flipV="1">
              <a:off x="8578" y="10122"/>
              <a:ext cx="120" cy="201"/>
              <a:chOff x="9615" y="10500"/>
              <a:chExt cx="120" cy="201"/>
            </a:xfrm>
          </p:grpSpPr>
          <p:sp>
            <p:nvSpPr>
              <p:cNvPr id="16393" name="Line 9"/>
              <p:cNvSpPr>
                <a:spLocks noChangeShapeType="1"/>
              </p:cNvSpPr>
              <p:nvPr/>
            </p:nvSpPr>
            <p:spPr bwMode="auto">
              <a:xfrm>
                <a:off x="9615" y="10560"/>
                <a:ext cx="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94" name="Line 10"/>
              <p:cNvSpPr>
                <a:spLocks noChangeShapeType="1"/>
              </p:cNvSpPr>
              <p:nvPr/>
            </p:nvSpPr>
            <p:spPr bwMode="auto">
              <a:xfrm rot="-5400000">
                <a:off x="9615" y="10560"/>
                <a:ext cx="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95" name="Line 11"/>
              <p:cNvSpPr>
                <a:spLocks noChangeShapeType="1"/>
              </p:cNvSpPr>
              <p:nvPr/>
            </p:nvSpPr>
            <p:spPr bwMode="auto">
              <a:xfrm>
                <a:off x="9615" y="10701"/>
                <a:ext cx="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287338" y="2817813"/>
            <a:ext cx="2879725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kumimoji="1" lang="en-US" altLang="zh-CN" sz="2400">
                <a:latin typeface="Times New Roman" pitchFamily="18" charset="0"/>
              </a:rPr>
              <a:t>20cos4t V</a:t>
            </a:r>
          </a:p>
        </p:txBody>
      </p:sp>
      <p:grpSp>
        <p:nvGrpSpPr>
          <p:cNvPr id="16397" name="Group 13"/>
          <p:cNvGrpSpPr>
            <a:grpSpLocks/>
          </p:cNvGrpSpPr>
          <p:nvPr/>
        </p:nvGrpSpPr>
        <p:grpSpPr bwMode="auto">
          <a:xfrm>
            <a:off x="792163" y="1449388"/>
            <a:ext cx="792162" cy="288925"/>
            <a:chOff x="1086" y="1591"/>
            <a:chExt cx="433" cy="118"/>
          </a:xfrm>
        </p:grpSpPr>
        <p:sp>
          <p:nvSpPr>
            <p:cNvPr id="16398" name="Freeform 14"/>
            <p:cNvSpPr>
              <a:spLocks/>
            </p:cNvSpPr>
            <p:nvPr/>
          </p:nvSpPr>
          <p:spPr bwMode="auto">
            <a:xfrm>
              <a:off x="1097" y="1628"/>
              <a:ext cx="417" cy="51"/>
            </a:xfrm>
            <a:custGeom>
              <a:avLst/>
              <a:gdLst>
                <a:gd name="T0" fmla="*/ 0 w 461"/>
                <a:gd name="T1" fmla="*/ 41 h 41"/>
                <a:gd name="T2" fmla="*/ 0 w 461"/>
                <a:gd name="T3" fmla="*/ 0 h 41"/>
                <a:gd name="T4" fmla="*/ 461 w 461"/>
                <a:gd name="T5" fmla="*/ 0 h 41"/>
                <a:gd name="T6" fmla="*/ 461 w 461"/>
                <a:gd name="T7" fmla="*/ 41 h 41"/>
                <a:gd name="T8" fmla="*/ 0 w 461"/>
                <a:gd name="T9" fmla="*/ 41 h 41"/>
                <a:gd name="T10" fmla="*/ 0 w 461"/>
                <a:gd name="T11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1" h="41">
                  <a:moveTo>
                    <a:pt x="0" y="41"/>
                  </a:moveTo>
                  <a:lnTo>
                    <a:pt x="0" y="0"/>
                  </a:lnTo>
                  <a:lnTo>
                    <a:pt x="461" y="0"/>
                  </a:lnTo>
                  <a:lnTo>
                    <a:pt x="461" y="41"/>
                  </a:lnTo>
                  <a:lnTo>
                    <a:pt x="0" y="4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Freeform 15"/>
            <p:cNvSpPr>
              <a:spLocks/>
            </p:cNvSpPr>
            <p:nvPr/>
          </p:nvSpPr>
          <p:spPr bwMode="auto">
            <a:xfrm>
              <a:off x="1492" y="1650"/>
              <a:ext cx="27" cy="59"/>
            </a:xfrm>
            <a:custGeom>
              <a:avLst/>
              <a:gdLst>
                <a:gd name="T0" fmla="*/ 30 w 30"/>
                <a:gd name="T1" fmla="*/ 0 h 47"/>
                <a:gd name="T2" fmla="*/ 0 w 30"/>
                <a:gd name="T3" fmla="*/ 47 h 47"/>
                <a:gd name="T4" fmla="*/ 30 w 30"/>
                <a:gd name="T5" fmla="*/ 0 h 47"/>
                <a:gd name="T6" fmla="*/ 30 w 30"/>
                <a:gd name="T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47">
                  <a:moveTo>
                    <a:pt x="30" y="0"/>
                  </a:moveTo>
                  <a:lnTo>
                    <a:pt x="0" y="47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Freeform 16"/>
            <p:cNvSpPr>
              <a:spLocks noEditPoints="1"/>
            </p:cNvSpPr>
            <p:nvPr/>
          </p:nvSpPr>
          <p:spPr bwMode="auto">
            <a:xfrm>
              <a:off x="1465" y="1650"/>
              <a:ext cx="27" cy="59"/>
            </a:xfrm>
            <a:custGeom>
              <a:avLst/>
              <a:gdLst>
                <a:gd name="T0" fmla="*/ 30 w 30"/>
                <a:gd name="T1" fmla="*/ 47 h 47"/>
                <a:gd name="T2" fmla="*/ 0 w 30"/>
                <a:gd name="T3" fmla="*/ 0 h 47"/>
                <a:gd name="T4" fmla="*/ 30 w 30"/>
                <a:gd name="T5" fmla="*/ 47 h 47"/>
                <a:gd name="T6" fmla="*/ 30 w 30"/>
                <a:gd name="T7" fmla="*/ 47 h 47"/>
                <a:gd name="T8" fmla="*/ 30 w 30"/>
                <a:gd name="T9" fmla="*/ 47 h 47"/>
                <a:gd name="T10" fmla="*/ 30 w 30"/>
                <a:gd name="T11" fmla="*/ 47 h 47"/>
                <a:gd name="T12" fmla="*/ 30 w 30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7">
                  <a:moveTo>
                    <a:pt x="30" y="47"/>
                  </a:moveTo>
                  <a:lnTo>
                    <a:pt x="0" y="0"/>
                  </a:lnTo>
                  <a:lnTo>
                    <a:pt x="30" y="47"/>
                  </a:lnTo>
                  <a:lnTo>
                    <a:pt x="30" y="47"/>
                  </a:lnTo>
                  <a:close/>
                  <a:moveTo>
                    <a:pt x="30" y="47"/>
                  </a:moveTo>
                  <a:lnTo>
                    <a:pt x="30" y="47"/>
                  </a:lnTo>
                  <a:lnTo>
                    <a:pt x="30" y="47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1" name="Freeform 17"/>
            <p:cNvSpPr>
              <a:spLocks noEditPoints="1"/>
            </p:cNvSpPr>
            <p:nvPr/>
          </p:nvSpPr>
          <p:spPr bwMode="auto">
            <a:xfrm>
              <a:off x="1438" y="1591"/>
              <a:ext cx="27" cy="59"/>
            </a:xfrm>
            <a:custGeom>
              <a:avLst/>
              <a:gdLst>
                <a:gd name="T0" fmla="*/ 30 w 30"/>
                <a:gd name="T1" fmla="*/ 48 h 48"/>
                <a:gd name="T2" fmla="*/ 0 w 30"/>
                <a:gd name="T3" fmla="*/ 0 h 48"/>
                <a:gd name="T4" fmla="*/ 30 w 30"/>
                <a:gd name="T5" fmla="*/ 48 h 48"/>
                <a:gd name="T6" fmla="*/ 30 w 30"/>
                <a:gd name="T7" fmla="*/ 48 h 48"/>
                <a:gd name="T8" fmla="*/ 30 w 30"/>
                <a:gd name="T9" fmla="*/ 48 h 48"/>
                <a:gd name="T10" fmla="*/ 30 w 30"/>
                <a:gd name="T11" fmla="*/ 48 h 48"/>
                <a:gd name="T12" fmla="*/ 30 w 30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8">
                  <a:moveTo>
                    <a:pt x="30" y="48"/>
                  </a:moveTo>
                  <a:lnTo>
                    <a:pt x="0" y="0"/>
                  </a:lnTo>
                  <a:lnTo>
                    <a:pt x="30" y="48"/>
                  </a:lnTo>
                  <a:lnTo>
                    <a:pt x="30" y="48"/>
                  </a:lnTo>
                  <a:close/>
                  <a:moveTo>
                    <a:pt x="30" y="48"/>
                  </a:moveTo>
                  <a:lnTo>
                    <a:pt x="30" y="48"/>
                  </a:lnTo>
                  <a:lnTo>
                    <a:pt x="30" y="48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2" name="Freeform 18"/>
            <p:cNvSpPr>
              <a:spLocks noEditPoints="1"/>
            </p:cNvSpPr>
            <p:nvPr/>
          </p:nvSpPr>
          <p:spPr bwMode="auto">
            <a:xfrm>
              <a:off x="1411" y="1591"/>
              <a:ext cx="27" cy="59"/>
            </a:xfrm>
            <a:custGeom>
              <a:avLst/>
              <a:gdLst>
                <a:gd name="T0" fmla="*/ 30 w 30"/>
                <a:gd name="T1" fmla="*/ 0 h 48"/>
                <a:gd name="T2" fmla="*/ 0 w 30"/>
                <a:gd name="T3" fmla="*/ 48 h 48"/>
                <a:gd name="T4" fmla="*/ 30 w 30"/>
                <a:gd name="T5" fmla="*/ 0 h 48"/>
                <a:gd name="T6" fmla="*/ 30 w 30"/>
                <a:gd name="T7" fmla="*/ 0 h 48"/>
                <a:gd name="T8" fmla="*/ 30 w 30"/>
                <a:gd name="T9" fmla="*/ 0 h 48"/>
                <a:gd name="T10" fmla="*/ 30 w 30"/>
                <a:gd name="T11" fmla="*/ 0 h 48"/>
                <a:gd name="T12" fmla="*/ 30 w 30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8">
                  <a:moveTo>
                    <a:pt x="30" y="0"/>
                  </a:moveTo>
                  <a:lnTo>
                    <a:pt x="0" y="48"/>
                  </a:lnTo>
                  <a:lnTo>
                    <a:pt x="30" y="0"/>
                  </a:lnTo>
                  <a:lnTo>
                    <a:pt x="30" y="0"/>
                  </a:lnTo>
                  <a:close/>
                  <a:moveTo>
                    <a:pt x="30" y="0"/>
                  </a:move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3" name="Freeform 19"/>
            <p:cNvSpPr>
              <a:spLocks noEditPoints="1"/>
            </p:cNvSpPr>
            <p:nvPr/>
          </p:nvSpPr>
          <p:spPr bwMode="auto">
            <a:xfrm>
              <a:off x="1411" y="1650"/>
              <a:ext cx="1" cy="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4" name="Freeform 20"/>
            <p:cNvSpPr>
              <a:spLocks noEditPoints="1"/>
            </p:cNvSpPr>
            <p:nvPr/>
          </p:nvSpPr>
          <p:spPr bwMode="auto">
            <a:xfrm>
              <a:off x="1384" y="1650"/>
              <a:ext cx="27" cy="59"/>
            </a:xfrm>
            <a:custGeom>
              <a:avLst/>
              <a:gdLst>
                <a:gd name="T0" fmla="*/ 30 w 30"/>
                <a:gd name="T1" fmla="*/ 0 h 47"/>
                <a:gd name="T2" fmla="*/ 0 w 30"/>
                <a:gd name="T3" fmla="*/ 47 h 47"/>
                <a:gd name="T4" fmla="*/ 30 w 30"/>
                <a:gd name="T5" fmla="*/ 0 h 47"/>
                <a:gd name="T6" fmla="*/ 30 w 30"/>
                <a:gd name="T7" fmla="*/ 0 h 47"/>
                <a:gd name="T8" fmla="*/ 30 w 30"/>
                <a:gd name="T9" fmla="*/ 0 h 47"/>
                <a:gd name="T10" fmla="*/ 30 w 30"/>
                <a:gd name="T11" fmla="*/ 0 h 47"/>
                <a:gd name="T12" fmla="*/ 30 w 30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7">
                  <a:moveTo>
                    <a:pt x="30" y="0"/>
                  </a:moveTo>
                  <a:lnTo>
                    <a:pt x="0" y="47"/>
                  </a:lnTo>
                  <a:lnTo>
                    <a:pt x="30" y="0"/>
                  </a:lnTo>
                  <a:lnTo>
                    <a:pt x="30" y="0"/>
                  </a:lnTo>
                  <a:close/>
                  <a:moveTo>
                    <a:pt x="30" y="0"/>
                  </a:move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5" name="Freeform 21"/>
            <p:cNvSpPr>
              <a:spLocks noEditPoints="1"/>
            </p:cNvSpPr>
            <p:nvPr/>
          </p:nvSpPr>
          <p:spPr bwMode="auto">
            <a:xfrm>
              <a:off x="1356" y="1650"/>
              <a:ext cx="28" cy="59"/>
            </a:xfrm>
            <a:custGeom>
              <a:avLst/>
              <a:gdLst>
                <a:gd name="T0" fmla="*/ 30 w 30"/>
                <a:gd name="T1" fmla="*/ 47 h 47"/>
                <a:gd name="T2" fmla="*/ 0 w 30"/>
                <a:gd name="T3" fmla="*/ 0 h 47"/>
                <a:gd name="T4" fmla="*/ 30 w 30"/>
                <a:gd name="T5" fmla="*/ 47 h 47"/>
                <a:gd name="T6" fmla="*/ 30 w 30"/>
                <a:gd name="T7" fmla="*/ 47 h 47"/>
                <a:gd name="T8" fmla="*/ 30 w 30"/>
                <a:gd name="T9" fmla="*/ 47 h 47"/>
                <a:gd name="T10" fmla="*/ 30 w 30"/>
                <a:gd name="T11" fmla="*/ 47 h 47"/>
                <a:gd name="T12" fmla="*/ 30 w 30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7">
                  <a:moveTo>
                    <a:pt x="30" y="47"/>
                  </a:moveTo>
                  <a:lnTo>
                    <a:pt x="0" y="0"/>
                  </a:lnTo>
                  <a:lnTo>
                    <a:pt x="30" y="47"/>
                  </a:lnTo>
                  <a:lnTo>
                    <a:pt x="30" y="47"/>
                  </a:lnTo>
                  <a:close/>
                  <a:moveTo>
                    <a:pt x="30" y="47"/>
                  </a:moveTo>
                  <a:lnTo>
                    <a:pt x="30" y="47"/>
                  </a:lnTo>
                  <a:lnTo>
                    <a:pt x="30" y="47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6" name="Freeform 22"/>
            <p:cNvSpPr>
              <a:spLocks noEditPoints="1"/>
            </p:cNvSpPr>
            <p:nvPr/>
          </p:nvSpPr>
          <p:spPr bwMode="auto">
            <a:xfrm>
              <a:off x="1329" y="1591"/>
              <a:ext cx="27" cy="59"/>
            </a:xfrm>
            <a:custGeom>
              <a:avLst/>
              <a:gdLst>
                <a:gd name="T0" fmla="*/ 30 w 30"/>
                <a:gd name="T1" fmla="*/ 48 h 48"/>
                <a:gd name="T2" fmla="*/ 0 w 30"/>
                <a:gd name="T3" fmla="*/ 0 h 48"/>
                <a:gd name="T4" fmla="*/ 30 w 30"/>
                <a:gd name="T5" fmla="*/ 48 h 48"/>
                <a:gd name="T6" fmla="*/ 30 w 30"/>
                <a:gd name="T7" fmla="*/ 48 h 48"/>
                <a:gd name="T8" fmla="*/ 30 w 30"/>
                <a:gd name="T9" fmla="*/ 48 h 48"/>
                <a:gd name="T10" fmla="*/ 30 w 30"/>
                <a:gd name="T11" fmla="*/ 48 h 48"/>
                <a:gd name="T12" fmla="*/ 30 w 30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8">
                  <a:moveTo>
                    <a:pt x="30" y="48"/>
                  </a:moveTo>
                  <a:lnTo>
                    <a:pt x="0" y="0"/>
                  </a:lnTo>
                  <a:lnTo>
                    <a:pt x="30" y="48"/>
                  </a:lnTo>
                  <a:lnTo>
                    <a:pt x="30" y="48"/>
                  </a:lnTo>
                  <a:close/>
                  <a:moveTo>
                    <a:pt x="30" y="48"/>
                  </a:moveTo>
                  <a:lnTo>
                    <a:pt x="30" y="48"/>
                  </a:lnTo>
                  <a:lnTo>
                    <a:pt x="30" y="48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7" name="Freeform 23"/>
            <p:cNvSpPr>
              <a:spLocks noEditPoints="1"/>
            </p:cNvSpPr>
            <p:nvPr/>
          </p:nvSpPr>
          <p:spPr bwMode="auto">
            <a:xfrm>
              <a:off x="1303" y="1591"/>
              <a:ext cx="26" cy="59"/>
            </a:xfrm>
            <a:custGeom>
              <a:avLst/>
              <a:gdLst>
                <a:gd name="T0" fmla="*/ 29 w 29"/>
                <a:gd name="T1" fmla="*/ 0 h 48"/>
                <a:gd name="T2" fmla="*/ 0 w 29"/>
                <a:gd name="T3" fmla="*/ 48 h 48"/>
                <a:gd name="T4" fmla="*/ 29 w 29"/>
                <a:gd name="T5" fmla="*/ 0 h 48"/>
                <a:gd name="T6" fmla="*/ 29 w 29"/>
                <a:gd name="T7" fmla="*/ 0 h 48"/>
                <a:gd name="T8" fmla="*/ 29 w 29"/>
                <a:gd name="T9" fmla="*/ 0 h 48"/>
                <a:gd name="T10" fmla="*/ 29 w 29"/>
                <a:gd name="T11" fmla="*/ 0 h 48"/>
                <a:gd name="T12" fmla="*/ 29 w 29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48">
                  <a:moveTo>
                    <a:pt x="29" y="0"/>
                  </a:moveTo>
                  <a:lnTo>
                    <a:pt x="0" y="48"/>
                  </a:lnTo>
                  <a:lnTo>
                    <a:pt x="29" y="0"/>
                  </a:lnTo>
                  <a:lnTo>
                    <a:pt x="29" y="0"/>
                  </a:lnTo>
                  <a:close/>
                  <a:moveTo>
                    <a:pt x="29" y="0"/>
                  </a:move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8" name="Freeform 24"/>
            <p:cNvSpPr>
              <a:spLocks noEditPoints="1"/>
            </p:cNvSpPr>
            <p:nvPr/>
          </p:nvSpPr>
          <p:spPr bwMode="auto">
            <a:xfrm>
              <a:off x="1276" y="1650"/>
              <a:ext cx="27" cy="59"/>
            </a:xfrm>
            <a:custGeom>
              <a:avLst/>
              <a:gdLst>
                <a:gd name="T0" fmla="*/ 30 w 30"/>
                <a:gd name="T1" fmla="*/ 0 h 47"/>
                <a:gd name="T2" fmla="*/ 0 w 30"/>
                <a:gd name="T3" fmla="*/ 47 h 47"/>
                <a:gd name="T4" fmla="*/ 30 w 30"/>
                <a:gd name="T5" fmla="*/ 0 h 47"/>
                <a:gd name="T6" fmla="*/ 30 w 30"/>
                <a:gd name="T7" fmla="*/ 0 h 47"/>
                <a:gd name="T8" fmla="*/ 30 w 30"/>
                <a:gd name="T9" fmla="*/ 0 h 47"/>
                <a:gd name="T10" fmla="*/ 30 w 30"/>
                <a:gd name="T11" fmla="*/ 0 h 47"/>
                <a:gd name="T12" fmla="*/ 30 w 30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7">
                  <a:moveTo>
                    <a:pt x="30" y="0"/>
                  </a:moveTo>
                  <a:lnTo>
                    <a:pt x="0" y="47"/>
                  </a:lnTo>
                  <a:lnTo>
                    <a:pt x="30" y="0"/>
                  </a:lnTo>
                  <a:lnTo>
                    <a:pt x="30" y="0"/>
                  </a:lnTo>
                  <a:close/>
                  <a:moveTo>
                    <a:pt x="30" y="0"/>
                  </a:move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9" name="Freeform 25"/>
            <p:cNvSpPr>
              <a:spLocks noEditPoints="1"/>
            </p:cNvSpPr>
            <p:nvPr/>
          </p:nvSpPr>
          <p:spPr bwMode="auto">
            <a:xfrm>
              <a:off x="1249" y="1650"/>
              <a:ext cx="27" cy="59"/>
            </a:xfrm>
            <a:custGeom>
              <a:avLst/>
              <a:gdLst>
                <a:gd name="T0" fmla="*/ 30 w 30"/>
                <a:gd name="T1" fmla="*/ 47 h 47"/>
                <a:gd name="T2" fmla="*/ 0 w 30"/>
                <a:gd name="T3" fmla="*/ 0 h 47"/>
                <a:gd name="T4" fmla="*/ 30 w 30"/>
                <a:gd name="T5" fmla="*/ 47 h 47"/>
                <a:gd name="T6" fmla="*/ 30 w 30"/>
                <a:gd name="T7" fmla="*/ 47 h 47"/>
                <a:gd name="T8" fmla="*/ 30 w 30"/>
                <a:gd name="T9" fmla="*/ 47 h 47"/>
                <a:gd name="T10" fmla="*/ 30 w 30"/>
                <a:gd name="T11" fmla="*/ 47 h 47"/>
                <a:gd name="T12" fmla="*/ 30 w 30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7">
                  <a:moveTo>
                    <a:pt x="30" y="47"/>
                  </a:moveTo>
                  <a:lnTo>
                    <a:pt x="0" y="0"/>
                  </a:lnTo>
                  <a:lnTo>
                    <a:pt x="30" y="47"/>
                  </a:lnTo>
                  <a:lnTo>
                    <a:pt x="30" y="47"/>
                  </a:lnTo>
                  <a:close/>
                  <a:moveTo>
                    <a:pt x="30" y="47"/>
                  </a:moveTo>
                  <a:lnTo>
                    <a:pt x="30" y="47"/>
                  </a:lnTo>
                  <a:lnTo>
                    <a:pt x="30" y="47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0" name="Freeform 26"/>
            <p:cNvSpPr>
              <a:spLocks noEditPoints="1"/>
            </p:cNvSpPr>
            <p:nvPr/>
          </p:nvSpPr>
          <p:spPr bwMode="auto">
            <a:xfrm>
              <a:off x="1222" y="1591"/>
              <a:ext cx="27" cy="59"/>
            </a:xfrm>
            <a:custGeom>
              <a:avLst/>
              <a:gdLst>
                <a:gd name="T0" fmla="*/ 30 w 30"/>
                <a:gd name="T1" fmla="*/ 48 h 48"/>
                <a:gd name="T2" fmla="*/ 0 w 30"/>
                <a:gd name="T3" fmla="*/ 0 h 48"/>
                <a:gd name="T4" fmla="*/ 30 w 30"/>
                <a:gd name="T5" fmla="*/ 48 h 48"/>
                <a:gd name="T6" fmla="*/ 30 w 30"/>
                <a:gd name="T7" fmla="*/ 48 h 48"/>
                <a:gd name="T8" fmla="*/ 30 w 30"/>
                <a:gd name="T9" fmla="*/ 48 h 48"/>
                <a:gd name="T10" fmla="*/ 30 w 30"/>
                <a:gd name="T11" fmla="*/ 48 h 48"/>
                <a:gd name="T12" fmla="*/ 30 w 30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8">
                  <a:moveTo>
                    <a:pt x="30" y="48"/>
                  </a:moveTo>
                  <a:lnTo>
                    <a:pt x="0" y="0"/>
                  </a:lnTo>
                  <a:lnTo>
                    <a:pt x="30" y="48"/>
                  </a:lnTo>
                  <a:lnTo>
                    <a:pt x="30" y="48"/>
                  </a:lnTo>
                  <a:close/>
                  <a:moveTo>
                    <a:pt x="30" y="48"/>
                  </a:moveTo>
                  <a:lnTo>
                    <a:pt x="30" y="48"/>
                  </a:lnTo>
                  <a:lnTo>
                    <a:pt x="30" y="48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1" name="Freeform 27"/>
            <p:cNvSpPr>
              <a:spLocks noEditPoints="1"/>
            </p:cNvSpPr>
            <p:nvPr/>
          </p:nvSpPr>
          <p:spPr bwMode="auto">
            <a:xfrm>
              <a:off x="1194" y="1591"/>
              <a:ext cx="28" cy="59"/>
            </a:xfrm>
            <a:custGeom>
              <a:avLst/>
              <a:gdLst>
                <a:gd name="T0" fmla="*/ 30 w 30"/>
                <a:gd name="T1" fmla="*/ 0 h 48"/>
                <a:gd name="T2" fmla="*/ 0 w 30"/>
                <a:gd name="T3" fmla="*/ 48 h 48"/>
                <a:gd name="T4" fmla="*/ 30 w 30"/>
                <a:gd name="T5" fmla="*/ 0 h 48"/>
                <a:gd name="T6" fmla="*/ 30 w 30"/>
                <a:gd name="T7" fmla="*/ 0 h 48"/>
                <a:gd name="T8" fmla="*/ 30 w 30"/>
                <a:gd name="T9" fmla="*/ 0 h 48"/>
                <a:gd name="T10" fmla="*/ 30 w 30"/>
                <a:gd name="T11" fmla="*/ 0 h 48"/>
                <a:gd name="T12" fmla="*/ 30 w 30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8">
                  <a:moveTo>
                    <a:pt x="30" y="0"/>
                  </a:moveTo>
                  <a:lnTo>
                    <a:pt x="0" y="48"/>
                  </a:lnTo>
                  <a:lnTo>
                    <a:pt x="30" y="0"/>
                  </a:lnTo>
                  <a:lnTo>
                    <a:pt x="30" y="0"/>
                  </a:lnTo>
                  <a:close/>
                  <a:moveTo>
                    <a:pt x="30" y="0"/>
                  </a:move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Freeform 28"/>
            <p:cNvSpPr>
              <a:spLocks noEditPoints="1"/>
            </p:cNvSpPr>
            <p:nvPr/>
          </p:nvSpPr>
          <p:spPr bwMode="auto">
            <a:xfrm>
              <a:off x="1173" y="1650"/>
              <a:ext cx="21" cy="59"/>
            </a:xfrm>
            <a:custGeom>
              <a:avLst/>
              <a:gdLst>
                <a:gd name="T0" fmla="*/ 24 w 24"/>
                <a:gd name="T1" fmla="*/ 0 h 47"/>
                <a:gd name="T2" fmla="*/ 0 w 24"/>
                <a:gd name="T3" fmla="*/ 47 h 47"/>
                <a:gd name="T4" fmla="*/ 24 w 24"/>
                <a:gd name="T5" fmla="*/ 0 h 47"/>
                <a:gd name="T6" fmla="*/ 24 w 24"/>
                <a:gd name="T7" fmla="*/ 0 h 47"/>
                <a:gd name="T8" fmla="*/ 24 w 24"/>
                <a:gd name="T9" fmla="*/ 0 h 47"/>
                <a:gd name="T10" fmla="*/ 24 w 24"/>
                <a:gd name="T11" fmla="*/ 0 h 47"/>
                <a:gd name="T12" fmla="*/ 24 w 24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47">
                  <a:moveTo>
                    <a:pt x="24" y="0"/>
                  </a:moveTo>
                  <a:lnTo>
                    <a:pt x="0" y="47"/>
                  </a:lnTo>
                  <a:lnTo>
                    <a:pt x="24" y="0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3" name="Freeform 29"/>
            <p:cNvSpPr>
              <a:spLocks noEditPoints="1"/>
            </p:cNvSpPr>
            <p:nvPr/>
          </p:nvSpPr>
          <p:spPr bwMode="auto">
            <a:xfrm>
              <a:off x="1146" y="1650"/>
              <a:ext cx="27" cy="59"/>
            </a:xfrm>
            <a:custGeom>
              <a:avLst/>
              <a:gdLst>
                <a:gd name="T0" fmla="*/ 30 w 30"/>
                <a:gd name="T1" fmla="*/ 47 h 47"/>
                <a:gd name="T2" fmla="*/ 0 w 30"/>
                <a:gd name="T3" fmla="*/ 0 h 47"/>
                <a:gd name="T4" fmla="*/ 30 w 30"/>
                <a:gd name="T5" fmla="*/ 47 h 47"/>
                <a:gd name="T6" fmla="*/ 30 w 30"/>
                <a:gd name="T7" fmla="*/ 47 h 47"/>
                <a:gd name="T8" fmla="*/ 30 w 30"/>
                <a:gd name="T9" fmla="*/ 47 h 47"/>
                <a:gd name="T10" fmla="*/ 30 w 30"/>
                <a:gd name="T11" fmla="*/ 47 h 47"/>
                <a:gd name="T12" fmla="*/ 30 w 30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7">
                  <a:moveTo>
                    <a:pt x="30" y="47"/>
                  </a:moveTo>
                  <a:lnTo>
                    <a:pt x="0" y="0"/>
                  </a:lnTo>
                  <a:lnTo>
                    <a:pt x="30" y="47"/>
                  </a:lnTo>
                  <a:lnTo>
                    <a:pt x="30" y="47"/>
                  </a:lnTo>
                  <a:close/>
                  <a:moveTo>
                    <a:pt x="30" y="47"/>
                  </a:moveTo>
                  <a:lnTo>
                    <a:pt x="30" y="47"/>
                  </a:lnTo>
                  <a:lnTo>
                    <a:pt x="30" y="47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4" name="Freeform 30"/>
            <p:cNvSpPr>
              <a:spLocks noEditPoints="1"/>
            </p:cNvSpPr>
            <p:nvPr/>
          </p:nvSpPr>
          <p:spPr bwMode="auto">
            <a:xfrm>
              <a:off x="1118" y="1591"/>
              <a:ext cx="28" cy="59"/>
            </a:xfrm>
            <a:custGeom>
              <a:avLst/>
              <a:gdLst>
                <a:gd name="T0" fmla="*/ 30 w 30"/>
                <a:gd name="T1" fmla="*/ 48 h 48"/>
                <a:gd name="T2" fmla="*/ 0 w 30"/>
                <a:gd name="T3" fmla="*/ 0 h 48"/>
                <a:gd name="T4" fmla="*/ 30 w 30"/>
                <a:gd name="T5" fmla="*/ 48 h 48"/>
                <a:gd name="T6" fmla="*/ 30 w 30"/>
                <a:gd name="T7" fmla="*/ 48 h 48"/>
                <a:gd name="T8" fmla="*/ 30 w 30"/>
                <a:gd name="T9" fmla="*/ 48 h 48"/>
                <a:gd name="T10" fmla="*/ 30 w 30"/>
                <a:gd name="T11" fmla="*/ 48 h 48"/>
                <a:gd name="T12" fmla="*/ 30 w 30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8">
                  <a:moveTo>
                    <a:pt x="30" y="48"/>
                  </a:moveTo>
                  <a:lnTo>
                    <a:pt x="0" y="0"/>
                  </a:lnTo>
                  <a:lnTo>
                    <a:pt x="30" y="48"/>
                  </a:lnTo>
                  <a:lnTo>
                    <a:pt x="30" y="48"/>
                  </a:lnTo>
                  <a:close/>
                  <a:moveTo>
                    <a:pt x="30" y="48"/>
                  </a:moveTo>
                  <a:lnTo>
                    <a:pt x="30" y="48"/>
                  </a:lnTo>
                  <a:lnTo>
                    <a:pt x="30" y="48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5" name="Freeform 31"/>
            <p:cNvSpPr>
              <a:spLocks noEditPoints="1"/>
            </p:cNvSpPr>
            <p:nvPr/>
          </p:nvSpPr>
          <p:spPr bwMode="auto">
            <a:xfrm>
              <a:off x="1086" y="1591"/>
              <a:ext cx="32" cy="66"/>
            </a:xfrm>
            <a:custGeom>
              <a:avLst/>
              <a:gdLst>
                <a:gd name="T0" fmla="*/ 36 w 36"/>
                <a:gd name="T1" fmla="*/ 0 h 53"/>
                <a:gd name="T2" fmla="*/ 0 w 36"/>
                <a:gd name="T3" fmla="*/ 53 h 53"/>
                <a:gd name="T4" fmla="*/ 36 w 36"/>
                <a:gd name="T5" fmla="*/ 0 h 53"/>
                <a:gd name="T6" fmla="*/ 36 w 36"/>
                <a:gd name="T7" fmla="*/ 0 h 53"/>
                <a:gd name="T8" fmla="*/ 36 w 36"/>
                <a:gd name="T9" fmla="*/ 0 h 53"/>
                <a:gd name="T10" fmla="*/ 36 w 36"/>
                <a:gd name="T11" fmla="*/ 0 h 53"/>
                <a:gd name="T12" fmla="*/ 36 w 36"/>
                <a:gd name="T13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53">
                  <a:moveTo>
                    <a:pt x="36" y="0"/>
                  </a:moveTo>
                  <a:lnTo>
                    <a:pt x="0" y="53"/>
                  </a:lnTo>
                  <a:lnTo>
                    <a:pt x="36" y="0"/>
                  </a:lnTo>
                  <a:lnTo>
                    <a:pt x="36" y="0"/>
                  </a:lnTo>
                  <a:close/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35" name="Line 51"/>
          <p:cNvSpPr>
            <a:spLocks noChangeShapeType="1"/>
          </p:cNvSpPr>
          <p:nvPr/>
        </p:nvSpPr>
        <p:spPr bwMode="auto">
          <a:xfrm>
            <a:off x="287338" y="1592263"/>
            <a:ext cx="504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6" name="Line 52"/>
          <p:cNvSpPr>
            <a:spLocks noChangeShapeType="1"/>
          </p:cNvSpPr>
          <p:nvPr/>
        </p:nvSpPr>
        <p:spPr bwMode="auto">
          <a:xfrm>
            <a:off x="1584325" y="1592263"/>
            <a:ext cx="10080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7" name="Line 53"/>
          <p:cNvSpPr>
            <a:spLocks noChangeShapeType="1"/>
          </p:cNvSpPr>
          <p:nvPr/>
        </p:nvSpPr>
        <p:spPr bwMode="auto">
          <a:xfrm>
            <a:off x="2160588" y="1592263"/>
            <a:ext cx="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8" name="Line 54"/>
          <p:cNvSpPr>
            <a:spLocks noChangeShapeType="1"/>
          </p:cNvSpPr>
          <p:nvPr/>
        </p:nvSpPr>
        <p:spPr bwMode="auto">
          <a:xfrm>
            <a:off x="1944688" y="2384425"/>
            <a:ext cx="43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9" name="Line 55"/>
          <p:cNvSpPr>
            <a:spLocks noChangeShapeType="1"/>
          </p:cNvSpPr>
          <p:nvPr/>
        </p:nvSpPr>
        <p:spPr bwMode="auto">
          <a:xfrm>
            <a:off x="1944688" y="2528888"/>
            <a:ext cx="43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40" name="Line 56"/>
          <p:cNvSpPr>
            <a:spLocks noChangeShapeType="1"/>
          </p:cNvSpPr>
          <p:nvPr/>
        </p:nvSpPr>
        <p:spPr bwMode="auto">
          <a:xfrm flipH="1">
            <a:off x="2160588" y="2528888"/>
            <a:ext cx="0" cy="1044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41" name="Group 57"/>
          <p:cNvGrpSpPr>
            <a:grpSpLocks/>
          </p:cNvGrpSpPr>
          <p:nvPr/>
        </p:nvGrpSpPr>
        <p:grpSpPr bwMode="auto">
          <a:xfrm>
            <a:off x="4464050" y="2312988"/>
            <a:ext cx="215900" cy="720725"/>
            <a:chOff x="8969" y="9696"/>
            <a:chExt cx="120" cy="465"/>
          </a:xfrm>
        </p:grpSpPr>
        <p:sp>
          <p:nvSpPr>
            <p:cNvPr id="16442" name="Freeform 58"/>
            <p:cNvSpPr>
              <a:spLocks/>
            </p:cNvSpPr>
            <p:nvPr/>
          </p:nvSpPr>
          <p:spPr bwMode="auto">
            <a:xfrm rot="5400000">
              <a:off x="8785" y="9894"/>
              <a:ext cx="465" cy="69"/>
            </a:xfrm>
            <a:custGeom>
              <a:avLst/>
              <a:gdLst>
                <a:gd name="T0" fmla="*/ 628 w 628"/>
                <a:gd name="T1" fmla="*/ 93 h 93"/>
                <a:gd name="T2" fmla="*/ 628 w 628"/>
                <a:gd name="T3" fmla="*/ 0 h 93"/>
                <a:gd name="T4" fmla="*/ 0 w 628"/>
                <a:gd name="T5" fmla="*/ 0 h 93"/>
                <a:gd name="T6" fmla="*/ 0 w 628"/>
                <a:gd name="T7" fmla="*/ 93 h 93"/>
                <a:gd name="T8" fmla="*/ 628 w 628"/>
                <a:gd name="T9" fmla="*/ 93 h 93"/>
                <a:gd name="T10" fmla="*/ 628 w 628"/>
                <a:gd name="T11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8" h="93">
                  <a:moveTo>
                    <a:pt x="628" y="93"/>
                  </a:moveTo>
                  <a:lnTo>
                    <a:pt x="628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628" y="93"/>
                  </a:lnTo>
                  <a:lnTo>
                    <a:pt x="628" y="93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FFFCC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3" name="Freeform 59"/>
            <p:cNvSpPr>
              <a:spLocks/>
            </p:cNvSpPr>
            <p:nvPr/>
          </p:nvSpPr>
          <p:spPr bwMode="auto">
            <a:xfrm rot="5400000">
              <a:off x="9017" y="9698"/>
              <a:ext cx="73" cy="70"/>
            </a:xfrm>
            <a:custGeom>
              <a:avLst/>
              <a:gdLst>
                <a:gd name="T0" fmla="*/ 0 w 99"/>
                <a:gd name="T1" fmla="*/ 99 h 99"/>
                <a:gd name="T2" fmla="*/ 6 w 99"/>
                <a:gd name="T3" fmla="*/ 64 h 99"/>
                <a:gd name="T4" fmla="*/ 29 w 99"/>
                <a:gd name="T5" fmla="*/ 29 h 99"/>
                <a:gd name="T6" fmla="*/ 64 w 99"/>
                <a:gd name="T7" fmla="*/ 6 h 99"/>
                <a:gd name="T8" fmla="*/ 99 w 99"/>
                <a:gd name="T9" fmla="*/ 0 h 99"/>
                <a:gd name="T10" fmla="*/ 99 w 99"/>
                <a:gd name="T11" fmla="*/ 0 h 99"/>
                <a:gd name="T12" fmla="*/ 64 w 99"/>
                <a:gd name="T13" fmla="*/ 6 h 99"/>
                <a:gd name="T14" fmla="*/ 29 w 99"/>
                <a:gd name="T15" fmla="*/ 29 h 99"/>
                <a:gd name="T16" fmla="*/ 6 w 99"/>
                <a:gd name="T17" fmla="*/ 64 h 99"/>
                <a:gd name="T18" fmla="*/ 0 w 99"/>
                <a:gd name="T19" fmla="*/ 99 h 99"/>
                <a:gd name="T20" fmla="*/ 0 w 99"/>
                <a:gd name="T21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" h="99">
                  <a:moveTo>
                    <a:pt x="0" y="99"/>
                  </a:moveTo>
                  <a:lnTo>
                    <a:pt x="6" y="64"/>
                  </a:lnTo>
                  <a:lnTo>
                    <a:pt x="29" y="29"/>
                  </a:lnTo>
                  <a:lnTo>
                    <a:pt x="64" y="6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64" y="6"/>
                  </a:lnTo>
                  <a:lnTo>
                    <a:pt x="29" y="29"/>
                  </a:lnTo>
                  <a:lnTo>
                    <a:pt x="6" y="64"/>
                  </a:lnTo>
                  <a:lnTo>
                    <a:pt x="0" y="99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4" name="Freeform 60"/>
            <p:cNvSpPr>
              <a:spLocks noEditPoints="1"/>
            </p:cNvSpPr>
            <p:nvPr/>
          </p:nvSpPr>
          <p:spPr bwMode="auto">
            <a:xfrm rot="5400000">
              <a:off x="9017" y="9771"/>
              <a:ext cx="74" cy="70"/>
            </a:xfrm>
            <a:custGeom>
              <a:avLst/>
              <a:gdLst>
                <a:gd name="T0" fmla="*/ 0 w 99"/>
                <a:gd name="T1" fmla="*/ 0 h 99"/>
                <a:gd name="T2" fmla="*/ 35 w 99"/>
                <a:gd name="T3" fmla="*/ 6 h 99"/>
                <a:gd name="T4" fmla="*/ 70 w 99"/>
                <a:gd name="T5" fmla="*/ 29 h 99"/>
                <a:gd name="T6" fmla="*/ 93 w 99"/>
                <a:gd name="T7" fmla="*/ 64 h 99"/>
                <a:gd name="T8" fmla="*/ 99 w 99"/>
                <a:gd name="T9" fmla="*/ 99 h 99"/>
                <a:gd name="T10" fmla="*/ 99 w 99"/>
                <a:gd name="T11" fmla="*/ 99 h 99"/>
                <a:gd name="T12" fmla="*/ 93 w 99"/>
                <a:gd name="T13" fmla="*/ 64 h 99"/>
                <a:gd name="T14" fmla="*/ 70 w 99"/>
                <a:gd name="T15" fmla="*/ 29 h 99"/>
                <a:gd name="T16" fmla="*/ 35 w 99"/>
                <a:gd name="T17" fmla="*/ 6 h 99"/>
                <a:gd name="T18" fmla="*/ 0 w 99"/>
                <a:gd name="T19" fmla="*/ 0 h 99"/>
                <a:gd name="T20" fmla="*/ 0 w 99"/>
                <a:gd name="T21" fmla="*/ 0 h 99"/>
                <a:gd name="T22" fmla="*/ 0 w 99"/>
                <a:gd name="T23" fmla="*/ 0 h 99"/>
                <a:gd name="T24" fmla="*/ 0 w 99"/>
                <a:gd name="T25" fmla="*/ 0 h 99"/>
                <a:gd name="T26" fmla="*/ 0 w 99"/>
                <a:gd name="T2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99">
                  <a:moveTo>
                    <a:pt x="0" y="0"/>
                  </a:moveTo>
                  <a:lnTo>
                    <a:pt x="35" y="6"/>
                  </a:lnTo>
                  <a:lnTo>
                    <a:pt x="70" y="29"/>
                  </a:lnTo>
                  <a:lnTo>
                    <a:pt x="93" y="64"/>
                  </a:lnTo>
                  <a:lnTo>
                    <a:pt x="99" y="99"/>
                  </a:lnTo>
                  <a:lnTo>
                    <a:pt x="99" y="99"/>
                  </a:lnTo>
                  <a:lnTo>
                    <a:pt x="93" y="64"/>
                  </a:lnTo>
                  <a:lnTo>
                    <a:pt x="70" y="29"/>
                  </a:lnTo>
                  <a:lnTo>
                    <a:pt x="35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5" name="Freeform 61"/>
            <p:cNvSpPr>
              <a:spLocks noEditPoints="1"/>
            </p:cNvSpPr>
            <p:nvPr/>
          </p:nvSpPr>
          <p:spPr bwMode="auto">
            <a:xfrm rot="5400000">
              <a:off x="8983" y="9808"/>
              <a:ext cx="21" cy="50"/>
            </a:xfrm>
            <a:custGeom>
              <a:avLst/>
              <a:gdLst>
                <a:gd name="T0" fmla="*/ 29 w 29"/>
                <a:gd name="T1" fmla="*/ 0 h 69"/>
                <a:gd name="T2" fmla="*/ 23 w 29"/>
                <a:gd name="T3" fmla="*/ 40 h 69"/>
                <a:gd name="T4" fmla="*/ 0 w 29"/>
                <a:gd name="T5" fmla="*/ 69 h 69"/>
                <a:gd name="T6" fmla="*/ 0 w 29"/>
                <a:gd name="T7" fmla="*/ 69 h 69"/>
                <a:gd name="T8" fmla="*/ 23 w 29"/>
                <a:gd name="T9" fmla="*/ 40 h 69"/>
                <a:gd name="T10" fmla="*/ 29 w 29"/>
                <a:gd name="T11" fmla="*/ 0 h 69"/>
                <a:gd name="T12" fmla="*/ 29 w 29"/>
                <a:gd name="T13" fmla="*/ 0 h 69"/>
                <a:gd name="T14" fmla="*/ 29 w 29"/>
                <a:gd name="T15" fmla="*/ 0 h 69"/>
                <a:gd name="T16" fmla="*/ 29 w 29"/>
                <a:gd name="T17" fmla="*/ 0 h 69"/>
                <a:gd name="T18" fmla="*/ 29 w 29"/>
                <a:gd name="T1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69">
                  <a:moveTo>
                    <a:pt x="29" y="0"/>
                  </a:moveTo>
                  <a:lnTo>
                    <a:pt x="23" y="40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23" y="40"/>
                  </a:lnTo>
                  <a:lnTo>
                    <a:pt x="29" y="0"/>
                  </a:lnTo>
                  <a:lnTo>
                    <a:pt x="29" y="0"/>
                  </a:lnTo>
                  <a:close/>
                  <a:moveTo>
                    <a:pt x="29" y="0"/>
                  </a:move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6" name="Freeform 62"/>
            <p:cNvSpPr>
              <a:spLocks noEditPoints="1"/>
            </p:cNvSpPr>
            <p:nvPr/>
          </p:nvSpPr>
          <p:spPr bwMode="auto">
            <a:xfrm rot="5400000">
              <a:off x="8985" y="9788"/>
              <a:ext cx="18" cy="50"/>
            </a:xfrm>
            <a:custGeom>
              <a:avLst/>
              <a:gdLst>
                <a:gd name="T0" fmla="*/ 23 w 23"/>
                <a:gd name="T1" fmla="*/ 69 h 69"/>
                <a:gd name="T2" fmla="*/ 5 w 23"/>
                <a:gd name="T3" fmla="*/ 40 h 69"/>
                <a:gd name="T4" fmla="*/ 0 w 23"/>
                <a:gd name="T5" fmla="*/ 0 h 69"/>
                <a:gd name="T6" fmla="*/ 0 w 23"/>
                <a:gd name="T7" fmla="*/ 0 h 69"/>
                <a:gd name="T8" fmla="*/ 5 w 23"/>
                <a:gd name="T9" fmla="*/ 40 h 69"/>
                <a:gd name="T10" fmla="*/ 23 w 23"/>
                <a:gd name="T11" fmla="*/ 69 h 69"/>
                <a:gd name="T12" fmla="*/ 23 w 23"/>
                <a:gd name="T13" fmla="*/ 69 h 69"/>
                <a:gd name="T14" fmla="*/ 23 w 23"/>
                <a:gd name="T15" fmla="*/ 69 h 69"/>
                <a:gd name="T16" fmla="*/ 23 w 23"/>
                <a:gd name="T17" fmla="*/ 69 h 69"/>
                <a:gd name="T18" fmla="*/ 23 w 23"/>
                <a:gd name="T1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69">
                  <a:moveTo>
                    <a:pt x="23" y="69"/>
                  </a:moveTo>
                  <a:lnTo>
                    <a:pt x="5" y="40"/>
                  </a:lnTo>
                  <a:lnTo>
                    <a:pt x="0" y="0"/>
                  </a:lnTo>
                  <a:lnTo>
                    <a:pt x="0" y="0"/>
                  </a:lnTo>
                  <a:lnTo>
                    <a:pt x="5" y="40"/>
                  </a:lnTo>
                  <a:lnTo>
                    <a:pt x="23" y="69"/>
                  </a:lnTo>
                  <a:lnTo>
                    <a:pt x="23" y="69"/>
                  </a:lnTo>
                  <a:close/>
                  <a:moveTo>
                    <a:pt x="23" y="69"/>
                  </a:moveTo>
                  <a:lnTo>
                    <a:pt x="23" y="69"/>
                  </a:lnTo>
                  <a:lnTo>
                    <a:pt x="23" y="6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7" name="Freeform 63"/>
            <p:cNvSpPr>
              <a:spLocks noEditPoints="1"/>
            </p:cNvSpPr>
            <p:nvPr/>
          </p:nvSpPr>
          <p:spPr bwMode="auto">
            <a:xfrm rot="5400000">
              <a:off x="9019" y="9804"/>
              <a:ext cx="69" cy="70"/>
            </a:xfrm>
            <a:custGeom>
              <a:avLst/>
              <a:gdLst>
                <a:gd name="T0" fmla="*/ 0 w 92"/>
                <a:gd name="T1" fmla="*/ 99 h 99"/>
                <a:gd name="T2" fmla="*/ 5 w 92"/>
                <a:gd name="T3" fmla="*/ 64 h 99"/>
                <a:gd name="T4" fmla="*/ 29 w 92"/>
                <a:gd name="T5" fmla="*/ 29 h 99"/>
                <a:gd name="T6" fmla="*/ 58 w 92"/>
                <a:gd name="T7" fmla="*/ 6 h 99"/>
                <a:gd name="T8" fmla="*/ 92 w 92"/>
                <a:gd name="T9" fmla="*/ 0 h 99"/>
                <a:gd name="T10" fmla="*/ 92 w 92"/>
                <a:gd name="T11" fmla="*/ 0 h 99"/>
                <a:gd name="T12" fmla="*/ 58 w 92"/>
                <a:gd name="T13" fmla="*/ 6 h 99"/>
                <a:gd name="T14" fmla="*/ 29 w 92"/>
                <a:gd name="T15" fmla="*/ 29 h 99"/>
                <a:gd name="T16" fmla="*/ 5 w 92"/>
                <a:gd name="T17" fmla="*/ 64 h 99"/>
                <a:gd name="T18" fmla="*/ 0 w 92"/>
                <a:gd name="T19" fmla="*/ 99 h 99"/>
                <a:gd name="T20" fmla="*/ 0 w 92"/>
                <a:gd name="T21" fmla="*/ 99 h 99"/>
                <a:gd name="T22" fmla="*/ 0 w 92"/>
                <a:gd name="T23" fmla="*/ 99 h 99"/>
                <a:gd name="T24" fmla="*/ 0 w 92"/>
                <a:gd name="T25" fmla="*/ 99 h 99"/>
                <a:gd name="T26" fmla="*/ 0 w 92"/>
                <a:gd name="T2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2" h="99">
                  <a:moveTo>
                    <a:pt x="0" y="99"/>
                  </a:moveTo>
                  <a:lnTo>
                    <a:pt x="5" y="64"/>
                  </a:lnTo>
                  <a:lnTo>
                    <a:pt x="29" y="29"/>
                  </a:lnTo>
                  <a:lnTo>
                    <a:pt x="58" y="6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58" y="6"/>
                  </a:lnTo>
                  <a:lnTo>
                    <a:pt x="29" y="29"/>
                  </a:lnTo>
                  <a:lnTo>
                    <a:pt x="5" y="64"/>
                  </a:lnTo>
                  <a:lnTo>
                    <a:pt x="0" y="99"/>
                  </a:lnTo>
                  <a:lnTo>
                    <a:pt x="0" y="99"/>
                  </a:lnTo>
                  <a:close/>
                  <a:moveTo>
                    <a:pt x="0" y="99"/>
                  </a:moveTo>
                  <a:lnTo>
                    <a:pt x="0" y="99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8" name="Freeform 64"/>
            <p:cNvSpPr>
              <a:spLocks noEditPoints="1"/>
            </p:cNvSpPr>
            <p:nvPr/>
          </p:nvSpPr>
          <p:spPr bwMode="auto">
            <a:xfrm rot="5400000">
              <a:off x="9017" y="9875"/>
              <a:ext cx="73" cy="70"/>
            </a:xfrm>
            <a:custGeom>
              <a:avLst/>
              <a:gdLst>
                <a:gd name="T0" fmla="*/ 0 w 99"/>
                <a:gd name="T1" fmla="*/ 0 h 99"/>
                <a:gd name="T2" fmla="*/ 41 w 99"/>
                <a:gd name="T3" fmla="*/ 6 h 99"/>
                <a:gd name="T4" fmla="*/ 70 w 99"/>
                <a:gd name="T5" fmla="*/ 29 h 99"/>
                <a:gd name="T6" fmla="*/ 93 w 99"/>
                <a:gd name="T7" fmla="*/ 64 h 99"/>
                <a:gd name="T8" fmla="*/ 99 w 99"/>
                <a:gd name="T9" fmla="*/ 99 h 99"/>
                <a:gd name="T10" fmla="*/ 99 w 99"/>
                <a:gd name="T11" fmla="*/ 99 h 99"/>
                <a:gd name="T12" fmla="*/ 93 w 99"/>
                <a:gd name="T13" fmla="*/ 64 h 99"/>
                <a:gd name="T14" fmla="*/ 70 w 99"/>
                <a:gd name="T15" fmla="*/ 29 h 99"/>
                <a:gd name="T16" fmla="*/ 41 w 99"/>
                <a:gd name="T17" fmla="*/ 6 h 99"/>
                <a:gd name="T18" fmla="*/ 0 w 99"/>
                <a:gd name="T19" fmla="*/ 0 h 99"/>
                <a:gd name="T20" fmla="*/ 0 w 99"/>
                <a:gd name="T21" fmla="*/ 0 h 99"/>
                <a:gd name="T22" fmla="*/ 0 w 99"/>
                <a:gd name="T23" fmla="*/ 0 h 99"/>
                <a:gd name="T24" fmla="*/ 0 w 99"/>
                <a:gd name="T25" fmla="*/ 0 h 99"/>
                <a:gd name="T26" fmla="*/ 0 w 99"/>
                <a:gd name="T2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99">
                  <a:moveTo>
                    <a:pt x="0" y="0"/>
                  </a:moveTo>
                  <a:lnTo>
                    <a:pt x="41" y="6"/>
                  </a:lnTo>
                  <a:lnTo>
                    <a:pt x="70" y="29"/>
                  </a:lnTo>
                  <a:lnTo>
                    <a:pt x="93" y="64"/>
                  </a:lnTo>
                  <a:lnTo>
                    <a:pt x="99" y="99"/>
                  </a:lnTo>
                  <a:lnTo>
                    <a:pt x="99" y="99"/>
                  </a:lnTo>
                  <a:lnTo>
                    <a:pt x="93" y="64"/>
                  </a:lnTo>
                  <a:lnTo>
                    <a:pt x="70" y="29"/>
                  </a:lnTo>
                  <a:lnTo>
                    <a:pt x="41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9" name="Freeform 65"/>
            <p:cNvSpPr>
              <a:spLocks noEditPoints="1"/>
            </p:cNvSpPr>
            <p:nvPr/>
          </p:nvSpPr>
          <p:spPr bwMode="auto">
            <a:xfrm rot="5400000">
              <a:off x="8985" y="9913"/>
              <a:ext cx="17" cy="50"/>
            </a:xfrm>
            <a:custGeom>
              <a:avLst/>
              <a:gdLst>
                <a:gd name="T0" fmla="*/ 23 w 23"/>
                <a:gd name="T1" fmla="*/ 0 h 69"/>
                <a:gd name="T2" fmla="*/ 17 w 23"/>
                <a:gd name="T3" fmla="*/ 40 h 69"/>
                <a:gd name="T4" fmla="*/ 0 w 23"/>
                <a:gd name="T5" fmla="*/ 69 h 69"/>
                <a:gd name="T6" fmla="*/ 0 w 23"/>
                <a:gd name="T7" fmla="*/ 69 h 69"/>
                <a:gd name="T8" fmla="*/ 17 w 23"/>
                <a:gd name="T9" fmla="*/ 40 h 69"/>
                <a:gd name="T10" fmla="*/ 23 w 23"/>
                <a:gd name="T11" fmla="*/ 0 h 69"/>
                <a:gd name="T12" fmla="*/ 23 w 23"/>
                <a:gd name="T13" fmla="*/ 0 h 69"/>
                <a:gd name="T14" fmla="*/ 23 w 23"/>
                <a:gd name="T15" fmla="*/ 0 h 69"/>
                <a:gd name="T16" fmla="*/ 23 w 23"/>
                <a:gd name="T17" fmla="*/ 0 h 69"/>
                <a:gd name="T18" fmla="*/ 23 w 23"/>
                <a:gd name="T1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69">
                  <a:moveTo>
                    <a:pt x="23" y="0"/>
                  </a:moveTo>
                  <a:lnTo>
                    <a:pt x="17" y="40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17" y="40"/>
                  </a:lnTo>
                  <a:lnTo>
                    <a:pt x="23" y="0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0" name="Freeform 66"/>
            <p:cNvSpPr>
              <a:spLocks noEditPoints="1"/>
            </p:cNvSpPr>
            <p:nvPr/>
          </p:nvSpPr>
          <p:spPr bwMode="auto">
            <a:xfrm rot="5400000">
              <a:off x="8983" y="9894"/>
              <a:ext cx="21" cy="50"/>
            </a:xfrm>
            <a:custGeom>
              <a:avLst/>
              <a:gdLst>
                <a:gd name="T0" fmla="*/ 29 w 29"/>
                <a:gd name="T1" fmla="*/ 69 h 69"/>
                <a:gd name="T2" fmla="*/ 6 w 29"/>
                <a:gd name="T3" fmla="*/ 40 h 69"/>
                <a:gd name="T4" fmla="*/ 0 w 29"/>
                <a:gd name="T5" fmla="*/ 0 h 69"/>
                <a:gd name="T6" fmla="*/ 0 w 29"/>
                <a:gd name="T7" fmla="*/ 0 h 69"/>
                <a:gd name="T8" fmla="*/ 6 w 29"/>
                <a:gd name="T9" fmla="*/ 40 h 69"/>
                <a:gd name="T10" fmla="*/ 29 w 29"/>
                <a:gd name="T11" fmla="*/ 69 h 69"/>
                <a:gd name="T12" fmla="*/ 29 w 29"/>
                <a:gd name="T13" fmla="*/ 69 h 69"/>
                <a:gd name="T14" fmla="*/ 29 w 29"/>
                <a:gd name="T15" fmla="*/ 69 h 69"/>
                <a:gd name="T16" fmla="*/ 29 w 29"/>
                <a:gd name="T17" fmla="*/ 69 h 69"/>
                <a:gd name="T18" fmla="*/ 29 w 29"/>
                <a:gd name="T1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69">
                  <a:moveTo>
                    <a:pt x="29" y="69"/>
                  </a:moveTo>
                  <a:lnTo>
                    <a:pt x="6" y="4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40"/>
                  </a:lnTo>
                  <a:lnTo>
                    <a:pt x="29" y="69"/>
                  </a:lnTo>
                  <a:lnTo>
                    <a:pt x="29" y="69"/>
                  </a:lnTo>
                  <a:close/>
                  <a:moveTo>
                    <a:pt x="29" y="69"/>
                  </a:moveTo>
                  <a:lnTo>
                    <a:pt x="29" y="69"/>
                  </a:lnTo>
                  <a:lnTo>
                    <a:pt x="29" y="6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1" name="Freeform 67"/>
            <p:cNvSpPr>
              <a:spLocks noEditPoints="1"/>
            </p:cNvSpPr>
            <p:nvPr/>
          </p:nvSpPr>
          <p:spPr bwMode="auto">
            <a:xfrm rot="5400000">
              <a:off x="9018" y="9909"/>
              <a:ext cx="72" cy="70"/>
            </a:xfrm>
            <a:custGeom>
              <a:avLst/>
              <a:gdLst>
                <a:gd name="T0" fmla="*/ 0 w 99"/>
                <a:gd name="T1" fmla="*/ 99 h 99"/>
                <a:gd name="T2" fmla="*/ 6 w 99"/>
                <a:gd name="T3" fmla="*/ 64 h 99"/>
                <a:gd name="T4" fmla="*/ 29 w 99"/>
                <a:gd name="T5" fmla="*/ 29 h 99"/>
                <a:gd name="T6" fmla="*/ 64 w 99"/>
                <a:gd name="T7" fmla="*/ 6 h 99"/>
                <a:gd name="T8" fmla="*/ 99 w 99"/>
                <a:gd name="T9" fmla="*/ 0 h 99"/>
                <a:gd name="T10" fmla="*/ 99 w 99"/>
                <a:gd name="T11" fmla="*/ 0 h 99"/>
                <a:gd name="T12" fmla="*/ 64 w 99"/>
                <a:gd name="T13" fmla="*/ 6 h 99"/>
                <a:gd name="T14" fmla="*/ 29 w 99"/>
                <a:gd name="T15" fmla="*/ 29 h 99"/>
                <a:gd name="T16" fmla="*/ 6 w 99"/>
                <a:gd name="T17" fmla="*/ 64 h 99"/>
                <a:gd name="T18" fmla="*/ 0 w 99"/>
                <a:gd name="T19" fmla="*/ 99 h 99"/>
                <a:gd name="T20" fmla="*/ 0 w 99"/>
                <a:gd name="T21" fmla="*/ 99 h 99"/>
                <a:gd name="T22" fmla="*/ 0 w 99"/>
                <a:gd name="T23" fmla="*/ 99 h 99"/>
                <a:gd name="T24" fmla="*/ 0 w 99"/>
                <a:gd name="T25" fmla="*/ 99 h 99"/>
                <a:gd name="T26" fmla="*/ 0 w 99"/>
                <a:gd name="T2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99">
                  <a:moveTo>
                    <a:pt x="0" y="99"/>
                  </a:moveTo>
                  <a:lnTo>
                    <a:pt x="6" y="64"/>
                  </a:lnTo>
                  <a:lnTo>
                    <a:pt x="29" y="29"/>
                  </a:lnTo>
                  <a:lnTo>
                    <a:pt x="64" y="6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64" y="6"/>
                  </a:lnTo>
                  <a:lnTo>
                    <a:pt x="29" y="29"/>
                  </a:lnTo>
                  <a:lnTo>
                    <a:pt x="6" y="64"/>
                  </a:lnTo>
                  <a:lnTo>
                    <a:pt x="0" y="99"/>
                  </a:lnTo>
                  <a:lnTo>
                    <a:pt x="0" y="99"/>
                  </a:lnTo>
                  <a:close/>
                  <a:moveTo>
                    <a:pt x="0" y="99"/>
                  </a:moveTo>
                  <a:lnTo>
                    <a:pt x="0" y="99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2" name="Freeform 68"/>
            <p:cNvSpPr>
              <a:spLocks noEditPoints="1"/>
            </p:cNvSpPr>
            <p:nvPr/>
          </p:nvSpPr>
          <p:spPr bwMode="auto">
            <a:xfrm rot="5400000">
              <a:off x="9017" y="9982"/>
              <a:ext cx="74" cy="70"/>
            </a:xfrm>
            <a:custGeom>
              <a:avLst/>
              <a:gdLst>
                <a:gd name="T0" fmla="*/ 0 w 99"/>
                <a:gd name="T1" fmla="*/ 0 h 99"/>
                <a:gd name="T2" fmla="*/ 35 w 99"/>
                <a:gd name="T3" fmla="*/ 6 h 99"/>
                <a:gd name="T4" fmla="*/ 69 w 99"/>
                <a:gd name="T5" fmla="*/ 29 h 99"/>
                <a:gd name="T6" fmla="*/ 93 w 99"/>
                <a:gd name="T7" fmla="*/ 64 h 99"/>
                <a:gd name="T8" fmla="*/ 99 w 99"/>
                <a:gd name="T9" fmla="*/ 99 h 99"/>
                <a:gd name="T10" fmla="*/ 99 w 99"/>
                <a:gd name="T11" fmla="*/ 99 h 99"/>
                <a:gd name="T12" fmla="*/ 93 w 99"/>
                <a:gd name="T13" fmla="*/ 64 h 99"/>
                <a:gd name="T14" fmla="*/ 69 w 99"/>
                <a:gd name="T15" fmla="*/ 29 h 99"/>
                <a:gd name="T16" fmla="*/ 35 w 99"/>
                <a:gd name="T17" fmla="*/ 6 h 99"/>
                <a:gd name="T18" fmla="*/ 0 w 99"/>
                <a:gd name="T19" fmla="*/ 0 h 99"/>
                <a:gd name="T20" fmla="*/ 0 w 99"/>
                <a:gd name="T21" fmla="*/ 0 h 99"/>
                <a:gd name="T22" fmla="*/ 0 w 99"/>
                <a:gd name="T23" fmla="*/ 0 h 99"/>
                <a:gd name="T24" fmla="*/ 0 w 99"/>
                <a:gd name="T25" fmla="*/ 0 h 99"/>
                <a:gd name="T26" fmla="*/ 0 w 99"/>
                <a:gd name="T2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99">
                  <a:moveTo>
                    <a:pt x="0" y="0"/>
                  </a:moveTo>
                  <a:lnTo>
                    <a:pt x="35" y="6"/>
                  </a:lnTo>
                  <a:lnTo>
                    <a:pt x="69" y="29"/>
                  </a:lnTo>
                  <a:lnTo>
                    <a:pt x="93" y="64"/>
                  </a:lnTo>
                  <a:lnTo>
                    <a:pt x="99" y="99"/>
                  </a:lnTo>
                  <a:lnTo>
                    <a:pt x="99" y="99"/>
                  </a:lnTo>
                  <a:lnTo>
                    <a:pt x="93" y="64"/>
                  </a:lnTo>
                  <a:lnTo>
                    <a:pt x="69" y="29"/>
                  </a:lnTo>
                  <a:lnTo>
                    <a:pt x="35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3" name="Freeform 69"/>
            <p:cNvSpPr>
              <a:spLocks noEditPoints="1"/>
            </p:cNvSpPr>
            <p:nvPr/>
          </p:nvSpPr>
          <p:spPr bwMode="auto">
            <a:xfrm rot="5400000">
              <a:off x="8983" y="10018"/>
              <a:ext cx="22" cy="50"/>
            </a:xfrm>
            <a:custGeom>
              <a:avLst/>
              <a:gdLst>
                <a:gd name="T0" fmla="*/ 30 w 30"/>
                <a:gd name="T1" fmla="*/ 0 h 69"/>
                <a:gd name="T2" fmla="*/ 24 w 30"/>
                <a:gd name="T3" fmla="*/ 40 h 69"/>
                <a:gd name="T4" fmla="*/ 0 w 30"/>
                <a:gd name="T5" fmla="*/ 69 h 69"/>
                <a:gd name="T6" fmla="*/ 0 w 30"/>
                <a:gd name="T7" fmla="*/ 69 h 69"/>
                <a:gd name="T8" fmla="*/ 24 w 30"/>
                <a:gd name="T9" fmla="*/ 40 h 69"/>
                <a:gd name="T10" fmla="*/ 30 w 30"/>
                <a:gd name="T11" fmla="*/ 0 h 69"/>
                <a:gd name="T12" fmla="*/ 30 w 30"/>
                <a:gd name="T13" fmla="*/ 0 h 69"/>
                <a:gd name="T14" fmla="*/ 30 w 30"/>
                <a:gd name="T15" fmla="*/ 0 h 69"/>
                <a:gd name="T16" fmla="*/ 30 w 30"/>
                <a:gd name="T17" fmla="*/ 0 h 69"/>
                <a:gd name="T18" fmla="*/ 30 w 30"/>
                <a:gd name="T1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69">
                  <a:moveTo>
                    <a:pt x="30" y="0"/>
                  </a:moveTo>
                  <a:lnTo>
                    <a:pt x="24" y="40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24" y="40"/>
                  </a:lnTo>
                  <a:lnTo>
                    <a:pt x="30" y="0"/>
                  </a:lnTo>
                  <a:lnTo>
                    <a:pt x="30" y="0"/>
                  </a:lnTo>
                  <a:close/>
                  <a:moveTo>
                    <a:pt x="30" y="0"/>
                  </a:move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4" name="Freeform 70"/>
            <p:cNvSpPr>
              <a:spLocks noEditPoints="1"/>
            </p:cNvSpPr>
            <p:nvPr/>
          </p:nvSpPr>
          <p:spPr bwMode="auto">
            <a:xfrm rot="5400000">
              <a:off x="8985" y="9999"/>
              <a:ext cx="17" cy="50"/>
            </a:xfrm>
            <a:custGeom>
              <a:avLst/>
              <a:gdLst>
                <a:gd name="T0" fmla="*/ 23 w 23"/>
                <a:gd name="T1" fmla="*/ 69 h 69"/>
                <a:gd name="T2" fmla="*/ 6 w 23"/>
                <a:gd name="T3" fmla="*/ 40 h 69"/>
                <a:gd name="T4" fmla="*/ 0 w 23"/>
                <a:gd name="T5" fmla="*/ 0 h 69"/>
                <a:gd name="T6" fmla="*/ 0 w 23"/>
                <a:gd name="T7" fmla="*/ 0 h 69"/>
                <a:gd name="T8" fmla="*/ 6 w 23"/>
                <a:gd name="T9" fmla="*/ 40 h 69"/>
                <a:gd name="T10" fmla="*/ 23 w 23"/>
                <a:gd name="T11" fmla="*/ 69 h 69"/>
                <a:gd name="T12" fmla="*/ 23 w 23"/>
                <a:gd name="T13" fmla="*/ 69 h 69"/>
                <a:gd name="T14" fmla="*/ 23 w 23"/>
                <a:gd name="T15" fmla="*/ 69 h 69"/>
                <a:gd name="T16" fmla="*/ 23 w 23"/>
                <a:gd name="T17" fmla="*/ 69 h 69"/>
                <a:gd name="T18" fmla="*/ 23 w 23"/>
                <a:gd name="T1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69">
                  <a:moveTo>
                    <a:pt x="23" y="69"/>
                  </a:moveTo>
                  <a:lnTo>
                    <a:pt x="6" y="4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40"/>
                  </a:lnTo>
                  <a:lnTo>
                    <a:pt x="23" y="69"/>
                  </a:lnTo>
                  <a:lnTo>
                    <a:pt x="23" y="69"/>
                  </a:lnTo>
                  <a:close/>
                  <a:moveTo>
                    <a:pt x="23" y="69"/>
                  </a:moveTo>
                  <a:lnTo>
                    <a:pt x="23" y="69"/>
                  </a:lnTo>
                  <a:lnTo>
                    <a:pt x="23" y="6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5" name="Freeform 71"/>
            <p:cNvSpPr>
              <a:spLocks noEditPoints="1"/>
            </p:cNvSpPr>
            <p:nvPr/>
          </p:nvSpPr>
          <p:spPr bwMode="auto">
            <a:xfrm rot="5400000">
              <a:off x="9017" y="10017"/>
              <a:ext cx="73" cy="70"/>
            </a:xfrm>
            <a:custGeom>
              <a:avLst/>
              <a:gdLst>
                <a:gd name="T0" fmla="*/ 0 w 99"/>
                <a:gd name="T1" fmla="*/ 99 h 99"/>
                <a:gd name="T2" fmla="*/ 6 w 99"/>
                <a:gd name="T3" fmla="*/ 64 h 99"/>
                <a:gd name="T4" fmla="*/ 29 w 99"/>
                <a:gd name="T5" fmla="*/ 29 h 99"/>
                <a:gd name="T6" fmla="*/ 58 w 99"/>
                <a:gd name="T7" fmla="*/ 6 h 99"/>
                <a:gd name="T8" fmla="*/ 99 w 99"/>
                <a:gd name="T9" fmla="*/ 0 h 99"/>
                <a:gd name="T10" fmla="*/ 99 w 99"/>
                <a:gd name="T11" fmla="*/ 0 h 99"/>
                <a:gd name="T12" fmla="*/ 58 w 99"/>
                <a:gd name="T13" fmla="*/ 6 h 99"/>
                <a:gd name="T14" fmla="*/ 29 w 99"/>
                <a:gd name="T15" fmla="*/ 29 h 99"/>
                <a:gd name="T16" fmla="*/ 6 w 99"/>
                <a:gd name="T17" fmla="*/ 64 h 99"/>
                <a:gd name="T18" fmla="*/ 0 w 99"/>
                <a:gd name="T19" fmla="*/ 99 h 99"/>
                <a:gd name="T20" fmla="*/ 0 w 99"/>
                <a:gd name="T21" fmla="*/ 99 h 99"/>
                <a:gd name="T22" fmla="*/ 0 w 99"/>
                <a:gd name="T23" fmla="*/ 99 h 99"/>
                <a:gd name="T24" fmla="*/ 0 w 99"/>
                <a:gd name="T25" fmla="*/ 99 h 99"/>
                <a:gd name="T26" fmla="*/ 0 w 99"/>
                <a:gd name="T2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99">
                  <a:moveTo>
                    <a:pt x="0" y="99"/>
                  </a:moveTo>
                  <a:lnTo>
                    <a:pt x="6" y="64"/>
                  </a:lnTo>
                  <a:lnTo>
                    <a:pt x="29" y="29"/>
                  </a:lnTo>
                  <a:lnTo>
                    <a:pt x="58" y="6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58" y="6"/>
                  </a:lnTo>
                  <a:lnTo>
                    <a:pt x="29" y="29"/>
                  </a:lnTo>
                  <a:lnTo>
                    <a:pt x="6" y="64"/>
                  </a:lnTo>
                  <a:lnTo>
                    <a:pt x="0" y="99"/>
                  </a:lnTo>
                  <a:lnTo>
                    <a:pt x="0" y="99"/>
                  </a:lnTo>
                  <a:close/>
                  <a:moveTo>
                    <a:pt x="0" y="99"/>
                  </a:moveTo>
                  <a:lnTo>
                    <a:pt x="0" y="99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6" name="Freeform 72"/>
            <p:cNvSpPr>
              <a:spLocks noEditPoints="1"/>
            </p:cNvSpPr>
            <p:nvPr/>
          </p:nvSpPr>
          <p:spPr bwMode="auto">
            <a:xfrm rot="5400000">
              <a:off x="9017" y="10090"/>
              <a:ext cx="73" cy="70"/>
            </a:xfrm>
            <a:custGeom>
              <a:avLst/>
              <a:gdLst>
                <a:gd name="T0" fmla="*/ 0 w 99"/>
                <a:gd name="T1" fmla="*/ 0 h 99"/>
                <a:gd name="T2" fmla="*/ 35 w 99"/>
                <a:gd name="T3" fmla="*/ 6 h 99"/>
                <a:gd name="T4" fmla="*/ 70 w 99"/>
                <a:gd name="T5" fmla="*/ 29 h 99"/>
                <a:gd name="T6" fmla="*/ 93 w 99"/>
                <a:gd name="T7" fmla="*/ 64 h 99"/>
                <a:gd name="T8" fmla="*/ 99 w 99"/>
                <a:gd name="T9" fmla="*/ 99 h 99"/>
                <a:gd name="T10" fmla="*/ 99 w 99"/>
                <a:gd name="T11" fmla="*/ 99 h 99"/>
                <a:gd name="T12" fmla="*/ 93 w 99"/>
                <a:gd name="T13" fmla="*/ 64 h 99"/>
                <a:gd name="T14" fmla="*/ 70 w 99"/>
                <a:gd name="T15" fmla="*/ 29 h 99"/>
                <a:gd name="T16" fmla="*/ 35 w 99"/>
                <a:gd name="T17" fmla="*/ 6 h 99"/>
                <a:gd name="T18" fmla="*/ 0 w 99"/>
                <a:gd name="T19" fmla="*/ 0 h 99"/>
                <a:gd name="T20" fmla="*/ 0 w 99"/>
                <a:gd name="T21" fmla="*/ 0 h 99"/>
                <a:gd name="T22" fmla="*/ 0 w 99"/>
                <a:gd name="T23" fmla="*/ 0 h 99"/>
                <a:gd name="T24" fmla="*/ 0 w 99"/>
                <a:gd name="T25" fmla="*/ 0 h 99"/>
                <a:gd name="T26" fmla="*/ 0 w 99"/>
                <a:gd name="T2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99">
                  <a:moveTo>
                    <a:pt x="0" y="0"/>
                  </a:moveTo>
                  <a:lnTo>
                    <a:pt x="35" y="6"/>
                  </a:lnTo>
                  <a:lnTo>
                    <a:pt x="70" y="29"/>
                  </a:lnTo>
                  <a:lnTo>
                    <a:pt x="93" y="64"/>
                  </a:lnTo>
                  <a:lnTo>
                    <a:pt x="99" y="99"/>
                  </a:lnTo>
                  <a:lnTo>
                    <a:pt x="99" y="99"/>
                  </a:lnTo>
                  <a:lnTo>
                    <a:pt x="93" y="64"/>
                  </a:lnTo>
                  <a:lnTo>
                    <a:pt x="70" y="29"/>
                  </a:lnTo>
                  <a:lnTo>
                    <a:pt x="35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7" name="Freeform 73"/>
            <p:cNvSpPr>
              <a:spLocks noEditPoints="1"/>
            </p:cNvSpPr>
            <p:nvPr/>
          </p:nvSpPr>
          <p:spPr bwMode="auto">
            <a:xfrm rot="5400000">
              <a:off x="8785" y="9928"/>
              <a:ext cx="465" cy="2"/>
            </a:xfrm>
            <a:custGeom>
              <a:avLst/>
              <a:gdLst>
                <a:gd name="T0" fmla="*/ 0 w 628"/>
                <a:gd name="T1" fmla="*/ 0 w 628"/>
                <a:gd name="T2" fmla="*/ 0 w 628"/>
                <a:gd name="T3" fmla="*/ 628 w 628"/>
                <a:gd name="T4" fmla="*/ 628 w 628"/>
                <a:gd name="T5" fmla="*/ 628 w 62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628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628" y="0"/>
                  </a:moveTo>
                  <a:lnTo>
                    <a:pt x="628" y="0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480" name="Group 96"/>
          <p:cNvGrpSpPr>
            <a:grpSpLocks/>
          </p:cNvGrpSpPr>
          <p:nvPr/>
        </p:nvGrpSpPr>
        <p:grpSpPr bwMode="auto">
          <a:xfrm>
            <a:off x="2592388" y="1449388"/>
            <a:ext cx="836612" cy="271462"/>
            <a:chOff x="3994" y="482"/>
            <a:chExt cx="527" cy="171"/>
          </a:xfrm>
        </p:grpSpPr>
        <p:sp>
          <p:nvSpPr>
            <p:cNvPr id="16462" name="Freeform 78"/>
            <p:cNvSpPr>
              <a:spLocks/>
            </p:cNvSpPr>
            <p:nvPr/>
          </p:nvSpPr>
          <p:spPr bwMode="auto">
            <a:xfrm>
              <a:off x="3994" y="482"/>
              <a:ext cx="82" cy="100"/>
            </a:xfrm>
            <a:custGeom>
              <a:avLst/>
              <a:gdLst>
                <a:gd name="T0" fmla="*/ 0 w 99"/>
                <a:gd name="T1" fmla="*/ 99 h 99"/>
                <a:gd name="T2" fmla="*/ 6 w 99"/>
                <a:gd name="T3" fmla="*/ 64 h 99"/>
                <a:gd name="T4" fmla="*/ 29 w 99"/>
                <a:gd name="T5" fmla="*/ 29 h 99"/>
                <a:gd name="T6" fmla="*/ 64 w 99"/>
                <a:gd name="T7" fmla="*/ 6 h 99"/>
                <a:gd name="T8" fmla="*/ 99 w 99"/>
                <a:gd name="T9" fmla="*/ 0 h 99"/>
                <a:gd name="T10" fmla="*/ 99 w 99"/>
                <a:gd name="T11" fmla="*/ 0 h 99"/>
                <a:gd name="T12" fmla="*/ 64 w 99"/>
                <a:gd name="T13" fmla="*/ 6 h 99"/>
                <a:gd name="T14" fmla="*/ 29 w 99"/>
                <a:gd name="T15" fmla="*/ 29 h 99"/>
                <a:gd name="T16" fmla="*/ 6 w 99"/>
                <a:gd name="T17" fmla="*/ 64 h 99"/>
                <a:gd name="T18" fmla="*/ 0 w 99"/>
                <a:gd name="T19" fmla="*/ 99 h 99"/>
                <a:gd name="T20" fmla="*/ 0 w 99"/>
                <a:gd name="T21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" h="99">
                  <a:moveTo>
                    <a:pt x="0" y="99"/>
                  </a:moveTo>
                  <a:lnTo>
                    <a:pt x="6" y="64"/>
                  </a:lnTo>
                  <a:lnTo>
                    <a:pt x="29" y="29"/>
                  </a:lnTo>
                  <a:lnTo>
                    <a:pt x="64" y="6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64" y="6"/>
                  </a:lnTo>
                  <a:lnTo>
                    <a:pt x="29" y="29"/>
                  </a:lnTo>
                  <a:lnTo>
                    <a:pt x="6" y="64"/>
                  </a:lnTo>
                  <a:lnTo>
                    <a:pt x="0" y="99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3" name="Freeform 79"/>
            <p:cNvSpPr>
              <a:spLocks noEditPoints="1"/>
            </p:cNvSpPr>
            <p:nvPr/>
          </p:nvSpPr>
          <p:spPr bwMode="auto">
            <a:xfrm>
              <a:off x="4076" y="482"/>
              <a:ext cx="84" cy="100"/>
            </a:xfrm>
            <a:custGeom>
              <a:avLst/>
              <a:gdLst>
                <a:gd name="T0" fmla="*/ 0 w 99"/>
                <a:gd name="T1" fmla="*/ 0 h 99"/>
                <a:gd name="T2" fmla="*/ 35 w 99"/>
                <a:gd name="T3" fmla="*/ 6 h 99"/>
                <a:gd name="T4" fmla="*/ 70 w 99"/>
                <a:gd name="T5" fmla="*/ 29 h 99"/>
                <a:gd name="T6" fmla="*/ 93 w 99"/>
                <a:gd name="T7" fmla="*/ 64 h 99"/>
                <a:gd name="T8" fmla="*/ 99 w 99"/>
                <a:gd name="T9" fmla="*/ 99 h 99"/>
                <a:gd name="T10" fmla="*/ 99 w 99"/>
                <a:gd name="T11" fmla="*/ 99 h 99"/>
                <a:gd name="T12" fmla="*/ 93 w 99"/>
                <a:gd name="T13" fmla="*/ 64 h 99"/>
                <a:gd name="T14" fmla="*/ 70 w 99"/>
                <a:gd name="T15" fmla="*/ 29 h 99"/>
                <a:gd name="T16" fmla="*/ 35 w 99"/>
                <a:gd name="T17" fmla="*/ 6 h 99"/>
                <a:gd name="T18" fmla="*/ 0 w 99"/>
                <a:gd name="T19" fmla="*/ 0 h 99"/>
                <a:gd name="T20" fmla="*/ 0 w 99"/>
                <a:gd name="T21" fmla="*/ 0 h 99"/>
                <a:gd name="T22" fmla="*/ 0 w 99"/>
                <a:gd name="T23" fmla="*/ 0 h 99"/>
                <a:gd name="T24" fmla="*/ 0 w 99"/>
                <a:gd name="T25" fmla="*/ 0 h 99"/>
                <a:gd name="T26" fmla="*/ 0 w 99"/>
                <a:gd name="T2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99">
                  <a:moveTo>
                    <a:pt x="0" y="0"/>
                  </a:moveTo>
                  <a:lnTo>
                    <a:pt x="35" y="6"/>
                  </a:lnTo>
                  <a:lnTo>
                    <a:pt x="70" y="29"/>
                  </a:lnTo>
                  <a:lnTo>
                    <a:pt x="93" y="64"/>
                  </a:lnTo>
                  <a:lnTo>
                    <a:pt x="99" y="99"/>
                  </a:lnTo>
                  <a:lnTo>
                    <a:pt x="99" y="99"/>
                  </a:lnTo>
                  <a:lnTo>
                    <a:pt x="93" y="64"/>
                  </a:lnTo>
                  <a:lnTo>
                    <a:pt x="70" y="29"/>
                  </a:lnTo>
                  <a:lnTo>
                    <a:pt x="35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4" name="Freeform 80"/>
            <p:cNvSpPr>
              <a:spLocks noEditPoints="1"/>
            </p:cNvSpPr>
            <p:nvPr/>
          </p:nvSpPr>
          <p:spPr bwMode="auto">
            <a:xfrm>
              <a:off x="4136" y="582"/>
              <a:ext cx="24" cy="71"/>
            </a:xfrm>
            <a:custGeom>
              <a:avLst/>
              <a:gdLst>
                <a:gd name="T0" fmla="*/ 29 w 29"/>
                <a:gd name="T1" fmla="*/ 0 h 69"/>
                <a:gd name="T2" fmla="*/ 23 w 29"/>
                <a:gd name="T3" fmla="*/ 40 h 69"/>
                <a:gd name="T4" fmla="*/ 0 w 29"/>
                <a:gd name="T5" fmla="*/ 69 h 69"/>
                <a:gd name="T6" fmla="*/ 0 w 29"/>
                <a:gd name="T7" fmla="*/ 69 h 69"/>
                <a:gd name="T8" fmla="*/ 23 w 29"/>
                <a:gd name="T9" fmla="*/ 40 h 69"/>
                <a:gd name="T10" fmla="*/ 29 w 29"/>
                <a:gd name="T11" fmla="*/ 0 h 69"/>
                <a:gd name="T12" fmla="*/ 29 w 29"/>
                <a:gd name="T13" fmla="*/ 0 h 69"/>
                <a:gd name="T14" fmla="*/ 29 w 29"/>
                <a:gd name="T15" fmla="*/ 0 h 69"/>
                <a:gd name="T16" fmla="*/ 29 w 29"/>
                <a:gd name="T17" fmla="*/ 0 h 69"/>
                <a:gd name="T18" fmla="*/ 29 w 29"/>
                <a:gd name="T1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69">
                  <a:moveTo>
                    <a:pt x="29" y="0"/>
                  </a:moveTo>
                  <a:lnTo>
                    <a:pt x="23" y="40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23" y="40"/>
                  </a:lnTo>
                  <a:lnTo>
                    <a:pt x="29" y="0"/>
                  </a:lnTo>
                  <a:lnTo>
                    <a:pt x="29" y="0"/>
                  </a:lnTo>
                  <a:close/>
                  <a:moveTo>
                    <a:pt x="29" y="0"/>
                  </a:move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5" name="Freeform 81"/>
            <p:cNvSpPr>
              <a:spLocks noEditPoints="1"/>
            </p:cNvSpPr>
            <p:nvPr/>
          </p:nvSpPr>
          <p:spPr bwMode="auto">
            <a:xfrm>
              <a:off x="4116" y="582"/>
              <a:ext cx="20" cy="71"/>
            </a:xfrm>
            <a:custGeom>
              <a:avLst/>
              <a:gdLst>
                <a:gd name="T0" fmla="*/ 23 w 23"/>
                <a:gd name="T1" fmla="*/ 69 h 69"/>
                <a:gd name="T2" fmla="*/ 5 w 23"/>
                <a:gd name="T3" fmla="*/ 40 h 69"/>
                <a:gd name="T4" fmla="*/ 0 w 23"/>
                <a:gd name="T5" fmla="*/ 0 h 69"/>
                <a:gd name="T6" fmla="*/ 0 w 23"/>
                <a:gd name="T7" fmla="*/ 0 h 69"/>
                <a:gd name="T8" fmla="*/ 5 w 23"/>
                <a:gd name="T9" fmla="*/ 40 h 69"/>
                <a:gd name="T10" fmla="*/ 23 w 23"/>
                <a:gd name="T11" fmla="*/ 69 h 69"/>
                <a:gd name="T12" fmla="*/ 23 w 23"/>
                <a:gd name="T13" fmla="*/ 69 h 69"/>
                <a:gd name="T14" fmla="*/ 23 w 23"/>
                <a:gd name="T15" fmla="*/ 69 h 69"/>
                <a:gd name="T16" fmla="*/ 23 w 23"/>
                <a:gd name="T17" fmla="*/ 69 h 69"/>
                <a:gd name="T18" fmla="*/ 23 w 23"/>
                <a:gd name="T1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69">
                  <a:moveTo>
                    <a:pt x="23" y="69"/>
                  </a:moveTo>
                  <a:lnTo>
                    <a:pt x="5" y="40"/>
                  </a:lnTo>
                  <a:lnTo>
                    <a:pt x="0" y="0"/>
                  </a:lnTo>
                  <a:lnTo>
                    <a:pt x="0" y="0"/>
                  </a:lnTo>
                  <a:lnTo>
                    <a:pt x="5" y="40"/>
                  </a:lnTo>
                  <a:lnTo>
                    <a:pt x="23" y="69"/>
                  </a:lnTo>
                  <a:lnTo>
                    <a:pt x="23" y="69"/>
                  </a:lnTo>
                  <a:close/>
                  <a:moveTo>
                    <a:pt x="23" y="69"/>
                  </a:moveTo>
                  <a:lnTo>
                    <a:pt x="23" y="69"/>
                  </a:lnTo>
                  <a:lnTo>
                    <a:pt x="23" y="6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6" name="Freeform 82"/>
            <p:cNvSpPr>
              <a:spLocks noEditPoints="1"/>
            </p:cNvSpPr>
            <p:nvPr/>
          </p:nvSpPr>
          <p:spPr bwMode="auto">
            <a:xfrm>
              <a:off x="4116" y="482"/>
              <a:ext cx="78" cy="100"/>
            </a:xfrm>
            <a:custGeom>
              <a:avLst/>
              <a:gdLst>
                <a:gd name="T0" fmla="*/ 0 w 92"/>
                <a:gd name="T1" fmla="*/ 99 h 99"/>
                <a:gd name="T2" fmla="*/ 5 w 92"/>
                <a:gd name="T3" fmla="*/ 64 h 99"/>
                <a:gd name="T4" fmla="*/ 29 w 92"/>
                <a:gd name="T5" fmla="*/ 29 h 99"/>
                <a:gd name="T6" fmla="*/ 58 w 92"/>
                <a:gd name="T7" fmla="*/ 6 h 99"/>
                <a:gd name="T8" fmla="*/ 92 w 92"/>
                <a:gd name="T9" fmla="*/ 0 h 99"/>
                <a:gd name="T10" fmla="*/ 92 w 92"/>
                <a:gd name="T11" fmla="*/ 0 h 99"/>
                <a:gd name="T12" fmla="*/ 58 w 92"/>
                <a:gd name="T13" fmla="*/ 6 h 99"/>
                <a:gd name="T14" fmla="*/ 29 w 92"/>
                <a:gd name="T15" fmla="*/ 29 h 99"/>
                <a:gd name="T16" fmla="*/ 5 w 92"/>
                <a:gd name="T17" fmla="*/ 64 h 99"/>
                <a:gd name="T18" fmla="*/ 0 w 92"/>
                <a:gd name="T19" fmla="*/ 99 h 99"/>
                <a:gd name="T20" fmla="*/ 0 w 92"/>
                <a:gd name="T21" fmla="*/ 99 h 99"/>
                <a:gd name="T22" fmla="*/ 0 w 92"/>
                <a:gd name="T23" fmla="*/ 99 h 99"/>
                <a:gd name="T24" fmla="*/ 0 w 92"/>
                <a:gd name="T25" fmla="*/ 99 h 99"/>
                <a:gd name="T26" fmla="*/ 0 w 92"/>
                <a:gd name="T2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2" h="99">
                  <a:moveTo>
                    <a:pt x="0" y="99"/>
                  </a:moveTo>
                  <a:lnTo>
                    <a:pt x="5" y="64"/>
                  </a:lnTo>
                  <a:lnTo>
                    <a:pt x="29" y="29"/>
                  </a:lnTo>
                  <a:lnTo>
                    <a:pt x="58" y="6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58" y="6"/>
                  </a:lnTo>
                  <a:lnTo>
                    <a:pt x="29" y="29"/>
                  </a:lnTo>
                  <a:lnTo>
                    <a:pt x="5" y="64"/>
                  </a:lnTo>
                  <a:lnTo>
                    <a:pt x="0" y="99"/>
                  </a:lnTo>
                  <a:lnTo>
                    <a:pt x="0" y="99"/>
                  </a:lnTo>
                  <a:close/>
                  <a:moveTo>
                    <a:pt x="0" y="99"/>
                  </a:moveTo>
                  <a:lnTo>
                    <a:pt x="0" y="99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7" name="Freeform 83"/>
            <p:cNvSpPr>
              <a:spLocks noEditPoints="1"/>
            </p:cNvSpPr>
            <p:nvPr/>
          </p:nvSpPr>
          <p:spPr bwMode="auto">
            <a:xfrm>
              <a:off x="4194" y="482"/>
              <a:ext cx="83" cy="100"/>
            </a:xfrm>
            <a:custGeom>
              <a:avLst/>
              <a:gdLst>
                <a:gd name="T0" fmla="*/ 0 w 99"/>
                <a:gd name="T1" fmla="*/ 0 h 99"/>
                <a:gd name="T2" fmla="*/ 41 w 99"/>
                <a:gd name="T3" fmla="*/ 6 h 99"/>
                <a:gd name="T4" fmla="*/ 70 w 99"/>
                <a:gd name="T5" fmla="*/ 29 h 99"/>
                <a:gd name="T6" fmla="*/ 93 w 99"/>
                <a:gd name="T7" fmla="*/ 64 h 99"/>
                <a:gd name="T8" fmla="*/ 99 w 99"/>
                <a:gd name="T9" fmla="*/ 99 h 99"/>
                <a:gd name="T10" fmla="*/ 99 w 99"/>
                <a:gd name="T11" fmla="*/ 99 h 99"/>
                <a:gd name="T12" fmla="*/ 93 w 99"/>
                <a:gd name="T13" fmla="*/ 64 h 99"/>
                <a:gd name="T14" fmla="*/ 70 w 99"/>
                <a:gd name="T15" fmla="*/ 29 h 99"/>
                <a:gd name="T16" fmla="*/ 41 w 99"/>
                <a:gd name="T17" fmla="*/ 6 h 99"/>
                <a:gd name="T18" fmla="*/ 0 w 99"/>
                <a:gd name="T19" fmla="*/ 0 h 99"/>
                <a:gd name="T20" fmla="*/ 0 w 99"/>
                <a:gd name="T21" fmla="*/ 0 h 99"/>
                <a:gd name="T22" fmla="*/ 0 w 99"/>
                <a:gd name="T23" fmla="*/ 0 h 99"/>
                <a:gd name="T24" fmla="*/ 0 w 99"/>
                <a:gd name="T25" fmla="*/ 0 h 99"/>
                <a:gd name="T26" fmla="*/ 0 w 99"/>
                <a:gd name="T2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99">
                  <a:moveTo>
                    <a:pt x="0" y="0"/>
                  </a:moveTo>
                  <a:lnTo>
                    <a:pt x="41" y="6"/>
                  </a:lnTo>
                  <a:lnTo>
                    <a:pt x="70" y="29"/>
                  </a:lnTo>
                  <a:lnTo>
                    <a:pt x="93" y="64"/>
                  </a:lnTo>
                  <a:lnTo>
                    <a:pt x="99" y="99"/>
                  </a:lnTo>
                  <a:lnTo>
                    <a:pt x="99" y="99"/>
                  </a:lnTo>
                  <a:lnTo>
                    <a:pt x="93" y="64"/>
                  </a:lnTo>
                  <a:lnTo>
                    <a:pt x="70" y="29"/>
                  </a:lnTo>
                  <a:lnTo>
                    <a:pt x="41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8" name="Freeform 84"/>
            <p:cNvSpPr>
              <a:spLocks noEditPoints="1"/>
            </p:cNvSpPr>
            <p:nvPr/>
          </p:nvSpPr>
          <p:spPr bwMode="auto">
            <a:xfrm>
              <a:off x="4258" y="582"/>
              <a:ext cx="19" cy="71"/>
            </a:xfrm>
            <a:custGeom>
              <a:avLst/>
              <a:gdLst>
                <a:gd name="T0" fmla="*/ 23 w 23"/>
                <a:gd name="T1" fmla="*/ 0 h 69"/>
                <a:gd name="T2" fmla="*/ 17 w 23"/>
                <a:gd name="T3" fmla="*/ 40 h 69"/>
                <a:gd name="T4" fmla="*/ 0 w 23"/>
                <a:gd name="T5" fmla="*/ 69 h 69"/>
                <a:gd name="T6" fmla="*/ 0 w 23"/>
                <a:gd name="T7" fmla="*/ 69 h 69"/>
                <a:gd name="T8" fmla="*/ 17 w 23"/>
                <a:gd name="T9" fmla="*/ 40 h 69"/>
                <a:gd name="T10" fmla="*/ 23 w 23"/>
                <a:gd name="T11" fmla="*/ 0 h 69"/>
                <a:gd name="T12" fmla="*/ 23 w 23"/>
                <a:gd name="T13" fmla="*/ 0 h 69"/>
                <a:gd name="T14" fmla="*/ 23 w 23"/>
                <a:gd name="T15" fmla="*/ 0 h 69"/>
                <a:gd name="T16" fmla="*/ 23 w 23"/>
                <a:gd name="T17" fmla="*/ 0 h 69"/>
                <a:gd name="T18" fmla="*/ 23 w 23"/>
                <a:gd name="T1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69">
                  <a:moveTo>
                    <a:pt x="23" y="0"/>
                  </a:moveTo>
                  <a:lnTo>
                    <a:pt x="17" y="40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17" y="40"/>
                  </a:lnTo>
                  <a:lnTo>
                    <a:pt x="23" y="0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9" name="Freeform 85"/>
            <p:cNvSpPr>
              <a:spLocks noEditPoints="1"/>
            </p:cNvSpPr>
            <p:nvPr/>
          </p:nvSpPr>
          <p:spPr bwMode="auto">
            <a:xfrm>
              <a:off x="4233" y="582"/>
              <a:ext cx="25" cy="71"/>
            </a:xfrm>
            <a:custGeom>
              <a:avLst/>
              <a:gdLst>
                <a:gd name="T0" fmla="*/ 29 w 29"/>
                <a:gd name="T1" fmla="*/ 69 h 69"/>
                <a:gd name="T2" fmla="*/ 6 w 29"/>
                <a:gd name="T3" fmla="*/ 40 h 69"/>
                <a:gd name="T4" fmla="*/ 0 w 29"/>
                <a:gd name="T5" fmla="*/ 0 h 69"/>
                <a:gd name="T6" fmla="*/ 0 w 29"/>
                <a:gd name="T7" fmla="*/ 0 h 69"/>
                <a:gd name="T8" fmla="*/ 6 w 29"/>
                <a:gd name="T9" fmla="*/ 40 h 69"/>
                <a:gd name="T10" fmla="*/ 29 w 29"/>
                <a:gd name="T11" fmla="*/ 69 h 69"/>
                <a:gd name="T12" fmla="*/ 29 w 29"/>
                <a:gd name="T13" fmla="*/ 69 h 69"/>
                <a:gd name="T14" fmla="*/ 29 w 29"/>
                <a:gd name="T15" fmla="*/ 69 h 69"/>
                <a:gd name="T16" fmla="*/ 29 w 29"/>
                <a:gd name="T17" fmla="*/ 69 h 69"/>
                <a:gd name="T18" fmla="*/ 29 w 29"/>
                <a:gd name="T1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69">
                  <a:moveTo>
                    <a:pt x="29" y="69"/>
                  </a:moveTo>
                  <a:lnTo>
                    <a:pt x="6" y="4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40"/>
                  </a:lnTo>
                  <a:lnTo>
                    <a:pt x="29" y="69"/>
                  </a:lnTo>
                  <a:lnTo>
                    <a:pt x="29" y="69"/>
                  </a:lnTo>
                  <a:close/>
                  <a:moveTo>
                    <a:pt x="29" y="69"/>
                  </a:moveTo>
                  <a:lnTo>
                    <a:pt x="29" y="69"/>
                  </a:lnTo>
                  <a:lnTo>
                    <a:pt x="29" y="6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0" name="Freeform 86"/>
            <p:cNvSpPr>
              <a:spLocks noEditPoints="1"/>
            </p:cNvSpPr>
            <p:nvPr/>
          </p:nvSpPr>
          <p:spPr bwMode="auto">
            <a:xfrm>
              <a:off x="4233" y="482"/>
              <a:ext cx="83" cy="100"/>
            </a:xfrm>
            <a:custGeom>
              <a:avLst/>
              <a:gdLst>
                <a:gd name="T0" fmla="*/ 0 w 99"/>
                <a:gd name="T1" fmla="*/ 99 h 99"/>
                <a:gd name="T2" fmla="*/ 6 w 99"/>
                <a:gd name="T3" fmla="*/ 64 h 99"/>
                <a:gd name="T4" fmla="*/ 29 w 99"/>
                <a:gd name="T5" fmla="*/ 29 h 99"/>
                <a:gd name="T6" fmla="*/ 64 w 99"/>
                <a:gd name="T7" fmla="*/ 6 h 99"/>
                <a:gd name="T8" fmla="*/ 99 w 99"/>
                <a:gd name="T9" fmla="*/ 0 h 99"/>
                <a:gd name="T10" fmla="*/ 99 w 99"/>
                <a:gd name="T11" fmla="*/ 0 h 99"/>
                <a:gd name="T12" fmla="*/ 64 w 99"/>
                <a:gd name="T13" fmla="*/ 6 h 99"/>
                <a:gd name="T14" fmla="*/ 29 w 99"/>
                <a:gd name="T15" fmla="*/ 29 h 99"/>
                <a:gd name="T16" fmla="*/ 6 w 99"/>
                <a:gd name="T17" fmla="*/ 64 h 99"/>
                <a:gd name="T18" fmla="*/ 0 w 99"/>
                <a:gd name="T19" fmla="*/ 99 h 99"/>
                <a:gd name="T20" fmla="*/ 0 w 99"/>
                <a:gd name="T21" fmla="*/ 99 h 99"/>
                <a:gd name="T22" fmla="*/ 0 w 99"/>
                <a:gd name="T23" fmla="*/ 99 h 99"/>
                <a:gd name="T24" fmla="*/ 0 w 99"/>
                <a:gd name="T25" fmla="*/ 99 h 99"/>
                <a:gd name="T26" fmla="*/ 0 w 99"/>
                <a:gd name="T2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99">
                  <a:moveTo>
                    <a:pt x="0" y="99"/>
                  </a:moveTo>
                  <a:lnTo>
                    <a:pt x="6" y="64"/>
                  </a:lnTo>
                  <a:lnTo>
                    <a:pt x="29" y="29"/>
                  </a:lnTo>
                  <a:lnTo>
                    <a:pt x="64" y="6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64" y="6"/>
                  </a:lnTo>
                  <a:lnTo>
                    <a:pt x="29" y="29"/>
                  </a:lnTo>
                  <a:lnTo>
                    <a:pt x="6" y="64"/>
                  </a:lnTo>
                  <a:lnTo>
                    <a:pt x="0" y="99"/>
                  </a:lnTo>
                  <a:lnTo>
                    <a:pt x="0" y="99"/>
                  </a:lnTo>
                  <a:close/>
                  <a:moveTo>
                    <a:pt x="0" y="99"/>
                  </a:moveTo>
                  <a:lnTo>
                    <a:pt x="0" y="99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1" name="Freeform 87"/>
            <p:cNvSpPr>
              <a:spLocks noEditPoints="1"/>
            </p:cNvSpPr>
            <p:nvPr/>
          </p:nvSpPr>
          <p:spPr bwMode="auto">
            <a:xfrm>
              <a:off x="4316" y="482"/>
              <a:ext cx="83" cy="100"/>
            </a:xfrm>
            <a:custGeom>
              <a:avLst/>
              <a:gdLst>
                <a:gd name="T0" fmla="*/ 0 w 99"/>
                <a:gd name="T1" fmla="*/ 0 h 99"/>
                <a:gd name="T2" fmla="*/ 35 w 99"/>
                <a:gd name="T3" fmla="*/ 6 h 99"/>
                <a:gd name="T4" fmla="*/ 69 w 99"/>
                <a:gd name="T5" fmla="*/ 29 h 99"/>
                <a:gd name="T6" fmla="*/ 93 w 99"/>
                <a:gd name="T7" fmla="*/ 64 h 99"/>
                <a:gd name="T8" fmla="*/ 99 w 99"/>
                <a:gd name="T9" fmla="*/ 99 h 99"/>
                <a:gd name="T10" fmla="*/ 99 w 99"/>
                <a:gd name="T11" fmla="*/ 99 h 99"/>
                <a:gd name="T12" fmla="*/ 93 w 99"/>
                <a:gd name="T13" fmla="*/ 64 h 99"/>
                <a:gd name="T14" fmla="*/ 69 w 99"/>
                <a:gd name="T15" fmla="*/ 29 h 99"/>
                <a:gd name="T16" fmla="*/ 35 w 99"/>
                <a:gd name="T17" fmla="*/ 6 h 99"/>
                <a:gd name="T18" fmla="*/ 0 w 99"/>
                <a:gd name="T19" fmla="*/ 0 h 99"/>
                <a:gd name="T20" fmla="*/ 0 w 99"/>
                <a:gd name="T21" fmla="*/ 0 h 99"/>
                <a:gd name="T22" fmla="*/ 0 w 99"/>
                <a:gd name="T23" fmla="*/ 0 h 99"/>
                <a:gd name="T24" fmla="*/ 0 w 99"/>
                <a:gd name="T25" fmla="*/ 0 h 99"/>
                <a:gd name="T26" fmla="*/ 0 w 99"/>
                <a:gd name="T2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99">
                  <a:moveTo>
                    <a:pt x="0" y="0"/>
                  </a:moveTo>
                  <a:lnTo>
                    <a:pt x="35" y="6"/>
                  </a:lnTo>
                  <a:lnTo>
                    <a:pt x="69" y="29"/>
                  </a:lnTo>
                  <a:lnTo>
                    <a:pt x="93" y="64"/>
                  </a:lnTo>
                  <a:lnTo>
                    <a:pt x="99" y="99"/>
                  </a:lnTo>
                  <a:lnTo>
                    <a:pt x="99" y="99"/>
                  </a:lnTo>
                  <a:lnTo>
                    <a:pt x="93" y="64"/>
                  </a:lnTo>
                  <a:lnTo>
                    <a:pt x="69" y="29"/>
                  </a:lnTo>
                  <a:lnTo>
                    <a:pt x="35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2" name="Freeform 88"/>
            <p:cNvSpPr>
              <a:spLocks noEditPoints="1"/>
            </p:cNvSpPr>
            <p:nvPr/>
          </p:nvSpPr>
          <p:spPr bwMode="auto">
            <a:xfrm>
              <a:off x="4375" y="582"/>
              <a:ext cx="24" cy="71"/>
            </a:xfrm>
            <a:custGeom>
              <a:avLst/>
              <a:gdLst>
                <a:gd name="T0" fmla="*/ 30 w 30"/>
                <a:gd name="T1" fmla="*/ 0 h 69"/>
                <a:gd name="T2" fmla="*/ 24 w 30"/>
                <a:gd name="T3" fmla="*/ 40 h 69"/>
                <a:gd name="T4" fmla="*/ 0 w 30"/>
                <a:gd name="T5" fmla="*/ 69 h 69"/>
                <a:gd name="T6" fmla="*/ 0 w 30"/>
                <a:gd name="T7" fmla="*/ 69 h 69"/>
                <a:gd name="T8" fmla="*/ 24 w 30"/>
                <a:gd name="T9" fmla="*/ 40 h 69"/>
                <a:gd name="T10" fmla="*/ 30 w 30"/>
                <a:gd name="T11" fmla="*/ 0 h 69"/>
                <a:gd name="T12" fmla="*/ 30 w 30"/>
                <a:gd name="T13" fmla="*/ 0 h 69"/>
                <a:gd name="T14" fmla="*/ 30 w 30"/>
                <a:gd name="T15" fmla="*/ 0 h 69"/>
                <a:gd name="T16" fmla="*/ 30 w 30"/>
                <a:gd name="T17" fmla="*/ 0 h 69"/>
                <a:gd name="T18" fmla="*/ 30 w 30"/>
                <a:gd name="T1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69">
                  <a:moveTo>
                    <a:pt x="30" y="0"/>
                  </a:moveTo>
                  <a:lnTo>
                    <a:pt x="24" y="40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24" y="40"/>
                  </a:lnTo>
                  <a:lnTo>
                    <a:pt x="30" y="0"/>
                  </a:lnTo>
                  <a:lnTo>
                    <a:pt x="30" y="0"/>
                  </a:lnTo>
                  <a:close/>
                  <a:moveTo>
                    <a:pt x="30" y="0"/>
                  </a:move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3" name="Freeform 89"/>
            <p:cNvSpPr>
              <a:spLocks noEditPoints="1"/>
            </p:cNvSpPr>
            <p:nvPr/>
          </p:nvSpPr>
          <p:spPr bwMode="auto">
            <a:xfrm>
              <a:off x="4355" y="582"/>
              <a:ext cx="20" cy="71"/>
            </a:xfrm>
            <a:custGeom>
              <a:avLst/>
              <a:gdLst>
                <a:gd name="T0" fmla="*/ 23 w 23"/>
                <a:gd name="T1" fmla="*/ 69 h 69"/>
                <a:gd name="T2" fmla="*/ 6 w 23"/>
                <a:gd name="T3" fmla="*/ 40 h 69"/>
                <a:gd name="T4" fmla="*/ 0 w 23"/>
                <a:gd name="T5" fmla="*/ 0 h 69"/>
                <a:gd name="T6" fmla="*/ 0 w 23"/>
                <a:gd name="T7" fmla="*/ 0 h 69"/>
                <a:gd name="T8" fmla="*/ 6 w 23"/>
                <a:gd name="T9" fmla="*/ 40 h 69"/>
                <a:gd name="T10" fmla="*/ 23 w 23"/>
                <a:gd name="T11" fmla="*/ 69 h 69"/>
                <a:gd name="T12" fmla="*/ 23 w 23"/>
                <a:gd name="T13" fmla="*/ 69 h 69"/>
                <a:gd name="T14" fmla="*/ 23 w 23"/>
                <a:gd name="T15" fmla="*/ 69 h 69"/>
                <a:gd name="T16" fmla="*/ 23 w 23"/>
                <a:gd name="T17" fmla="*/ 69 h 69"/>
                <a:gd name="T18" fmla="*/ 23 w 23"/>
                <a:gd name="T1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69">
                  <a:moveTo>
                    <a:pt x="23" y="69"/>
                  </a:moveTo>
                  <a:lnTo>
                    <a:pt x="6" y="4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40"/>
                  </a:lnTo>
                  <a:lnTo>
                    <a:pt x="23" y="69"/>
                  </a:lnTo>
                  <a:lnTo>
                    <a:pt x="23" y="69"/>
                  </a:lnTo>
                  <a:close/>
                  <a:moveTo>
                    <a:pt x="23" y="69"/>
                  </a:moveTo>
                  <a:lnTo>
                    <a:pt x="23" y="69"/>
                  </a:lnTo>
                  <a:lnTo>
                    <a:pt x="23" y="6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4" name="Freeform 90"/>
            <p:cNvSpPr>
              <a:spLocks noEditPoints="1"/>
            </p:cNvSpPr>
            <p:nvPr/>
          </p:nvSpPr>
          <p:spPr bwMode="auto">
            <a:xfrm>
              <a:off x="4355" y="482"/>
              <a:ext cx="83" cy="100"/>
            </a:xfrm>
            <a:custGeom>
              <a:avLst/>
              <a:gdLst>
                <a:gd name="T0" fmla="*/ 0 w 99"/>
                <a:gd name="T1" fmla="*/ 99 h 99"/>
                <a:gd name="T2" fmla="*/ 6 w 99"/>
                <a:gd name="T3" fmla="*/ 64 h 99"/>
                <a:gd name="T4" fmla="*/ 29 w 99"/>
                <a:gd name="T5" fmla="*/ 29 h 99"/>
                <a:gd name="T6" fmla="*/ 58 w 99"/>
                <a:gd name="T7" fmla="*/ 6 h 99"/>
                <a:gd name="T8" fmla="*/ 99 w 99"/>
                <a:gd name="T9" fmla="*/ 0 h 99"/>
                <a:gd name="T10" fmla="*/ 99 w 99"/>
                <a:gd name="T11" fmla="*/ 0 h 99"/>
                <a:gd name="T12" fmla="*/ 58 w 99"/>
                <a:gd name="T13" fmla="*/ 6 h 99"/>
                <a:gd name="T14" fmla="*/ 29 w 99"/>
                <a:gd name="T15" fmla="*/ 29 h 99"/>
                <a:gd name="T16" fmla="*/ 6 w 99"/>
                <a:gd name="T17" fmla="*/ 64 h 99"/>
                <a:gd name="T18" fmla="*/ 0 w 99"/>
                <a:gd name="T19" fmla="*/ 99 h 99"/>
                <a:gd name="T20" fmla="*/ 0 w 99"/>
                <a:gd name="T21" fmla="*/ 99 h 99"/>
                <a:gd name="T22" fmla="*/ 0 w 99"/>
                <a:gd name="T23" fmla="*/ 99 h 99"/>
                <a:gd name="T24" fmla="*/ 0 w 99"/>
                <a:gd name="T25" fmla="*/ 99 h 99"/>
                <a:gd name="T26" fmla="*/ 0 w 99"/>
                <a:gd name="T2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99">
                  <a:moveTo>
                    <a:pt x="0" y="99"/>
                  </a:moveTo>
                  <a:lnTo>
                    <a:pt x="6" y="64"/>
                  </a:lnTo>
                  <a:lnTo>
                    <a:pt x="29" y="29"/>
                  </a:lnTo>
                  <a:lnTo>
                    <a:pt x="58" y="6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58" y="6"/>
                  </a:lnTo>
                  <a:lnTo>
                    <a:pt x="29" y="29"/>
                  </a:lnTo>
                  <a:lnTo>
                    <a:pt x="6" y="64"/>
                  </a:lnTo>
                  <a:lnTo>
                    <a:pt x="0" y="99"/>
                  </a:lnTo>
                  <a:lnTo>
                    <a:pt x="0" y="99"/>
                  </a:lnTo>
                  <a:close/>
                  <a:moveTo>
                    <a:pt x="0" y="99"/>
                  </a:moveTo>
                  <a:lnTo>
                    <a:pt x="0" y="99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5" name="Freeform 91"/>
            <p:cNvSpPr>
              <a:spLocks noEditPoints="1"/>
            </p:cNvSpPr>
            <p:nvPr/>
          </p:nvSpPr>
          <p:spPr bwMode="auto">
            <a:xfrm>
              <a:off x="4438" y="482"/>
              <a:ext cx="83" cy="100"/>
            </a:xfrm>
            <a:custGeom>
              <a:avLst/>
              <a:gdLst>
                <a:gd name="T0" fmla="*/ 0 w 99"/>
                <a:gd name="T1" fmla="*/ 0 h 99"/>
                <a:gd name="T2" fmla="*/ 35 w 99"/>
                <a:gd name="T3" fmla="*/ 6 h 99"/>
                <a:gd name="T4" fmla="*/ 70 w 99"/>
                <a:gd name="T5" fmla="*/ 29 h 99"/>
                <a:gd name="T6" fmla="*/ 93 w 99"/>
                <a:gd name="T7" fmla="*/ 64 h 99"/>
                <a:gd name="T8" fmla="*/ 99 w 99"/>
                <a:gd name="T9" fmla="*/ 99 h 99"/>
                <a:gd name="T10" fmla="*/ 99 w 99"/>
                <a:gd name="T11" fmla="*/ 99 h 99"/>
                <a:gd name="T12" fmla="*/ 93 w 99"/>
                <a:gd name="T13" fmla="*/ 64 h 99"/>
                <a:gd name="T14" fmla="*/ 70 w 99"/>
                <a:gd name="T15" fmla="*/ 29 h 99"/>
                <a:gd name="T16" fmla="*/ 35 w 99"/>
                <a:gd name="T17" fmla="*/ 6 h 99"/>
                <a:gd name="T18" fmla="*/ 0 w 99"/>
                <a:gd name="T19" fmla="*/ 0 h 99"/>
                <a:gd name="T20" fmla="*/ 0 w 99"/>
                <a:gd name="T21" fmla="*/ 0 h 99"/>
                <a:gd name="T22" fmla="*/ 0 w 99"/>
                <a:gd name="T23" fmla="*/ 0 h 99"/>
                <a:gd name="T24" fmla="*/ 0 w 99"/>
                <a:gd name="T25" fmla="*/ 0 h 99"/>
                <a:gd name="T26" fmla="*/ 0 w 99"/>
                <a:gd name="T2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99">
                  <a:moveTo>
                    <a:pt x="0" y="0"/>
                  </a:moveTo>
                  <a:lnTo>
                    <a:pt x="35" y="6"/>
                  </a:lnTo>
                  <a:lnTo>
                    <a:pt x="70" y="29"/>
                  </a:lnTo>
                  <a:lnTo>
                    <a:pt x="93" y="64"/>
                  </a:lnTo>
                  <a:lnTo>
                    <a:pt x="99" y="99"/>
                  </a:lnTo>
                  <a:lnTo>
                    <a:pt x="99" y="99"/>
                  </a:lnTo>
                  <a:lnTo>
                    <a:pt x="93" y="64"/>
                  </a:lnTo>
                  <a:lnTo>
                    <a:pt x="70" y="29"/>
                  </a:lnTo>
                  <a:lnTo>
                    <a:pt x="35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81" name="Line 97"/>
          <p:cNvSpPr>
            <a:spLocks noChangeShapeType="1"/>
          </p:cNvSpPr>
          <p:nvPr/>
        </p:nvSpPr>
        <p:spPr bwMode="auto">
          <a:xfrm>
            <a:off x="3384550" y="1592263"/>
            <a:ext cx="1152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2" name="Rectangle 98"/>
          <p:cNvSpPr>
            <a:spLocks noChangeArrowheads="1"/>
          </p:cNvSpPr>
          <p:nvPr/>
        </p:nvSpPr>
        <p:spPr bwMode="auto">
          <a:xfrm rot="2700000">
            <a:off x="3492500" y="2384425"/>
            <a:ext cx="503238" cy="503238"/>
          </a:xfrm>
          <a:prstGeom prst="rect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3" name="Line 99"/>
          <p:cNvSpPr>
            <a:spLocks noChangeShapeType="1"/>
          </p:cNvSpPr>
          <p:nvPr/>
        </p:nvSpPr>
        <p:spPr bwMode="auto">
          <a:xfrm>
            <a:off x="3744913" y="1592263"/>
            <a:ext cx="0" cy="720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4" name="Line 100"/>
          <p:cNvSpPr>
            <a:spLocks noChangeShapeType="1"/>
          </p:cNvSpPr>
          <p:nvPr/>
        </p:nvSpPr>
        <p:spPr bwMode="auto">
          <a:xfrm flipV="1">
            <a:off x="3744913" y="2384425"/>
            <a:ext cx="0" cy="4683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5" name="Line 101"/>
          <p:cNvSpPr>
            <a:spLocks noChangeShapeType="1"/>
          </p:cNvSpPr>
          <p:nvPr/>
        </p:nvSpPr>
        <p:spPr bwMode="auto">
          <a:xfrm>
            <a:off x="3744913" y="2960688"/>
            <a:ext cx="0" cy="612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6" name="Line 102"/>
          <p:cNvSpPr>
            <a:spLocks noChangeShapeType="1"/>
          </p:cNvSpPr>
          <p:nvPr/>
        </p:nvSpPr>
        <p:spPr bwMode="auto">
          <a:xfrm>
            <a:off x="4537075" y="1593850"/>
            <a:ext cx="0" cy="755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" name="Line 103"/>
          <p:cNvSpPr>
            <a:spLocks noChangeShapeType="1"/>
          </p:cNvSpPr>
          <p:nvPr/>
        </p:nvSpPr>
        <p:spPr bwMode="auto">
          <a:xfrm>
            <a:off x="287338" y="3573463"/>
            <a:ext cx="42497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" name="Line 104"/>
          <p:cNvSpPr>
            <a:spLocks noChangeShapeType="1"/>
          </p:cNvSpPr>
          <p:nvPr/>
        </p:nvSpPr>
        <p:spPr bwMode="auto">
          <a:xfrm>
            <a:off x="4537075" y="3033713"/>
            <a:ext cx="0" cy="539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" name="Text Box 105"/>
          <p:cNvSpPr txBox="1">
            <a:spLocks noChangeArrowheads="1"/>
          </p:cNvSpPr>
          <p:nvPr/>
        </p:nvSpPr>
        <p:spPr bwMode="auto">
          <a:xfrm>
            <a:off x="684213" y="1052513"/>
            <a:ext cx="1223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10</a:t>
            </a:r>
            <a:r>
              <a:rPr lang="el-GR" altLang="zh-CN" sz="2400">
                <a:latin typeface="Times New Roman" pitchFamily="18" charset="0"/>
                <a:cs typeface="Times New Roman" pitchFamily="18" charset="0"/>
              </a:rPr>
              <a:t>Ω</a:t>
            </a:r>
          </a:p>
        </p:txBody>
      </p:sp>
      <p:sp>
        <p:nvSpPr>
          <p:cNvPr id="16490" name="Line 106"/>
          <p:cNvSpPr>
            <a:spLocks noChangeShapeType="1"/>
          </p:cNvSpPr>
          <p:nvPr/>
        </p:nvSpPr>
        <p:spPr bwMode="auto">
          <a:xfrm>
            <a:off x="2160588" y="1736725"/>
            <a:ext cx="0" cy="4683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" name="Text Box 107"/>
          <p:cNvSpPr txBox="1">
            <a:spLocks noChangeArrowheads="1"/>
          </p:cNvSpPr>
          <p:nvPr/>
        </p:nvSpPr>
        <p:spPr bwMode="auto">
          <a:xfrm>
            <a:off x="1728788" y="1736725"/>
            <a:ext cx="900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i</a:t>
            </a:r>
            <a:r>
              <a:rPr lang="en-US" altLang="zh-CN" b="1" baseline="-25000"/>
              <a:t>x</a:t>
            </a:r>
          </a:p>
        </p:txBody>
      </p:sp>
      <p:sp>
        <p:nvSpPr>
          <p:cNvPr id="16492" name="Text Box 108"/>
          <p:cNvSpPr txBox="1">
            <a:spLocks noChangeArrowheads="1"/>
          </p:cNvSpPr>
          <p:nvPr/>
        </p:nvSpPr>
        <p:spPr bwMode="auto">
          <a:xfrm>
            <a:off x="2160588" y="2565400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0.1F</a:t>
            </a:r>
          </a:p>
        </p:txBody>
      </p:sp>
      <p:sp>
        <p:nvSpPr>
          <p:cNvPr id="16493" name="Text Box 109"/>
          <p:cNvSpPr txBox="1">
            <a:spLocks noChangeArrowheads="1"/>
          </p:cNvSpPr>
          <p:nvPr/>
        </p:nvSpPr>
        <p:spPr bwMode="auto">
          <a:xfrm>
            <a:off x="2520950" y="1063625"/>
            <a:ext cx="1366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1H</a:t>
            </a:r>
          </a:p>
        </p:txBody>
      </p:sp>
      <p:sp>
        <p:nvSpPr>
          <p:cNvPr id="16494" name="Text Box 110"/>
          <p:cNvSpPr txBox="1">
            <a:spLocks noChangeArrowheads="1"/>
          </p:cNvSpPr>
          <p:nvPr/>
        </p:nvSpPr>
        <p:spPr bwMode="auto">
          <a:xfrm>
            <a:off x="3095625" y="2673350"/>
            <a:ext cx="900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2i</a:t>
            </a:r>
            <a:r>
              <a:rPr lang="en-US" altLang="zh-CN" b="1" baseline="-25000"/>
              <a:t>x</a:t>
            </a:r>
          </a:p>
        </p:txBody>
      </p:sp>
      <p:sp>
        <p:nvSpPr>
          <p:cNvPr id="16495" name="Text Box 111"/>
          <p:cNvSpPr txBox="1">
            <a:spLocks noChangeArrowheads="1"/>
          </p:cNvSpPr>
          <p:nvPr/>
        </p:nvSpPr>
        <p:spPr bwMode="auto">
          <a:xfrm>
            <a:off x="4645025" y="2420938"/>
            <a:ext cx="1366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0.5H</a:t>
            </a:r>
          </a:p>
        </p:txBody>
      </p:sp>
      <p:sp>
        <p:nvSpPr>
          <p:cNvPr id="16497" name="Text Box 113"/>
          <p:cNvSpPr txBox="1">
            <a:spLocks noChangeArrowheads="1"/>
          </p:cNvSpPr>
          <p:nvPr/>
        </p:nvSpPr>
        <p:spPr bwMode="auto">
          <a:xfrm>
            <a:off x="865887" y="227920"/>
            <a:ext cx="75225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Arial Black" pitchFamily="34" charset="0"/>
                <a:ea typeface="宋体" charset="-122"/>
              </a:rPr>
              <a:t>Example</a:t>
            </a:r>
            <a:r>
              <a:rPr kumimoji="1" lang="zh-CN" altLang="en-US" sz="2400" b="1" dirty="0">
                <a:solidFill>
                  <a:srgbClr val="FF0000"/>
                </a:solidFill>
                <a:latin typeface="Arial Black" pitchFamily="34" charset="0"/>
                <a:ea typeface="宋体" charset="-122"/>
              </a:rPr>
              <a:t>： </a:t>
            </a:r>
            <a:r>
              <a:rPr kumimoji="1" lang="en-US" altLang="zh-CN" sz="2400" b="1" dirty="0">
                <a:latin typeface="Arial Black" pitchFamily="34" charset="0"/>
                <a:ea typeface="宋体" charset="-122"/>
              </a:rPr>
              <a:t>Find i</a:t>
            </a:r>
            <a:r>
              <a:rPr kumimoji="1" lang="en-US" altLang="zh-CN" sz="2400" b="1" baseline="-25000" dirty="0">
                <a:latin typeface="Arial Black" pitchFamily="34" charset="0"/>
                <a:ea typeface="宋体" charset="-122"/>
              </a:rPr>
              <a:t>x</a:t>
            </a:r>
            <a:r>
              <a:rPr kumimoji="1" lang="en-US" altLang="zh-CN" sz="2400" b="1" dirty="0">
                <a:latin typeface="Arial Black" pitchFamily="34" charset="0"/>
                <a:ea typeface="宋体" charset="-122"/>
              </a:rPr>
              <a:t> in the circuit using nodal      analysis.</a:t>
            </a:r>
          </a:p>
        </p:txBody>
      </p:sp>
      <p:sp>
        <p:nvSpPr>
          <p:cNvPr id="16498" name="Text Box 114"/>
          <p:cNvSpPr txBox="1">
            <a:spLocks noChangeArrowheads="1"/>
          </p:cNvSpPr>
          <p:nvPr/>
        </p:nvSpPr>
        <p:spPr bwMode="auto">
          <a:xfrm>
            <a:off x="5543550" y="1773238"/>
            <a:ext cx="36004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dirty="0">
                <a:latin typeface="Tahoma" pitchFamily="34" charset="0"/>
                <a:ea typeface="宋体" pitchFamily="2" charset="-122"/>
              </a:rPr>
              <a:t>We first convert the circuit to the frequency domain:</a:t>
            </a:r>
          </a:p>
        </p:txBody>
      </p:sp>
      <p:sp>
        <p:nvSpPr>
          <p:cNvPr id="16499" name="Text Box 115"/>
          <p:cNvSpPr txBox="1">
            <a:spLocks noChangeArrowheads="1"/>
          </p:cNvSpPr>
          <p:nvPr/>
        </p:nvSpPr>
        <p:spPr bwMode="auto">
          <a:xfrm>
            <a:off x="312738" y="3787775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/>
              <a:t>20cos4t</a:t>
            </a:r>
            <a:endParaRPr lang="en-US" altLang="zh-CN"/>
          </a:p>
        </p:txBody>
      </p:sp>
      <p:sp>
        <p:nvSpPr>
          <p:cNvPr id="16500" name="Line 116"/>
          <p:cNvSpPr>
            <a:spLocks noChangeShapeType="1"/>
          </p:cNvSpPr>
          <p:nvPr/>
        </p:nvSpPr>
        <p:spPr bwMode="auto">
          <a:xfrm>
            <a:off x="1789113" y="4075113"/>
            <a:ext cx="1260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501" name="Object 117"/>
          <p:cNvGraphicFramePr>
            <a:graphicFrameLocks noChangeAspect="1"/>
          </p:cNvGraphicFramePr>
          <p:nvPr/>
        </p:nvGraphicFramePr>
        <p:xfrm>
          <a:off x="3121025" y="3716338"/>
          <a:ext cx="11874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45" name="公式" r:id="rId3" imgW="393480" imgH="190440" progId="Equation.3">
                  <p:embed/>
                </p:oleObj>
              </mc:Choice>
              <mc:Fallback>
                <p:oleObj name="公式" r:id="rId3" imgW="3934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1025" y="3716338"/>
                        <a:ext cx="118745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03" name="Object 1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293374"/>
              </p:ext>
            </p:extLst>
          </p:nvPr>
        </p:nvGraphicFramePr>
        <p:xfrm>
          <a:off x="1261423" y="3591069"/>
          <a:ext cx="19907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46" name="公式" r:id="rId5" imgW="660240" imgH="164880" progId="Equation.3">
                  <p:embed/>
                </p:oleObj>
              </mc:Choice>
              <mc:Fallback>
                <p:oleObj name="公式" r:id="rId5" imgW="66024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423" y="3591069"/>
                        <a:ext cx="19907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515" name="Group 131"/>
          <p:cNvGrpSpPr>
            <a:grpSpLocks/>
          </p:cNvGrpSpPr>
          <p:nvPr/>
        </p:nvGrpSpPr>
        <p:grpSpPr bwMode="auto">
          <a:xfrm>
            <a:off x="493713" y="4346575"/>
            <a:ext cx="4170362" cy="536575"/>
            <a:chOff x="311" y="2738"/>
            <a:chExt cx="2627" cy="338"/>
          </a:xfrm>
        </p:grpSpPr>
        <p:sp>
          <p:nvSpPr>
            <p:cNvPr id="16504" name="Text Box 120"/>
            <p:cNvSpPr txBox="1">
              <a:spLocks noChangeArrowheads="1"/>
            </p:cNvSpPr>
            <p:nvPr/>
          </p:nvSpPr>
          <p:spPr bwMode="auto">
            <a:xfrm>
              <a:off x="311" y="2749"/>
              <a:ext cx="8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1H</a:t>
              </a:r>
            </a:p>
          </p:txBody>
        </p:sp>
        <p:sp>
          <p:nvSpPr>
            <p:cNvPr id="16505" name="Line 121"/>
            <p:cNvSpPr>
              <a:spLocks noChangeShapeType="1"/>
            </p:cNvSpPr>
            <p:nvPr/>
          </p:nvSpPr>
          <p:spPr bwMode="auto">
            <a:xfrm>
              <a:off x="1105" y="2908"/>
              <a:ext cx="7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506" name="Object 122"/>
            <p:cNvGraphicFramePr>
              <a:graphicFrameLocks noChangeAspect="1"/>
            </p:cNvGraphicFramePr>
            <p:nvPr/>
          </p:nvGraphicFramePr>
          <p:xfrm>
            <a:off x="1925" y="2738"/>
            <a:ext cx="1013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747" name="公式" r:id="rId7" imgW="533160" imgH="177480" progId="Equation.3">
                    <p:embed/>
                  </p:oleObj>
                </mc:Choice>
                <mc:Fallback>
                  <p:oleObj name="公式" r:id="rId7" imgW="53316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5" y="2738"/>
                          <a:ext cx="1013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516" name="Group 132"/>
          <p:cNvGrpSpPr>
            <a:grpSpLocks/>
          </p:cNvGrpSpPr>
          <p:nvPr/>
        </p:nvGrpSpPr>
        <p:grpSpPr bwMode="auto">
          <a:xfrm>
            <a:off x="457200" y="4940300"/>
            <a:ext cx="4206875" cy="538163"/>
            <a:chOff x="288" y="3112"/>
            <a:chExt cx="2650" cy="339"/>
          </a:xfrm>
        </p:grpSpPr>
        <p:sp>
          <p:nvSpPr>
            <p:cNvPr id="16507" name="Text Box 123"/>
            <p:cNvSpPr txBox="1">
              <a:spLocks noChangeArrowheads="1"/>
            </p:cNvSpPr>
            <p:nvPr/>
          </p:nvSpPr>
          <p:spPr bwMode="auto">
            <a:xfrm>
              <a:off x="288" y="3112"/>
              <a:ext cx="8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0.5H</a:t>
              </a:r>
            </a:p>
          </p:txBody>
        </p:sp>
        <p:sp>
          <p:nvSpPr>
            <p:cNvPr id="16508" name="Line 124"/>
            <p:cNvSpPr>
              <a:spLocks noChangeShapeType="1"/>
            </p:cNvSpPr>
            <p:nvPr/>
          </p:nvSpPr>
          <p:spPr bwMode="auto">
            <a:xfrm>
              <a:off x="1014" y="3271"/>
              <a:ext cx="7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509" name="Object 125"/>
            <p:cNvGraphicFramePr>
              <a:graphicFrameLocks noChangeAspect="1"/>
            </p:cNvGraphicFramePr>
            <p:nvPr/>
          </p:nvGraphicFramePr>
          <p:xfrm>
            <a:off x="1925" y="3114"/>
            <a:ext cx="1013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748" name="公式" r:id="rId9" imgW="533160" imgH="177480" progId="Equation.3">
                    <p:embed/>
                  </p:oleObj>
                </mc:Choice>
                <mc:Fallback>
                  <p:oleObj name="公式" r:id="rId9" imgW="53316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5" y="3114"/>
                          <a:ext cx="1013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517" name="Group 133"/>
          <p:cNvGrpSpPr>
            <a:grpSpLocks/>
          </p:cNvGrpSpPr>
          <p:nvPr/>
        </p:nvGrpSpPr>
        <p:grpSpPr bwMode="auto">
          <a:xfrm>
            <a:off x="457200" y="5170488"/>
            <a:ext cx="4922838" cy="1146175"/>
            <a:chOff x="288" y="3257"/>
            <a:chExt cx="3101" cy="722"/>
          </a:xfrm>
        </p:grpSpPr>
        <p:sp>
          <p:nvSpPr>
            <p:cNvPr id="16510" name="Text Box 126"/>
            <p:cNvSpPr txBox="1">
              <a:spLocks noChangeArrowheads="1"/>
            </p:cNvSpPr>
            <p:nvPr/>
          </p:nvSpPr>
          <p:spPr bwMode="auto">
            <a:xfrm>
              <a:off x="288" y="3463"/>
              <a:ext cx="8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0.1F</a:t>
              </a:r>
            </a:p>
          </p:txBody>
        </p:sp>
        <p:sp>
          <p:nvSpPr>
            <p:cNvPr id="16511" name="Line 127"/>
            <p:cNvSpPr>
              <a:spLocks noChangeShapeType="1"/>
            </p:cNvSpPr>
            <p:nvPr/>
          </p:nvSpPr>
          <p:spPr bwMode="auto">
            <a:xfrm>
              <a:off x="1082" y="3622"/>
              <a:ext cx="7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512" name="Object 128"/>
            <p:cNvGraphicFramePr>
              <a:graphicFrameLocks noChangeAspect="1"/>
            </p:cNvGraphicFramePr>
            <p:nvPr/>
          </p:nvGraphicFramePr>
          <p:xfrm>
            <a:off x="1966" y="3257"/>
            <a:ext cx="1423" cy="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749" name="公式" r:id="rId11" imgW="749160" imgH="380880" progId="Equation.3">
                    <p:embed/>
                  </p:oleObj>
                </mc:Choice>
                <mc:Fallback>
                  <p:oleObj name="公式" r:id="rId11" imgW="749160" imgH="380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6" y="3257"/>
                          <a:ext cx="1423" cy="7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513" name="Text Box 129"/>
          <p:cNvSpPr txBox="1">
            <a:spLocks noChangeArrowheads="1"/>
          </p:cNvSpPr>
          <p:nvPr/>
        </p:nvSpPr>
        <p:spPr bwMode="auto">
          <a:xfrm>
            <a:off x="5327650" y="1160463"/>
            <a:ext cx="2339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Arial Black" pitchFamily="34" charset="0"/>
                <a:ea typeface="宋体" charset="-122"/>
              </a:rPr>
              <a:t>Solution</a:t>
            </a:r>
            <a:r>
              <a:rPr kumimoji="1" lang="zh-CN" altLang="en-US" sz="2400" b="1" dirty="0">
                <a:latin typeface="Arial Black" pitchFamily="34" charset="0"/>
                <a:ea typeface="宋体" charset="-122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3379500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98" grpId="0"/>
      <p:bldP spid="16499" grpId="0"/>
      <p:bldP spid="16500" grpId="0" animBg="1"/>
      <p:bldP spid="165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51" name="Group 95"/>
          <p:cNvGrpSpPr>
            <a:grpSpLocks/>
          </p:cNvGrpSpPr>
          <p:nvPr/>
        </p:nvGrpSpPr>
        <p:grpSpPr bwMode="auto">
          <a:xfrm>
            <a:off x="699634" y="225425"/>
            <a:ext cx="5216525" cy="2881313"/>
            <a:chOff x="226" y="209"/>
            <a:chExt cx="3286" cy="1815"/>
          </a:xfrm>
        </p:grpSpPr>
        <p:sp>
          <p:nvSpPr>
            <p:cNvPr id="19461" name="Line 5"/>
            <p:cNvSpPr>
              <a:spLocks noChangeShapeType="1"/>
            </p:cNvSpPr>
            <p:nvPr/>
          </p:nvSpPr>
          <p:spPr bwMode="auto">
            <a:xfrm>
              <a:off x="407" y="595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62" name="Group 6"/>
            <p:cNvGrpSpPr>
              <a:grpSpLocks/>
            </p:cNvGrpSpPr>
            <p:nvPr/>
          </p:nvGrpSpPr>
          <p:grpSpPr bwMode="auto">
            <a:xfrm>
              <a:off x="226" y="1049"/>
              <a:ext cx="363" cy="363"/>
              <a:chOff x="8460" y="10050"/>
              <a:chExt cx="360" cy="360"/>
            </a:xfrm>
          </p:grpSpPr>
          <p:sp>
            <p:nvSpPr>
              <p:cNvPr id="19463" name="Oval 7"/>
              <p:cNvSpPr>
                <a:spLocks noChangeArrowheads="1"/>
              </p:cNvSpPr>
              <p:nvPr/>
            </p:nvSpPr>
            <p:spPr bwMode="auto">
              <a:xfrm rot="-10800000" flipH="1" flipV="1">
                <a:off x="8460" y="10050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9464" name="Group 8"/>
              <p:cNvGrpSpPr>
                <a:grpSpLocks/>
              </p:cNvGrpSpPr>
              <p:nvPr/>
            </p:nvGrpSpPr>
            <p:grpSpPr bwMode="auto">
              <a:xfrm rot="-10800000" flipH="1" flipV="1">
                <a:off x="8578" y="10122"/>
                <a:ext cx="120" cy="201"/>
                <a:chOff x="9615" y="10500"/>
                <a:chExt cx="120" cy="201"/>
              </a:xfrm>
            </p:grpSpPr>
            <p:sp>
              <p:nvSpPr>
                <p:cNvPr id="19465" name="Line 9"/>
                <p:cNvSpPr>
                  <a:spLocks noChangeShapeType="1"/>
                </p:cNvSpPr>
                <p:nvPr/>
              </p:nvSpPr>
              <p:spPr bwMode="auto">
                <a:xfrm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66" name="Line 10"/>
                <p:cNvSpPr>
                  <a:spLocks noChangeShapeType="1"/>
                </p:cNvSpPr>
                <p:nvPr/>
              </p:nvSpPr>
              <p:spPr bwMode="auto">
                <a:xfrm rot="-5400000"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67" name="Line 11"/>
                <p:cNvSpPr>
                  <a:spLocks noChangeShapeType="1"/>
                </p:cNvSpPr>
                <p:nvPr/>
              </p:nvSpPr>
              <p:spPr bwMode="auto">
                <a:xfrm>
                  <a:off x="9615" y="10701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469" name="Group 13"/>
            <p:cNvGrpSpPr>
              <a:grpSpLocks/>
            </p:cNvGrpSpPr>
            <p:nvPr/>
          </p:nvGrpSpPr>
          <p:grpSpPr bwMode="auto">
            <a:xfrm>
              <a:off x="725" y="505"/>
              <a:ext cx="499" cy="182"/>
              <a:chOff x="1086" y="1591"/>
              <a:chExt cx="433" cy="118"/>
            </a:xfrm>
          </p:grpSpPr>
          <p:sp>
            <p:nvSpPr>
              <p:cNvPr id="19470" name="Freeform 14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1" name="Freeform 15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2" name="Freeform 16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3" name="Freeform 17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4" name="Freeform 18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5" name="Freeform 19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6" name="Freeform 20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7" name="Freeform 21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8" name="Freeform 22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9" name="Freeform 23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0" name="Freeform 24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1" name="Freeform 25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2" name="Freeform 26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3" name="Freeform 27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4" name="Freeform 28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5" name="Freeform 29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6" name="Freeform 30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7" name="Freeform 31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88" name="Line 32"/>
            <p:cNvSpPr>
              <a:spLocks noChangeShapeType="1"/>
            </p:cNvSpPr>
            <p:nvPr/>
          </p:nvSpPr>
          <p:spPr bwMode="auto">
            <a:xfrm>
              <a:off x="407" y="595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9" name="Line 33"/>
            <p:cNvSpPr>
              <a:spLocks noChangeShapeType="1"/>
            </p:cNvSpPr>
            <p:nvPr/>
          </p:nvSpPr>
          <p:spPr bwMode="auto">
            <a:xfrm>
              <a:off x="1224" y="595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0" name="Line 34"/>
            <p:cNvSpPr>
              <a:spLocks noChangeShapeType="1"/>
            </p:cNvSpPr>
            <p:nvPr/>
          </p:nvSpPr>
          <p:spPr bwMode="auto">
            <a:xfrm>
              <a:off x="1587" y="595"/>
              <a:ext cx="0" cy="4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1" name="Line 35"/>
            <p:cNvSpPr>
              <a:spLocks noChangeShapeType="1"/>
            </p:cNvSpPr>
            <p:nvPr/>
          </p:nvSpPr>
          <p:spPr bwMode="auto">
            <a:xfrm>
              <a:off x="1451" y="1094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2" name="Line 36"/>
            <p:cNvSpPr>
              <a:spLocks noChangeShapeType="1"/>
            </p:cNvSpPr>
            <p:nvPr/>
          </p:nvSpPr>
          <p:spPr bwMode="auto">
            <a:xfrm>
              <a:off x="1451" y="1185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3" name="Line 37"/>
            <p:cNvSpPr>
              <a:spLocks noChangeShapeType="1"/>
            </p:cNvSpPr>
            <p:nvPr/>
          </p:nvSpPr>
          <p:spPr bwMode="auto">
            <a:xfrm flipH="1">
              <a:off x="1587" y="1185"/>
              <a:ext cx="0" cy="6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94" name="Group 38"/>
            <p:cNvGrpSpPr>
              <a:grpSpLocks/>
            </p:cNvGrpSpPr>
            <p:nvPr/>
          </p:nvGrpSpPr>
          <p:grpSpPr bwMode="auto">
            <a:xfrm>
              <a:off x="3038" y="1049"/>
              <a:ext cx="136" cy="454"/>
              <a:chOff x="8969" y="9696"/>
              <a:chExt cx="120" cy="465"/>
            </a:xfrm>
          </p:grpSpPr>
          <p:sp>
            <p:nvSpPr>
              <p:cNvPr id="19495" name="Freeform 39"/>
              <p:cNvSpPr>
                <a:spLocks/>
              </p:cNvSpPr>
              <p:nvPr/>
            </p:nvSpPr>
            <p:spPr bwMode="auto">
              <a:xfrm rot="5400000">
                <a:off x="8785" y="9894"/>
                <a:ext cx="465" cy="69"/>
              </a:xfrm>
              <a:custGeom>
                <a:avLst/>
                <a:gdLst>
                  <a:gd name="T0" fmla="*/ 628 w 628"/>
                  <a:gd name="T1" fmla="*/ 93 h 93"/>
                  <a:gd name="T2" fmla="*/ 628 w 628"/>
                  <a:gd name="T3" fmla="*/ 0 h 93"/>
                  <a:gd name="T4" fmla="*/ 0 w 628"/>
                  <a:gd name="T5" fmla="*/ 0 h 93"/>
                  <a:gd name="T6" fmla="*/ 0 w 628"/>
                  <a:gd name="T7" fmla="*/ 93 h 93"/>
                  <a:gd name="T8" fmla="*/ 628 w 628"/>
                  <a:gd name="T9" fmla="*/ 93 h 93"/>
                  <a:gd name="T10" fmla="*/ 628 w 628"/>
                  <a:gd name="T11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8" h="93">
                    <a:moveTo>
                      <a:pt x="628" y="93"/>
                    </a:moveTo>
                    <a:lnTo>
                      <a:pt x="628" y="0"/>
                    </a:lnTo>
                    <a:lnTo>
                      <a:pt x="0" y="0"/>
                    </a:lnTo>
                    <a:lnTo>
                      <a:pt x="0" y="93"/>
                    </a:lnTo>
                    <a:lnTo>
                      <a:pt x="628" y="93"/>
                    </a:lnTo>
                    <a:lnTo>
                      <a:pt x="628" y="9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6" name="Freeform 40"/>
              <p:cNvSpPr>
                <a:spLocks/>
              </p:cNvSpPr>
              <p:nvPr/>
            </p:nvSpPr>
            <p:spPr bwMode="auto">
              <a:xfrm rot="5400000">
                <a:off x="9017" y="9698"/>
                <a:ext cx="73" cy="7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7" name="Freeform 41"/>
              <p:cNvSpPr>
                <a:spLocks noEditPoints="1"/>
              </p:cNvSpPr>
              <p:nvPr/>
            </p:nvSpPr>
            <p:spPr bwMode="auto">
              <a:xfrm rot="5400000">
                <a:off x="9017" y="9771"/>
                <a:ext cx="74" cy="7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8" name="Freeform 42"/>
              <p:cNvSpPr>
                <a:spLocks noEditPoints="1"/>
              </p:cNvSpPr>
              <p:nvPr/>
            </p:nvSpPr>
            <p:spPr bwMode="auto">
              <a:xfrm rot="5400000">
                <a:off x="8983" y="9808"/>
                <a:ext cx="21" cy="50"/>
              </a:xfrm>
              <a:custGeom>
                <a:avLst/>
                <a:gdLst>
                  <a:gd name="T0" fmla="*/ 29 w 29"/>
                  <a:gd name="T1" fmla="*/ 0 h 69"/>
                  <a:gd name="T2" fmla="*/ 23 w 29"/>
                  <a:gd name="T3" fmla="*/ 40 h 69"/>
                  <a:gd name="T4" fmla="*/ 0 w 29"/>
                  <a:gd name="T5" fmla="*/ 69 h 69"/>
                  <a:gd name="T6" fmla="*/ 0 w 29"/>
                  <a:gd name="T7" fmla="*/ 69 h 69"/>
                  <a:gd name="T8" fmla="*/ 23 w 29"/>
                  <a:gd name="T9" fmla="*/ 40 h 69"/>
                  <a:gd name="T10" fmla="*/ 29 w 29"/>
                  <a:gd name="T11" fmla="*/ 0 h 69"/>
                  <a:gd name="T12" fmla="*/ 29 w 29"/>
                  <a:gd name="T13" fmla="*/ 0 h 69"/>
                  <a:gd name="T14" fmla="*/ 29 w 29"/>
                  <a:gd name="T15" fmla="*/ 0 h 69"/>
                  <a:gd name="T16" fmla="*/ 29 w 29"/>
                  <a:gd name="T17" fmla="*/ 0 h 69"/>
                  <a:gd name="T18" fmla="*/ 29 w 29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0"/>
                    </a:moveTo>
                    <a:lnTo>
                      <a:pt x="23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3" y="4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9" name="Freeform 43"/>
              <p:cNvSpPr>
                <a:spLocks noEditPoints="1"/>
              </p:cNvSpPr>
              <p:nvPr/>
            </p:nvSpPr>
            <p:spPr bwMode="auto">
              <a:xfrm rot="5400000">
                <a:off x="8985" y="9788"/>
                <a:ext cx="18" cy="50"/>
              </a:xfrm>
              <a:custGeom>
                <a:avLst/>
                <a:gdLst>
                  <a:gd name="T0" fmla="*/ 23 w 23"/>
                  <a:gd name="T1" fmla="*/ 69 h 69"/>
                  <a:gd name="T2" fmla="*/ 5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5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5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0" name="Freeform 44"/>
              <p:cNvSpPr>
                <a:spLocks noEditPoints="1"/>
              </p:cNvSpPr>
              <p:nvPr/>
            </p:nvSpPr>
            <p:spPr bwMode="auto">
              <a:xfrm rot="5400000">
                <a:off x="9019" y="9804"/>
                <a:ext cx="69" cy="70"/>
              </a:xfrm>
              <a:custGeom>
                <a:avLst/>
                <a:gdLst>
                  <a:gd name="T0" fmla="*/ 0 w 92"/>
                  <a:gd name="T1" fmla="*/ 99 h 99"/>
                  <a:gd name="T2" fmla="*/ 5 w 92"/>
                  <a:gd name="T3" fmla="*/ 64 h 99"/>
                  <a:gd name="T4" fmla="*/ 29 w 92"/>
                  <a:gd name="T5" fmla="*/ 29 h 99"/>
                  <a:gd name="T6" fmla="*/ 58 w 92"/>
                  <a:gd name="T7" fmla="*/ 6 h 99"/>
                  <a:gd name="T8" fmla="*/ 92 w 92"/>
                  <a:gd name="T9" fmla="*/ 0 h 99"/>
                  <a:gd name="T10" fmla="*/ 92 w 92"/>
                  <a:gd name="T11" fmla="*/ 0 h 99"/>
                  <a:gd name="T12" fmla="*/ 58 w 92"/>
                  <a:gd name="T13" fmla="*/ 6 h 99"/>
                  <a:gd name="T14" fmla="*/ 29 w 92"/>
                  <a:gd name="T15" fmla="*/ 29 h 99"/>
                  <a:gd name="T16" fmla="*/ 5 w 92"/>
                  <a:gd name="T17" fmla="*/ 64 h 99"/>
                  <a:gd name="T18" fmla="*/ 0 w 92"/>
                  <a:gd name="T19" fmla="*/ 99 h 99"/>
                  <a:gd name="T20" fmla="*/ 0 w 92"/>
                  <a:gd name="T21" fmla="*/ 99 h 99"/>
                  <a:gd name="T22" fmla="*/ 0 w 92"/>
                  <a:gd name="T23" fmla="*/ 99 h 99"/>
                  <a:gd name="T24" fmla="*/ 0 w 92"/>
                  <a:gd name="T25" fmla="*/ 99 h 99"/>
                  <a:gd name="T26" fmla="*/ 0 w 92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" h="99">
                    <a:moveTo>
                      <a:pt x="0" y="99"/>
                    </a:moveTo>
                    <a:lnTo>
                      <a:pt x="5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5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1" name="Freeform 45"/>
              <p:cNvSpPr>
                <a:spLocks noEditPoints="1"/>
              </p:cNvSpPr>
              <p:nvPr/>
            </p:nvSpPr>
            <p:spPr bwMode="auto">
              <a:xfrm rot="5400000">
                <a:off x="9017" y="9875"/>
                <a:ext cx="73" cy="70"/>
              </a:xfrm>
              <a:custGeom>
                <a:avLst/>
                <a:gdLst>
                  <a:gd name="T0" fmla="*/ 0 w 99"/>
                  <a:gd name="T1" fmla="*/ 0 h 99"/>
                  <a:gd name="T2" fmla="*/ 41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41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41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41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2" name="Freeform 46"/>
              <p:cNvSpPr>
                <a:spLocks noEditPoints="1"/>
              </p:cNvSpPr>
              <p:nvPr/>
            </p:nvSpPr>
            <p:spPr bwMode="auto">
              <a:xfrm rot="5400000">
                <a:off x="8985" y="9913"/>
                <a:ext cx="17" cy="50"/>
              </a:xfrm>
              <a:custGeom>
                <a:avLst/>
                <a:gdLst>
                  <a:gd name="T0" fmla="*/ 23 w 23"/>
                  <a:gd name="T1" fmla="*/ 0 h 69"/>
                  <a:gd name="T2" fmla="*/ 17 w 23"/>
                  <a:gd name="T3" fmla="*/ 40 h 69"/>
                  <a:gd name="T4" fmla="*/ 0 w 23"/>
                  <a:gd name="T5" fmla="*/ 69 h 69"/>
                  <a:gd name="T6" fmla="*/ 0 w 23"/>
                  <a:gd name="T7" fmla="*/ 69 h 69"/>
                  <a:gd name="T8" fmla="*/ 17 w 23"/>
                  <a:gd name="T9" fmla="*/ 40 h 69"/>
                  <a:gd name="T10" fmla="*/ 23 w 23"/>
                  <a:gd name="T11" fmla="*/ 0 h 69"/>
                  <a:gd name="T12" fmla="*/ 23 w 23"/>
                  <a:gd name="T13" fmla="*/ 0 h 69"/>
                  <a:gd name="T14" fmla="*/ 23 w 23"/>
                  <a:gd name="T15" fmla="*/ 0 h 69"/>
                  <a:gd name="T16" fmla="*/ 23 w 23"/>
                  <a:gd name="T17" fmla="*/ 0 h 69"/>
                  <a:gd name="T18" fmla="*/ 23 w 23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0"/>
                    </a:moveTo>
                    <a:lnTo>
                      <a:pt x="17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7" y="40"/>
                    </a:lnTo>
                    <a:lnTo>
                      <a:pt x="23" y="0"/>
                    </a:lnTo>
                    <a:lnTo>
                      <a:pt x="23" y="0"/>
                    </a:lnTo>
                    <a:close/>
                    <a:moveTo>
                      <a:pt x="23" y="0"/>
                    </a:moveTo>
                    <a:lnTo>
                      <a:pt x="23" y="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3" name="Freeform 47"/>
              <p:cNvSpPr>
                <a:spLocks noEditPoints="1"/>
              </p:cNvSpPr>
              <p:nvPr/>
            </p:nvSpPr>
            <p:spPr bwMode="auto">
              <a:xfrm rot="5400000">
                <a:off x="8983" y="9894"/>
                <a:ext cx="21" cy="50"/>
              </a:xfrm>
              <a:custGeom>
                <a:avLst/>
                <a:gdLst>
                  <a:gd name="T0" fmla="*/ 29 w 29"/>
                  <a:gd name="T1" fmla="*/ 69 h 69"/>
                  <a:gd name="T2" fmla="*/ 6 w 29"/>
                  <a:gd name="T3" fmla="*/ 40 h 69"/>
                  <a:gd name="T4" fmla="*/ 0 w 29"/>
                  <a:gd name="T5" fmla="*/ 0 h 69"/>
                  <a:gd name="T6" fmla="*/ 0 w 29"/>
                  <a:gd name="T7" fmla="*/ 0 h 69"/>
                  <a:gd name="T8" fmla="*/ 6 w 29"/>
                  <a:gd name="T9" fmla="*/ 40 h 69"/>
                  <a:gd name="T10" fmla="*/ 29 w 29"/>
                  <a:gd name="T11" fmla="*/ 69 h 69"/>
                  <a:gd name="T12" fmla="*/ 29 w 29"/>
                  <a:gd name="T13" fmla="*/ 69 h 69"/>
                  <a:gd name="T14" fmla="*/ 29 w 29"/>
                  <a:gd name="T15" fmla="*/ 69 h 69"/>
                  <a:gd name="T16" fmla="*/ 29 w 29"/>
                  <a:gd name="T17" fmla="*/ 69 h 69"/>
                  <a:gd name="T18" fmla="*/ 29 w 29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9" y="69"/>
                    </a:lnTo>
                    <a:lnTo>
                      <a:pt x="29" y="69"/>
                    </a:lnTo>
                    <a:close/>
                    <a:moveTo>
                      <a:pt x="29" y="69"/>
                    </a:moveTo>
                    <a:lnTo>
                      <a:pt x="29" y="69"/>
                    </a:lnTo>
                    <a:lnTo>
                      <a:pt x="29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4" name="Freeform 48"/>
              <p:cNvSpPr>
                <a:spLocks noEditPoints="1"/>
              </p:cNvSpPr>
              <p:nvPr/>
            </p:nvSpPr>
            <p:spPr bwMode="auto">
              <a:xfrm rot="5400000">
                <a:off x="9018" y="9909"/>
                <a:ext cx="72" cy="7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5" name="Freeform 49"/>
              <p:cNvSpPr>
                <a:spLocks noEditPoints="1"/>
              </p:cNvSpPr>
              <p:nvPr/>
            </p:nvSpPr>
            <p:spPr bwMode="auto">
              <a:xfrm rot="5400000">
                <a:off x="9017" y="9982"/>
                <a:ext cx="74" cy="7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69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69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69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69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6" name="Freeform 50"/>
              <p:cNvSpPr>
                <a:spLocks noEditPoints="1"/>
              </p:cNvSpPr>
              <p:nvPr/>
            </p:nvSpPr>
            <p:spPr bwMode="auto">
              <a:xfrm rot="5400000">
                <a:off x="8983" y="10018"/>
                <a:ext cx="22" cy="50"/>
              </a:xfrm>
              <a:custGeom>
                <a:avLst/>
                <a:gdLst>
                  <a:gd name="T0" fmla="*/ 30 w 30"/>
                  <a:gd name="T1" fmla="*/ 0 h 69"/>
                  <a:gd name="T2" fmla="*/ 24 w 30"/>
                  <a:gd name="T3" fmla="*/ 40 h 69"/>
                  <a:gd name="T4" fmla="*/ 0 w 30"/>
                  <a:gd name="T5" fmla="*/ 69 h 69"/>
                  <a:gd name="T6" fmla="*/ 0 w 30"/>
                  <a:gd name="T7" fmla="*/ 69 h 69"/>
                  <a:gd name="T8" fmla="*/ 24 w 30"/>
                  <a:gd name="T9" fmla="*/ 40 h 69"/>
                  <a:gd name="T10" fmla="*/ 30 w 30"/>
                  <a:gd name="T11" fmla="*/ 0 h 69"/>
                  <a:gd name="T12" fmla="*/ 30 w 30"/>
                  <a:gd name="T13" fmla="*/ 0 h 69"/>
                  <a:gd name="T14" fmla="*/ 30 w 30"/>
                  <a:gd name="T15" fmla="*/ 0 h 69"/>
                  <a:gd name="T16" fmla="*/ 30 w 30"/>
                  <a:gd name="T17" fmla="*/ 0 h 69"/>
                  <a:gd name="T18" fmla="*/ 30 w 30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69">
                    <a:moveTo>
                      <a:pt x="30" y="0"/>
                    </a:moveTo>
                    <a:lnTo>
                      <a:pt x="24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4" y="40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7" name="Freeform 51"/>
              <p:cNvSpPr>
                <a:spLocks noEditPoints="1"/>
              </p:cNvSpPr>
              <p:nvPr/>
            </p:nvSpPr>
            <p:spPr bwMode="auto">
              <a:xfrm rot="5400000">
                <a:off x="8985" y="9999"/>
                <a:ext cx="17" cy="50"/>
              </a:xfrm>
              <a:custGeom>
                <a:avLst/>
                <a:gdLst>
                  <a:gd name="T0" fmla="*/ 23 w 23"/>
                  <a:gd name="T1" fmla="*/ 69 h 69"/>
                  <a:gd name="T2" fmla="*/ 6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6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8" name="Freeform 52"/>
              <p:cNvSpPr>
                <a:spLocks noEditPoints="1"/>
              </p:cNvSpPr>
              <p:nvPr/>
            </p:nvSpPr>
            <p:spPr bwMode="auto">
              <a:xfrm rot="5400000">
                <a:off x="9017" y="10017"/>
                <a:ext cx="73" cy="7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58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58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9" name="Freeform 53"/>
              <p:cNvSpPr>
                <a:spLocks noEditPoints="1"/>
              </p:cNvSpPr>
              <p:nvPr/>
            </p:nvSpPr>
            <p:spPr bwMode="auto">
              <a:xfrm rot="5400000">
                <a:off x="9017" y="10090"/>
                <a:ext cx="73" cy="7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0" name="Freeform 54"/>
              <p:cNvSpPr>
                <a:spLocks noEditPoints="1"/>
              </p:cNvSpPr>
              <p:nvPr/>
            </p:nvSpPr>
            <p:spPr bwMode="auto">
              <a:xfrm rot="5400000">
                <a:off x="8785" y="9928"/>
                <a:ext cx="465" cy="2"/>
              </a:xfrm>
              <a:custGeom>
                <a:avLst/>
                <a:gdLst>
                  <a:gd name="T0" fmla="*/ 0 w 628"/>
                  <a:gd name="T1" fmla="*/ 0 w 628"/>
                  <a:gd name="T2" fmla="*/ 0 w 628"/>
                  <a:gd name="T3" fmla="*/ 628 w 628"/>
                  <a:gd name="T4" fmla="*/ 628 w 628"/>
                  <a:gd name="T5" fmla="*/ 628 w 62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628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628" y="0"/>
                    </a:moveTo>
                    <a:lnTo>
                      <a:pt x="628" y="0"/>
                    </a:lnTo>
                    <a:lnTo>
                      <a:pt x="628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511" name="Group 55"/>
            <p:cNvGrpSpPr>
              <a:grpSpLocks/>
            </p:cNvGrpSpPr>
            <p:nvPr/>
          </p:nvGrpSpPr>
          <p:grpSpPr bwMode="auto">
            <a:xfrm>
              <a:off x="1859" y="505"/>
              <a:ext cx="527" cy="171"/>
              <a:chOff x="3994" y="482"/>
              <a:chExt cx="527" cy="171"/>
            </a:xfrm>
          </p:grpSpPr>
          <p:sp>
            <p:nvSpPr>
              <p:cNvPr id="19512" name="Freeform 56"/>
              <p:cNvSpPr>
                <a:spLocks/>
              </p:cNvSpPr>
              <p:nvPr/>
            </p:nvSpPr>
            <p:spPr bwMode="auto">
              <a:xfrm>
                <a:off x="3994" y="482"/>
                <a:ext cx="82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3" name="Freeform 57"/>
              <p:cNvSpPr>
                <a:spLocks noEditPoints="1"/>
              </p:cNvSpPr>
              <p:nvPr/>
            </p:nvSpPr>
            <p:spPr bwMode="auto">
              <a:xfrm>
                <a:off x="4076" y="482"/>
                <a:ext cx="84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4" name="Freeform 58"/>
              <p:cNvSpPr>
                <a:spLocks noEditPoints="1"/>
              </p:cNvSpPr>
              <p:nvPr/>
            </p:nvSpPr>
            <p:spPr bwMode="auto">
              <a:xfrm>
                <a:off x="4136" y="582"/>
                <a:ext cx="24" cy="71"/>
              </a:xfrm>
              <a:custGeom>
                <a:avLst/>
                <a:gdLst>
                  <a:gd name="T0" fmla="*/ 29 w 29"/>
                  <a:gd name="T1" fmla="*/ 0 h 69"/>
                  <a:gd name="T2" fmla="*/ 23 w 29"/>
                  <a:gd name="T3" fmla="*/ 40 h 69"/>
                  <a:gd name="T4" fmla="*/ 0 w 29"/>
                  <a:gd name="T5" fmla="*/ 69 h 69"/>
                  <a:gd name="T6" fmla="*/ 0 w 29"/>
                  <a:gd name="T7" fmla="*/ 69 h 69"/>
                  <a:gd name="T8" fmla="*/ 23 w 29"/>
                  <a:gd name="T9" fmla="*/ 40 h 69"/>
                  <a:gd name="T10" fmla="*/ 29 w 29"/>
                  <a:gd name="T11" fmla="*/ 0 h 69"/>
                  <a:gd name="T12" fmla="*/ 29 w 29"/>
                  <a:gd name="T13" fmla="*/ 0 h 69"/>
                  <a:gd name="T14" fmla="*/ 29 w 29"/>
                  <a:gd name="T15" fmla="*/ 0 h 69"/>
                  <a:gd name="T16" fmla="*/ 29 w 29"/>
                  <a:gd name="T17" fmla="*/ 0 h 69"/>
                  <a:gd name="T18" fmla="*/ 29 w 29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0"/>
                    </a:moveTo>
                    <a:lnTo>
                      <a:pt x="23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3" y="4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5" name="Freeform 59"/>
              <p:cNvSpPr>
                <a:spLocks noEditPoints="1"/>
              </p:cNvSpPr>
              <p:nvPr/>
            </p:nvSpPr>
            <p:spPr bwMode="auto">
              <a:xfrm>
                <a:off x="4116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5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5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5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6" name="Freeform 60"/>
              <p:cNvSpPr>
                <a:spLocks noEditPoints="1"/>
              </p:cNvSpPr>
              <p:nvPr/>
            </p:nvSpPr>
            <p:spPr bwMode="auto">
              <a:xfrm>
                <a:off x="4116" y="482"/>
                <a:ext cx="78" cy="100"/>
              </a:xfrm>
              <a:custGeom>
                <a:avLst/>
                <a:gdLst>
                  <a:gd name="T0" fmla="*/ 0 w 92"/>
                  <a:gd name="T1" fmla="*/ 99 h 99"/>
                  <a:gd name="T2" fmla="*/ 5 w 92"/>
                  <a:gd name="T3" fmla="*/ 64 h 99"/>
                  <a:gd name="T4" fmla="*/ 29 w 92"/>
                  <a:gd name="T5" fmla="*/ 29 h 99"/>
                  <a:gd name="T6" fmla="*/ 58 w 92"/>
                  <a:gd name="T7" fmla="*/ 6 h 99"/>
                  <a:gd name="T8" fmla="*/ 92 w 92"/>
                  <a:gd name="T9" fmla="*/ 0 h 99"/>
                  <a:gd name="T10" fmla="*/ 92 w 92"/>
                  <a:gd name="T11" fmla="*/ 0 h 99"/>
                  <a:gd name="T12" fmla="*/ 58 w 92"/>
                  <a:gd name="T13" fmla="*/ 6 h 99"/>
                  <a:gd name="T14" fmla="*/ 29 w 92"/>
                  <a:gd name="T15" fmla="*/ 29 h 99"/>
                  <a:gd name="T16" fmla="*/ 5 w 92"/>
                  <a:gd name="T17" fmla="*/ 64 h 99"/>
                  <a:gd name="T18" fmla="*/ 0 w 92"/>
                  <a:gd name="T19" fmla="*/ 99 h 99"/>
                  <a:gd name="T20" fmla="*/ 0 w 92"/>
                  <a:gd name="T21" fmla="*/ 99 h 99"/>
                  <a:gd name="T22" fmla="*/ 0 w 92"/>
                  <a:gd name="T23" fmla="*/ 99 h 99"/>
                  <a:gd name="T24" fmla="*/ 0 w 92"/>
                  <a:gd name="T25" fmla="*/ 99 h 99"/>
                  <a:gd name="T26" fmla="*/ 0 w 92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" h="99">
                    <a:moveTo>
                      <a:pt x="0" y="99"/>
                    </a:moveTo>
                    <a:lnTo>
                      <a:pt x="5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5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7" name="Freeform 61"/>
              <p:cNvSpPr>
                <a:spLocks noEditPoints="1"/>
              </p:cNvSpPr>
              <p:nvPr/>
            </p:nvSpPr>
            <p:spPr bwMode="auto">
              <a:xfrm>
                <a:off x="4194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41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41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41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41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8" name="Freeform 62"/>
              <p:cNvSpPr>
                <a:spLocks noEditPoints="1"/>
              </p:cNvSpPr>
              <p:nvPr/>
            </p:nvSpPr>
            <p:spPr bwMode="auto">
              <a:xfrm>
                <a:off x="4258" y="582"/>
                <a:ext cx="19" cy="71"/>
              </a:xfrm>
              <a:custGeom>
                <a:avLst/>
                <a:gdLst>
                  <a:gd name="T0" fmla="*/ 23 w 23"/>
                  <a:gd name="T1" fmla="*/ 0 h 69"/>
                  <a:gd name="T2" fmla="*/ 17 w 23"/>
                  <a:gd name="T3" fmla="*/ 40 h 69"/>
                  <a:gd name="T4" fmla="*/ 0 w 23"/>
                  <a:gd name="T5" fmla="*/ 69 h 69"/>
                  <a:gd name="T6" fmla="*/ 0 w 23"/>
                  <a:gd name="T7" fmla="*/ 69 h 69"/>
                  <a:gd name="T8" fmla="*/ 17 w 23"/>
                  <a:gd name="T9" fmla="*/ 40 h 69"/>
                  <a:gd name="T10" fmla="*/ 23 w 23"/>
                  <a:gd name="T11" fmla="*/ 0 h 69"/>
                  <a:gd name="T12" fmla="*/ 23 w 23"/>
                  <a:gd name="T13" fmla="*/ 0 h 69"/>
                  <a:gd name="T14" fmla="*/ 23 w 23"/>
                  <a:gd name="T15" fmla="*/ 0 h 69"/>
                  <a:gd name="T16" fmla="*/ 23 w 23"/>
                  <a:gd name="T17" fmla="*/ 0 h 69"/>
                  <a:gd name="T18" fmla="*/ 23 w 23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0"/>
                    </a:moveTo>
                    <a:lnTo>
                      <a:pt x="17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7" y="40"/>
                    </a:lnTo>
                    <a:lnTo>
                      <a:pt x="23" y="0"/>
                    </a:lnTo>
                    <a:lnTo>
                      <a:pt x="23" y="0"/>
                    </a:lnTo>
                    <a:close/>
                    <a:moveTo>
                      <a:pt x="23" y="0"/>
                    </a:moveTo>
                    <a:lnTo>
                      <a:pt x="23" y="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9" name="Freeform 63"/>
              <p:cNvSpPr>
                <a:spLocks noEditPoints="1"/>
              </p:cNvSpPr>
              <p:nvPr/>
            </p:nvSpPr>
            <p:spPr bwMode="auto">
              <a:xfrm>
                <a:off x="4233" y="582"/>
                <a:ext cx="25" cy="71"/>
              </a:xfrm>
              <a:custGeom>
                <a:avLst/>
                <a:gdLst>
                  <a:gd name="T0" fmla="*/ 29 w 29"/>
                  <a:gd name="T1" fmla="*/ 69 h 69"/>
                  <a:gd name="T2" fmla="*/ 6 w 29"/>
                  <a:gd name="T3" fmla="*/ 40 h 69"/>
                  <a:gd name="T4" fmla="*/ 0 w 29"/>
                  <a:gd name="T5" fmla="*/ 0 h 69"/>
                  <a:gd name="T6" fmla="*/ 0 w 29"/>
                  <a:gd name="T7" fmla="*/ 0 h 69"/>
                  <a:gd name="T8" fmla="*/ 6 w 29"/>
                  <a:gd name="T9" fmla="*/ 40 h 69"/>
                  <a:gd name="T10" fmla="*/ 29 w 29"/>
                  <a:gd name="T11" fmla="*/ 69 h 69"/>
                  <a:gd name="T12" fmla="*/ 29 w 29"/>
                  <a:gd name="T13" fmla="*/ 69 h 69"/>
                  <a:gd name="T14" fmla="*/ 29 w 29"/>
                  <a:gd name="T15" fmla="*/ 69 h 69"/>
                  <a:gd name="T16" fmla="*/ 29 w 29"/>
                  <a:gd name="T17" fmla="*/ 69 h 69"/>
                  <a:gd name="T18" fmla="*/ 29 w 29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9" y="69"/>
                    </a:lnTo>
                    <a:lnTo>
                      <a:pt x="29" y="69"/>
                    </a:lnTo>
                    <a:close/>
                    <a:moveTo>
                      <a:pt x="29" y="69"/>
                    </a:moveTo>
                    <a:lnTo>
                      <a:pt x="29" y="69"/>
                    </a:lnTo>
                    <a:lnTo>
                      <a:pt x="29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0" name="Freeform 64"/>
              <p:cNvSpPr>
                <a:spLocks noEditPoints="1"/>
              </p:cNvSpPr>
              <p:nvPr/>
            </p:nvSpPr>
            <p:spPr bwMode="auto">
              <a:xfrm>
                <a:off x="4233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1" name="Freeform 65"/>
              <p:cNvSpPr>
                <a:spLocks noEditPoints="1"/>
              </p:cNvSpPr>
              <p:nvPr/>
            </p:nvSpPr>
            <p:spPr bwMode="auto">
              <a:xfrm>
                <a:off x="4316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69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69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69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69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2" name="Freeform 66"/>
              <p:cNvSpPr>
                <a:spLocks noEditPoints="1"/>
              </p:cNvSpPr>
              <p:nvPr/>
            </p:nvSpPr>
            <p:spPr bwMode="auto">
              <a:xfrm>
                <a:off x="4375" y="582"/>
                <a:ext cx="24" cy="71"/>
              </a:xfrm>
              <a:custGeom>
                <a:avLst/>
                <a:gdLst>
                  <a:gd name="T0" fmla="*/ 30 w 30"/>
                  <a:gd name="T1" fmla="*/ 0 h 69"/>
                  <a:gd name="T2" fmla="*/ 24 w 30"/>
                  <a:gd name="T3" fmla="*/ 40 h 69"/>
                  <a:gd name="T4" fmla="*/ 0 w 30"/>
                  <a:gd name="T5" fmla="*/ 69 h 69"/>
                  <a:gd name="T6" fmla="*/ 0 w 30"/>
                  <a:gd name="T7" fmla="*/ 69 h 69"/>
                  <a:gd name="T8" fmla="*/ 24 w 30"/>
                  <a:gd name="T9" fmla="*/ 40 h 69"/>
                  <a:gd name="T10" fmla="*/ 30 w 30"/>
                  <a:gd name="T11" fmla="*/ 0 h 69"/>
                  <a:gd name="T12" fmla="*/ 30 w 30"/>
                  <a:gd name="T13" fmla="*/ 0 h 69"/>
                  <a:gd name="T14" fmla="*/ 30 w 30"/>
                  <a:gd name="T15" fmla="*/ 0 h 69"/>
                  <a:gd name="T16" fmla="*/ 30 w 30"/>
                  <a:gd name="T17" fmla="*/ 0 h 69"/>
                  <a:gd name="T18" fmla="*/ 30 w 30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69">
                    <a:moveTo>
                      <a:pt x="30" y="0"/>
                    </a:moveTo>
                    <a:lnTo>
                      <a:pt x="24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4" y="40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3" name="Freeform 67"/>
              <p:cNvSpPr>
                <a:spLocks noEditPoints="1"/>
              </p:cNvSpPr>
              <p:nvPr/>
            </p:nvSpPr>
            <p:spPr bwMode="auto">
              <a:xfrm>
                <a:off x="4355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6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6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4" name="Freeform 68"/>
              <p:cNvSpPr>
                <a:spLocks noEditPoints="1"/>
              </p:cNvSpPr>
              <p:nvPr/>
            </p:nvSpPr>
            <p:spPr bwMode="auto">
              <a:xfrm>
                <a:off x="4355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58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58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5" name="Freeform 69"/>
              <p:cNvSpPr>
                <a:spLocks noEditPoints="1"/>
              </p:cNvSpPr>
              <p:nvPr/>
            </p:nvSpPr>
            <p:spPr bwMode="auto">
              <a:xfrm>
                <a:off x="4438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26" name="Line 70"/>
            <p:cNvSpPr>
              <a:spLocks noChangeShapeType="1"/>
            </p:cNvSpPr>
            <p:nvPr/>
          </p:nvSpPr>
          <p:spPr bwMode="auto">
            <a:xfrm>
              <a:off x="2358" y="595"/>
              <a:ext cx="7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7" name="Rectangle 71"/>
            <p:cNvSpPr>
              <a:spLocks noChangeArrowheads="1"/>
            </p:cNvSpPr>
            <p:nvPr/>
          </p:nvSpPr>
          <p:spPr bwMode="auto">
            <a:xfrm rot="2700000">
              <a:off x="2426" y="1094"/>
              <a:ext cx="317" cy="317"/>
            </a:xfrm>
            <a:prstGeom prst="rect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8" name="Line 72"/>
            <p:cNvSpPr>
              <a:spLocks noChangeShapeType="1"/>
            </p:cNvSpPr>
            <p:nvPr/>
          </p:nvSpPr>
          <p:spPr bwMode="auto">
            <a:xfrm>
              <a:off x="2585" y="595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9" name="Line 73"/>
            <p:cNvSpPr>
              <a:spLocks noChangeShapeType="1"/>
            </p:cNvSpPr>
            <p:nvPr/>
          </p:nvSpPr>
          <p:spPr bwMode="auto">
            <a:xfrm flipV="1">
              <a:off x="2585" y="1094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0" name="Line 74"/>
            <p:cNvSpPr>
              <a:spLocks noChangeShapeType="1"/>
            </p:cNvSpPr>
            <p:nvPr/>
          </p:nvSpPr>
          <p:spPr bwMode="auto">
            <a:xfrm>
              <a:off x="2585" y="1457"/>
              <a:ext cx="0" cy="3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1" name="Line 75"/>
            <p:cNvSpPr>
              <a:spLocks noChangeShapeType="1"/>
            </p:cNvSpPr>
            <p:nvPr/>
          </p:nvSpPr>
          <p:spPr bwMode="auto">
            <a:xfrm>
              <a:off x="3084" y="596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2" name="Line 76"/>
            <p:cNvSpPr>
              <a:spLocks noChangeShapeType="1"/>
            </p:cNvSpPr>
            <p:nvPr/>
          </p:nvSpPr>
          <p:spPr bwMode="auto">
            <a:xfrm>
              <a:off x="407" y="1843"/>
              <a:ext cx="267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3" name="Line 77"/>
            <p:cNvSpPr>
              <a:spLocks noChangeShapeType="1"/>
            </p:cNvSpPr>
            <p:nvPr/>
          </p:nvSpPr>
          <p:spPr bwMode="auto">
            <a:xfrm>
              <a:off x="3084" y="1503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4" name="Text Box 78"/>
            <p:cNvSpPr txBox="1">
              <a:spLocks noChangeArrowheads="1"/>
            </p:cNvSpPr>
            <p:nvPr/>
          </p:nvSpPr>
          <p:spPr bwMode="auto">
            <a:xfrm>
              <a:off x="657" y="255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10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19535" name="Line 79"/>
            <p:cNvSpPr>
              <a:spLocks noChangeShapeType="1"/>
            </p:cNvSpPr>
            <p:nvPr/>
          </p:nvSpPr>
          <p:spPr bwMode="auto">
            <a:xfrm>
              <a:off x="1587" y="686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541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0155806"/>
                </p:ext>
              </p:extLst>
            </p:nvPr>
          </p:nvGraphicFramePr>
          <p:xfrm>
            <a:off x="442" y="1369"/>
            <a:ext cx="941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82" name="公式" r:id="rId3" imgW="495000" imgH="190440" progId="Equation.3">
                    <p:embed/>
                  </p:oleObj>
                </mc:Choice>
                <mc:Fallback>
                  <p:oleObj name="公式" r:id="rId3" imgW="49500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" y="1369"/>
                          <a:ext cx="941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42" name="Object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7463915"/>
                </p:ext>
              </p:extLst>
            </p:nvPr>
          </p:nvGraphicFramePr>
          <p:xfrm>
            <a:off x="1224" y="741"/>
            <a:ext cx="290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83" name="公式" r:id="rId5" imgW="152280" imgH="215640" progId="Equation.3">
                    <p:embed/>
                  </p:oleObj>
                </mc:Choice>
                <mc:Fallback>
                  <p:oleObj name="公式" r:id="rId5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4" y="741"/>
                          <a:ext cx="290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43" name="Object 87"/>
            <p:cNvGraphicFramePr>
              <a:graphicFrameLocks noChangeAspect="1"/>
            </p:cNvGraphicFramePr>
            <p:nvPr/>
          </p:nvGraphicFramePr>
          <p:xfrm>
            <a:off x="1995" y="209"/>
            <a:ext cx="337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84" name="公式" r:id="rId7" imgW="177480" imgH="177480" progId="Equation.3">
                    <p:embed/>
                  </p:oleObj>
                </mc:Choice>
                <mc:Fallback>
                  <p:oleObj name="公式" r:id="rId7" imgW="1774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5" y="209"/>
                          <a:ext cx="337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44" name="Object 88"/>
            <p:cNvGraphicFramePr>
              <a:graphicFrameLocks noChangeAspect="1"/>
            </p:cNvGraphicFramePr>
            <p:nvPr/>
          </p:nvGraphicFramePr>
          <p:xfrm>
            <a:off x="1633" y="844"/>
            <a:ext cx="65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85" name="公式" r:id="rId9" imgW="342720" imgH="177480" progId="Equation.3">
                    <p:embed/>
                  </p:oleObj>
                </mc:Choice>
                <mc:Fallback>
                  <p:oleObj name="公式" r:id="rId9" imgW="3427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844"/>
                          <a:ext cx="65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45" name="Object 89"/>
            <p:cNvGraphicFramePr>
              <a:graphicFrameLocks noChangeAspect="1"/>
            </p:cNvGraphicFramePr>
            <p:nvPr/>
          </p:nvGraphicFramePr>
          <p:xfrm>
            <a:off x="2177" y="1298"/>
            <a:ext cx="411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86" name="公式" r:id="rId11" imgW="215640" imgH="215640" progId="Equation.3">
                    <p:embed/>
                  </p:oleObj>
                </mc:Choice>
                <mc:Fallback>
                  <p:oleObj name="公式" r:id="rId11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7" y="1298"/>
                          <a:ext cx="411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46" name="Object 90"/>
            <p:cNvGraphicFramePr>
              <a:graphicFrameLocks noChangeAspect="1"/>
            </p:cNvGraphicFramePr>
            <p:nvPr/>
          </p:nvGraphicFramePr>
          <p:xfrm>
            <a:off x="3175" y="1071"/>
            <a:ext cx="337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187" name="公式" r:id="rId13" imgW="177480" imgH="177480" progId="Equation.3">
                    <p:embed/>
                  </p:oleObj>
                </mc:Choice>
                <mc:Fallback>
                  <p:oleObj name="公式" r:id="rId13" imgW="1774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5" y="1071"/>
                          <a:ext cx="337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47" name="Line 91"/>
            <p:cNvSpPr>
              <a:spLocks noChangeShapeType="1"/>
            </p:cNvSpPr>
            <p:nvPr/>
          </p:nvSpPr>
          <p:spPr bwMode="auto">
            <a:xfrm>
              <a:off x="1927" y="1842"/>
              <a:ext cx="0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8" name="Line 92"/>
            <p:cNvSpPr>
              <a:spLocks noChangeShapeType="1"/>
            </p:cNvSpPr>
            <p:nvPr/>
          </p:nvSpPr>
          <p:spPr bwMode="auto">
            <a:xfrm>
              <a:off x="1814" y="2024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9549" name="Object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897099"/>
              </p:ext>
            </p:extLst>
          </p:nvPr>
        </p:nvGraphicFramePr>
        <p:xfrm>
          <a:off x="2798763" y="149225"/>
          <a:ext cx="382587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88" name="Equation" r:id="rId15" imgW="126720" imgH="241200" progId="Equation.DSMT4">
                  <p:embed/>
                </p:oleObj>
              </mc:Choice>
              <mc:Fallback>
                <p:oleObj name="Equation" r:id="rId15" imgW="126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149225"/>
                        <a:ext cx="382587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0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458825"/>
              </p:ext>
            </p:extLst>
          </p:nvPr>
        </p:nvGraphicFramePr>
        <p:xfrm>
          <a:off x="4241800" y="169863"/>
          <a:ext cx="422275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89" name="Equation" r:id="rId17" imgW="139680" imgH="241200" progId="Equation.DSMT4">
                  <p:embed/>
                </p:oleObj>
              </mc:Choice>
              <mc:Fallback>
                <p:oleObj name="Equation" r:id="rId17" imgW="139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1800" y="169863"/>
                        <a:ext cx="422275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2" name="Text Box 96"/>
          <p:cNvSpPr txBox="1">
            <a:spLocks noChangeArrowheads="1"/>
          </p:cNvSpPr>
          <p:nvPr/>
        </p:nvSpPr>
        <p:spPr bwMode="auto">
          <a:xfrm>
            <a:off x="278988" y="3392488"/>
            <a:ext cx="10806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Node 1:</a:t>
            </a:r>
          </a:p>
        </p:txBody>
      </p:sp>
      <p:graphicFrame>
        <p:nvGraphicFramePr>
          <p:cNvPr id="19553" name="Object 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346716"/>
              </p:ext>
            </p:extLst>
          </p:nvPr>
        </p:nvGraphicFramePr>
        <p:xfrm>
          <a:off x="1491797" y="3055321"/>
          <a:ext cx="6968167" cy="1134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90" name="Equation" r:id="rId19" imgW="2654280" imgH="431640" progId="Equation.DSMT4">
                  <p:embed/>
                </p:oleObj>
              </mc:Choice>
              <mc:Fallback>
                <p:oleObj name="Equation" r:id="rId19" imgW="2654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1797" y="3055321"/>
                        <a:ext cx="6968167" cy="1134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4" name="Text Box 98"/>
          <p:cNvSpPr txBox="1">
            <a:spLocks noChangeArrowheads="1"/>
          </p:cNvSpPr>
          <p:nvPr/>
        </p:nvSpPr>
        <p:spPr bwMode="auto">
          <a:xfrm>
            <a:off x="328037" y="4204155"/>
            <a:ext cx="13595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Node 2:</a:t>
            </a:r>
          </a:p>
        </p:txBody>
      </p:sp>
      <p:graphicFrame>
        <p:nvGraphicFramePr>
          <p:cNvPr id="19555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180377"/>
              </p:ext>
            </p:extLst>
          </p:nvPr>
        </p:nvGraphicFramePr>
        <p:xfrm>
          <a:off x="1357313" y="4056063"/>
          <a:ext cx="5374927" cy="115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91" name="Equation" r:id="rId21" imgW="1955520" imgH="419040" progId="Equation.DSMT4">
                  <p:embed/>
                </p:oleObj>
              </mc:Choice>
              <mc:Fallback>
                <p:oleObj name="Equation" r:id="rId21" imgW="1955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4056063"/>
                        <a:ext cx="5374927" cy="115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7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908732"/>
              </p:ext>
            </p:extLst>
          </p:nvPr>
        </p:nvGraphicFramePr>
        <p:xfrm>
          <a:off x="332284" y="5085184"/>
          <a:ext cx="4192684" cy="1360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92" name="Equation" r:id="rId23" imgW="1371600" imgH="444240" progId="Equation.DSMT4">
                  <p:embed/>
                </p:oleObj>
              </mc:Choice>
              <mc:Fallback>
                <p:oleObj name="Equation" r:id="rId23" imgW="1371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84" y="5085184"/>
                        <a:ext cx="4192684" cy="13605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7450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2" grpId="0"/>
      <p:bldP spid="195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971600" y="432255"/>
            <a:ext cx="69847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The equations can be put in matrix form as</a:t>
            </a:r>
          </a:p>
        </p:txBody>
      </p:sp>
      <p:graphicFrame>
        <p:nvGraphicFramePr>
          <p:cNvPr id="20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29749"/>
              </p:ext>
            </p:extLst>
          </p:nvPr>
        </p:nvGraphicFramePr>
        <p:xfrm>
          <a:off x="621867" y="1124744"/>
          <a:ext cx="6182382" cy="1635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34" name="Equation" r:id="rId3" imgW="2019240" imgH="533160" progId="Equation.DSMT4">
                  <p:embed/>
                </p:oleObj>
              </mc:Choice>
              <mc:Fallback>
                <p:oleObj name="Equation" r:id="rId3" imgW="201924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67" y="1124744"/>
                        <a:ext cx="6182382" cy="1635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951696"/>
              </p:ext>
            </p:extLst>
          </p:nvPr>
        </p:nvGraphicFramePr>
        <p:xfrm>
          <a:off x="1331640" y="2564904"/>
          <a:ext cx="3953247" cy="152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35" name="Equation" r:id="rId5" imgW="1384200" imgH="533160" progId="Equation.DSMT4">
                  <p:embed/>
                </p:oleObj>
              </mc:Choice>
              <mc:Fallback>
                <p:oleObj name="Equation" r:id="rId5" imgW="13842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564904"/>
                        <a:ext cx="3953247" cy="152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462590"/>
              </p:ext>
            </p:extLst>
          </p:nvPr>
        </p:nvGraphicFramePr>
        <p:xfrm>
          <a:off x="1547664" y="4005064"/>
          <a:ext cx="3849688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36" name="公式" r:id="rId7" imgW="1143000" imgH="215640" progId="Equation.3">
                  <p:embed/>
                </p:oleObj>
              </mc:Choice>
              <mc:Fallback>
                <p:oleObj name="公式" r:id="rId7" imgW="11430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005064"/>
                        <a:ext cx="3849688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323528" y="4898728"/>
            <a:ext cx="698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Transforming this to the time domain </a:t>
            </a:r>
          </a:p>
        </p:txBody>
      </p:sp>
      <p:graphicFrame>
        <p:nvGraphicFramePr>
          <p:cNvPr id="204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953693"/>
              </p:ext>
            </p:extLst>
          </p:nvPr>
        </p:nvGraphicFramePr>
        <p:xfrm>
          <a:off x="971600" y="5373216"/>
          <a:ext cx="474662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37" name="公式" r:id="rId9" imgW="1409400" imgH="215640" progId="Equation.3">
                  <p:embed/>
                </p:oleObj>
              </mc:Choice>
              <mc:Fallback>
                <p:oleObj name="公式" r:id="rId9" imgW="1409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5373216"/>
                        <a:ext cx="4746625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8644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306FBC5-611C-487C-96AF-57492A9BB52D}"/>
                  </a:ext>
                </a:extLst>
              </p14:cNvPr>
              <p14:cNvContentPartPr/>
              <p14:nvPr/>
            </p14:nvContentPartPr>
            <p14:xfrm>
              <a:off x="159120" y="512280"/>
              <a:ext cx="5690520" cy="2953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306FBC5-611C-487C-96AF-57492A9BB5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760" y="502920"/>
                <a:ext cx="5709240" cy="297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332612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542551" y="1371600"/>
            <a:ext cx="25892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</a:rPr>
              <a:t>planar circuit: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2987824" y="1133571"/>
            <a:ext cx="56188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Circuit that can be drawn in a plane with no branches crossing one another.</a:t>
            </a:r>
          </a:p>
        </p:txBody>
      </p:sp>
      <p:pic>
        <p:nvPicPr>
          <p:cNvPr id="9222" name="Picture 6" descr="fig8-40"/>
          <p:cNvPicPr>
            <a:picLocks noChangeAspect="1" noChangeArrowheads="1"/>
          </p:cNvPicPr>
          <p:nvPr/>
        </p:nvPicPr>
        <p:blipFill>
          <a:blip r:embed="rId3">
            <a:lum brigh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09800"/>
            <a:ext cx="3954463" cy="260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533400" y="4953000"/>
            <a:ext cx="3505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 b="1" dirty="0"/>
              <a:t>An example mesh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4354285" y="2344290"/>
            <a:ext cx="452618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</a:rPr>
              <a:t>the sum of voltages around mesh A is</a:t>
            </a:r>
          </a:p>
        </p:txBody>
      </p:sp>
      <p:pic>
        <p:nvPicPr>
          <p:cNvPr id="9226" name="Picture 10" descr="Eq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763" y="3200400"/>
            <a:ext cx="5075237" cy="53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Eq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962400"/>
            <a:ext cx="4765675" cy="43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938212" y="332656"/>
            <a:ext cx="60483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00113" indent="-900113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107950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258888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438275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10.3  Mesh analysis </a:t>
            </a:r>
          </a:p>
        </p:txBody>
      </p:sp>
    </p:spTree>
    <p:extLst>
      <p:ext uri="{BB962C8B-B14F-4D97-AF65-F5344CB8AC3E}">
        <p14:creationId xmlns:p14="http://schemas.microsoft.com/office/powerpoint/2010/main" val="3582813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9220" grpId="0"/>
      <p:bldP spid="9223" grpId="0"/>
      <p:bldP spid="92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522" name="Text Box 2"/>
          <p:cNvSpPr txBox="1">
            <a:spLocks noChangeArrowheads="1"/>
          </p:cNvSpPr>
          <p:nvPr/>
        </p:nvSpPr>
        <p:spPr bwMode="auto">
          <a:xfrm>
            <a:off x="971550" y="368300"/>
            <a:ext cx="3095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Example</a:t>
            </a:r>
          </a:p>
        </p:txBody>
      </p:sp>
      <p:graphicFrame>
        <p:nvGraphicFramePr>
          <p:cNvPr id="1899523" name="Object 3"/>
          <p:cNvGraphicFramePr>
            <a:graphicFrameLocks noGrp="1" noChangeAspect="1"/>
          </p:cNvGraphicFramePr>
          <p:nvPr>
            <p:ph/>
          </p:nvPr>
        </p:nvGraphicFramePr>
        <p:xfrm>
          <a:off x="1692275" y="1233488"/>
          <a:ext cx="5832475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31" name="Visio" r:id="rId3" imgW="2699004" imgH="1456055" progId="Visio.Drawing.11">
                  <p:embed/>
                </p:oleObj>
              </mc:Choice>
              <mc:Fallback>
                <p:oleObj name="Visio" r:id="rId3" imgW="2699004" imgH="145605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233488"/>
                        <a:ext cx="5832475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9524" name="Text Box 4"/>
          <p:cNvSpPr txBox="1">
            <a:spLocks noChangeArrowheads="1"/>
          </p:cNvSpPr>
          <p:nvPr/>
        </p:nvSpPr>
        <p:spPr bwMode="auto">
          <a:xfrm>
            <a:off x="611188" y="4437063"/>
            <a:ext cx="8208962" cy="995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b="1" dirty="0"/>
              <a:t>Find the currents of i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(t) and i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(t) for the circuit by mesh analysis.</a:t>
            </a:r>
          </a:p>
        </p:txBody>
      </p:sp>
    </p:spTree>
    <p:extLst>
      <p:ext uri="{BB962C8B-B14F-4D97-AF65-F5344CB8AC3E}">
        <p14:creationId xmlns:p14="http://schemas.microsoft.com/office/powerpoint/2010/main" val="171442536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2782" name="Group 14"/>
          <p:cNvGrpSpPr>
            <a:grpSpLocks/>
          </p:cNvGrpSpPr>
          <p:nvPr/>
        </p:nvGrpSpPr>
        <p:grpSpPr bwMode="auto">
          <a:xfrm>
            <a:off x="862013" y="1449388"/>
            <a:ext cx="7197725" cy="4675187"/>
            <a:chOff x="543" y="937"/>
            <a:chExt cx="4534" cy="2945"/>
          </a:xfrm>
        </p:grpSpPr>
        <p:graphicFrame>
          <p:nvGraphicFramePr>
            <p:cNvPr id="195277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0843507"/>
                </p:ext>
              </p:extLst>
            </p:nvPr>
          </p:nvGraphicFramePr>
          <p:xfrm>
            <a:off x="543" y="1410"/>
            <a:ext cx="1391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47" name="Equation" r:id="rId3" imgW="736560" imgH="279360" progId="Equation.DSMT4">
                    <p:embed/>
                  </p:oleObj>
                </mc:Choice>
                <mc:Fallback>
                  <p:oleObj name="Equation" r:id="rId3" imgW="73656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" y="1410"/>
                          <a:ext cx="1391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2775" name="Object 7"/>
            <p:cNvGraphicFramePr>
              <a:graphicFrameLocks noChangeAspect="1"/>
            </p:cNvGraphicFramePr>
            <p:nvPr/>
          </p:nvGraphicFramePr>
          <p:xfrm>
            <a:off x="567" y="937"/>
            <a:ext cx="167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48" name="Equation" r:id="rId5" imgW="888840" imgH="203040" progId="Equation.DSMT4">
                    <p:embed/>
                  </p:oleObj>
                </mc:Choice>
                <mc:Fallback>
                  <p:oleObj name="Equation" r:id="rId5" imgW="8888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937"/>
                          <a:ext cx="1679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2777" name="Object 9"/>
            <p:cNvGraphicFramePr>
              <a:graphicFrameLocks noChangeAspect="1"/>
            </p:cNvGraphicFramePr>
            <p:nvPr/>
          </p:nvGraphicFramePr>
          <p:xfrm>
            <a:off x="567" y="2024"/>
            <a:ext cx="1559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49" name="Equation" r:id="rId7" imgW="825480" imgH="228600" progId="Equation.DSMT4">
                    <p:embed/>
                  </p:oleObj>
                </mc:Choice>
                <mc:Fallback>
                  <p:oleObj name="Equation" r:id="rId7" imgW="825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024"/>
                          <a:ext cx="1559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2778" name="Object 10"/>
            <p:cNvGraphicFramePr>
              <a:graphicFrameLocks noChangeAspect="1"/>
            </p:cNvGraphicFramePr>
            <p:nvPr/>
          </p:nvGraphicFramePr>
          <p:xfrm>
            <a:off x="567" y="2538"/>
            <a:ext cx="3911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50" name="Equation" r:id="rId9" imgW="2070000" imgH="241200" progId="Equation.DSMT4">
                    <p:embed/>
                  </p:oleObj>
                </mc:Choice>
                <mc:Fallback>
                  <p:oleObj name="Equation" r:id="rId9" imgW="20700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538"/>
                          <a:ext cx="3911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2779" name="Object 11"/>
            <p:cNvGraphicFramePr>
              <a:graphicFrameLocks noChangeAspect="1"/>
            </p:cNvGraphicFramePr>
            <p:nvPr/>
          </p:nvGraphicFramePr>
          <p:xfrm>
            <a:off x="567" y="3090"/>
            <a:ext cx="4510" cy="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51" name="Equation" r:id="rId11" imgW="2387520" imgH="419040" progId="Equation.DSMT4">
                    <p:embed/>
                  </p:oleObj>
                </mc:Choice>
                <mc:Fallback>
                  <p:oleObj name="Equation" r:id="rId11" imgW="238752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090"/>
                          <a:ext cx="4510" cy="7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52781" name="Text Box 13"/>
          <p:cNvSpPr txBox="1">
            <a:spLocks noChangeArrowheads="1"/>
          </p:cNvSpPr>
          <p:nvPr/>
        </p:nvSpPr>
        <p:spPr bwMode="auto">
          <a:xfrm>
            <a:off x="1331913" y="368300"/>
            <a:ext cx="3455987" cy="69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3600">
                <a:latin typeface="Arial Black" pitchFamily="34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390746460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0547" name="Object 3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995530176"/>
              </p:ext>
            </p:extLst>
          </p:nvPr>
        </p:nvGraphicFramePr>
        <p:xfrm>
          <a:off x="1202532" y="1258094"/>
          <a:ext cx="5868987" cy="311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37" name="Visio" r:id="rId3" imgW="2718035" imgH="1442795" progId="Visio.Drawing.11">
                  <p:embed/>
                </p:oleObj>
              </mc:Choice>
              <mc:Fallback>
                <p:oleObj name="Visio" r:id="rId3" imgW="2718035" imgH="144279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2532" y="1258094"/>
                        <a:ext cx="5868987" cy="311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0557" name="Text Box 13"/>
          <p:cNvSpPr txBox="1">
            <a:spLocks noChangeArrowheads="1"/>
          </p:cNvSpPr>
          <p:nvPr/>
        </p:nvSpPr>
        <p:spPr bwMode="auto">
          <a:xfrm>
            <a:off x="826318" y="188640"/>
            <a:ext cx="831768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/>
              <a:t>The frequency domain equivalent circuit represented by </a:t>
            </a:r>
            <a:r>
              <a:rPr lang="en-US" altLang="zh-CN" sz="2400" b="1" dirty="0" err="1"/>
              <a:t>phasors</a:t>
            </a:r>
            <a:r>
              <a:rPr lang="en-US" altLang="zh-CN" sz="2400" b="1" dirty="0"/>
              <a:t> is:</a:t>
            </a:r>
          </a:p>
        </p:txBody>
      </p:sp>
      <p:graphicFrame>
        <p:nvGraphicFramePr>
          <p:cNvPr id="19005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034350"/>
              </p:ext>
            </p:extLst>
          </p:nvPr>
        </p:nvGraphicFramePr>
        <p:xfrm>
          <a:off x="2483768" y="2444750"/>
          <a:ext cx="969962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38" name="Visio" r:id="rId5" imgW="454457" imgH="461518" progId="Visio.Drawing.11">
                  <p:embed/>
                </p:oleObj>
              </mc:Choice>
              <mc:Fallback>
                <p:oleObj name="Visio" r:id="rId5" imgW="454457" imgH="46151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444750"/>
                        <a:ext cx="969962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05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630773"/>
              </p:ext>
            </p:extLst>
          </p:nvPr>
        </p:nvGraphicFramePr>
        <p:xfrm>
          <a:off x="4810314" y="2444750"/>
          <a:ext cx="96996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39" name="Visio" r:id="rId7" imgW="454457" imgH="461518" progId="Visio.Drawing.11">
                  <p:embed/>
                </p:oleObj>
              </mc:Choice>
              <mc:Fallback>
                <p:oleObj name="Visio" r:id="rId7" imgW="454457" imgH="46151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314" y="2444750"/>
                        <a:ext cx="969963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07682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00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00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00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00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1585" name="Group 17"/>
          <p:cNvGrpSpPr>
            <a:grpSpLocks/>
          </p:cNvGrpSpPr>
          <p:nvPr/>
        </p:nvGrpSpPr>
        <p:grpSpPr bwMode="auto">
          <a:xfrm>
            <a:off x="493713" y="1139825"/>
            <a:ext cx="8151813" cy="2671763"/>
            <a:chOff x="136" y="673"/>
            <a:chExt cx="5135" cy="1683"/>
          </a:xfrm>
        </p:grpSpPr>
        <p:sp>
          <p:nvSpPr>
            <p:cNvPr id="1901571" name="Text Box 3"/>
            <p:cNvSpPr txBox="1">
              <a:spLocks noChangeArrowheads="1"/>
            </p:cNvSpPr>
            <p:nvPr/>
          </p:nvSpPr>
          <p:spPr bwMode="auto">
            <a:xfrm>
              <a:off x="136" y="1185"/>
              <a:ext cx="1951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  <a:buFont typeface="Wingdings" pitchFamily="2" charset="2"/>
                <a:buNone/>
              </a:pPr>
              <a:r>
                <a:rPr lang="en-US" altLang="zh-CN" sz="2400" b="1" dirty="0"/>
                <a:t>By mesh current method:</a:t>
              </a:r>
            </a:p>
          </p:txBody>
        </p:sp>
        <p:graphicFrame>
          <p:nvGraphicFramePr>
            <p:cNvPr id="190157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325830"/>
                </p:ext>
              </p:extLst>
            </p:nvPr>
          </p:nvGraphicFramePr>
          <p:xfrm>
            <a:off x="1993" y="673"/>
            <a:ext cx="3278" cy="1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76" name="Equation" r:id="rId3" imgW="1726920" imgH="888840" progId="Equation.DSMT4">
                    <p:embed/>
                  </p:oleObj>
                </mc:Choice>
                <mc:Fallback>
                  <p:oleObj name="Equation" r:id="rId3" imgW="1726920" imgH="8888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3" y="673"/>
                          <a:ext cx="3278" cy="1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01584" name="Group 16"/>
          <p:cNvGrpSpPr>
            <a:grpSpLocks/>
          </p:cNvGrpSpPr>
          <p:nvPr/>
        </p:nvGrpSpPr>
        <p:grpSpPr bwMode="auto">
          <a:xfrm>
            <a:off x="1655763" y="3752850"/>
            <a:ext cx="5962650" cy="2159000"/>
            <a:chOff x="1088" y="2523"/>
            <a:chExt cx="3756" cy="1360"/>
          </a:xfrm>
        </p:grpSpPr>
        <p:graphicFrame>
          <p:nvGraphicFramePr>
            <p:cNvPr id="190157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8590661"/>
                </p:ext>
              </p:extLst>
            </p:nvPr>
          </p:nvGraphicFramePr>
          <p:xfrm>
            <a:off x="1804" y="2523"/>
            <a:ext cx="3040" cy="1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77" name="Equation" r:id="rId5" imgW="1930320" imgH="863280" progId="Equation.DSMT4">
                    <p:embed/>
                  </p:oleObj>
                </mc:Choice>
                <mc:Fallback>
                  <p:oleObj name="Equation" r:id="rId5" imgW="1930320" imgH="863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4" y="2523"/>
                          <a:ext cx="3040" cy="1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1578" name="AutoShape 10"/>
            <p:cNvSpPr>
              <a:spLocks noChangeArrowheads="1"/>
            </p:cNvSpPr>
            <p:nvPr/>
          </p:nvSpPr>
          <p:spPr bwMode="auto">
            <a:xfrm>
              <a:off x="1088" y="3022"/>
              <a:ext cx="635" cy="362"/>
            </a:xfrm>
            <a:prstGeom prst="rightArrow">
              <a:avLst>
                <a:gd name="adj1" fmla="val 50000"/>
                <a:gd name="adj2" fmla="val 43854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78439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3805" name="Object 13"/>
          <p:cNvGraphicFramePr>
            <a:graphicFrameLocks noChangeAspect="1"/>
          </p:cNvGraphicFramePr>
          <p:nvPr/>
        </p:nvGraphicFramePr>
        <p:xfrm>
          <a:off x="2376488" y="1376363"/>
          <a:ext cx="3556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00" name="Equation" r:id="rId3" imgW="888840" imgH="203040" progId="Equation.DSMT4">
                  <p:embed/>
                </p:oleObj>
              </mc:Choice>
              <mc:Fallback>
                <p:oleObj name="Equation" r:id="rId3" imgW="888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1376363"/>
                        <a:ext cx="35560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53810" name="Group 18"/>
          <p:cNvGrpSpPr>
            <a:grpSpLocks/>
          </p:cNvGrpSpPr>
          <p:nvPr/>
        </p:nvGrpSpPr>
        <p:grpSpPr bwMode="auto">
          <a:xfrm>
            <a:off x="863600" y="2528888"/>
            <a:ext cx="7381875" cy="2995612"/>
            <a:chOff x="226" y="1570"/>
            <a:chExt cx="4650" cy="1887"/>
          </a:xfrm>
        </p:grpSpPr>
        <p:graphicFrame>
          <p:nvGraphicFramePr>
            <p:cNvPr id="1953801" name="Object 9"/>
            <p:cNvGraphicFramePr>
              <a:graphicFrameLocks noChangeAspect="1"/>
            </p:cNvGraphicFramePr>
            <p:nvPr/>
          </p:nvGraphicFramePr>
          <p:xfrm>
            <a:off x="462" y="2115"/>
            <a:ext cx="4027" cy="1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101" name="Equation" r:id="rId5" imgW="1828800" imgH="609480" progId="Equation.DSMT4">
                    <p:embed/>
                  </p:oleObj>
                </mc:Choice>
                <mc:Fallback>
                  <p:oleObj name="Equation" r:id="rId5" imgW="1828800" imgH="609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" y="2115"/>
                          <a:ext cx="4027" cy="1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3809" name="Text Box 17"/>
            <p:cNvSpPr txBox="1">
              <a:spLocks noChangeArrowheads="1"/>
            </p:cNvSpPr>
            <p:nvPr/>
          </p:nvSpPr>
          <p:spPr bwMode="auto">
            <a:xfrm>
              <a:off x="226" y="1570"/>
              <a:ext cx="4650" cy="3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30000"/>
                </a:lnSpc>
                <a:buFont typeface="Wingdings" pitchFamily="2" charset="2"/>
                <a:buNone/>
              </a:pPr>
              <a:r>
                <a:rPr lang="en-US" altLang="zh-CN" sz="2400" b="1" dirty="0"/>
                <a:t>The required currents of i</a:t>
              </a:r>
              <a:r>
                <a:rPr lang="en-US" altLang="zh-CN" sz="2400" b="1" baseline="-25000" dirty="0"/>
                <a:t>1</a:t>
              </a:r>
              <a:r>
                <a:rPr lang="en-US" altLang="zh-CN" sz="2400" b="1" dirty="0"/>
                <a:t>(t) and i</a:t>
              </a:r>
              <a:r>
                <a:rPr lang="en-US" altLang="zh-CN" sz="2400" b="1" baseline="-25000" dirty="0"/>
                <a:t>2</a:t>
              </a:r>
              <a:r>
                <a:rPr lang="en-US" altLang="zh-CN" sz="2400" b="1" dirty="0"/>
                <a:t>(t) are: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92437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5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BEE52880-D281-406C-8A51-B657978BE128}"/>
                  </a:ext>
                </a:extLst>
              </p14:cNvPr>
              <p14:cNvContentPartPr/>
              <p14:nvPr/>
            </p14:nvContentPartPr>
            <p14:xfrm>
              <a:off x="114120" y="642960"/>
              <a:ext cx="5868360" cy="33739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BEE52880-D281-406C-8A51-B657978BE1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760" y="633600"/>
                <a:ext cx="5887080" cy="339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908900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103685" y="1173066"/>
            <a:ext cx="73914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Two cases: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zh-CN" sz="2000" b="1" dirty="0">
                <a:latin typeface="+mn-lt"/>
                <a:ea typeface="+mn-ea"/>
              </a:rPr>
              <a:t>Sources with same frequency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zh-CN" sz="2000" b="1" dirty="0">
                <a:latin typeface="+mn-lt"/>
                <a:ea typeface="+mn-ea"/>
              </a:rPr>
              <a:t>Sources with </a:t>
            </a:r>
            <a:r>
              <a:rPr lang="en-US" altLang="zh-CN" sz="2000" b="1">
                <a:latin typeface="+mn-lt"/>
                <a:ea typeface="+mn-ea"/>
              </a:rPr>
              <a:t>different frequencies</a:t>
            </a:r>
            <a:endParaRPr lang="en-US" altLang="zh-CN" sz="2000" b="1" dirty="0">
              <a:latin typeface="+mn-lt"/>
              <a:ea typeface="+mn-ea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762000" y="2743200"/>
            <a:ext cx="14898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</a:rPr>
              <a:t>Case 1</a:t>
            </a:r>
          </a:p>
        </p:txBody>
      </p:sp>
      <p:pic>
        <p:nvPicPr>
          <p:cNvPr id="24582" name="Picture 6" descr="fig8-29"/>
          <p:cNvPicPr>
            <a:picLocks noChangeAspect="1" noChangeArrowheads="1"/>
          </p:cNvPicPr>
          <p:nvPr/>
        </p:nvPicPr>
        <p:blipFill>
          <a:blip r:embed="rId3"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352800"/>
            <a:ext cx="3589338" cy="242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4191000" y="3429000"/>
            <a:ext cx="46482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/>
              <a:t>Use superposition to find the steady - state voltage </a:t>
            </a:r>
            <a:r>
              <a:rPr kumimoji="1" lang="en-US" altLang="zh-CN" sz="2000" b="1" dirty="0" err="1"/>
              <a:t>v</a:t>
            </a:r>
            <a:r>
              <a:rPr kumimoji="1" lang="en-US" altLang="zh-CN" sz="2000" b="1" baseline="-25000" dirty="0" err="1"/>
              <a:t>R</a:t>
            </a:r>
            <a:r>
              <a:rPr kumimoji="1" lang="en-US" altLang="zh-CN" sz="2000" b="1" dirty="0"/>
              <a:t> (t). Given  R=20</a:t>
            </a:r>
            <a:r>
              <a:rPr kumimoji="1" lang="en-US" altLang="zh-CN" sz="2000" b="1" dirty="0">
                <a:sym typeface="Symbol" pitchFamily="18" charset="2"/>
              </a:rPr>
              <a:t></a:t>
            </a:r>
            <a:r>
              <a:rPr kumimoji="1" lang="en-US" altLang="zh-CN" sz="2000" b="1" dirty="0"/>
              <a:t>  , L</a:t>
            </a:r>
            <a:r>
              <a:rPr kumimoji="1" lang="en-US" altLang="zh-CN" sz="2000" b="1" baseline="-25000" dirty="0"/>
              <a:t>1</a:t>
            </a:r>
            <a:r>
              <a:rPr kumimoji="1" lang="en-US" altLang="zh-CN" sz="2000" b="1" dirty="0"/>
              <a:t> = 2mH, L</a:t>
            </a:r>
            <a:r>
              <a:rPr kumimoji="1" lang="en-US" altLang="zh-CN" sz="2000" b="1" baseline="-25000" dirty="0"/>
              <a:t>2</a:t>
            </a:r>
            <a:r>
              <a:rPr kumimoji="1" lang="en-US" altLang="zh-CN" sz="2000" b="1" dirty="0"/>
              <a:t> = 6mH, C = 20 </a:t>
            </a:r>
            <a:r>
              <a:rPr kumimoji="1" lang="en-US" altLang="zh-CN" sz="2000" b="1" dirty="0">
                <a:sym typeface="Symbol" pitchFamily="18" charset="2"/>
              </a:rPr>
              <a:t></a:t>
            </a:r>
            <a:r>
              <a:rPr kumimoji="1" lang="en-US" altLang="zh-CN" sz="2000" b="1" dirty="0"/>
              <a:t>F, V </a:t>
            </a:r>
            <a:r>
              <a:rPr kumimoji="1" lang="en-US" altLang="zh-CN" sz="2000" b="1" baseline="-25000" dirty="0"/>
              <a:t>s1</a:t>
            </a:r>
            <a:r>
              <a:rPr kumimoji="1" lang="en-US" altLang="zh-CN" sz="2000" b="1" dirty="0"/>
              <a:t>= 100cos 5000t V , and V</a:t>
            </a:r>
            <a:r>
              <a:rPr kumimoji="1" lang="en-US" altLang="zh-CN" sz="2000" b="1" baseline="-25000" dirty="0"/>
              <a:t>s2</a:t>
            </a:r>
            <a:r>
              <a:rPr kumimoji="1" lang="en-US" altLang="zh-CN" sz="2000" b="1" dirty="0"/>
              <a:t>=120cos (5000t +30 )V.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971550" y="260648"/>
            <a:ext cx="7488882" cy="70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10.4 Superposition Theorem</a:t>
            </a:r>
            <a:endParaRPr lang="zh-CN" altLang="en-US" sz="36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3130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  <p:bldP spid="24580" grpId="0"/>
      <p:bldP spid="2458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3" descr="fig8-30"/>
          <p:cNvPicPr>
            <a:picLocks noChangeAspect="1" noChangeArrowheads="1"/>
          </p:cNvPicPr>
          <p:nvPr/>
        </p:nvPicPr>
        <p:blipFill>
          <a:blip r:embed="rId3"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073943"/>
            <a:ext cx="4868863" cy="500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8" name="Picture 4" descr="EqL"/>
          <p:cNvPicPr>
            <a:picLocks noChangeAspect="1" noChangeArrowheads="1"/>
          </p:cNvPicPr>
          <p:nvPr/>
        </p:nvPicPr>
        <p:blipFill>
          <a:blip r:embed="rId4">
            <a:lum brigh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888" y="1268760"/>
            <a:ext cx="4583112" cy="106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187624" y="533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</a:rPr>
              <a:t>Solution: </a:t>
            </a:r>
          </a:p>
        </p:txBody>
      </p:sp>
      <p:pic>
        <p:nvPicPr>
          <p:cNvPr id="26632" name="Picture 8" descr="Eq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888" y="2391568"/>
            <a:ext cx="3897313" cy="121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5" name="Picture 11" descr="Eq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176" y="3681525"/>
            <a:ext cx="4022725" cy="98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7" name="Picture 13" descr="EqO"/>
          <p:cNvPicPr>
            <a:picLocks noChangeAspect="1" noChangeArrowheads="1"/>
          </p:cNvPicPr>
          <p:nvPr/>
        </p:nvPicPr>
        <p:blipFill>
          <a:blip r:embed="rId7">
            <a:lum brigh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176" y="4693217"/>
            <a:ext cx="4103688" cy="122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2826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Picture 3" descr="Eq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17" y="1340768"/>
            <a:ext cx="4937125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7" name="Picture 5" descr="EqQ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3024187"/>
            <a:ext cx="5235575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9" name="Picture 7" descr="Eq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105400"/>
            <a:ext cx="6297613" cy="82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80" name="Picture 8" descr="fig8-30"/>
          <p:cNvPicPr>
            <a:picLocks noChangeAspect="1" noChangeArrowheads="1"/>
          </p:cNvPicPr>
          <p:nvPr/>
        </p:nvPicPr>
        <p:blipFill>
          <a:blip r:embed="rId6"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138" y="920750"/>
            <a:ext cx="4868862" cy="500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3281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318790" y="1354078"/>
            <a:ext cx="86597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FF0000"/>
                </a:solidFill>
              </a:rPr>
              <a:t>Example</a:t>
            </a:r>
            <a:r>
              <a:rPr kumimoji="1" lang="zh-CN" altLang="en-US" sz="2000" b="1" dirty="0">
                <a:solidFill>
                  <a:srgbClr val="FF0000"/>
                </a:solidFill>
              </a:rPr>
              <a:t>：</a:t>
            </a:r>
            <a:r>
              <a:rPr kumimoji="1" lang="zh-CN" altLang="en-US" dirty="0"/>
              <a:t> </a:t>
            </a:r>
            <a:r>
              <a:rPr kumimoji="1" lang="en-US" altLang="zh-CN" sz="2000" b="1" dirty="0"/>
              <a:t>Find v</a:t>
            </a:r>
            <a:r>
              <a:rPr kumimoji="1" lang="en-US" altLang="zh-CN" sz="2000" b="1" baseline="-25000" dirty="0"/>
              <a:t>0</a:t>
            </a:r>
            <a:r>
              <a:rPr kumimoji="1" lang="en-US" altLang="zh-CN" sz="2000" b="1" dirty="0"/>
              <a:t> in the circuit  using the superposition theorem</a:t>
            </a:r>
            <a:r>
              <a:rPr lang="en-US" altLang="zh-CN" dirty="0"/>
              <a:t>.</a:t>
            </a:r>
          </a:p>
        </p:txBody>
      </p:sp>
      <p:grpSp>
        <p:nvGrpSpPr>
          <p:cNvPr id="34950" name="Group 134"/>
          <p:cNvGrpSpPr>
            <a:grpSpLocks/>
          </p:cNvGrpSpPr>
          <p:nvPr/>
        </p:nvGrpSpPr>
        <p:grpSpPr bwMode="auto">
          <a:xfrm>
            <a:off x="1011691" y="1754188"/>
            <a:ext cx="6516687" cy="2486025"/>
            <a:chOff x="635" y="867"/>
            <a:chExt cx="4105" cy="1566"/>
          </a:xfrm>
        </p:grpSpPr>
        <p:sp>
          <p:nvSpPr>
            <p:cNvPr id="34822" name="Line 6"/>
            <p:cNvSpPr>
              <a:spLocks noChangeShapeType="1"/>
            </p:cNvSpPr>
            <p:nvPr/>
          </p:nvSpPr>
          <p:spPr bwMode="auto">
            <a:xfrm>
              <a:off x="816" y="1185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23" name="Group 7"/>
            <p:cNvGrpSpPr>
              <a:grpSpLocks/>
            </p:cNvGrpSpPr>
            <p:nvPr/>
          </p:nvGrpSpPr>
          <p:grpSpPr bwMode="auto">
            <a:xfrm>
              <a:off x="635" y="1639"/>
              <a:ext cx="363" cy="363"/>
              <a:chOff x="8460" y="10050"/>
              <a:chExt cx="360" cy="360"/>
            </a:xfrm>
          </p:grpSpPr>
          <p:sp>
            <p:nvSpPr>
              <p:cNvPr id="34824" name="Oval 8"/>
              <p:cNvSpPr>
                <a:spLocks noChangeArrowheads="1"/>
              </p:cNvSpPr>
              <p:nvPr/>
            </p:nvSpPr>
            <p:spPr bwMode="auto">
              <a:xfrm rot="-10800000" flipH="1" flipV="1">
                <a:off x="8460" y="10050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4825" name="Group 9"/>
              <p:cNvGrpSpPr>
                <a:grpSpLocks/>
              </p:cNvGrpSpPr>
              <p:nvPr/>
            </p:nvGrpSpPr>
            <p:grpSpPr bwMode="auto">
              <a:xfrm rot="-10800000" flipH="1" flipV="1">
                <a:off x="8578" y="10122"/>
                <a:ext cx="120" cy="201"/>
                <a:chOff x="9615" y="10500"/>
                <a:chExt cx="120" cy="201"/>
              </a:xfrm>
            </p:grpSpPr>
            <p:sp>
              <p:nvSpPr>
                <p:cNvPr id="34826" name="Line 10"/>
                <p:cNvSpPr>
                  <a:spLocks noChangeShapeType="1"/>
                </p:cNvSpPr>
                <p:nvPr/>
              </p:nvSpPr>
              <p:spPr bwMode="auto">
                <a:xfrm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27" name="Line 11"/>
                <p:cNvSpPr>
                  <a:spLocks noChangeShapeType="1"/>
                </p:cNvSpPr>
                <p:nvPr/>
              </p:nvSpPr>
              <p:spPr bwMode="auto">
                <a:xfrm rot="-5400000"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28" name="Line 12"/>
                <p:cNvSpPr>
                  <a:spLocks noChangeShapeType="1"/>
                </p:cNvSpPr>
                <p:nvPr/>
              </p:nvSpPr>
              <p:spPr bwMode="auto">
                <a:xfrm>
                  <a:off x="9615" y="10701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4829" name="Text Box 13"/>
            <p:cNvSpPr txBox="1">
              <a:spLocks noChangeArrowheads="1"/>
            </p:cNvSpPr>
            <p:nvPr/>
          </p:nvSpPr>
          <p:spPr bwMode="auto">
            <a:xfrm>
              <a:off x="817" y="1933"/>
              <a:ext cx="1814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2400">
                  <a:latin typeface="Times New Roman" pitchFamily="18" charset="0"/>
                </a:rPr>
                <a:t>10cos2t V</a:t>
              </a:r>
            </a:p>
          </p:txBody>
        </p:sp>
        <p:grpSp>
          <p:nvGrpSpPr>
            <p:cNvPr id="34830" name="Group 14"/>
            <p:cNvGrpSpPr>
              <a:grpSpLocks/>
            </p:cNvGrpSpPr>
            <p:nvPr/>
          </p:nvGrpSpPr>
          <p:grpSpPr bwMode="auto">
            <a:xfrm>
              <a:off x="2268" y="1095"/>
              <a:ext cx="499" cy="182"/>
              <a:chOff x="1086" y="1591"/>
              <a:chExt cx="433" cy="118"/>
            </a:xfrm>
          </p:grpSpPr>
          <p:sp>
            <p:nvSpPr>
              <p:cNvPr id="34831" name="Freeform 15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2" name="Freeform 16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3" name="Freeform 17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4" name="Freeform 18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5" name="Freeform 19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6" name="Freeform 20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7" name="Freeform 21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8" name="Freeform 22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9" name="Freeform 23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0" name="Freeform 24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1" name="Freeform 25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2" name="Freeform 26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3" name="Freeform 27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4" name="Freeform 28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5" name="Freeform 29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6" name="Freeform 30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7" name="Freeform 31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8" name="Freeform 32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49" name="Line 33"/>
            <p:cNvSpPr>
              <a:spLocks noChangeShapeType="1"/>
            </p:cNvSpPr>
            <p:nvPr/>
          </p:nvSpPr>
          <p:spPr bwMode="auto">
            <a:xfrm>
              <a:off x="816" y="1185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0" name="Line 34"/>
            <p:cNvSpPr>
              <a:spLocks noChangeShapeType="1"/>
            </p:cNvSpPr>
            <p:nvPr/>
          </p:nvSpPr>
          <p:spPr bwMode="auto">
            <a:xfrm>
              <a:off x="1633" y="1185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1" name="Line 35"/>
            <p:cNvSpPr>
              <a:spLocks noChangeShapeType="1"/>
            </p:cNvSpPr>
            <p:nvPr/>
          </p:nvSpPr>
          <p:spPr bwMode="auto">
            <a:xfrm>
              <a:off x="1996" y="1185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4" name="Line 38"/>
            <p:cNvSpPr>
              <a:spLocks noChangeShapeType="1"/>
            </p:cNvSpPr>
            <p:nvPr/>
          </p:nvSpPr>
          <p:spPr bwMode="auto">
            <a:xfrm flipH="1">
              <a:off x="1996" y="1911"/>
              <a:ext cx="0" cy="5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72" name="Group 56"/>
            <p:cNvGrpSpPr>
              <a:grpSpLocks/>
            </p:cNvGrpSpPr>
            <p:nvPr/>
          </p:nvGrpSpPr>
          <p:grpSpPr bwMode="auto">
            <a:xfrm>
              <a:off x="1134" y="1095"/>
              <a:ext cx="527" cy="171"/>
              <a:chOff x="3994" y="482"/>
              <a:chExt cx="527" cy="171"/>
            </a:xfrm>
          </p:grpSpPr>
          <p:sp>
            <p:nvSpPr>
              <p:cNvPr id="34873" name="Freeform 57"/>
              <p:cNvSpPr>
                <a:spLocks/>
              </p:cNvSpPr>
              <p:nvPr/>
            </p:nvSpPr>
            <p:spPr bwMode="auto">
              <a:xfrm>
                <a:off x="3994" y="482"/>
                <a:ext cx="82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4" name="Freeform 58"/>
              <p:cNvSpPr>
                <a:spLocks noEditPoints="1"/>
              </p:cNvSpPr>
              <p:nvPr/>
            </p:nvSpPr>
            <p:spPr bwMode="auto">
              <a:xfrm>
                <a:off x="4076" y="482"/>
                <a:ext cx="84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5" name="Freeform 59"/>
              <p:cNvSpPr>
                <a:spLocks noEditPoints="1"/>
              </p:cNvSpPr>
              <p:nvPr/>
            </p:nvSpPr>
            <p:spPr bwMode="auto">
              <a:xfrm>
                <a:off x="4136" y="582"/>
                <a:ext cx="24" cy="71"/>
              </a:xfrm>
              <a:custGeom>
                <a:avLst/>
                <a:gdLst>
                  <a:gd name="T0" fmla="*/ 29 w 29"/>
                  <a:gd name="T1" fmla="*/ 0 h 69"/>
                  <a:gd name="T2" fmla="*/ 23 w 29"/>
                  <a:gd name="T3" fmla="*/ 40 h 69"/>
                  <a:gd name="T4" fmla="*/ 0 w 29"/>
                  <a:gd name="T5" fmla="*/ 69 h 69"/>
                  <a:gd name="T6" fmla="*/ 0 w 29"/>
                  <a:gd name="T7" fmla="*/ 69 h 69"/>
                  <a:gd name="T8" fmla="*/ 23 w 29"/>
                  <a:gd name="T9" fmla="*/ 40 h 69"/>
                  <a:gd name="T10" fmla="*/ 29 w 29"/>
                  <a:gd name="T11" fmla="*/ 0 h 69"/>
                  <a:gd name="T12" fmla="*/ 29 w 29"/>
                  <a:gd name="T13" fmla="*/ 0 h 69"/>
                  <a:gd name="T14" fmla="*/ 29 w 29"/>
                  <a:gd name="T15" fmla="*/ 0 h 69"/>
                  <a:gd name="T16" fmla="*/ 29 w 29"/>
                  <a:gd name="T17" fmla="*/ 0 h 69"/>
                  <a:gd name="T18" fmla="*/ 29 w 29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0"/>
                    </a:moveTo>
                    <a:lnTo>
                      <a:pt x="23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3" y="4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6" name="Freeform 60"/>
              <p:cNvSpPr>
                <a:spLocks noEditPoints="1"/>
              </p:cNvSpPr>
              <p:nvPr/>
            </p:nvSpPr>
            <p:spPr bwMode="auto">
              <a:xfrm>
                <a:off x="4116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5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5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5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7" name="Freeform 61"/>
              <p:cNvSpPr>
                <a:spLocks noEditPoints="1"/>
              </p:cNvSpPr>
              <p:nvPr/>
            </p:nvSpPr>
            <p:spPr bwMode="auto">
              <a:xfrm>
                <a:off x="4116" y="482"/>
                <a:ext cx="78" cy="100"/>
              </a:xfrm>
              <a:custGeom>
                <a:avLst/>
                <a:gdLst>
                  <a:gd name="T0" fmla="*/ 0 w 92"/>
                  <a:gd name="T1" fmla="*/ 99 h 99"/>
                  <a:gd name="T2" fmla="*/ 5 w 92"/>
                  <a:gd name="T3" fmla="*/ 64 h 99"/>
                  <a:gd name="T4" fmla="*/ 29 w 92"/>
                  <a:gd name="T5" fmla="*/ 29 h 99"/>
                  <a:gd name="T6" fmla="*/ 58 w 92"/>
                  <a:gd name="T7" fmla="*/ 6 h 99"/>
                  <a:gd name="T8" fmla="*/ 92 w 92"/>
                  <a:gd name="T9" fmla="*/ 0 h 99"/>
                  <a:gd name="T10" fmla="*/ 92 w 92"/>
                  <a:gd name="T11" fmla="*/ 0 h 99"/>
                  <a:gd name="T12" fmla="*/ 58 w 92"/>
                  <a:gd name="T13" fmla="*/ 6 h 99"/>
                  <a:gd name="T14" fmla="*/ 29 w 92"/>
                  <a:gd name="T15" fmla="*/ 29 h 99"/>
                  <a:gd name="T16" fmla="*/ 5 w 92"/>
                  <a:gd name="T17" fmla="*/ 64 h 99"/>
                  <a:gd name="T18" fmla="*/ 0 w 92"/>
                  <a:gd name="T19" fmla="*/ 99 h 99"/>
                  <a:gd name="T20" fmla="*/ 0 w 92"/>
                  <a:gd name="T21" fmla="*/ 99 h 99"/>
                  <a:gd name="T22" fmla="*/ 0 w 92"/>
                  <a:gd name="T23" fmla="*/ 99 h 99"/>
                  <a:gd name="T24" fmla="*/ 0 w 92"/>
                  <a:gd name="T25" fmla="*/ 99 h 99"/>
                  <a:gd name="T26" fmla="*/ 0 w 92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" h="99">
                    <a:moveTo>
                      <a:pt x="0" y="99"/>
                    </a:moveTo>
                    <a:lnTo>
                      <a:pt x="5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5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8" name="Freeform 62"/>
              <p:cNvSpPr>
                <a:spLocks noEditPoints="1"/>
              </p:cNvSpPr>
              <p:nvPr/>
            </p:nvSpPr>
            <p:spPr bwMode="auto">
              <a:xfrm>
                <a:off x="4194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41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41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41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41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9" name="Freeform 63"/>
              <p:cNvSpPr>
                <a:spLocks noEditPoints="1"/>
              </p:cNvSpPr>
              <p:nvPr/>
            </p:nvSpPr>
            <p:spPr bwMode="auto">
              <a:xfrm>
                <a:off x="4258" y="582"/>
                <a:ext cx="19" cy="71"/>
              </a:xfrm>
              <a:custGeom>
                <a:avLst/>
                <a:gdLst>
                  <a:gd name="T0" fmla="*/ 23 w 23"/>
                  <a:gd name="T1" fmla="*/ 0 h 69"/>
                  <a:gd name="T2" fmla="*/ 17 w 23"/>
                  <a:gd name="T3" fmla="*/ 40 h 69"/>
                  <a:gd name="T4" fmla="*/ 0 w 23"/>
                  <a:gd name="T5" fmla="*/ 69 h 69"/>
                  <a:gd name="T6" fmla="*/ 0 w 23"/>
                  <a:gd name="T7" fmla="*/ 69 h 69"/>
                  <a:gd name="T8" fmla="*/ 17 w 23"/>
                  <a:gd name="T9" fmla="*/ 40 h 69"/>
                  <a:gd name="T10" fmla="*/ 23 w 23"/>
                  <a:gd name="T11" fmla="*/ 0 h 69"/>
                  <a:gd name="T12" fmla="*/ 23 w 23"/>
                  <a:gd name="T13" fmla="*/ 0 h 69"/>
                  <a:gd name="T14" fmla="*/ 23 w 23"/>
                  <a:gd name="T15" fmla="*/ 0 h 69"/>
                  <a:gd name="T16" fmla="*/ 23 w 23"/>
                  <a:gd name="T17" fmla="*/ 0 h 69"/>
                  <a:gd name="T18" fmla="*/ 23 w 23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0"/>
                    </a:moveTo>
                    <a:lnTo>
                      <a:pt x="17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7" y="40"/>
                    </a:lnTo>
                    <a:lnTo>
                      <a:pt x="23" y="0"/>
                    </a:lnTo>
                    <a:lnTo>
                      <a:pt x="23" y="0"/>
                    </a:lnTo>
                    <a:close/>
                    <a:moveTo>
                      <a:pt x="23" y="0"/>
                    </a:moveTo>
                    <a:lnTo>
                      <a:pt x="23" y="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80" name="Freeform 64"/>
              <p:cNvSpPr>
                <a:spLocks noEditPoints="1"/>
              </p:cNvSpPr>
              <p:nvPr/>
            </p:nvSpPr>
            <p:spPr bwMode="auto">
              <a:xfrm>
                <a:off x="4233" y="582"/>
                <a:ext cx="25" cy="71"/>
              </a:xfrm>
              <a:custGeom>
                <a:avLst/>
                <a:gdLst>
                  <a:gd name="T0" fmla="*/ 29 w 29"/>
                  <a:gd name="T1" fmla="*/ 69 h 69"/>
                  <a:gd name="T2" fmla="*/ 6 w 29"/>
                  <a:gd name="T3" fmla="*/ 40 h 69"/>
                  <a:gd name="T4" fmla="*/ 0 w 29"/>
                  <a:gd name="T5" fmla="*/ 0 h 69"/>
                  <a:gd name="T6" fmla="*/ 0 w 29"/>
                  <a:gd name="T7" fmla="*/ 0 h 69"/>
                  <a:gd name="T8" fmla="*/ 6 w 29"/>
                  <a:gd name="T9" fmla="*/ 40 h 69"/>
                  <a:gd name="T10" fmla="*/ 29 w 29"/>
                  <a:gd name="T11" fmla="*/ 69 h 69"/>
                  <a:gd name="T12" fmla="*/ 29 w 29"/>
                  <a:gd name="T13" fmla="*/ 69 h 69"/>
                  <a:gd name="T14" fmla="*/ 29 w 29"/>
                  <a:gd name="T15" fmla="*/ 69 h 69"/>
                  <a:gd name="T16" fmla="*/ 29 w 29"/>
                  <a:gd name="T17" fmla="*/ 69 h 69"/>
                  <a:gd name="T18" fmla="*/ 29 w 29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9" y="69"/>
                    </a:lnTo>
                    <a:lnTo>
                      <a:pt x="29" y="69"/>
                    </a:lnTo>
                    <a:close/>
                    <a:moveTo>
                      <a:pt x="29" y="69"/>
                    </a:moveTo>
                    <a:lnTo>
                      <a:pt x="29" y="69"/>
                    </a:lnTo>
                    <a:lnTo>
                      <a:pt x="29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81" name="Freeform 65"/>
              <p:cNvSpPr>
                <a:spLocks noEditPoints="1"/>
              </p:cNvSpPr>
              <p:nvPr/>
            </p:nvSpPr>
            <p:spPr bwMode="auto">
              <a:xfrm>
                <a:off x="4233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82" name="Freeform 66"/>
              <p:cNvSpPr>
                <a:spLocks noEditPoints="1"/>
              </p:cNvSpPr>
              <p:nvPr/>
            </p:nvSpPr>
            <p:spPr bwMode="auto">
              <a:xfrm>
                <a:off x="4316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69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69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69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69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83" name="Freeform 67"/>
              <p:cNvSpPr>
                <a:spLocks noEditPoints="1"/>
              </p:cNvSpPr>
              <p:nvPr/>
            </p:nvSpPr>
            <p:spPr bwMode="auto">
              <a:xfrm>
                <a:off x="4375" y="582"/>
                <a:ext cx="24" cy="71"/>
              </a:xfrm>
              <a:custGeom>
                <a:avLst/>
                <a:gdLst>
                  <a:gd name="T0" fmla="*/ 30 w 30"/>
                  <a:gd name="T1" fmla="*/ 0 h 69"/>
                  <a:gd name="T2" fmla="*/ 24 w 30"/>
                  <a:gd name="T3" fmla="*/ 40 h 69"/>
                  <a:gd name="T4" fmla="*/ 0 w 30"/>
                  <a:gd name="T5" fmla="*/ 69 h 69"/>
                  <a:gd name="T6" fmla="*/ 0 w 30"/>
                  <a:gd name="T7" fmla="*/ 69 h 69"/>
                  <a:gd name="T8" fmla="*/ 24 w 30"/>
                  <a:gd name="T9" fmla="*/ 40 h 69"/>
                  <a:gd name="T10" fmla="*/ 30 w 30"/>
                  <a:gd name="T11" fmla="*/ 0 h 69"/>
                  <a:gd name="T12" fmla="*/ 30 w 30"/>
                  <a:gd name="T13" fmla="*/ 0 h 69"/>
                  <a:gd name="T14" fmla="*/ 30 w 30"/>
                  <a:gd name="T15" fmla="*/ 0 h 69"/>
                  <a:gd name="T16" fmla="*/ 30 w 30"/>
                  <a:gd name="T17" fmla="*/ 0 h 69"/>
                  <a:gd name="T18" fmla="*/ 30 w 30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69">
                    <a:moveTo>
                      <a:pt x="30" y="0"/>
                    </a:moveTo>
                    <a:lnTo>
                      <a:pt x="24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4" y="40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84" name="Freeform 68"/>
              <p:cNvSpPr>
                <a:spLocks noEditPoints="1"/>
              </p:cNvSpPr>
              <p:nvPr/>
            </p:nvSpPr>
            <p:spPr bwMode="auto">
              <a:xfrm>
                <a:off x="4355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6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6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85" name="Freeform 69"/>
              <p:cNvSpPr>
                <a:spLocks noEditPoints="1"/>
              </p:cNvSpPr>
              <p:nvPr/>
            </p:nvSpPr>
            <p:spPr bwMode="auto">
              <a:xfrm>
                <a:off x="4355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58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58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86" name="Freeform 70"/>
              <p:cNvSpPr>
                <a:spLocks noEditPoints="1"/>
              </p:cNvSpPr>
              <p:nvPr/>
            </p:nvSpPr>
            <p:spPr bwMode="auto">
              <a:xfrm>
                <a:off x="4438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90" name="Line 74"/>
            <p:cNvSpPr>
              <a:spLocks noChangeShapeType="1"/>
            </p:cNvSpPr>
            <p:nvPr/>
          </p:nvSpPr>
          <p:spPr bwMode="auto">
            <a:xfrm flipV="1">
              <a:off x="1996" y="1593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3" name="Line 77"/>
            <p:cNvSpPr>
              <a:spLocks noChangeShapeType="1"/>
            </p:cNvSpPr>
            <p:nvPr/>
          </p:nvSpPr>
          <p:spPr bwMode="auto">
            <a:xfrm flipV="1">
              <a:off x="816" y="2432"/>
              <a:ext cx="30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5" name="Text Box 79"/>
            <p:cNvSpPr txBox="1">
              <a:spLocks noChangeArrowheads="1"/>
            </p:cNvSpPr>
            <p:nvPr/>
          </p:nvSpPr>
          <p:spPr bwMode="auto">
            <a:xfrm>
              <a:off x="2268" y="867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34899" name="Text Box 83"/>
            <p:cNvSpPr txBox="1">
              <a:spLocks noChangeArrowheads="1"/>
            </p:cNvSpPr>
            <p:nvPr/>
          </p:nvSpPr>
          <p:spPr bwMode="auto">
            <a:xfrm>
              <a:off x="1134" y="867"/>
              <a:ext cx="8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2H</a:t>
              </a:r>
            </a:p>
          </p:txBody>
        </p:sp>
        <p:grpSp>
          <p:nvGrpSpPr>
            <p:cNvPr id="34902" name="Group 86"/>
            <p:cNvGrpSpPr>
              <a:grpSpLocks/>
            </p:cNvGrpSpPr>
            <p:nvPr/>
          </p:nvGrpSpPr>
          <p:grpSpPr bwMode="auto">
            <a:xfrm>
              <a:off x="3221" y="1095"/>
              <a:ext cx="499" cy="182"/>
              <a:chOff x="1086" y="1591"/>
              <a:chExt cx="433" cy="118"/>
            </a:xfrm>
          </p:grpSpPr>
          <p:sp>
            <p:nvSpPr>
              <p:cNvPr id="34903" name="Freeform 87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4" name="Freeform 88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5" name="Freeform 89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6" name="Freeform 90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7" name="Freeform 91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8" name="Freeform 92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9" name="Freeform 93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10" name="Freeform 94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11" name="Freeform 95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12" name="Freeform 96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13" name="Freeform 97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14" name="Freeform 98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15" name="Freeform 99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16" name="Freeform 100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17" name="Freeform 101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18" name="Freeform 102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19" name="Freeform 103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20" name="Freeform 104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921" name="Line 105"/>
            <p:cNvSpPr>
              <a:spLocks noChangeShapeType="1"/>
            </p:cNvSpPr>
            <p:nvPr/>
          </p:nvSpPr>
          <p:spPr bwMode="auto">
            <a:xfrm>
              <a:off x="2949" y="1185"/>
              <a:ext cx="0" cy="4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2" name="Line 106"/>
            <p:cNvSpPr>
              <a:spLocks noChangeShapeType="1"/>
            </p:cNvSpPr>
            <p:nvPr/>
          </p:nvSpPr>
          <p:spPr bwMode="auto">
            <a:xfrm>
              <a:off x="2813" y="1684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3" name="Line 107"/>
            <p:cNvSpPr>
              <a:spLocks noChangeShapeType="1"/>
            </p:cNvSpPr>
            <p:nvPr/>
          </p:nvSpPr>
          <p:spPr bwMode="auto">
            <a:xfrm>
              <a:off x="2813" y="1775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4" name="Line 108"/>
            <p:cNvSpPr>
              <a:spLocks noChangeShapeType="1"/>
            </p:cNvSpPr>
            <p:nvPr/>
          </p:nvSpPr>
          <p:spPr bwMode="auto">
            <a:xfrm flipH="1">
              <a:off x="2949" y="1775"/>
              <a:ext cx="0" cy="6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5" name="Text Box 109"/>
            <p:cNvSpPr txBox="1">
              <a:spLocks noChangeArrowheads="1"/>
            </p:cNvSpPr>
            <p:nvPr/>
          </p:nvSpPr>
          <p:spPr bwMode="auto">
            <a:xfrm>
              <a:off x="3221" y="867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4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34927" name="Text Box 111"/>
            <p:cNvSpPr txBox="1">
              <a:spLocks noChangeArrowheads="1"/>
            </p:cNvSpPr>
            <p:nvPr/>
          </p:nvSpPr>
          <p:spPr bwMode="auto">
            <a:xfrm>
              <a:off x="2343" y="1228"/>
              <a:ext cx="5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/>
                <a:t>v</a:t>
              </a:r>
              <a:r>
                <a:rPr lang="en-US" altLang="zh-CN" b="1" baseline="-25000" dirty="0"/>
                <a:t>0</a:t>
              </a:r>
            </a:p>
          </p:txBody>
        </p:sp>
        <p:sp>
          <p:nvSpPr>
            <p:cNvPr id="34928" name="Text Box 112"/>
            <p:cNvSpPr txBox="1">
              <a:spLocks noChangeArrowheads="1"/>
            </p:cNvSpPr>
            <p:nvPr/>
          </p:nvSpPr>
          <p:spPr bwMode="auto">
            <a:xfrm>
              <a:off x="2949" y="1798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0.1F</a:t>
              </a:r>
            </a:p>
          </p:txBody>
        </p:sp>
        <p:sp>
          <p:nvSpPr>
            <p:cNvPr id="34930" name="Oval 114"/>
            <p:cNvSpPr>
              <a:spLocks noChangeArrowheads="1"/>
            </p:cNvSpPr>
            <p:nvPr/>
          </p:nvSpPr>
          <p:spPr bwMode="auto">
            <a:xfrm rot="-10800000" flipH="1" flipV="1">
              <a:off x="1815" y="1548"/>
              <a:ext cx="363" cy="363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936" name="Group 120"/>
            <p:cNvGrpSpPr>
              <a:grpSpLocks/>
            </p:cNvGrpSpPr>
            <p:nvPr/>
          </p:nvGrpSpPr>
          <p:grpSpPr bwMode="auto">
            <a:xfrm>
              <a:off x="2132" y="1253"/>
              <a:ext cx="121" cy="121"/>
              <a:chOff x="1457" y="3023"/>
              <a:chExt cx="121" cy="121"/>
            </a:xfrm>
          </p:grpSpPr>
          <p:sp>
            <p:nvSpPr>
              <p:cNvPr id="34932" name="Line 116"/>
              <p:cNvSpPr>
                <a:spLocks noChangeShapeType="1"/>
              </p:cNvSpPr>
              <p:nvPr/>
            </p:nvSpPr>
            <p:spPr bwMode="auto">
              <a:xfrm rot="-10800000" flipH="1" flipV="1">
                <a:off x="1457" y="3084"/>
                <a:ext cx="1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33" name="Line 117"/>
              <p:cNvSpPr>
                <a:spLocks noChangeShapeType="1"/>
              </p:cNvSpPr>
              <p:nvPr/>
            </p:nvSpPr>
            <p:spPr bwMode="auto">
              <a:xfrm rot="-16200000" flipH="1" flipV="1">
                <a:off x="1457" y="3084"/>
                <a:ext cx="1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934" name="Line 118"/>
            <p:cNvSpPr>
              <a:spLocks noChangeShapeType="1"/>
            </p:cNvSpPr>
            <p:nvPr/>
          </p:nvSpPr>
          <p:spPr bwMode="auto">
            <a:xfrm rot="-10800000" flipH="1" flipV="1">
              <a:off x="2745" y="1321"/>
              <a:ext cx="1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35" name="Text Box 119"/>
            <p:cNvSpPr txBox="1">
              <a:spLocks noChangeArrowheads="1"/>
            </p:cNvSpPr>
            <p:nvPr/>
          </p:nvSpPr>
          <p:spPr bwMode="auto">
            <a:xfrm>
              <a:off x="1996" y="1843"/>
              <a:ext cx="1814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2400">
                  <a:latin typeface="Times New Roman" pitchFamily="18" charset="0"/>
                </a:rPr>
                <a:t>2sin5t A</a:t>
              </a:r>
            </a:p>
          </p:txBody>
        </p:sp>
        <p:sp>
          <p:nvSpPr>
            <p:cNvPr id="34937" name="Line 121"/>
            <p:cNvSpPr>
              <a:spLocks noChangeShapeType="1"/>
            </p:cNvSpPr>
            <p:nvPr/>
          </p:nvSpPr>
          <p:spPr bwMode="auto">
            <a:xfrm>
              <a:off x="2767" y="1185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38" name="Line 122"/>
            <p:cNvSpPr>
              <a:spLocks noChangeShapeType="1"/>
            </p:cNvSpPr>
            <p:nvPr/>
          </p:nvSpPr>
          <p:spPr bwMode="auto">
            <a:xfrm>
              <a:off x="3878" y="1184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939" name="Group 123"/>
            <p:cNvGrpSpPr>
              <a:grpSpLocks/>
            </p:cNvGrpSpPr>
            <p:nvPr/>
          </p:nvGrpSpPr>
          <p:grpSpPr bwMode="auto">
            <a:xfrm>
              <a:off x="3697" y="1638"/>
              <a:ext cx="363" cy="363"/>
              <a:chOff x="8460" y="10050"/>
              <a:chExt cx="360" cy="360"/>
            </a:xfrm>
          </p:grpSpPr>
          <p:sp>
            <p:nvSpPr>
              <p:cNvPr id="34940" name="Oval 124"/>
              <p:cNvSpPr>
                <a:spLocks noChangeArrowheads="1"/>
              </p:cNvSpPr>
              <p:nvPr/>
            </p:nvSpPr>
            <p:spPr bwMode="auto">
              <a:xfrm rot="-10800000" flipH="1" flipV="1">
                <a:off x="8460" y="10050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4941" name="Group 125"/>
              <p:cNvGrpSpPr>
                <a:grpSpLocks/>
              </p:cNvGrpSpPr>
              <p:nvPr/>
            </p:nvGrpSpPr>
            <p:grpSpPr bwMode="auto">
              <a:xfrm rot="-10800000" flipH="1" flipV="1">
                <a:off x="8578" y="10122"/>
                <a:ext cx="120" cy="201"/>
                <a:chOff x="9615" y="10500"/>
                <a:chExt cx="120" cy="201"/>
              </a:xfrm>
            </p:grpSpPr>
            <p:sp>
              <p:nvSpPr>
                <p:cNvPr id="34942" name="Line 126"/>
                <p:cNvSpPr>
                  <a:spLocks noChangeShapeType="1"/>
                </p:cNvSpPr>
                <p:nvPr/>
              </p:nvSpPr>
              <p:spPr bwMode="auto">
                <a:xfrm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43" name="Line 127"/>
                <p:cNvSpPr>
                  <a:spLocks noChangeShapeType="1"/>
                </p:cNvSpPr>
                <p:nvPr/>
              </p:nvSpPr>
              <p:spPr bwMode="auto">
                <a:xfrm rot="-5400000"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44" name="Line 128"/>
                <p:cNvSpPr>
                  <a:spLocks noChangeShapeType="1"/>
                </p:cNvSpPr>
                <p:nvPr/>
              </p:nvSpPr>
              <p:spPr bwMode="auto">
                <a:xfrm>
                  <a:off x="9615" y="10701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4945" name="Line 129"/>
            <p:cNvSpPr>
              <a:spLocks noChangeShapeType="1"/>
            </p:cNvSpPr>
            <p:nvPr/>
          </p:nvSpPr>
          <p:spPr bwMode="auto">
            <a:xfrm flipV="1">
              <a:off x="3743" y="1185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46" name="Text Box 130"/>
            <p:cNvSpPr txBox="1">
              <a:spLocks noChangeArrowheads="1"/>
            </p:cNvSpPr>
            <p:nvPr/>
          </p:nvSpPr>
          <p:spPr bwMode="auto">
            <a:xfrm>
              <a:off x="3879" y="1344"/>
              <a:ext cx="8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5V</a:t>
              </a:r>
            </a:p>
          </p:txBody>
        </p:sp>
      </p:grpSp>
      <p:sp>
        <p:nvSpPr>
          <p:cNvPr id="34947" name="Text Box 131"/>
          <p:cNvSpPr txBox="1">
            <a:spLocks noChangeArrowheads="1"/>
          </p:cNvSpPr>
          <p:nvPr/>
        </p:nvSpPr>
        <p:spPr bwMode="auto">
          <a:xfrm>
            <a:off x="1934028" y="4409395"/>
            <a:ext cx="29389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/>
              <a:t>Let    v</a:t>
            </a:r>
            <a:r>
              <a:rPr kumimoji="1" lang="en-US" altLang="zh-CN" sz="2000" b="1" baseline="-25000" dirty="0"/>
              <a:t>0</a:t>
            </a:r>
            <a:r>
              <a:rPr kumimoji="1" lang="en-US" altLang="zh-CN" sz="2000" b="1" dirty="0"/>
              <a:t>=v</a:t>
            </a:r>
            <a:r>
              <a:rPr kumimoji="1" lang="en-US" altLang="zh-CN" sz="2000" b="1" baseline="-25000" dirty="0"/>
              <a:t>1</a:t>
            </a:r>
            <a:r>
              <a:rPr kumimoji="1" lang="en-US" altLang="zh-CN" sz="2000" b="1" dirty="0"/>
              <a:t>+v</a:t>
            </a:r>
            <a:r>
              <a:rPr kumimoji="1" lang="en-US" altLang="zh-CN" sz="2000" b="1" baseline="-25000" dirty="0"/>
              <a:t>2</a:t>
            </a:r>
            <a:r>
              <a:rPr kumimoji="1" lang="en-US" altLang="zh-CN" sz="2000" b="1" dirty="0"/>
              <a:t>+v</a:t>
            </a:r>
            <a:r>
              <a:rPr kumimoji="1" lang="en-US" altLang="zh-CN" sz="2000" b="1" baseline="-25000" dirty="0"/>
              <a:t>3</a:t>
            </a:r>
          </a:p>
        </p:txBody>
      </p:sp>
      <p:sp>
        <p:nvSpPr>
          <p:cNvPr id="34948" name="Text Box 132"/>
          <p:cNvSpPr txBox="1">
            <a:spLocks noChangeArrowheads="1"/>
          </p:cNvSpPr>
          <p:nvPr/>
        </p:nvSpPr>
        <p:spPr bwMode="auto">
          <a:xfrm>
            <a:off x="490990" y="5013176"/>
            <a:ext cx="804144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/>
              <a:t>where v</a:t>
            </a:r>
            <a:r>
              <a:rPr kumimoji="1" lang="en-US" altLang="zh-CN" sz="2000" b="1" baseline="-25000" dirty="0"/>
              <a:t>1</a:t>
            </a:r>
            <a:r>
              <a:rPr kumimoji="1" lang="en-US" altLang="zh-CN" sz="2000" b="1" dirty="0"/>
              <a:t> is due to the 5V dc voltage source, v</a:t>
            </a:r>
            <a:r>
              <a:rPr kumimoji="1" lang="en-US" altLang="zh-CN" sz="2000" b="1" baseline="-25000" dirty="0"/>
              <a:t>2</a:t>
            </a:r>
            <a:r>
              <a:rPr kumimoji="1" lang="en-US" altLang="zh-CN" sz="2000" b="1" dirty="0"/>
              <a:t> is due to the 10cos2t V voltage source, and v</a:t>
            </a:r>
            <a:r>
              <a:rPr kumimoji="1" lang="en-US" altLang="zh-CN" sz="2000" b="1" baseline="-25000" dirty="0"/>
              <a:t>3</a:t>
            </a:r>
            <a:r>
              <a:rPr kumimoji="1" lang="en-US" altLang="zh-CN" sz="2000" b="1" dirty="0"/>
              <a:t> is due to the 2sin5t A current source.</a:t>
            </a:r>
          </a:p>
        </p:txBody>
      </p:sp>
      <p:sp>
        <p:nvSpPr>
          <p:cNvPr id="34949" name="Text Box 133"/>
          <p:cNvSpPr txBox="1">
            <a:spLocks noChangeArrowheads="1"/>
          </p:cNvSpPr>
          <p:nvPr/>
        </p:nvSpPr>
        <p:spPr bwMode="auto">
          <a:xfrm>
            <a:off x="377825" y="4409395"/>
            <a:ext cx="14911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FF0000"/>
                </a:solidFill>
              </a:rPr>
              <a:t>Solution</a:t>
            </a:r>
            <a:r>
              <a:rPr kumimoji="1" lang="zh-CN" altLang="en-US" sz="2000" b="1" dirty="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99" name="Text Box 4"/>
          <p:cNvSpPr txBox="1">
            <a:spLocks noChangeArrowheads="1"/>
          </p:cNvSpPr>
          <p:nvPr/>
        </p:nvSpPr>
        <p:spPr bwMode="auto">
          <a:xfrm>
            <a:off x="1178490" y="476672"/>
            <a:ext cx="14898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</a:rPr>
              <a:t>Case 2</a:t>
            </a:r>
          </a:p>
        </p:txBody>
      </p:sp>
    </p:spTree>
    <p:extLst>
      <p:ext uri="{BB962C8B-B14F-4D97-AF65-F5344CB8AC3E}">
        <p14:creationId xmlns:p14="http://schemas.microsoft.com/office/powerpoint/2010/main" val="29002569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47" grpId="0"/>
      <p:bldP spid="34948" grpId="0"/>
      <p:bldP spid="349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371026" y="1339178"/>
            <a:ext cx="83534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/>
              <a:t>To find v</a:t>
            </a:r>
            <a:r>
              <a:rPr kumimoji="1" lang="en-US" altLang="zh-CN" sz="2000" b="1" baseline="-25000" dirty="0"/>
              <a:t>1</a:t>
            </a:r>
            <a:r>
              <a:rPr kumimoji="1" lang="en-US" altLang="zh-CN" sz="2000" b="1" dirty="0"/>
              <a:t>, we set all sources to zero except the 5V dc source. The equivalent circuit is as shown in the figure.</a:t>
            </a:r>
          </a:p>
        </p:txBody>
      </p:sp>
      <p:grpSp>
        <p:nvGrpSpPr>
          <p:cNvPr id="35916" name="Group 76"/>
          <p:cNvGrpSpPr>
            <a:grpSpLocks/>
          </p:cNvGrpSpPr>
          <p:nvPr/>
        </p:nvGrpSpPr>
        <p:grpSpPr bwMode="auto">
          <a:xfrm>
            <a:off x="984268" y="2671763"/>
            <a:ext cx="4391025" cy="2270125"/>
            <a:chOff x="703" y="1206"/>
            <a:chExt cx="2766" cy="1430"/>
          </a:xfrm>
        </p:grpSpPr>
        <p:grpSp>
          <p:nvGrpSpPr>
            <p:cNvPr id="35845" name="Group 5"/>
            <p:cNvGrpSpPr>
              <a:grpSpLocks/>
            </p:cNvGrpSpPr>
            <p:nvPr/>
          </p:nvGrpSpPr>
          <p:grpSpPr bwMode="auto">
            <a:xfrm>
              <a:off x="997" y="1434"/>
              <a:ext cx="499" cy="182"/>
              <a:chOff x="1086" y="1591"/>
              <a:chExt cx="433" cy="118"/>
            </a:xfrm>
          </p:grpSpPr>
          <p:sp>
            <p:nvSpPr>
              <p:cNvPr id="35846" name="Freeform 6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47" name="Freeform 7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48" name="Freeform 8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49" name="Freeform 9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0" name="Freeform 10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1" name="Freeform 11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2" name="Freeform 12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3" name="Freeform 13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4" name="Freeform 14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5" name="Freeform 15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6" name="Freeform 16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7" name="Freeform 17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8" name="Freeform 18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9" name="Freeform 19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0" name="Freeform 20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1" name="Freeform 21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2" name="Freeform 22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3" name="Freeform 23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864" name="Line 24"/>
            <p:cNvSpPr>
              <a:spLocks noChangeShapeType="1"/>
            </p:cNvSpPr>
            <p:nvPr/>
          </p:nvSpPr>
          <p:spPr bwMode="auto">
            <a:xfrm>
              <a:off x="725" y="1524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5" name="Line 25"/>
            <p:cNvSpPr>
              <a:spLocks noChangeShapeType="1"/>
            </p:cNvSpPr>
            <p:nvPr/>
          </p:nvSpPr>
          <p:spPr bwMode="auto">
            <a:xfrm flipH="1">
              <a:off x="725" y="1752"/>
              <a:ext cx="0" cy="8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7" name="Text Box 27"/>
            <p:cNvSpPr txBox="1">
              <a:spLocks noChangeArrowheads="1"/>
            </p:cNvSpPr>
            <p:nvPr/>
          </p:nvSpPr>
          <p:spPr bwMode="auto">
            <a:xfrm>
              <a:off x="997" y="1206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pSp>
          <p:nvGrpSpPr>
            <p:cNvPr id="35868" name="Group 28"/>
            <p:cNvGrpSpPr>
              <a:grpSpLocks/>
            </p:cNvGrpSpPr>
            <p:nvPr/>
          </p:nvGrpSpPr>
          <p:grpSpPr bwMode="auto">
            <a:xfrm>
              <a:off x="1950" y="1434"/>
              <a:ext cx="499" cy="182"/>
              <a:chOff x="1086" y="1591"/>
              <a:chExt cx="433" cy="118"/>
            </a:xfrm>
          </p:grpSpPr>
          <p:sp>
            <p:nvSpPr>
              <p:cNvPr id="35869" name="Freeform 29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70" name="Freeform 30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71" name="Freeform 31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72" name="Freeform 32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73" name="Freeform 33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74" name="Freeform 34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75" name="Freeform 35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76" name="Freeform 36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77" name="Freeform 37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78" name="Freeform 38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79" name="Freeform 39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0" name="Freeform 40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1" name="Freeform 41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2" name="Freeform 42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3" name="Freeform 43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4" name="Freeform 44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5" name="Freeform 45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6" name="Freeform 46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887" name="Line 47"/>
            <p:cNvSpPr>
              <a:spLocks noChangeShapeType="1"/>
            </p:cNvSpPr>
            <p:nvPr/>
          </p:nvSpPr>
          <p:spPr bwMode="auto">
            <a:xfrm flipH="1">
              <a:off x="1678" y="1524"/>
              <a:ext cx="0" cy="4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0" name="Line 50"/>
            <p:cNvSpPr>
              <a:spLocks noChangeShapeType="1"/>
            </p:cNvSpPr>
            <p:nvPr/>
          </p:nvSpPr>
          <p:spPr bwMode="auto">
            <a:xfrm flipH="1">
              <a:off x="1678" y="2319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1" name="Text Box 51"/>
            <p:cNvSpPr txBox="1">
              <a:spLocks noChangeArrowheads="1"/>
            </p:cNvSpPr>
            <p:nvPr/>
          </p:nvSpPr>
          <p:spPr bwMode="auto">
            <a:xfrm>
              <a:off x="1950" y="1206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4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35892" name="Text Box 52"/>
            <p:cNvSpPr txBox="1">
              <a:spLocks noChangeArrowheads="1"/>
            </p:cNvSpPr>
            <p:nvPr/>
          </p:nvSpPr>
          <p:spPr bwMode="auto">
            <a:xfrm>
              <a:off x="1088" y="1543"/>
              <a:ext cx="5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/>
                <a:t>v</a:t>
              </a:r>
              <a:r>
                <a:rPr lang="en-US" altLang="zh-CN" b="1" baseline="-25000" dirty="0"/>
                <a:t>1</a:t>
              </a:r>
            </a:p>
          </p:txBody>
        </p:sp>
        <p:grpSp>
          <p:nvGrpSpPr>
            <p:cNvPr id="35895" name="Group 55"/>
            <p:cNvGrpSpPr>
              <a:grpSpLocks/>
            </p:cNvGrpSpPr>
            <p:nvPr/>
          </p:nvGrpSpPr>
          <p:grpSpPr bwMode="auto">
            <a:xfrm>
              <a:off x="861" y="1592"/>
              <a:ext cx="121" cy="121"/>
              <a:chOff x="1457" y="3023"/>
              <a:chExt cx="121" cy="121"/>
            </a:xfrm>
          </p:grpSpPr>
          <p:sp>
            <p:nvSpPr>
              <p:cNvPr id="35896" name="Line 56"/>
              <p:cNvSpPr>
                <a:spLocks noChangeShapeType="1"/>
              </p:cNvSpPr>
              <p:nvPr/>
            </p:nvSpPr>
            <p:spPr bwMode="auto">
              <a:xfrm rot="-10800000" flipH="1" flipV="1">
                <a:off x="1457" y="3084"/>
                <a:ext cx="1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7" name="Line 57"/>
              <p:cNvSpPr>
                <a:spLocks noChangeShapeType="1"/>
              </p:cNvSpPr>
              <p:nvPr/>
            </p:nvSpPr>
            <p:spPr bwMode="auto">
              <a:xfrm rot="-16200000" flipH="1" flipV="1">
                <a:off x="1457" y="3084"/>
                <a:ext cx="1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898" name="Line 58"/>
            <p:cNvSpPr>
              <a:spLocks noChangeShapeType="1"/>
            </p:cNvSpPr>
            <p:nvPr/>
          </p:nvSpPr>
          <p:spPr bwMode="auto">
            <a:xfrm rot="-10800000" flipH="1" flipV="1">
              <a:off x="1474" y="1660"/>
              <a:ext cx="1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0" name="Line 60"/>
            <p:cNvSpPr>
              <a:spLocks noChangeShapeType="1"/>
            </p:cNvSpPr>
            <p:nvPr/>
          </p:nvSpPr>
          <p:spPr bwMode="auto">
            <a:xfrm>
              <a:off x="1496" y="1524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1" name="Line 61"/>
            <p:cNvSpPr>
              <a:spLocks noChangeShapeType="1"/>
            </p:cNvSpPr>
            <p:nvPr/>
          </p:nvSpPr>
          <p:spPr bwMode="auto">
            <a:xfrm>
              <a:off x="2607" y="1523"/>
              <a:ext cx="1" cy="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902" name="Group 62"/>
            <p:cNvGrpSpPr>
              <a:grpSpLocks/>
            </p:cNvGrpSpPr>
            <p:nvPr/>
          </p:nvGrpSpPr>
          <p:grpSpPr bwMode="auto">
            <a:xfrm>
              <a:off x="2426" y="1977"/>
              <a:ext cx="363" cy="363"/>
              <a:chOff x="8460" y="10050"/>
              <a:chExt cx="360" cy="360"/>
            </a:xfrm>
          </p:grpSpPr>
          <p:sp>
            <p:nvSpPr>
              <p:cNvPr id="35903" name="Oval 63"/>
              <p:cNvSpPr>
                <a:spLocks noChangeArrowheads="1"/>
              </p:cNvSpPr>
              <p:nvPr/>
            </p:nvSpPr>
            <p:spPr bwMode="auto">
              <a:xfrm rot="-10800000" flipH="1" flipV="1">
                <a:off x="8460" y="10050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5904" name="Group 64"/>
              <p:cNvGrpSpPr>
                <a:grpSpLocks/>
              </p:cNvGrpSpPr>
              <p:nvPr/>
            </p:nvGrpSpPr>
            <p:grpSpPr bwMode="auto">
              <a:xfrm rot="-10800000" flipH="1" flipV="1">
                <a:off x="8578" y="10122"/>
                <a:ext cx="120" cy="201"/>
                <a:chOff x="9615" y="10500"/>
                <a:chExt cx="120" cy="201"/>
              </a:xfrm>
            </p:grpSpPr>
            <p:sp>
              <p:nvSpPr>
                <p:cNvPr id="35905" name="Line 65"/>
                <p:cNvSpPr>
                  <a:spLocks noChangeShapeType="1"/>
                </p:cNvSpPr>
                <p:nvPr/>
              </p:nvSpPr>
              <p:spPr bwMode="auto">
                <a:xfrm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06" name="Line 66"/>
                <p:cNvSpPr>
                  <a:spLocks noChangeShapeType="1"/>
                </p:cNvSpPr>
                <p:nvPr/>
              </p:nvSpPr>
              <p:spPr bwMode="auto">
                <a:xfrm rot="-5400000"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07" name="Line 67"/>
                <p:cNvSpPr>
                  <a:spLocks noChangeShapeType="1"/>
                </p:cNvSpPr>
                <p:nvPr/>
              </p:nvSpPr>
              <p:spPr bwMode="auto">
                <a:xfrm>
                  <a:off x="9615" y="10701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5908" name="Line 68"/>
            <p:cNvSpPr>
              <a:spLocks noChangeShapeType="1"/>
            </p:cNvSpPr>
            <p:nvPr/>
          </p:nvSpPr>
          <p:spPr bwMode="auto">
            <a:xfrm flipV="1">
              <a:off x="2472" y="1524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9" name="Text Box 69"/>
            <p:cNvSpPr txBox="1">
              <a:spLocks noChangeArrowheads="1"/>
            </p:cNvSpPr>
            <p:nvPr/>
          </p:nvSpPr>
          <p:spPr bwMode="auto">
            <a:xfrm>
              <a:off x="2608" y="1683"/>
              <a:ext cx="8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5V</a:t>
              </a:r>
            </a:p>
          </p:txBody>
        </p:sp>
        <p:sp>
          <p:nvSpPr>
            <p:cNvPr id="35910" name="Line 70"/>
            <p:cNvSpPr>
              <a:spLocks noChangeShapeType="1"/>
            </p:cNvSpPr>
            <p:nvPr/>
          </p:nvSpPr>
          <p:spPr bwMode="auto">
            <a:xfrm>
              <a:off x="725" y="1525"/>
              <a:ext cx="2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1" name="Line 71"/>
            <p:cNvSpPr>
              <a:spLocks noChangeShapeType="1"/>
            </p:cNvSpPr>
            <p:nvPr/>
          </p:nvSpPr>
          <p:spPr bwMode="auto">
            <a:xfrm>
              <a:off x="703" y="2614"/>
              <a:ext cx="19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2" name="Oval 72"/>
            <p:cNvSpPr>
              <a:spLocks noChangeArrowheads="1"/>
            </p:cNvSpPr>
            <p:nvPr/>
          </p:nvSpPr>
          <p:spPr bwMode="auto">
            <a:xfrm>
              <a:off x="1633" y="1911"/>
              <a:ext cx="90" cy="113"/>
            </a:xfrm>
            <a:prstGeom prst="ellipse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3" name="Oval 73"/>
            <p:cNvSpPr>
              <a:spLocks noChangeArrowheads="1"/>
            </p:cNvSpPr>
            <p:nvPr/>
          </p:nvSpPr>
          <p:spPr bwMode="auto">
            <a:xfrm>
              <a:off x="1633" y="2206"/>
              <a:ext cx="90" cy="113"/>
            </a:xfrm>
            <a:prstGeom prst="ellipse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915" name="Text Box 75"/>
          <p:cNvSpPr txBox="1">
            <a:spLocks noChangeArrowheads="1"/>
          </p:cNvSpPr>
          <p:nvPr/>
        </p:nvSpPr>
        <p:spPr bwMode="auto">
          <a:xfrm>
            <a:off x="5294280" y="4183857"/>
            <a:ext cx="3060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/>
              <a:t>v</a:t>
            </a:r>
            <a:r>
              <a:rPr kumimoji="1" lang="en-US" altLang="zh-CN" sz="2800" b="1" baseline="-25000" dirty="0"/>
              <a:t>1</a:t>
            </a:r>
            <a:r>
              <a:rPr kumimoji="1" lang="en-US" altLang="zh-CN" sz="2800" b="1" dirty="0"/>
              <a:t>=-1V</a:t>
            </a:r>
          </a:p>
        </p:txBody>
      </p:sp>
    </p:spTree>
    <p:extLst>
      <p:ext uri="{BB962C8B-B14F-4D97-AF65-F5344CB8AC3E}">
        <p14:creationId xmlns:p14="http://schemas.microsoft.com/office/powerpoint/2010/main" val="11184052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650074" y="208612"/>
            <a:ext cx="8534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/>
              <a:t>To find v</a:t>
            </a:r>
            <a:r>
              <a:rPr kumimoji="1" lang="en-US" altLang="zh-CN" sz="2000" b="1" baseline="-25000" dirty="0"/>
              <a:t>2</a:t>
            </a:r>
            <a:r>
              <a:rPr kumimoji="1" lang="en-US" altLang="zh-CN" sz="2000" b="1" dirty="0"/>
              <a:t>, we set to zero both the 5V source and the 2sin5t current source and transform the circuit to the frequency domain.</a:t>
            </a:r>
          </a:p>
        </p:txBody>
      </p:sp>
      <p:grpSp>
        <p:nvGrpSpPr>
          <p:cNvPr id="36970" name="Group 106"/>
          <p:cNvGrpSpPr>
            <a:grpSpLocks/>
          </p:cNvGrpSpPr>
          <p:nvPr/>
        </p:nvGrpSpPr>
        <p:grpSpPr bwMode="auto">
          <a:xfrm>
            <a:off x="173312" y="1197496"/>
            <a:ext cx="4374357" cy="2231504"/>
            <a:chOff x="158" y="1094"/>
            <a:chExt cx="3357" cy="1588"/>
          </a:xfrm>
        </p:grpSpPr>
        <p:sp>
          <p:nvSpPr>
            <p:cNvPr id="36869" name="Line 5"/>
            <p:cNvSpPr>
              <a:spLocks noChangeShapeType="1"/>
            </p:cNvSpPr>
            <p:nvPr/>
          </p:nvSpPr>
          <p:spPr bwMode="auto">
            <a:xfrm>
              <a:off x="339" y="1434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870" name="Group 6"/>
            <p:cNvGrpSpPr>
              <a:grpSpLocks/>
            </p:cNvGrpSpPr>
            <p:nvPr/>
          </p:nvGrpSpPr>
          <p:grpSpPr bwMode="auto">
            <a:xfrm>
              <a:off x="158" y="1888"/>
              <a:ext cx="363" cy="363"/>
              <a:chOff x="8460" y="10050"/>
              <a:chExt cx="360" cy="360"/>
            </a:xfrm>
          </p:grpSpPr>
          <p:sp>
            <p:nvSpPr>
              <p:cNvPr id="36871" name="Oval 7"/>
              <p:cNvSpPr>
                <a:spLocks noChangeArrowheads="1"/>
              </p:cNvSpPr>
              <p:nvPr/>
            </p:nvSpPr>
            <p:spPr bwMode="auto">
              <a:xfrm rot="-10800000" flipH="1" flipV="1">
                <a:off x="8460" y="10050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872" name="Group 8"/>
              <p:cNvGrpSpPr>
                <a:grpSpLocks/>
              </p:cNvGrpSpPr>
              <p:nvPr/>
            </p:nvGrpSpPr>
            <p:grpSpPr bwMode="auto">
              <a:xfrm rot="-10800000" flipH="1" flipV="1">
                <a:off x="8578" y="10122"/>
                <a:ext cx="120" cy="201"/>
                <a:chOff x="9615" y="10500"/>
                <a:chExt cx="120" cy="201"/>
              </a:xfrm>
            </p:grpSpPr>
            <p:sp>
              <p:nvSpPr>
                <p:cNvPr id="36873" name="Line 9"/>
                <p:cNvSpPr>
                  <a:spLocks noChangeShapeType="1"/>
                </p:cNvSpPr>
                <p:nvPr/>
              </p:nvSpPr>
              <p:spPr bwMode="auto">
                <a:xfrm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74" name="Line 10"/>
                <p:cNvSpPr>
                  <a:spLocks noChangeShapeType="1"/>
                </p:cNvSpPr>
                <p:nvPr/>
              </p:nvSpPr>
              <p:spPr bwMode="auto">
                <a:xfrm rot="-5400000"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75" name="Line 11"/>
                <p:cNvSpPr>
                  <a:spLocks noChangeShapeType="1"/>
                </p:cNvSpPr>
                <p:nvPr/>
              </p:nvSpPr>
              <p:spPr bwMode="auto">
                <a:xfrm>
                  <a:off x="9615" y="10701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877" name="Group 13"/>
            <p:cNvGrpSpPr>
              <a:grpSpLocks/>
            </p:cNvGrpSpPr>
            <p:nvPr/>
          </p:nvGrpSpPr>
          <p:grpSpPr bwMode="auto">
            <a:xfrm>
              <a:off x="1791" y="1344"/>
              <a:ext cx="499" cy="182"/>
              <a:chOff x="1086" y="1591"/>
              <a:chExt cx="433" cy="118"/>
            </a:xfrm>
          </p:grpSpPr>
          <p:sp>
            <p:nvSpPr>
              <p:cNvPr id="36878" name="Freeform 14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79" name="Freeform 15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0" name="Freeform 16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1" name="Freeform 17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2" name="Freeform 18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3" name="Freeform 19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4" name="Freeform 20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5" name="Freeform 21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6" name="Freeform 22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7" name="Freeform 23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8" name="Freeform 24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9" name="Freeform 25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0" name="Freeform 26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1" name="Freeform 27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2" name="Freeform 28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3" name="Freeform 29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4" name="Freeform 30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5" name="Freeform 31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896" name="Line 32"/>
            <p:cNvSpPr>
              <a:spLocks noChangeShapeType="1"/>
            </p:cNvSpPr>
            <p:nvPr/>
          </p:nvSpPr>
          <p:spPr bwMode="auto">
            <a:xfrm>
              <a:off x="339" y="1434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7" name="Line 33"/>
            <p:cNvSpPr>
              <a:spLocks noChangeShapeType="1"/>
            </p:cNvSpPr>
            <p:nvPr/>
          </p:nvSpPr>
          <p:spPr bwMode="auto">
            <a:xfrm>
              <a:off x="1156" y="1434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900" name="Group 36"/>
            <p:cNvGrpSpPr>
              <a:grpSpLocks/>
            </p:cNvGrpSpPr>
            <p:nvPr/>
          </p:nvGrpSpPr>
          <p:grpSpPr bwMode="auto">
            <a:xfrm>
              <a:off x="657" y="1344"/>
              <a:ext cx="527" cy="171"/>
              <a:chOff x="3994" y="482"/>
              <a:chExt cx="527" cy="171"/>
            </a:xfrm>
          </p:grpSpPr>
          <p:sp>
            <p:nvSpPr>
              <p:cNvPr id="36901" name="Freeform 37"/>
              <p:cNvSpPr>
                <a:spLocks/>
              </p:cNvSpPr>
              <p:nvPr/>
            </p:nvSpPr>
            <p:spPr bwMode="auto">
              <a:xfrm>
                <a:off x="3994" y="482"/>
                <a:ext cx="82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2" name="Freeform 38"/>
              <p:cNvSpPr>
                <a:spLocks noEditPoints="1"/>
              </p:cNvSpPr>
              <p:nvPr/>
            </p:nvSpPr>
            <p:spPr bwMode="auto">
              <a:xfrm>
                <a:off x="4076" y="482"/>
                <a:ext cx="84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3" name="Freeform 39"/>
              <p:cNvSpPr>
                <a:spLocks noEditPoints="1"/>
              </p:cNvSpPr>
              <p:nvPr/>
            </p:nvSpPr>
            <p:spPr bwMode="auto">
              <a:xfrm>
                <a:off x="4136" y="582"/>
                <a:ext cx="24" cy="71"/>
              </a:xfrm>
              <a:custGeom>
                <a:avLst/>
                <a:gdLst>
                  <a:gd name="T0" fmla="*/ 29 w 29"/>
                  <a:gd name="T1" fmla="*/ 0 h 69"/>
                  <a:gd name="T2" fmla="*/ 23 w 29"/>
                  <a:gd name="T3" fmla="*/ 40 h 69"/>
                  <a:gd name="T4" fmla="*/ 0 w 29"/>
                  <a:gd name="T5" fmla="*/ 69 h 69"/>
                  <a:gd name="T6" fmla="*/ 0 w 29"/>
                  <a:gd name="T7" fmla="*/ 69 h 69"/>
                  <a:gd name="T8" fmla="*/ 23 w 29"/>
                  <a:gd name="T9" fmla="*/ 40 h 69"/>
                  <a:gd name="T10" fmla="*/ 29 w 29"/>
                  <a:gd name="T11" fmla="*/ 0 h 69"/>
                  <a:gd name="T12" fmla="*/ 29 w 29"/>
                  <a:gd name="T13" fmla="*/ 0 h 69"/>
                  <a:gd name="T14" fmla="*/ 29 w 29"/>
                  <a:gd name="T15" fmla="*/ 0 h 69"/>
                  <a:gd name="T16" fmla="*/ 29 w 29"/>
                  <a:gd name="T17" fmla="*/ 0 h 69"/>
                  <a:gd name="T18" fmla="*/ 29 w 29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0"/>
                    </a:moveTo>
                    <a:lnTo>
                      <a:pt x="23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3" y="4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4" name="Freeform 40"/>
              <p:cNvSpPr>
                <a:spLocks noEditPoints="1"/>
              </p:cNvSpPr>
              <p:nvPr/>
            </p:nvSpPr>
            <p:spPr bwMode="auto">
              <a:xfrm>
                <a:off x="4116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5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5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5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5" name="Freeform 41"/>
              <p:cNvSpPr>
                <a:spLocks noEditPoints="1"/>
              </p:cNvSpPr>
              <p:nvPr/>
            </p:nvSpPr>
            <p:spPr bwMode="auto">
              <a:xfrm>
                <a:off x="4116" y="482"/>
                <a:ext cx="78" cy="100"/>
              </a:xfrm>
              <a:custGeom>
                <a:avLst/>
                <a:gdLst>
                  <a:gd name="T0" fmla="*/ 0 w 92"/>
                  <a:gd name="T1" fmla="*/ 99 h 99"/>
                  <a:gd name="T2" fmla="*/ 5 w 92"/>
                  <a:gd name="T3" fmla="*/ 64 h 99"/>
                  <a:gd name="T4" fmla="*/ 29 w 92"/>
                  <a:gd name="T5" fmla="*/ 29 h 99"/>
                  <a:gd name="T6" fmla="*/ 58 w 92"/>
                  <a:gd name="T7" fmla="*/ 6 h 99"/>
                  <a:gd name="T8" fmla="*/ 92 w 92"/>
                  <a:gd name="T9" fmla="*/ 0 h 99"/>
                  <a:gd name="T10" fmla="*/ 92 w 92"/>
                  <a:gd name="T11" fmla="*/ 0 h 99"/>
                  <a:gd name="T12" fmla="*/ 58 w 92"/>
                  <a:gd name="T13" fmla="*/ 6 h 99"/>
                  <a:gd name="T14" fmla="*/ 29 w 92"/>
                  <a:gd name="T15" fmla="*/ 29 h 99"/>
                  <a:gd name="T16" fmla="*/ 5 w 92"/>
                  <a:gd name="T17" fmla="*/ 64 h 99"/>
                  <a:gd name="T18" fmla="*/ 0 w 92"/>
                  <a:gd name="T19" fmla="*/ 99 h 99"/>
                  <a:gd name="T20" fmla="*/ 0 w 92"/>
                  <a:gd name="T21" fmla="*/ 99 h 99"/>
                  <a:gd name="T22" fmla="*/ 0 w 92"/>
                  <a:gd name="T23" fmla="*/ 99 h 99"/>
                  <a:gd name="T24" fmla="*/ 0 w 92"/>
                  <a:gd name="T25" fmla="*/ 99 h 99"/>
                  <a:gd name="T26" fmla="*/ 0 w 92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" h="99">
                    <a:moveTo>
                      <a:pt x="0" y="99"/>
                    </a:moveTo>
                    <a:lnTo>
                      <a:pt x="5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5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6" name="Freeform 42"/>
              <p:cNvSpPr>
                <a:spLocks noEditPoints="1"/>
              </p:cNvSpPr>
              <p:nvPr/>
            </p:nvSpPr>
            <p:spPr bwMode="auto">
              <a:xfrm>
                <a:off x="4194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41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41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41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41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7" name="Freeform 43"/>
              <p:cNvSpPr>
                <a:spLocks noEditPoints="1"/>
              </p:cNvSpPr>
              <p:nvPr/>
            </p:nvSpPr>
            <p:spPr bwMode="auto">
              <a:xfrm>
                <a:off x="4258" y="582"/>
                <a:ext cx="19" cy="71"/>
              </a:xfrm>
              <a:custGeom>
                <a:avLst/>
                <a:gdLst>
                  <a:gd name="T0" fmla="*/ 23 w 23"/>
                  <a:gd name="T1" fmla="*/ 0 h 69"/>
                  <a:gd name="T2" fmla="*/ 17 w 23"/>
                  <a:gd name="T3" fmla="*/ 40 h 69"/>
                  <a:gd name="T4" fmla="*/ 0 w 23"/>
                  <a:gd name="T5" fmla="*/ 69 h 69"/>
                  <a:gd name="T6" fmla="*/ 0 w 23"/>
                  <a:gd name="T7" fmla="*/ 69 h 69"/>
                  <a:gd name="T8" fmla="*/ 17 w 23"/>
                  <a:gd name="T9" fmla="*/ 40 h 69"/>
                  <a:gd name="T10" fmla="*/ 23 w 23"/>
                  <a:gd name="T11" fmla="*/ 0 h 69"/>
                  <a:gd name="T12" fmla="*/ 23 w 23"/>
                  <a:gd name="T13" fmla="*/ 0 h 69"/>
                  <a:gd name="T14" fmla="*/ 23 w 23"/>
                  <a:gd name="T15" fmla="*/ 0 h 69"/>
                  <a:gd name="T16" fmla="*/ 23 w 23"/>
                  <a:gd name="T17" fmla="*/ 0 h 69"/>
                  <a:gd name="T18" fmla="*/ 23 w 23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0"/>
                    </a:moveTo>
                    <a:lnTo>
                      <a:pt x="17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7" y="40"/>
                    </a:lnTo>
                    <a:lnTo>
                      <a:pt x="23" y="0"/>
                    </a:lnTo>
                    <a:lnTo>
                      <a:pt x="23" y="0"/>
                    </a:lnTo>
                    <a:close/>
                    <a:moveTo>
                      <a:pt x="23" y="0"/>
                    </a:moveTo>
                    <a:lnTo>
                      <a:pt x="23" y="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8" name="Freeform 44"/>
              <p:cNvSpPr>
                <a:spLocks noEditPoints="1"/>
              </p:cNvSpPr>
              <p:nvPr/>
            </p:nvSpPr>
            <p:spPr bwMode="auto">
              <a:xfrm>
                <a:off x="4233" y="582"/>
                <a:ext cx="25" cy="71"/>
              </a:xfrm>
              <a:custGeom>
                <a:avLst/>
                <a:gdLst>
                  <a:gd name="T0" fmla="*/ 29 w 29"/>
                  <a:gd name="T1" fmla="*/ 69 h 69"/>
                  <a:gd name="T2" fmla="*/ 6 w 29"/>
                  <a:gd name="T3" fmla="*/ 40 h 69"/>
                  <a:gd name="T4" fmla="*/ 0 w 29"/>
                  <a:gd name="T5" fmla="*/ 0 h 69"/>
                  <a:gd name="T6" fmla="*/ 0 w 29"/>
                  <a:gd name="T7" fmla="*/ 0 h 69"/>
                  <a:gd name="T8" fmla="*/ 6 w 29"/>
                  <a:gd name="T9" fmla="*/ 40 h 69"/>
                  <a:gd name="T10" fmla="*/ 29 w 29"/>
                  <a:gd name="T11" fmla="*/ 69 h 69"/>
                  <a:gd name="T12" fmla="*/ 29 w 29"/>
                  <a:gd name="T13" fmla="*/ 69 h 69"/>
                  <a:gd name="T14" fmla="*/ 29 w 29"/>
                  <a:gd name="T15" fmla="*/ 69 h 69"/>
                  <a:gd name="T16" fmla="*/ 29 w 29"/>
                  <a:gd name="T17" fmla="*/ 69 h 69"/>
                  <a:gd name="T18" fmla="*/ 29 w 29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9" y="69"/>
                    </a:lnTo>
                    <a:lnTo>
                      <a:pt x="29" y="69"/>
                    </a:lnTo>
                    <a:close/>
                    <a:moveTo>
                      <a:pt x="29" y="69"/>
                    </a:moveTo>
                    <a:lnTo>
                      <a:pt x="29" y="69"/>
                    </a:lnTo>
                    <a:lnTo>
                      <a:pt x="29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9" name="Freeform 45"/>
              <p:cNvSpPr>
                <a:spLocks noEditPoints="1"/>
              </p:cNvSpPr>
              <p:nvPr/>
            </p:nvSpPr>
            <p:spPr bwMode="auto">
              <a:xfrm>
                <a:off x="4233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0" name="Freeform 46"/>
              <p:cNvSpPr>
                <a:spLocks noEditPoints="1"/>
              </p:cNvSpPr>
              <p:nvPr/>
            </p:nvSpPr>
            <p:spPr bwMode="auto">
              <a:xfrm>
                <a:off x="4316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69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69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69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69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1" name="Freeform 47"/>
              <p:cNvSpPr>
                <a:spLocks noEditPoints="1"/>
              </p:cNvSpPr>
              <p:nvPr/>
            </p:nvSpPr>
            <p:spPr bwMode="auto">
              <a:xfrm>
                <a:off x="4375" y="582"/>
                <a:ext cx="24" cy="71"/>
              </a:xfrm>
              <a:custGeom>
                <a:avLst/>
                <a:gdLst>
                  <a:gd name="T0" fmla="*/ 30 w 30"/>
                  <a:gd name="T1" fmla="*/ 0 h 69"/>
                  <a:gd name="T2" fmla="*/ 24 w 30"/>
                  <a:gd name="T3" fmla="*/ 40 h 69"/>
                  <a:gd name="T4" fmla="*/ 0 w 30"/>
                  <a:gd name="T5" fmla="*/ 69 h 69"/>
                  <a:gd name="T6" fmla="*/ 0 w 30"/>
                  <a:gd name="T7" fmla="*/ 69 h 69"/>
                  <a:gd name="T8" fmla="*/ 24 w 30"/>
                  <a:gd name="T9" fmla="*/ 40 h 69"/>
                  <a:gd name="T10" fmla="*/ 30 w 30"/>
                  <a:gd name="T11" fmla="*/ 0 h 69"/>
                  <a:gd name="T12" fmla="*/ 30 w 30"/>
                  <a:gd name="T13" fmla="*/ 0 h 69"/>
                  <a:gd name="T14" fmla="*/ 30 w 30"/>
                  <a:gd name="T15" fmla="*/ 0 h 69"/>
                  <a:gd name="T16" fmla="*/ 30 w 30"/>
                  <a:gd name="T17" fmla="*/ 0 h 69"/>
                  <a:gd name="T18" fmla="*/ 30 w 30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69">
                    <a:moveTo>
                      <a:pt x="30" y="0"/>
                    </a:moveTo>
                    <a:lnTo>
                      <a:pt x="24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4" y="40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2" name="Freeform 48"/>
              <p:cNvSpPr>
                <a:spLocks noEditPoints="1"/>
              </p:cNvSpPr>
              <p:nvPr/>
            </p:nvSpPr>
            <p:spPr bwMode="auto">
              <a:xfrm>
                <a:off x="4355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6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6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3" name="Freeform 49"/>
              <p:cNvSpPr>
                <a:spLocks noEditPoints="1"/>
              </p:cNvSpPr>
              <p:nvPr/>
            </p:nvSpPr>
            <p:spPr bwMode="auto">
              <a:xfrm>
                <a:off x="4355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58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58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14" name="Freeform 50"/>
              <p:cNvSpPr>
                <a:spLocks noEditPoints="1"/>
              </p:cNvSpPr>
              <p:nvPr/>
            </p:nvSpPr>
            <p:spPr bwMode="auto">
              <a:xfrm>
                <a:off x="4438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916" name="Line 52"/>
            <p:cNvSpPr>
              <a:spLocks noChangeShapeType="1"/>
            </p:cNvSpPr>
            <p:nvPr/>
          </p:nvSpPr>
          <p:spPr bwMode="auto">
            <a:xfrm flipV="1">
              <a:off x="339" y="2681"/>
              <a:ext cx="30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7" name="Text Box 53"/>
            <p:cNvSpPr txBox="1">
              <a:spLocks noChangeArrowheads="1"/>
            </p:cNvSpPr>
            <p:nvPr/>
          </p:nvSpPr>
          <p:spPr bwMode="auto">
            <a:xfrm>
              <a:off x="1791" y="1116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pSp>
          <p:nvGrpSpPr>
            <p:cNvPr id="36919" name="Group 55"/>
            <p:cNvGrpSpPr>
              <a:grpSpLocks/>
            </p:cNvGrpSpPr>
            <p:nvPr/>
          </p:nvGrpSpPr>
          <p:grpSpPr bwMode="auto">
            <a:xfrm>
              <a:off x="2744" y="1344"/>
              <a:ext cx="499" cy="182"/>
              <a:chOff x="1086" y="1591"/>
              <a:chExt cx="433" cy="118"/>
            </a:xfrm>
          </p:grpSpPr>
          <p:sp>
            <p:nvSpPr>
              <p:cNvPr id="36920" name="Freeform 56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1" name="Freeform 57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2" name="Freeform 58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3" name="Freeform 59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4" name="Freeform 60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5" name="Freeform 61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6" name="Freeform 62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7" name="Freeform 63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8" name="Freeform 64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29" name="Freeform 65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0" name="Freeform 66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1" name="Freeform 67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2" name="Freeform 68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3" name="Freeform 69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4" name="Freeform 70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5" name="Freeform 71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6" name="Freeform 72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37" name="Freeform 73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938" name="Line 74"/>
            <p:cNvSpPr>
              <a:spLocks noChangeShapeType="1"/>
            </p:cNvSpPr>
            <p:nvPr/>
          </p:nvSpPr>
          <p:spPr bwMode="auto">
            <a:xfrm>
              <a:off x="2472" y="1434"/>
              <a:ext cx="0" cy="4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9" name="Line 75"/>
            <p:cNvSpPr>
              <a:spLocks noChangeShapeType="1"/>
            </p:cNvSpPr>
            <p:nvPr/>
          </p:nvSpPr>
          <p:spPr bwMode="auto">
            <a:xfrm>
              <a:off x="2336" y="1933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0" name="Line 76"/>
            <p:cNvSpPr>
              <a:spLocks noChangeShapeType="1"/>
            </p:cNvSpPr>
            <p:nvPr/>
          </p:nvSpPr>
          <p:spPr bwMode="auto">
            <a:xfrm>
              <a:off x="2336" y="2024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1" name="Line 77"/>
            <p:cNvSpPr>
              <a:spLocks noChangeShapeType="1"/>
            </p:cNvSpPr>
            <p:nvPr/>
          </p:nvSpPr>
          <p:spPr bwMode="auto">
            <a:xfrm flipH="1">
              <a:off x="2472" y="2024"/>
              <a:ext cx="0" cy="6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2" name="Text Box 78"/>
            <p:cNvSpPr txBox="1">
              <a:spLocks noChangeArrowheads="1"/>
            </p:cNvSpPr>
            <p:nvPr/>
          </p:nvSpPr>
          <p:spPr bwMode="auto">
            <a:xfrm>
              <a:off x="2744" y="1116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4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pSp>
          <p:nvGrpSpPr>
            <p:cNvPr id="36946" name="Group 82"/>
            <p:cNvGrpSpPr>
              <a:grpSpLocks/>
            </p:cNvGrpSpPr>
            <p:nvPr/>
          </p:nvGrpSpPr>
          <p:grpSpPr bwMode="auto">
            <a:xfrm>
              <a:off x="1655" y="1502"/>
              <a:ext cx="121" cy="121"/>
              <a:chOff x="1457" y="3023"/>
              <a:chExt cx="121" cy="121"/>
            </a:xfrm>
          </p:grpSpPr>
          <p:sp>
            <p:nvSpPr>
              <p:cNvPr id="36947" name="Line 83"/>
              <p:cNvSpPr>
                <a:spLocks noChangeShapeType="1"/>
              </p:cNvSpPr>
              <p:nvPr/>
            </p:nvSpPr>
            <p:spPr bwMode="auto">
              <a:xfrm rot="-10800000" flipH="1" flipV="1">
                <a:off x="1457" y="3084"/>
                <a:ext cx="1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48" name="Line 84"/>
              <p:cNvSpPr>
                <a:spLocks noChangeShapeType="1"/>
              </p:cNvSpPr>
              <p:nvPr/>
            </p:nvSpPr>
            <p:spPr bwMode="auto">
              <a:xfrm rot="-16200000" flipH="1" flipV="1">
                <a:off x="1457" y="3084"/>
                <a:ext cx="1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949" name="Line 85"/>
            <p:cNvSpPr>
              <a:spLocks noChangeShapeType="1"/>
            </p:cNvSpPr>
            <p:nvPr/>
          </p:nvSpPr>
          <p:spPr bwMode="auto">
            <a:xfrm rot="-10800000" flipH="1" flipV="1">
              <a:off x="2268" y="1570"/>
              <a:ext cx="1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1" name="Line 87"/>
            <p:cNvSpPr>
              <a:spLocks noChangeShapeType="1"/>
            </p:cNvSpPr>
            <p:nvPr/>
          </p:nvSpPr>
          <p:spPr bwMode="auto">
            <a:xfrm>
              <a:off x="2290" y="1434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2" name="Line 88"/>
            <p:cNvSpPr>
              <a:spLocks noChangeShapeType="1"/>
            </p:cNvSpPr>
            <p:nvPr/>
          </p:nvSpPr>
          <p:spPr bwMode="auto">
            <a:xfrm>
              <a:off x="3401" y="1433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59" name="Line 95"/>
            <p:cNvSpPr>
              <a:spLocks noChangeShapeType="1"/>
            </p:cNvSpPr>
            <p:nvPr/>
          </p:nvSpPr>
          <p:spPr bwMode="auto">
            <a:xfrm flipV="1">
              <a:off x="3266" y="1434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961" name="Object 97"/>
            <p:cNvGraphicFramePr>
              <a:graphicFrameLocks noChangeAspect="1"/>
            </p:cNvGraphicFramePr>
            <p:nvPr/>
          </p:nvGraphicFramePr>
          <p:xfrm>
            <a:off x="521" y="1956"/>
            <a:ext cx="77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046" name="公式" r:id="rId3" imgW="469800" imgH="190440" progId="Equation.3">
                    <p:embed/>
                  </p:oleObj>
                </mc:Choice>
                <mc:Fallback>
                  <p:oleObj name="公式" r:id="rId3" imgW="46980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1956"/>
                          <a:ext cx="77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962" name="Object 98"/>
            <p:cNvGraphicFramePr>
              <a:graphicFrameLocks noChangeAspect="1"/>
            </p:cNvGraphicFramePr>
            <p:nvPr/>
          </p:nvGraphicFramePr>
          <p:xfrm>
            <a:off x="703" y="1094"/>
            <a:ext cx="458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047" name="公式" r:id="rId5" imgW="279360" imgH="177480" progId="Equation.3">
                    <p:embed/>
                  </p:oleObj>
                </mc:Choice>
                <mc:Fallback>
                  <p:oleObj name="公式" r:id="rId5" imgW="27936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1094"/>
                          <a:ext cx="458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963" name="Object 9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2337069"/>
                </p:ext>
              </p:extLst>
            </p:nvPr>
          </p:nvGraphicFramePr>
          <p:xfrm>
            <a:off x="1903" y="1526"/>
            <a:ext cx="229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048" name="Equation" r:id="rId7" imgW="139680" imgH="241200" progId="Equation.DSMT4">
                    <p:embed/>
                  </p:oleObj>
                </mc:Choice>
                <mc:Fallback>
                  <p:oleObj name="Equation" r:id="rId7" imgW="139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3" y="1526"/>
                          <a:ext cx="229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964" name="Object 100"/>
            <p:cNvGraphicFramePr>
              <a:graphicFrameLocks noChangeAspect="1"/>
            </p:cNvGraphicFramePr>
            <p:nvPr/>
          </p:nvGraphicFramePr>
          <p:xfrm>
            <a:off x="2540" y="1978"/>
            <a:ext cx="56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049" name="公式" r:id="rId9" imgW="342720" imgH="177480" progId="Equation.3">
                    <p:embed/>
                  </p:oleObj>
                </mc:Choice>
                <mc:Fallback>
                  <p:oleObj name="公式" r:id="rId9" imgW="3427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0" y="1978"/>
                          <a:ext cx="56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967" name="Object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260637"/>
              </p:ext>
            </p:extLst>
          </p:nvPr>
        </p:nvGraphicFramePr>
        <p:xfrm>
          <a:off x="4954555" y="1234072"/>
          <a:ext cx="3905910" cy="614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50" name="Equation" r:id="rId11" imgW="1612800" imgH="253800" progId="Equation.DSMT4">
                  <p:embed/>
                </p:oleObj>
              </mc:Choice>
              <mc:Fallback>
                <p:oleObj name="Equation" r:id="rId11" imgW="1612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555" y="1234072"/>
                        <a:ext cx="3905910" cy="6143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68" name="Text Box 104"/>
          <p:cNvSpPr txBox="1">
            <a:spLocks noChangeArrowheads="1"/>
          </p:cNvSpPr>
          <p:nvPr/>
        </p:nvSpPr>
        <p:spPr bwMode="auto">
          <a:xfrm>
            <a:off x="4566157" y="1846064"/>
            <a:ext cx="281190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/>
              <a:t>In the time domain</a:t>
            </a:r>
          </a:p>
        </p:txBody>
      </p:sp>
      <p:graphicFrame>
        <p:nvGraphicFramePr>
          <p:cNvPr id="36969" name="Object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335637"/>
              </p:ext>
            </p:extLst>
          </p:nvPr>
        </p:nvGraphicFramePr>
        <p:xfrm>
          <a:off x="4634273" y="2259585"/>
          <a:ext cx="415607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51" name="公式" r:id="rId13" imgW="1422360" imgH="215640" progId="Equation.3">
                  <p:embed/>
                </p:oleObj>
              </mc:Choice>
              <mc:Fallback>
                <p:oleObj name="公式" r:id="rId13" imgW="1422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4273" y="2259585"/>
                        <a:ext cx="4156075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" name="Group 134">
            <a:extLst>
              <a:ext uri="{FF2B5EF4-FFF2-40B4-BE49-F238E27FC236}">
                <a16:creationId xmlns:a16="http://schemas.microsoft.com/office/drawing/2014/main" id="{BA46763A-3251-A346-875E-543862414D95}"/>
              </a:ext>
            </a:extLst>
          </p:cNvPr>
          <p:cNvGrpSpPr>
            <a:grpSpLocks/>
          </p:cNvGrpSpPr>
          <p:nvPr/>
        </p:nvGrpSpPr>
        <p:grpSpPr bwMode="auto">
          <a:xfrm>
            <a:off x="173311" y="3746581"/>
            <a:ext cx="6516687" cy="2486025"/>
            <a:chOff x="635" y="867"/>
            <a:chExt cx="4105" cy="1566"/>
          </a:xfrm>
        </p:grpSpPr>
        <p:sp>
          <p:nvSpPr>
            <p:cNvPr id="88" name="Line 6">
              <a:extLst>
                <a:ext uri="{FF2B5EF4-FFF2-40B4-BE49-F238E27FC236}">
                  <a16:creationId xmlns:a16="http://schemas.microsoft.com/office/drawing/2014/main" id="{1F127626-8E08-3C42-8EE1-3C65D9713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185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9" name="Group 7">
              <a:extLst>
                <a:ext uri="{FF2B5EF4-FFF2-40B4-BE49-F238E27FC236}">
                  <a16:creationId xmlns:a16="http://schemas.microsoft.com/office/drawing/2014/main" id="{FA45DFCC-8386-9145-8CEA-E0CCB87DD1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" y="1639"/>
              <a:ext cx="363" cy="363"/>
              <a:chOff x="8460" y="10050"/>
              <a:chExt cx="360" cy="360"/>
            </a:xfrm>
          </p:grpSpPr>
          <p:sp>
            <p:nvSpPr>
              <p:cNvPr id="175" name="Oval 8">
                <a:extLst>
                  <a:ext uri="{FF2B5EF4-FFF2-40B4-BE49-F238E27FC236}">
                    <a16:creationId xmlns:a16="http://schemas.microsoft.com/office/drawing/2014/main" id="{3C477DB2-EF2B-EF4B-BDBE-9CA9B0869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0800000" flipH="1" flipV="1">
                <a:off x="8460" y="10050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76" name="Group 9">
                <a:extLst>
                  <a:ext uri="{FF2B5EF4-FFF2-40B4-BE49-F238E27FC236}">
                    <a16:creationId xmlns:a16="http://schemas.microsoft.com/office/drawing/2014/main" id="{C0912EA7-CB3A-7646-8C12-002CD68817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0800000" flipH="1" flipV="1">
                <a:off x="8578" y="10122"/>
                <a:ext cx="120" cy="201"/>
                <a:chOff x="9615" y="10500"/>
                <a:chExt cx="120" cy="201"/>
              </a:xfrm>
            </p:grpSpPr>
            <p:sp>
              <p:nvSpPr>
                <p:cNvPr id="177" name="Line 10">
                  <a:extLst>
                    <a:ext uri="{FF2B5EF4-FFF2-40B4-BE49-F238E27FC236}">
                      <a16:creationId xmlns:a16="http://schemas.microsoft.com/office/drawing/2014/main" id="{8037CB9C-3CBE-8F4A-BE12-34643753AA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8" name="Line 11">
                  <a:extLst>
                    <a:ext uri="{FF2B5EF4-FFF2-40B4-BE49-F238E27FC236}">
                      <a16:creationId xmlns:a16="http://schemas.microsoft.com/office/drawing/2014/main" id="{C36188BA-D787-6C48-9EB8-EF071F8C09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-5400000"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" name="Line 12">
                  <a:extLst>
                    <a:ext uri="{FF2B5EF4-FFF2-40B4-BE49-F238E27FC236}">
                      <a16:creationId xmlns:a16="http://schemas.microsoft.com/office/drawing/2014/main" id="{7720E955-B433-DF45-9FB8-DE8F7917DC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15" y="10701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90" name="Text Box 13">
              <a:extLst>
                <a:ext uri="{FF2B5EF4-FFF2-40B4-BE49-F238E27FC236}">
                  <a16:creationId xmlns:a16="http://schemas.microsoft.com/office/drawing/2014/main" id="{9D0764D3-D98C-BD41-A595-389FBC79F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" y="1933"/>
              <a:ext cx="1814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2400">
                  <a:latin typeface="Times New Roman" pitchFamily="18" charset="0"/>
                </a:rPr>
                <a:t>10cos2t V</a:t>
              </a:r>
            </a:p>
          </p:txBody>
        </p:sp>
        <p:grpSp>
          <p:nvGrpSpPr>
            <p:cNvPr id="91" name="Group 14">
              <a:extLst>
                <a:ext uri="{FF2B5EF4-FFF2-40B4-BE49-F238E27FC236}">
                  <a16:creationId xmlns:a16="http://schemas.microsoft.com/office/drawing/2014/main" id="{97A90073-BC45-3549-B32E-0B74960C12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8" y="1095"/>
              <a:ext cx="499" cy="182"/>
              <a:chOff x="1086" y="1591"/>
              <a:chExt cx="433" cy="118"/>
            </a:xfrm>
          </p:grpSpPr>
          <p:sp>
            <p:nvSpPr>
              <p:cNvPr id="157" name="Freeform 15">
                <a:extLst>
                  <a:ext uri="{FF2B5EF4-FFF2-40B4-BE49-F238E27FC236}">
                    <a16:creationId xmlns:a16="http://schemas.microsoft.com/office/drawing/2014/main" id="{0FF0D23C-B8C3-F245-B219-B86BBA77D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Freeform 16">
                <a:extLst>
                  <a:ext uri="{FF2B5EF4-FFF2-40B4-BE49-F238E27FC236}">
                    <a16:creationId xmlns:a16="http://schemas.microsoft.com/office/drawing/2014/main" id="{F2AE9E08-7527-834B-889F-92D90108C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17">
                <a:extLst>
                  <a:ext uri="{FF2B5EF4-FFF2-40B4-BE49-F238E27FC236}">
                    <a16:creationId xmlns:a16="http://schemas.microsoft.com/office/drawing/2014/main" id="{0274B443-D24A-D942-934F-0220B54A25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Freeform 18">
                <a:extLst>
                  <a:ext uri="{FF2B5EF4-FFF2-40B4-BE49-F238E27FC236}">
                    <a16:creationId xmlns:a16="http://schemas.microsoft.com/office/drawing/2014/main" id="{6253D057-4118-D048-848F-08AAC061BF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19">
                <a:extLst>
                  <a:ext uri="{FF2B5EF4-FFF2-40B4-BE49-F238E27FC236}">
                    <a16:creationId xmlns:a16="http://schemas.microsoft.com/office/drawing/2014/main" id="{12EB3D93-D2F9-6B48-877A-F01CECE306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20">
                <a:extLst>
                  <a:ext uri="{FF2B5EF4-FFF2-40B4-BE49-F238E27FC236}">
                    <a16:creationId xmlns:a16="http://schemas.microsoft.com/office/drawing/2014/main" id="{A612D475-92F6-464F-9DD0-3D5D32915E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21">
                <a:extLst>
                  <a:ext uri="{FF2B5EF4-FFF2-40B4-BE49-F238E27FC236}">
                    <a16:creationId xmlns:a16="http://schemas.microsoft.com/office/drawing/2014/main" id="{E8244901-7B40-3543-8D65-27424C6F91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22">
                <a:extLst>
                  <a:ext uri="{FF2B5EF4-FFF2-40B4-BE49-F238E27FC236}">
                    <a16:creationId xmlns:a16="http://schemas.microsoft.com/office/drawing/2014/main" id="{7CB0B2DF-B896-C84D-9BC0-CFB630A704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23">
                <a:extLst>
                  <a:ext uri="{FF2B5EF4-FFF2-40B4-BE49-F238E27FC236}">
                    <a16:creationId xmlns:a16="http://schemas.microsoft.com/office/drawing/2014/main" id="{A48CB065-287C-BD46-8EFE-52D2F40A3F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24">
                <a:extLst>
                  <a:ext uri="{FF2B5EF4-FFF2-40B4-BE49-F238E27FC236}">
                    <a16:creationId xmlns:a16="http://schemas.microsoft.com/office/drawing/2014/main" id="{3AECB298-0132-C347-ADCC-1E324471AC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" name="Freeform 25">
                <a:extLst>
                  <a:ext uri="{FF2B5EF4-FFF2-40B4-BE49-F238E27FC236}">
                    <a16:creationId xmlns:a16="http://schemas.microsoft.com/office/drawing/2014/main" id="{6F8763A2-A92A-7644-9011-76576A7EA2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" name="Freeform 26">
                <a:extLst>
                  <a:ext uri="{FF2B5EF4-FFF2-40B4-BE49-F238E27FC236}">
                    <a16:creationId xmlns:a16="http://schemas.microsoft.com/office/drawing/2014/main" id="{089A8D44-6F85-4A45-B4DD-712CF4FD7F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Freeform 27">
                <a:extLst>
                  <a:ext uri="{FF2B5EF4-FFF2-40B4-BE49-F238E27FC236}">
                    <a16:creationId xmlns:a16="http://schemas.microsoft.com/office/drawing/2014/main" id="{51F976D0-7749-384B-8B66-44177C07DE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Freeform 28">
                <a:extLst>
                  <a:ext uri="{FF2B5EF4-FFF2-40B4-BE49-F238E27FC236}">
                    <a16:creationId xmlns:a16="http://schemas.microsoft.com/office/drawing/2014/main" id="{9C909F45-5112-3146-AD90-EAB78E9BBE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1" name="Freeform 29">
                <a:extLst>
                  <a:ext uri="{FF2B5EF4-FFF2-40B4-BE49-F238E27FC236}">
                    <a16:creationId xmlns:a16="http://schemas.microsoft.com/office/drawing/2014/main" id="{EFA65F4D-5750-1B4B-9189-057FBE9488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2" name="Freeform 30">
                <a:extLst>
                  <a:ext uri="{FF2B5EF4-FFF2-40B4-BE49-F238E27FC236}">
                    <a16:creationId xmlns:a16="http://schemas.microsoft.com/office/drawing/2014/main" id="{9808B60D-ACCF-9341-996C-20E3FB2DD9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" name="Freeform 31">
                <a:extLst>
                  <a:ext uri="{FF2B5EF4-FFF2-40B4-BE49-F238E27FC236}">
                    <a16:creationId xmlns:a16="http://schemas.microsoft.com/office/drawing/2014/main" id="{02654701-ECD4-694B-BF02-C60837E736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32">
                <a:extLst>
                  <a:ext uri="{FF2B5EF4-FFF2-40B4-BE49-F238E27FC236}">
                    <a16:creationId xmlns:a16="http://schemas.microsoft.com/office/drawing/2014/main" id="{2C280364-32B4-F544-B27C-43DDCE1463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" name="Line 33">
              <a:extLst>
                <a:ext uri="{FF2B5EF4-FFF2-40B4-BE49-F238E27FC236}">
                  <a16:creationId xmlns:a16="http://schemas.microsoft.com/office/drawing/2014/main" id="{597BC0A6-7315-D64C-B767-64CC0233B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185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34">
              <a:extLst>
                <a:ext uri="{FF2B5EF4-FFF2-40B4-BE49-F238E27FC236}">
                  <a16:creationId xmlns:a16="http://schemas.microsoft.com/office/drawing/2014/main" id="{DB554A8E-C664-3041-A3EF-AAF7AE912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" y="1185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35">
              <a:extLst>
                <a:ext uri="{FF2B5EF4-FFF2-40B4-BE49-F238E27FC236}">
                  <a16:creationId xmlns:a16="http://schemas.microsoft.com/office/drawing/2014/main" id="{251C2BA4-1ED9-D541-9B35-EAB3B4F48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6" y="1185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38">
              <a:extLst>
                <a:ext uri="{FF2B5EF4-FFF2-40B4-BE49-F238E27FC236}">
                  <a16:creationId xmlns:a16="http://schemas.microsoft.com/office/drawing/2014/main" id="{897446F5-D35D-AB4C-916E-CF30DE9C34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6" y="1911"/>
              <a:ext cx="0" cy="5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6" name="Group 56">
              <a:extLst>
                <a:ext uri="{FF2B5EF4-FFF2-40B4-BE49-F238E27FC236}">
                  <a16:creationId xmlns:a16="http://schemas.microsoft.com/office/drawing/2014/main" id="{DD0E8713-B480-314E-AD0E-E6CF33D49B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4" y="1095"/>
              <a:ext cx="527" cy="171"/>
              <a:chOff x="3994" y="482"/>
              <a:chExt cx="527" cy="171"/>
            </a:xfrm>
          </p:grpSpPr>
          <p:sp>
            <p:nvSpPr>
              <p:cNvPr id="143" name="Freeform 57">
                <a:extLst>
                  <a:ext uri="{FF2B5EF4-FFF2-40B4-BE49-F238E27FC236}">
                    <a16:creationId xmlns:a16="http://schemas.microsoft.com/office/drawing/2014/main" id="{3F7C8778-CEB6-844D-970E-00BC61E77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482"/>
                <a:ext cx="82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Freeform 58">
                <a:extLst>
                  <a:ext uri="{FF2B5EF4-FFF2-40B4-BE49-F238E27FC236}">
                    <a16:creationId xmlns:a16="http://schemas.microsoft.com/office/drawing/2014/main" id="{1DA8E8A0-0102-744A-9511-2CF930AC11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76" y="482"/>
                <a:ext cx="84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Freeform 59">
                <a:extLst>
                  <a:ext uri="{FF2B5EF4-FFF2-40B4-BE49-F238E27FC236}">
                    <a16:creationId xmlns:a16="http://schemas.microsoft.com/office/drawing/2014/main" id="{C315B1AC-53FC-7543-9844-3654B4E4B8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36" y="582"/>
                <a:ext cx="24" cy="71"/>
              </a:xfrm>
              <a:custGeom>
                <a:avLst/>
                <a:gdLst>
                  <a:gd name="T0" fmla="*/ 29 w 29"/>
                  <a:gd name="T1" fmla="*/ 0 h 69"/>
                  <a:gd name="T2" fmla="*/ 23 w 29"/>
                  <a:gd name="T3" fmla="*/ 40 h 69"/>
                  <a:gd name="T4" fmla="*/ 0 w 29"/>
                  <a:gd name="T5" fmla="*/ 69 h 69"/>
                  <a:gd name="T6" fmla="*/ 0 w 29"/>
                  <a:gd name="T7" fmla="*/ 69 h 69"/>
                  <a:gd name="T8" fmla="*/ 23 w 29"/>
                  <a:gd name="T9" fmla="*/ 40 h 69"/>
                  <a:gd name="T10" fmla="*/ 29 w 29"/>
                  <a:gd name="T11" fmla="*/ 0 h 69"/>
                  <a:gd name="T12" fmla="*/ 29 w 29"/>
                  <a:gd name="T13" fmla="*/ 0 h 69"/>
                  <a:gd name="T14" fmla="*/ 29 w 29"/>
                  <a:gd name="T15" fmla="*/ 0 h 69"/>
                  <a:gd name="T16" fmla="*/ 29 w 29"/>
                  <a:gd name="T17" fmla="*/ 0 h 69"/>
                  <a:gd name="T18" fmla="*/ 29 w 29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0"/>
                    </a:moveTo>
                    <a:lnTo>
                      <a:pt x="23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3" y="4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Freeform 60">
                <a:extLst>
                  <a:ext uri="{FF2B5EF4-FFF2-40B4-BE49-F238E27FC236}">
                    <a16:creationId xmlns:a16="http://schemas.microsoft.com/office/drawing/2014/main" id="{0274879C-4172-FA4D-897E-6F64E4856B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16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5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5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5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Freeform 61">
                <a:extLst>
                  <a:ext uri="{FF2B5EF4-FFF2-40B4-BE49-F238E27FC236}">
                    <a16:creationId xmlns:a16="http://schemas.microsoft.com/office/drawing/2014/main" id="{E5560D93-8782-8B41-B56B-B75F583D0C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16" y="482"/>
                <a:ext cx="78" cy="100"/>
              </a:xfrm>
              <a:custGeom>
                <a:avLst/>
                <a:gdLst>
                  <a:gd name="T0" fmla="*/ 0 w 92"/>
                  <a:gd name="T1" fmla="*/ 99 h 99"/>
                  <a:gd name="T2" fmla="*/ 5 w 92"/>
                  <a:gd name="T3" fmla="*/ 64 h 99"/>
                  <a:gd name="T4" fmla="*/ 29 w 92"/>
                  <a:gd name="T5" fmla="*/ 29 h 99"/>
                  <a:gd name="T6" fmla="*/ 58 w 92"/>
                  <a:gd name="T7" fmla="*/ 6 h 99"/>
                  <a:gd name="T8" fmla="*/ 92 w 92"/>
                  <a:gd name="T9" fmla="*/ 0 h 99"/>
                  <a:gd name="T10" fmla="*/ 92 w 92"/>
                  <a:gd name="T11" fmla="*/ 0 h 99"/>
                  <a:gd name="T12" fmla="*/ 58 w 92"/>
                  <a:gd name="T13" fmla="*/ 6 h 99"/>
                  <a:gd name="T14" fmla="*/ 29 w 92"/>
                  <a:gd name="T15" fmla="*/ 29 h 99"/>
                  <a:gd name="T16" fmla="*/ 5 w 92"/>
                  <a:gd name="T17" fmla="*/ 64 h 99"/>
                  <a:gd name="T18" fmla="*/ 0 w 92"/>
                  <a:gd name="T19" fmla="*/ 99 h 99"/>
                  <a:gd name="T20" fmla="*/ 0 w 92"/>
                  <a:gd name="T21" fmla="*/ 99 h 99"/>
                  <a:gd name="T22" fmla="*/ 0 w 92"/>
                  <a:gd name="T23" fmla="*/ 99 h 99"/>
                  <a:gd name="T24" fmla="*/ 0 w 92"/>
                  <a:gd name="T25" fmla="*/ 99 h 99"/>
                  <a:gd name="T26" fmla="*/ 0 w 92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" h="99">
                    <a:moveTo>
                      <a:pt x="0" y="99"/>
                    </a:moveTo>
                    <a:lnTo>
                      <a:pt x="5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5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Freeform 62">
                <a:extLst>
                  <a:ext uri="{FF2B5EF4-FFF2-40B4-BE49-F238E27FC236}">
                    <a16:creationId xmlns:a16="http://schemas.microsoft.com/office/drawing/2014/main" id="{D24DCD06-8758-8841-A904-250ACA996C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94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41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41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41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41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Freeform 63">
                <a:extLst>
                  <a:ext uri="{FF2B5EF4-FFF2-40B4-BE49-F238E27FC236}">
                    <a16:creationId xmlns:a16="http://schemas.microsoft.com/office/drawing/2014/main" id="{8278BA88-3070-2343-8FFC-619F8BA88B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58" y="582"/>
                <a:ext cx="19" cy="71"/>
              </a:xfrm>
              <a:custGeom>
                <a:avLst/>
                <a:gdLst>
                  <a:gd name="T0" fmla="*/ 23 w 23"/>
                  <a:gd name="T1" fmla="*/ 0 h 69"/>
                  <a:gd name="T2" fmla="*/ 17 w 23"/>
                  <a:gd name="T3" fmla="*/ 40 h 69"/>
                  <a:gd name="T4" fmla="*/ 0 w 23"/>
                  <a:gd name="T5" fmla="*/ 69 h 69"/>
                  <a:gd name="T6" fmla="*/ 0 w 23"/>
                  <a:gd name="T7" fmla="*/ 69 h 69"/>
                  <a:gd name="T8" fmla="*/ 17 w 23"/>
                  <a:gd name="T9" fmla="*/ 40 h 69"/>
                  <a:gd name="T10" fmla="*/ 23 w 23"/>
                  <a:gd name="T11" fmla="*/ 0 h 69"/>
                  <a:gd name="T12" fmla="*/ 23 w 23"/>
                  <a:gd name="T13" fmla="*/ 0 h 69"/>
                  <a:gd name="T14" fmla="*/ 23 w 23"/>
                  <a:gd name="T15" fmla="*/ 0 h 69"/>
                  <a:gd name="T16" fmla="*/ 23 w 23"/>
                  <a:gd name="T17" fmla="*/ 0 h 69"/>
                  <a:gd name="T18" fmla="*/ 23 w 23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0"/>
                    </a:moveTo>
                    <a:lnTo>
                      <a:pt x="17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7" y="40"/>
                    </a:lnTo>
                    <a:lnTo>
                      <a:pt x="23" y="0"/>
                    </a:lnTo>
                    <a:lnTo>
                      <a:pt x="23" y="0"/>
                    </a:lnTo>
                    <a:close/>
                    <a:moveTo>
                      <a:pt x="23" y="0"/>
                    </a:moveTo>
                    <a:lnTo>
                      <a:pt x="23" y="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Freeform 64">
                <a:extLst>
                  <a:ext uri="{FF2B5EF4-FFF2-40B4-BE49-F238E27FC236}">
                    <a16:creationId xmlns:a16="http://schemas.microsoft.com/office/drawing/2014/main" id="{AA140077-A155-EA42-8013-E60544CBF0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33" y="582"/>
                <a:ext cx="25" cy="71"/>
              </a:xfrm>
              <a:custGeom>
                <a:avLst/>
                <a:gdLst>
                  <a:gd name="T0" fmla="*/ 29 w 29"/>
                  <a:gd name="T1" fmla="*/ 69 h 69"/>
                  <a:gd name="T2" fmla="*/ 6 w 29"/>
                  <a:gd name="T3" fmla="*/ 40 h 69"/>
                  <a:gd name="T4" fmla="*/ 0 w 29"/>
                  <a:gd name="T5" fmla="*/ 0 h 69"/>
                  <a:gd name="T6" fmla="*/ 0 w 29"/>
                  <a:gd name="T7" fmla="*/ 0 h 69"/>
                  <a:gd name="T8" fmla="*/ 6 w 29"/>
                  <a:gd name="T9" fmla="*/ 40 h 69"/>
                  <a:gd name="T10" fmla="*/ 29 w 29"/>
                  <a:gd name="T11" fmla="*/ 69 h 69"/>
                  <a:gd name="T12" fmla="*/ 29 w 29"/>
                  <a:gd name="T13" fmla="*/ 69 h 69"/>
                  <a:gd name="T14" fmla="*/ 29 w 29"/>
                  <a:gd name="T15" fmla="*/ 69 h 69"/>
                  <a:gd name="T16" fmla="*/ 29 w 29"/>
                  <a:gd name="T17" fmla="*/ 69 h 69"/>
                  <a:gd name="T18" fmla="*/ 29 w 29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9" y="69"/>
                    </a:lnTo>
                    <a:lnTo>
                      <a:pt x="29" y="69"/>
                    </a:lnTo>
                    <a:close/>
                    <a:moveTo>
                      <a:pt x="29" y="69"/>
                    </a:moveTo>
                    <a:lnTo>
                      <a:pt x="29" y="69"/>
                    </a:lnTo>
                    <a:lnTo>
                      <a:pt x="29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Freeform 65">
                <a:extLst>
                  <a:ext uri="{FF2B5EF4-FFF2-40B4-BE49-F238E27FC236}">
                    <a16:creationId xmlns:a16="http://schemas.microsoft.com/office/drawing/2014/main" id="{9D7EC507-4980-A549-B96B-A99A6964E5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33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Freeform 66">
                <a:extLst>
                  <a:ext uri="{FF2B5EF4-FFF2-40B4-BE49-F238E27FC236}">
                    <a16:creationId xmlns:a16="http://schemas.microsoft.com/office/drawing/2014/main" id="{17541451-5E87-DC44-A735-0DFC252499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16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69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69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69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69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Freeform 67">
                <a:extLst>
                  <a:ext uri="{FF2B5EF4-FFF2-40B4-BE49-F238E27FC236}">
                    <a16:creationId xmlns:a16="http://schemas.microsoft.com/office/drawing/2014/main" id="{B7694024-D7BA-1F4B-9BE7-2F5A4A3124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5" y="582"/>
                <a:ext cx="24" cy="71"/>
              </a:xfrm>
              <a:custGeom>
                <a:avLst/>
                <a:gdLst>
                  <a:gd name="T0" fmla="*/ 30 w 30"/>
                  <a:gd name="T1" fmla="*/ 0 h 69"/>
                  <a:gd name="T2" fmla="*/ 24 w 30"/>
                  <a:gd name="T3" fmla="*/ 40 h 69"/>
                  <a:gd name="T4" fmla="*/ 0 w 30"/>
                  <a:gd name="T5" fmla="*/ 69 h 69"/>
                  <a:gd name="T6" fmla="*/ 0 w 30"/>
                  <a:gd name="T7" fmla="*/ 69 h 69"/>
                  <a:gd name="T8" fmla="*/ 24 w 30"/>
                  <a:gd name="T9" fmla="*/ 40 h 69"/>
                  <a:gd name="T10" fmla="*/ 30 w 30"/>
                  <a:gd name="T11" fmla="*/ 0 h 69"/>
                  <a:gd name="T12" fmla="*/ 30 w 30"/>
                  <a:gd name="T13" fmla="*/ 0 h 69"/>
                  <a:gd name="T14" fmla="*/ 30 w 30"/>
                  <a:gd name="T15" fmla="*/ 0 h 69"/>
                  <a:gd name="T16" fmla="*/ 30 w 30"/>
                  <a:gd name="T17" fmla="*/ 0 h 69"/>
                  <a:gd name="T18" fmla="*/ 30 w 30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69">
                    <a:moveTo>
                      <a:pt x="30" y="0"/>
                    </a:moveTo>
                    <a:lnTo>
                      <a:pt x="24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4" y="40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Freeform 68">
                <a:extLst>
                  <a:ext uri="{FF2B5EF4-FFF2-40B4-BE49-F238E27FC236}">
                    <a16:creationId xmlns:a16="http://schemas.microsoft.com/office/drawing/2014/main" id="{232A0B5C-CAE0-3545-87BA-C32062444B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55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6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6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Freeform 69">
                <a:extLst>
                  <a:ext uri="{FF2B5EF4-FFF2-40B4-BE49-F238E27FC236}">
                    <a16:creationId xmlns:a16="http://schemas.microsoft.com/office/drawing/2014/main" id="{25BA6C1D-5B9C-EA4D-8B12-C4CE755444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55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58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58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Freeform 70">
                <a:extLst>
                  <a:ext uri="{FF2B5EF4-FFF2-40B4-BE49-F238E27FC236}">
                    <a16:creationId xmlns:a16="http://schemas.microsoft.com/office/drawing/2014/main" id="{D6745BD3-B08C-8A45-AAD1-AF00A7A3A9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38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7" name="Line 74">
              <a:extLst>
                <a:ext uri="{FF2B5EF4-FFF2-40B4-BE49-F238E27FC236}">
                  <a16:creationId xmlns:a16="http://schemas.microsoft.com/office/drawing/2014/main" id="{2AFB8964-32B2-1840-8F49-1D18BA1A8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6" y="1593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77">
              <a:extLst>
                <a:ext uri="{FF2B5EF4-FFF2-40B4-BE49-F238E27FC236}">
                  <a16:creationId xmlns:a16="http://schemas.microsoft.com/office/drawing/2014/main" id="{E9282BBC-91ED-CC49-B397-74934D70E8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432"/>
              <a:ext cx="30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 Box 79">
              <a:extLst>
                <a:ext uri="{FF2B5EF4-FFF2-40B4-BE49-F238E27FC236}">
                  <a16:creationId xmlns:a16="http://schemas.microsoft.com/office/drawing/2014/main" id="{51D0DF88-5BF6-EB4F-8132-DA4F17C34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" y="867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100" name="Text Box 83">
              <a:extLst>
                <a:ext uri="{FF2B5EF4-FFF2-40B4-BE49-F238E27FC236}">
                  <a16:creationId xmlns:a16="http://schemas.microsoft.com/office/drawing/2014/main" id="{40895A1A-0E82-404B-8A37-E51E859863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4" y="867"/>
              <a:ext cx="8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2H</a:t>
              </a:r>
            </a:p>
          </p:txBody>
        </p:sp>
        <p:grpSp>
          <p:nvGrpSpPr>
            <p:cNvPr id="101" name="Group 86">
              <a:extLst>
                <a:ext uri="{FF2B5EF4-FFF2-40B4-BE49-F238E27FC236}">
                  <a16:creationId xmlns:a16="http://schemas.microsoft.com/office/drawing/2014/main" id="{C0820976-5DF9-B845-942A-952EC2509F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1" y="1095"/>
              <a:ext cx="499" cy="182"/>
              <a:chOff x="1086" y="1591"/>
              <a:chExt cx="433" cy="118"/>
            </a:xfrm>
          </p:grpSpPr>
          <p:sp>
            <p:nvSpPr>
              <p:cNvPr id="125" name="Freeform 87">
                <a:extLst>
                  <a:ext uri="{FF2B5EF4-FFF2-40B4-BE49-F238E27FC236}">
                    <a16:creationId xmlns:a16="http://schemas.microsoft.com/office/drawing/2014/main" id="{9A09D6B7-CB8C-1A40-BFFE-790B0A3C1C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Freeform 88">
                <a:extLst>
                  <a:ext uri="{FF2B5EF4-FFF2-40B4-BE49-F238E27FC236}">
                    <a16:creationId xmlns:a16="http://schemas.microsoft.com/office/drawing/2014/main" id="{58225C01-CA11-E740-8BFD-7D092D4C3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89">
                <a:extLst>
                  <a:ext uri="{FF2B5EF4-FFF2-40B4-BE49-F238E27FC236}">
                    <a16:creationId xmlns:a16="http://schemas.microsoft.com/office/drawing/2014/main" id="{42D9BB9D-1D85-3940-906D-3F0333B0E9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Freeform 90">
                <a:extLst>
                  <a:ext uri="{FF2B5EF4-FFF2-40B4-BE49-F238E27FC236}">
                    <a16:creationId xmlns:a16="http://schemas.microsoft.com/office/drawing/2014/main" id="{B61C504D-52B5-EF4F-9040-02347F11E8E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91">
                <a:extLst>
                  <a:ext uri="{FF2B5EF4-FFF2-40B4-BE49-F238E27FC236}">
                    <a16:creationId xmlns:a16="http://schemas.microsoft.com/office/drawing/2014/main" id="{CFEB1789-3F0A-B142-9D48-2CA1A1ADF3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Freeform 92">
                <a:extLst>
                  <a:ext uri="{FF2B5EF4-FFF2-40B4-BE49-F238E27FC236}">
                    <a16:creationId xmlns:a16="http://schemas.microsoft.com/office/drawing/2014/main" id="{00DCB171-6B36-5443-AB88-9107557082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Freeform 93">
                <a:extLst>
                  <a:ext uri="{FF2B5EF4-FFF2-40B4-BE49-F238E27FC236}">
                    <a16:creationId xmlns:a16="http://schemas.microsoft.com/office/drawing/2014/main" id="{592D3911-C382-4F42-ADAE-059908446D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Freeform 94">
                <a:extLst>
                  <a:ext uri="{FF2B5EF4-FFF2-40B4-BE49-F238E27FC236}">
                    <a16:creationId xmlns:a16="http://schemas.microsoft.com/office/drawing/2014/main" id="{F313FF3F-58C3-084E-950D-DFBDBD2EEA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Freeform 95">
                <a:extLst>
                  <a:ext uri="{FF2B5EF4-FFF2-40B4-BE49-F238E27FC236}">
                    <a16:creationId xmlns:a16="http://schemas.microsoft.com/office/drawing/2014/main" id="{0413D143-55F5-FC40-BD58-19AF6A4F7A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Freeform 96">
                <a:extLst>
                  <a:ext uri="{FF2B5EF4-FFF2-40B4-BE49-F238E27FC236}">
                    <a16:creationId xmlns:a16="http://schemas.microsoft.com/office/drawing/2014/main" id="{B0143C65-0E56-6945-8725-5AEFE951E3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Freeform 97">
                <a:extLst>
                  <a:ext uri="{FF2B5EF4-FFF2-40B4-BE49-F238E27FC236}">
                    <a16:creationId xmlns:a16="http://schemas.microsoft.com/office/drawing/2014/main" id="{551A5AA0-C3C4-4A4D-A02A-FB84E020C1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Freeform 98">
                <a:extLst>
                  <a:ext uri="{FF2B5EF4-FFF2-40B4-BE49-F238E27FC236}">
                    <a16:creationId xmlns:a16="http://schemas.microsoft.com/office/drawing/2014/main" id="{C9F6C534-CF56-EF4F-A016-10EC396161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Freeform 99">
                <a:extLst>
                  <a:ext uri="{FF2B5EF4-FFF2-40B4-BE49-F238E27FC236}">
                    <a16:creationId xmlns:a16="http://schemas.microsoft.com/office/drawing/2014/main" id="{DA5BF304-9870-764A-B0F5-9FF2B7ED4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Freeform 100">
                <a:extLst>
                  <a:ext uri="{FF2B5EF4-FFF2-40B4-BE49-F238E27FC236}">
                    <a16:creationId xmlns:a16="http://schemas.microsoft.com/office/drawing/2014/main" id="{07D68364-0B89-644B-BD60-0F0C6ABFAD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101">
                <a:extLst>
                  <a:ext uri="{FF2B5EF4-FFF2-40B4-BE49-F238E27FC236}">
                    <a16:creationId xmlns:a16="http://schemas.microsoft.com/office/drawing/2014/main" id="{4AA38C9F-219B-1840-A122-8E38BA7B273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102">
                <a:extLst>
                  <a:ext uri="{FF2B5EF4-FFF2-40B4-BE49-F238E27FC236}">
                    <a16:creationId xmlns:a16="http://schemas.microsoft.com/office/drawing/2014/main" id="{8F5DAA18-A8FA-CD48-B0B0-A930FC45A1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Freeform 103">
                <a:extLst>
                  <a:ext uri="{FF2B5EF4-FFF2-40B4-BE49-F238E27FC236}">
                    <a16:creationId xmlns:a16="http://schemas.microsoft.com/office/drawing/2014/main" id="{BA6CCE23-53C2-C745-A476-00D48D945B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Freeform 104">
                <a:extLst>
                  <a:ext uri="{FF2B5EF4-FFF2-40B4-BE49-F238E27FC236}">
                    <a16:creationId xmlns:a16="http://schemas.microsoft.com/office/drawing/2014/main" id="{AA596866-772F-3A4B-B4D7-E16E23A639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" name="Line 105">
              <a:extLst>
                <a:ext uri="{FF2B5EF4-FFF2-40B4-BE49-F238E27FC236}">
                  <a16:creationId xmlns:a16="http://schemas.microsoft.com/office/drawing/2014/main" id="{4B7C38D4-3B7B-E74D-91F1-8A969DE59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1185"/>
              <a:ext cx="0" cy="4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06">
              <a:extLst>
                <a:ext uri="{FF2B5EF4-FFF2-40B4-BE49-F238E27FC236}">
                  <a16:creationId xmlns:a16="http://schemas.microsoft.com/office/drawing/2014/main" id="{F8517569-233A-DD42-AED7-6DDB75AE7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684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07">
              <a:extLst>
                <a:ext uri="{FF2B5EF4-FFF2-40B4-BE49-F238E27FC236}">
                  <a16:creationId xmlns:a16="http://schemas.microsoft.com/office/drawing/2014/main" id="{DE752DE4-2D45-6046-9860-B58C4FF48A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775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08">
              <a:extLst>
                <a:ext uri="{FF2B5EF4-FFF2-40B4-BE49-F238E27FC236}">
                  <a16:creationId xmlns:a16="http://schemas.microsoft.com/office/drawing/2014/main" id="{423E417C-3AD0-AD4F-833E-D25F573BCE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49" y="1775"/>
              <a:ext cx="0" cy="6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Text Box 109">
              <a:extLst>
                <a:ext uri="{FF2B5EF4-FFF2-40B4-BE49-F238E27FC236}">
                  <a16:creationId xmlns:a16="http://schemas.microsoft.com/office/drawing/2014/main" id="{EFE92579-8CBF-4A49-846F-629310850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" y="867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4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107" name="Text Box 111">
              <a:extLst>
                <a:ext uri="{FF2B5EF4-FFF2-40B4-BE49-F238E27FC236}">
                  <a16:creationId xmlns:a16="http://schemas.microsoft.com/office/drawing/2014/main" id="{E175CFB4-AC38-4245-8E24-236F411D3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3" y="1228"/>
              <a:ext cx="5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/>
                <a:t>v</a:t>
              </a:r>
              <a:r>
                <a:rPr lang="en-US" altLang="zh-CN" b="1" baseline="-25000" dirty="0"/>
                <a:t>0</a:t>
              </a:r>
            </a:p>
          </p:txBody>
        </p:sp>
        <p:sp>
          <p:nvSpPr>
            <p:cNvPr id="108" name="Text Box 112">
              <a:extLst>
                <a:ext uri="{FF2B5EF4-FFF2-40B4-BE49-F238E27FC236}">
                  <a16:creationId xmlns:a16="http://schemas.microsoft.com/office/drawing/2014/main" id="{9F323AF9-F3C5-894E-BA87-F638A6837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1798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0.1F</a:t>
              </a:r>
            </a:p>
          </p:txBody>
        </p:sp>
        <p:sp>
          <p:nvSpPr>
            <p:cNvPr id="109" name="Oval 114">
              <a:extLst>
                <a:ext uri="{FF2B5EF4-FFF2-40B4-BE49-F238E27FC236}">
                  <a16:creationId xmlns:a16="http://schemas.microsoft.com/office/drawing/2014/main" id="{B6E4ED7D-C8AD-1B42-9F1B-F8183564D30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0800000" flipH="1" flipV="1">
              <a:off x="1815" y="1548"/>
              <a:ext cx="363" cy="363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" name="Group 120">
              <a:extLst>
                <a:ext uri="{FF2B5EF4-FFF2-40B4-BE49-F238E27FC236}">
                  <a16:creationId xmlns:a16="http://schemas.microsoft.com/office/drawing/2014/main" id="{83033871-7EDB-C543-94EF-F69234EE8C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2" y="1253"/>
              <a:ext cx="121" cy="121"/>
              <a:chOff x="1457" y="3023"/>
              <a:chExt cx="121" cy="121"/>
            </a:xfrm>
          </p:grpSpPr>
          <p:sp>
            <p:nvSpPr>
              <p:cNvPr id="123" name="Line 116">
                <a:extLst>
                  <a:ext uri="{FF2B5EF4-FFF2-40B4-BE49-F238E27FC236}">
                    <a16:creationId xmlns:a16="http://schemas.microsoft.com/office/drawing/2014/main" id="{01B82FEB-2CEF-224A-96D0-AE92E274E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0800000" flipH="1" flipV="1">
                <a:off x="1457" y="3084"/>
                <a:ext cx="1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117">
                <a:extLst>
                  <a:ext uri="{FF2B5EF4-FFF2-40B4-BE49-F238E27FC236}">
                    <a16:creationId xmlns:a16="http://schemas.microsoft.com/office/drawing/2014/main" id="{BF05129B-D7A6-814C-8B78-56D57FC86E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6200000" flipH="1" flipV="1">
                <a:off x="1457" y="3084"/>
                <a:ext cx="1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" name="Line 118">
              <a:extLst>
                <a:ext uri="{FF2B5EF4-FFF2-40B4-BE49-F238E27FC236}">
                  <a16:creationId xmlns:a16="http://schemas.microsoft.com/office/drawing/2014/main" id="{33E529D1-4546-6A4D-9EA7-6C5CF51BE9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0800000" flipH="1" flipV="1">
              <a:off x="2745" y="1321"/>
              <a:ext cx="1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Text Box 119">
              <a:extLst>
                <a:ext uri="{FF2B5EF4-FFF2-40B4-BE49-F238E27FC236}">
                  <a16:creationId xmlns:a16="http://schemas.microsoft.com/office/drawing/2014/main" id="{10593D81-6B77-314E-8D8E-961C5BD5D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6" y="1843"/>
              <a:ext cx="1814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2400">
                  <a:latin typeface="Times New Roman" pitchFamily="18" charset="0"/>
                </a:rPr>
                <a:t>2sin5t A</a:t>
              </a:r>
            </a:p>
          </p:txBody>
        </p:sp>
        <p:sp>
          <p:nvSpPr>
            <p:cNvPr id="113" name="Line 121">
              <a:extLst>
                <a:ext uri="{FF2B5EF4-FFF2-40B4-BE49-F238E27FC236}">
                  <a16:creationId xmlns:a16="http://schemas.microsoft.com/office/drawing/2014/main" id="{419CEEC8-9D0F-DF46-A68B-F11C453B5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7" y="1185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122">
              <a:extLst>
                <a:ext uri="{FF2B5EF4-FFF2-40B4-BE49-F238E27FC236}">
                  <a16:creationId xmlns:a16="http://schemas.microsoft.com/office/drawing/2014/main" id="{FE79DCB7-0EC6-514F-834C-638B964B4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184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5" name="Group 123">
              <a:extLst>
                <a:ext uri="{FF2B5EF4-FFF2-40B4-BE49-F238E27FC236}">
                  <a16:creationId xmlns:a16="http://schemas.microsoft.com/office/drawing/2014/main" id="{2DA403AD-7DCE-D24B-AD7F-1504A852A1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7" y="1638"/>
              <a:ext cx="363" cy="363"/>
              <a:chOff x="8460" y="10050"/>
              <a:chExt cx="360" cy="360"/>
            </a:xfrm>
          </p:grpSpPr>
          <p:sp>
            <p:nvSpPr>
              <p:cNvPr id="118" name="Oval 124">
                <a:extLst>
                  <a:ext uri="{FF2B5EF4-FFF2-40B4-BE49-F238E27FC236}">
                    <a16:creationId xmlns:a16="http://schemas.microsoft.com/office/drawing/2014/main" id="{CA03155E-7971-3046-9446-9D4113FD2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0800000" flipH="1" flipV="1">
                <a:off x="8460" y="10050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9" name="Group 125">
                <a:extLst>
                  <a:ext uri="{FF2B5EF4-FFF2-40B4-BE49-F238E27FC236}">
                    <a16:creationId xmlns:a16="http://schemas.microsoft.com/office/drawing/2014/main" id="{EA3078D0-B0AB-8641-BB04-48C29D6D6A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0800000" flipH="1" flipV="1">
                <a:off x="8578" y="10122"/>
                <a:ext cx="120" cy="201"/>
                <a:chOff x="9615" y="10500"/>
                <a:chExt cx="120" cy="201"/>
              </a:xfrm>
            </p:grpSpPr>
            <p:sp>
              <p:nvSpPr>
                <p:cNvPr id="120" name="Line 126">
                  <a:extLst>
                    <a:ext uri="{FF2B5EF4-FFF2-40B4-BE49-F238E27FC236}">
                      <a16:creationId xmlns:a16="http://schemas.microsoft.com/office/drawing/2014/main" id="{7561B893-AB10-DA46-8A05-B2AB58CCD6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Line 127">
                  <a:extLst>
                    <a:ext uri="{FF2B5EF4-FFF2-40B4-BE49-F238E27FC236}">
                      <a16:creationId xmlns:a16="http://schemas.microsoft.com/office/drawing/2014/main" id="{22434839-09B7-FB47-A7EE-50131AB124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-5400000"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" name="Line 128">
                  <a:extLst>
                    <a:ext uri="{FF2B5EF4-FFF2-40B4-BE49-F238E27FC236}">
                      <a16:creationId xmlns:a16="http://schemas.microsoft.com/office/drawing/2014/main" id="{8A1BF950-058B-9B45-AF54-1545F44B9E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15" y="10701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16" name="Line 129">
              <a:extLst>
                <a:ext uri="{FF2B5EF4-FFF2-40B4-BE49-F238E27FC236}">
                  <a16:creationId xmlns:a16="http://schemas.microsoft.com/office/drawing/2014/main" id="{BCF0411B-C441-8C48-ADDE-97777287E9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3" y="1185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Text Box 130">
              <a:extLst>
                <a:ext uri="{FF2B5EF4-FFF2-40B4-BE49-F238E27FC236}">
                  <a16:creationId xmlns:a16="http://schemas.microsoft.com/office/drawing/2014/main" id="{CD183009-8C9D-B548-83DA-130CF325EC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" y="1344"/>
              <a:ext cx="8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5V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61241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6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875613" y="233242"/>
            <a:ext cx="831691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/>
              <a:t>To obtain v</a:t>
            </a:r>
            <a:r>
              <a:rPr kumimoji="1" lang="en-US" altLang="zh-CN" sz="2000" b="1" baseline="-25000" dirty="0"/>
              <a:t>3</a:t>
            </a:r>
            <a:r>
              <a:rPr kumimoji="1" lang="en-US" altLang="zh-CN" sz="2000" b="1" dirty="0"/>
              <a:t>, we set the voltage sources to zero and transform the circuit to the frequency domain.</a:t>
            </a:r>
          </a:p>
        </p:txBody>
      </p:sp>
      <p:graphicFrame>
        <p:nvGraphicFramePr>
          <p:cNvPr id="37991" name="Object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566746"/>
              </p:ext>
            </p:extLst>
          </p:nvPr>
        </p:nvGraphicFramePr>
        <p:xfrm>
          <a:off x="4290294" y="933326"/>
          <a:ext cx="4741862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94" name="公式" r:id="rId3" imgW="1917360" imgH="215640" progId="Equation.3">
                  <p:embed/>
                </p:oleObj>
              </mc:Choice>
              <mc:Fallback>
                <p:oleObj name="公式" r:id="rId3" imgW="1917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0294" y="933326"/>
                        <a:ext cx="4741862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97" name="Group 109"/>
          <p:cNvGrpSpPr>
            <a:grpSpLocks/>
          </p:cNvGrpSpPr>
          <p:nvPr/>
        </p:nvGrpSpPr>
        <p:grpSpPr bwMode="auto">
          <a:xfrm>
            <a:off x="566876" y="1100820"/>
            <a:ext cx="4089932" cy="2316326"/>
            <a:chOff x="249" y="733"/>
            <a:chExt cx="3016" cy="1677"/>
          </a:xfrm>
        </p:grpSpPr>
        <p:sp>
          <p:nvSpPr>
            <p:cNvPr id="37893" name="Line 5"/>
            <p:cNvSpPr>
              <a:spLocks noChangeShapeType="1"/>
            </p:cNvSpPr>
            <p:nvPr/>
          </p:nvSpPr>
          <p:spPr bwMode="auto">
            <a:xfrm>
              <a:off x="249" y="1162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01" name="Group 13"/>
            <p:cNvGrpSpPr>
              <a:grpSpLocks/>
            </p:cNvGrpSpPr>
            <p:nvPr/>
          </p:nvGrpSpPr>
          <p:grpSpPr bwMode="auto">
            <a:xfrm>
              <a:off x="1541" y="1072"/>
              <a:ext cx="499" cy="182"/>
              <a:chOff x="1086" y="1591"/>
              <a:chExt cx="433" cy="118"/>
            </a:xfrm>
          </p:grpSpPr>
          <p:sp>
            <p:nvSpPr>
              <p:cNvPr id="37902" name="Freeform 14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3" name="Freeform 15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4" name="Freeform 16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5" name="Freeform 17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6" name="Freeform 18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7" name="Freeform 19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8" name="Freeform 20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9" name="Freeform 21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0" name="Freeform 22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1" name="Freeform 23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2" name="Freeform 24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3" name="Freeform 25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4" name="Freeform 26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5" name="Freeform 27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6" name="Freeform 28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7" name="Freeform 29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8" name="Freeform 30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9" name="Freeform 31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20" name="Line 32"/>
            <p:cNvSpPr>
              <a:spLocks noChangeShapeType="1"/>
            </p:cNvSpPr>
            <p:nvPr/>
          </p:nvSpPr>
          <p:spPr bwMode="auto">
            <a:xfrm flipV="1">
              <a:off x="249" y="1162"/>
              <a:ext cx="1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1" name="Line 33"/>
            <p:cNvSpPr>
              <a:spLocks noChangeShapeType="1"/>
            </p:cNvSpPr>
            <p:nvPr/>
          </p:nvSpPr>
          <p:spPr bwMode="auto">
            <a:xfrm>
              <a:off x="906" y="1162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2" name="Line 34"/>
            <p:cNvSpPr>
              <a:spLocks noChangeShapeType="1"/>
            </p:cNvSpPr>
            <p:nvPr/>
          </p:nvSpPr>
          <p:spPr bwMode="auto">
            <a:xfrm>
              <a:off x="1065" y="1162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3" name="Line 35"/>
            <p:cNvSpPr>
              <a:spLocks noChangeShapeType="1"/>
            </p:cNvSpPr>
            <p:nvPr/>
          </p:nvSpPr>
          <p:spPr bwMode="auto">
            <a:xfrm flipH="1">
              <a:off x="1065" y="1888"/>
              <a:ext cx="0" cy="5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24" name="Group 36"/>
            <p:cNvGrpSpPr>
              <a:grpSpLocks/>
            </p:cNvGrpSpPr>
            <p:nvPr/>
          </p:nvGrpSpPr>
          <p:grpSpPr bwMode="auto">
            <a:xfrm>
              <a:off x="407" y="1072"/>
              <a:ext cx="527" cy="171"/>
              <a:chOff x="3994" y="482"/>
              <a:chExt cx="527" cy="171"/>
            </a:xfrm>
          </p:grpSpPr>
          <p:sp>
            <p:nvSpPr>
              <p:cNvPr id="37925" name="Freeform 37"/>
              <p:cNvSpPr>
                <a:spLocks/>
              </p:cNvSpPr>
              <p:nvPr/>
            </p:nvSpPr>
            <p:spPr bwMode="auto">
              <a:xfrm>
                <a:off x="3994" y="482"/>
                <a:ext cx="82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26" name="Freeform 38"/>
              <p:cNvSpPr>
                <a:spLocks noEditPoints="1"/>
              </p:cNvSpPr>
              <p:nvPr/>
            </p:nvSpPr>
            <p:spPr bwMode="auto">
              <a:xfrm>
                <a:off x="4076" y="482"/>
                <a:ext cx="84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27" name="Freeform 39"/>
              <p:cNvSpPr>
                <a:spLocks noEditPoints="1"/>
              </p:cNvSpPr>
              <p:nvPr/>
            </p:nvSpPr>
            <p:spPr bwMode="auto">
              <a:xfrm>
                <a:off x="4136" y="582"/>
                <a:ext cx="24" cy="71"/>
              </a:xfrm>
              <a:custGeom>
                <a:avLst/>
                <a:gdLst>
                  <a:gd name="T0" fmla="*/ 29 w 29"/>
                  <a:gd name="T1" fmla="*/ 0 h 69"/>
                  <a:gd name="T2" fmla="*/ 23 w 29"/>
                  <a:gd name="T3" fmla="*/ 40 h 69"/>
                  <a:gd name="T4" fmla="*/ 0 w 29"/>
                  <a:gd name="T5" fmla="*/ 69 h 69"/>
                  <a:gd name="T6" fmla="*/ 0 w 29"/>
                  <a:gd name="T7" fmla="*/ 69 h 69"/>
                  <a:gd name="T8" fmla="*/ 23 w 29"/>
                  <a:gd name="T9" fmla="*/ 40 h 69"/>
                  <a:gd name="T10" fmla="*/ 29 w 29"/>
                  <a:gd name="T11" fmla="*/ 0 h 69"/>
                  <a:gd name="T12" fmla="*/ 29 w 29"/>
                  <a:gd name="T13" fmla="*/ 0 h 69"/>
                  <a:gd name="T14" fmla="*/ 29 w 29"/>
                  <a:gd name="T15" fmla="*/ 0 h 69"/>
                  <a:gd name="T16" fmla="*/ 29 w 29"/>
                  <a:gd name="T17" fmla="*/ 0 h 69"/>
                  <a:gd name="T18" fmla="*/ 29 w 29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0"/>
                    </a:moveTo>
                    <a:lnTo>
                      <a:pt x="23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3" y="4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28" name="Freeform 40"/>
              <p:cNvSpPr>
                <a:spLocks noEditPoints="1"/>
              </p:cNvSpPr>
              <p:nvPr/>
            </p:nvSpPr>
            <p:spPr bwMode="auto">
              <a:xfrm>
                <a:off x="4116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5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5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5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29" name="Freeform 41"/>
              <p:cNvSpPr>
                <a:spLocks noEditPoints="1"/>
              </p:cNvSpPr>
              <p:nvPr/>
            </p:nvSpPr>
            <p:spPr bwMode="auto">
              <a:xfrm>
                <a:off x="4116" y="482"/>
                <a:ext cx="78" cy="100"/>
              </a:xfrm>
              <a:custGeom>
                <a:avLst/>
                <a:gdLst>
                  <a:gd name="T0" fmla="*/ 0 w 92"/>
                  <a:gd name="T1" fmla="*/ 99 h 99"/>
                  <a:gd name="T2" fmla="*/ 5 w 92"/>
                  <a:gd name="T3" fmla="*/ 64 h 99"/>
                  <a:gd name="T4" fmla="*/ 29 w 92"/>
                  <a:gd name="T5" fmla="*/ 29 h 99"/>
                  <a:gd name="T6" fmla="*/ 58 w 92"/>
                  <a:gd name="T7" fmla="*/ 6 h 99"/>
                  <a:gd name="T8" fmla="*/ 92 w 92"/>
                  <a:gd name="T9" fmla="*/ 0 h 99"/>
                  <a:gd name="T10" fmla="*/ 92 w 92"/>
                  <a:gd name="T11" fmla="*/ 0 h 99"/>
                  <a:gd name="T12" fmla="*/ 58 w 92"/>
                  <a:gd name="T13" fmla="*/ 6 h 99"/>
                  <a:gd name="T14" fmla="*/ 29 w 92"/>
                  <a:gd name="T15" fmla="*/ 29 h 99"/>
                  <a:gd name="T16" fmla="*/ 5 w 92"/>
                  <a:gd name="T17" fmla="*/ 64 h 99"/>
                  <a:gd name="T18" fmla="*/ 0 w 92"/>
                  <a:gd name="T19" fmla="*/ 99 h 99"/>
                  <a:gd name="T20" fmla="*/ 0 w 92"/>
                  <a:gd name="T21" fmla="*/ 99 h 99"/>
                  <a:gd name="T22" fmla="*/ 0 w 92"/>
                  <a:gd name="T23" fmla="*/ 99 h 99"/>
                  <a:gd name="T24" fmla="*/ 0 w 92"/>
                  <a:gd name="T25" fmla="*/ 99 h 99"/>
                  <a:gd name="T26" fmla="*/ 0 w 92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" h="99">
                    <a:moveTo>
                      <a:pt x="0" y="99"/>
                    </a:moveTo>
                    <a:lnTo>
                      <a:pt x="5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5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0" name="Freeform 42"/>
              <p:cNvSpPr>
                <a:spLocks noEditPoints="1"/>
              </p:cNvSpPr>
              <p:nvPr/>
            </p:nvSpPr>
            <p:spPr bwMode="auto">
              <a:xfrm>
                <a:off x="4194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41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41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41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41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1" name="Freeform 43"/>
              <p:cNvSpPr>
                <a:spLocks noEditPoints="1"/>
              </p:cNvSpPr>
              <p:nvPr/>
            </p:nvSpPr>
            <p:spPr bwMode="auto">
              <a:xfrm>
                <a:off x="4258" y="582"/>
                <a:ext cx="19" cy="71"/>
              </a:xfrm>
              <a:custGeom>
                <a:avLst/>
                <a:gdLst>
                  <a:gd name="T0" fmla="*/ 23 w 23"/>
                  <a:gd name="T1" fmla="*/ 0 h 69"/>
                  <a:gd name="T2" fmla="*/ 17 w 23"/>
                  <a:gd name="T3" fmla="*/ 40 h 69"/>
                  <a:gd name="T4" fmla="*/ 0 w 23"/>
                  <a:gd name="T5" fmla="*/ 69 h 69"/>
                  <a:gd name="T6" fmla="*/ 0 w 23"/>
                  <a:gd name="T7" fmla="*/ 69 h 69"/>
                  <a:gd name="T8" fmla="*/ 17 w 23"/>
                  <a:gd name="T9" fmla="*/ 40 h 69"/>
                  <a:gd name="T10" fmla="*/ 23 w 23"/>
                  <a:gd name="T11" fmla="*/ 0 h 69"/>
                  <a:gd name="T12" fmla="*/ 23 w 23"/>
                  <a:gd name="T13" fmla="*/ 0 h 69"/>
                  <a:gd name="T14" fmla="*/ 23 w 23"/>
                  <a:gd name="T15" fmla="*/ 0 h 69"/>
                  <a:gd name="T16" fmla="*/ 23 w 23"/>
                  <a:gd name="T17" fmla="*/ 0 h 69"/>
                  <a:gd name="T18" fmla="*/ 23 w 23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0"/>
                    </a:moveTo>
                    <a:lnTo>
                      <a:pt x="17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7" y="40"/>
                    </a:lnTo>
                    <a:lnTo>
                      <a:pt x="23" y="0"/>
                    </a:lnTo>
                    <a:lnTo>
                      <a:pt x="23" y="0"/>
                    </a:lnTo>
                    <a:close/>
                    <a:moveTo>
                      <a:pt x="23" y="0"/>
                    </a:moveTo>
                    <a:lnTo>
                      <a:pt x="23" y="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2" name="Freeform 44"/>
              <p:cNvSpPr>
                <a:spLocks noEditPoints="1"/>
              </p:cNvSpPr>
              <p:nvPr/>
            </p:nvSpPr>
            <p:spPr bwMode="auto">
              <a:xfrm>
                <a:off x="4233" y="582"/>
                <a:ext cx="25" cy="71"/>
              </a:xfrm>
              <a:custGeom>
                <a:avLst/>
                <a:gdLst>
                  <a:gd name="T0" fmla="*/ 29 w 29"/>
                  <a:gd name="T1" fmla="*/ 69 h 69"/>
                  <a:gd name="T2" fmla="*/ 6 w 29"/>
                  <a:gd name="T3" fmla="*/ 40 h 69"/>
                  <a:gd name="T4" fmla="*/ 0 w 29"/>
                  <a:gd name="T5" fmla="*/ 0 h 69"/>
                  <a:gd name="T6" fmla="*/ 0 w 29"/>
                  <a:gd name="T7" fmla="*/ 0 h 69"/>
                  <a:gd name="T8" fmla="*/ 6 w 29"/>
                  <a:gd name="T9" fmla="*/ 40 h 69"/>
                  <a:gd name="T10" fmla="*/ 29 w 29"/>
                  <a:gd name="T11" fmla="*/ 69 h 69"/>
                  <a:gd name="T12" fmla="*/ 29 w 29"/>
                  <a:gd name="T13" fmla="*/ 69 h 69"/>
                  <a:gd name="T14" fmla="*/ 29 w 29"/>
                  <a:gd name="T15" fmla="*/ 69 h 69"/>
                  <a:gd name="T16" fmla="*/ 29 w 29"/>
                  <a:gd name="T17" fmla="*/ 69 h 69"/>
                  <a:gd name="T18" fmla="*/ 29 w 29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9" y="69"/>
                    </a:lnTo>
                    <a:lnTo>
                      <a:pt x="29" y="69"/>
                    </a:lnTo>
                    <a:close/>
                    <a:moveTo>
                      <a:pt x="29" y="69"/>
                    </a:moveTo>
                    <a:lnTo>
                      <a:pt x="29" y="69"/>
                    </a:lnTo>
                    <a:lnTo>
                      <a:pt x="29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3" name="Freeform 45"/>
              <p:cNvSpPr>
                <a:spLocks noEditPoints="1"/>
              </p:cNvSpPr>
              <p:nvPr/>
            </p:nvSpPr>
            <p:spPr bwMode="auto">
              <a:xfrm>
                <a:off x="4233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4" name="Freeform 46"/>
              <p:cNvSpPr>
                <a:spLocks noEditPoints="1"/>
              </p:cNvSpPr>
              <p:nvPr/>
            </p:nvSpPr>
            <p:spPr bwMode="auto">
              <a:xfrm>
                <a:off x="4316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69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69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69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69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5" name="Freeform 47"/>
              <p:cNvSpPr>
                <a:spLocks noEditPoints="1"/>
              </p:cNvSpPr>
              <p:nvPr/>
            </p:nvSpPr>
            <p:spPr bwMode="auto">
              <a:xfrm>
                <a:off x="4375" y="582"/>
                <a:ext cx="24" cy="71"/>
              </a:xfrm>
              <a:custGeom>
                <a:avLst/>
                <a:gdLst>
                  <a:gd name="T0" fmla="*/ 30 w 30"/>
                  <a:gd name="T1" fmla="*/ 0 h 69"/>
                  <a:gd name="T2" fmla="*/ 24 w 30"/>
                  <a:gd name="T3" fmla="*/ 40 h 69"/>
                  <a:gd name="T4" fmla="*/ 0 w 30"/>
                  <a:gd name="T5" fmla="*/ 69 h 69"/>
                  <a:gd name="T6" fmla="*/ 0 w 30"/>
                  <a:gd name="T7" fmla="*/ 69 h 69"/>
                  <a:gd name="T8" fmla="*/ 24 w 30"/>
                  <a:gd name="T9" fmla="*/ 40 h 69"/>
                  <a:gd name="T10" fmla="*/ 30 w 30"/>
                  <a:gd name="T11" fmla="*/ 0 h 69"/>
                  <a:gd name="T12" fmla="*/ 30 w 30"/>
                  <a:gd name="T13" fmla="*/ 0 h 69"/>
                  <a:gd name="T14" fmla="*/ 30 w 30"/>
                  <a:gd name="T15" fmla="*/ 0 h 69"/>
                  <a:gd name="T16" fmla="*/ 30 w 30"/>
                  <a:gd name="T17" fmla="*/ 0 h 69"/>
                  <a:gd name="T18" fmla="*/ 30 w 30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69">
                    <a:moveTo>
                      <a:pt x="30" y="0"/>
                    </a:moveTo>
                    <a:lnTo>
                      <a:pt x="24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4" y="40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6" name="Freeform 48"/>
              <p:cNvSpPr>
                <a:spLocks noEditPoints="1"/>
              </p:cNvSpPr>
              <p:nvPr/>
            </p:nvSpPr>
            <p:spPr bwMode="auto">
              <a:xfrm>
                <a:off x="4355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6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6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7" name="Freeform 49"/>
              <p:cNvSpPr>
                <a:spLocks noEditPoints="1"/>
              </p:cNvSpPr>
              <p:nvPr/>
            </p:nvSpPr>
            <p:spPr bwMode="auto">
              <a:xfrm>
                <a:off x="4355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58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58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8" name="Freeform 50"/>
              <p:cNvSpPr>
                <a:spLocks noEditPoints="1"/>
              </p:cNvSpPr>
              <p:nvPr/>
            </p:nvSpPr>
            <p:spPr bwMode="auto">
              <a:xfrm>
                <a:off x="4438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39" name="Line 51"/>
            <p:cNvSpPr>
              <a:spLocks noChangeShapeType="1"/>
            </p:cNvSpPr>
            <p:nvPr/>
          </p:nvSpPr>
          <p:spPr bwMode="auto">
            <a:xfrm flipV="1">
              <a:off x="1065" y="1570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0" name="Line 52"/>
            <p:cNvSpPr>
              <a:spLocks noChangeShapeType="1"/>
            </p:cNvSpPr>
            <p:nvPr/>
          </p:nvSpPr>
          <p:spPr bwMode="auto">
            <a:xfrm flipV="1">
              <a:off x="249" y="2409"/>
              <a:ext cx="290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1" name="Text Box 53"/>
            <p:cNvSpPr txBox="1">
              <a:spLocks noChangeArrowheads="1"/>
            </p:cNvSpPr>
            <p:nvPr/>
          </p:nvSpPr>
          <p:spPr bwMode="auto">
            <a:xfrm>
              <a:off x="1541" y="844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pSp>
          <p:nvGrpSpPr>
            <p:cNvPr id="37943" name="Group 55"/>
            <p:cNvGrpSpPr>
              <a:grpSpLocks/>
            </p:cNvGrpSpPr>
            <p:nvPr/>
          </p:nvGrpSpPr>
          <p:grpSpPr bwMode="auto">
            <a:xfrm>
              <a:off x="2494" y="1072"/>
              <a:ext cx="499" cy="182"/>
              <a:chOff x="1086" y="1591"/>
              <a:chExt cx="433" cy="118"/>
            </a:xfrm>
          </p:grpSpPr>
          <p:sp>
            <p:nvSpPr>
              <p:cNvPr id="37944" name="Freeform 56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45" name="Freeform 57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46" name="Freeform 58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47" name="Freeform 59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48" name="Freeform 60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49" name="Freeform 61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50" name="Freeform 62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51" name="Freeform 63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52" name="Freeform 64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53" name="Freeform 65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54" name="Freeform 66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55" name="Freeform 67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56" name="Freeform 68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57" name="Freeform 69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58" name="Freeform 70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59" name="Freeform 71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60" name="Freeform 72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61" name="Freeform 73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62" name="Line 74"/>
            <p:cNvSpPr>
              <a:spLocks noChangeShapeType="1"/>
            </p:cNvSpPr>
            <p:nvPr/>
          </p:nvSpPr>
          <p:spPr bwMode="auto">
            <a:xfrm>
              <a:off x="2222" y="1162"/>
              <a:ext cx="0" cy="4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3" name="Line 75"/>
            <p:cNvSpPr>
              <a:spLocks noChangeShapeType="1"/>
            </p:cNvSpPr>
            <p:nvPr/>
          </p:nvSpPr>
          <p:spPr bwMode="auto">
            <a:xfrm>
              <a:off x="2086" y="1661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4" name="Line 76"/>
            <p:cNvSpPr>
              <a:spLocks noChangeShapeType="1"/>
            </p:cNvSpPr>
            <p:nvPr/>
          </p:nvSpPr>
          <p:spPr bwMode="auto">
            <a:xfrm>
              <a:off x="2086" y="1752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5" name="Line 77"/>
            <p:cNvSpPr>
              <a:spLocks noChangeShapeType="1"/>
            </p:cNvSpPr>
            <p:nvPr/>
          </p:nvSpPr>
          <p:spPr bwMode="auto">
            <a:xfrm flipH="1">
              <a:off x="2222" y="1752"/>
              <a:ext cx="0" cy="6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6" name="Text Box 78"/>
            <p:cNvSpPr txBox="1">
              <a:spLocks noChangeArrowheads="1"/>
            </p:cNvSpPr>
            <p:nvPr/>
          </p:nvSpPr>
          <p:spPr bwMode="auto">
            <a:xfrm>
              <a:off x="2494" y="844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4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37969" name="Oval 81"/>
            <p:cNvSpPr>
              <a:spLocks noChangeArrowheads="1"/>
            </p:cNvSpPr>
            <p:nvPr/>
          </p:nvSpPr>
          <p:spPr bwMode="auto">
            <a:xfrm rot="-10800000" flipH="1" flipV="1">
              <a:off x="884" y="1525"/>
              <a:ext cx="363" cy="363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70" name="Group 82"/>
            <p:cNvGrpSpPr>
              <a:grpSpLocks/>
            </p:cNvGrpSpPr>
            <p:nvPr/>
          </p:nvGrpSpPr>
          <p:grpSpPr bwMode="auto">
            <a:xfrm>
              <a:off x="1405" y="1230"/>
              <a:ext cx="121" cy="121"/>
              <a:chOff x="1457" y="3023"/>
              <a:chExt cx="121" cy="121"/>
            </a:xfrm>
          </p:grpSpPr>
          <p:sp>
            <p:nvSpPr>
              <p:cNvPr id="37971" name="Line 83"/>
              <p:cNvSpPr>
                <a:spLocks noChangeShapeType="1"/>
              </p:cNvSpPr>
              <p:nvPr/>
            </p:nvSpPr>
            <p:spPr bwMode="auto">
              <a:xfrm rot="-10800000" flipH="1" flipV="1">
                <a:off x="1457" y="3084"/>
                <a:ext cx="1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72" name="Line 84"/>
              <p:cNvSpPr>
                <a:spLocks noChangeShapeType="1"/>
              </p:cNvSpPr>
              <p:nvPr/>
            </p:nvSpPr>
            <p:spPr bwMode="auto">
              <a:xfrm rot="-16200000" flipH="1" flipV="1">
                <a:off x="1457" y="3084"/>
                <a:ext cx="1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73" name="Line 85"/>
            <p:cNvSpPr>
              <a:spLocks noChangeShapeType="1"/>
            </p:cNvSpPr>
            <p:nvPr/>
          </p:nvSpPr>
          <p:spPr bwMode="auto">
            <a:xfrm rot="-10800000" flipH="1" flipV="1">
              <a:off x="2018" y="1298"/>
              <a:ext cx="1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5" name="Line 87"/>
            <p:cNvSpPr>
              <a:spLocks noChangeShapeType="1"/>
            </p:cNvSpPr>
            <p:nvPr/>
          </p:nvSpPr>
          <p:spPr bwMode="auto">
            <a:xfrm>
              <a:off x="2040" y="1162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6" name="Line 88"/>
            <p:cNvSpPr>
              <a:spLocks noChangeShapeType="1"/>
            </p:cNvSpPr>
            <p:nvPr/>
          </p:nvSpPr>
          <p:spPr bwMode="auto">
            <a:xfrm>
              <a:off x="3151" y="1161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3" name="Line 95"/>
            <p:cNvSpPr>
              <a:spLocks noChangeShapeType="1"/>
            </p:cNvSpPr>
            <p:nvPr/>
          </p:nvSpPr>
          <p:spPr bwMode="auto">
            <a:xfrm flipV="1">
              <a:off x="3016" y="1162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7985" name="Object 97"/>
            <p:cNvGraphicFramePr>
              <a:graphicFrameLocks noChangeAspect="1"/>
            </p:cNvGraphicFramePr>
            <p:nvPr/>
          </p:nvGraphicFramePr>
          <p:xfrm>
            <a:off x="1088" y="1820"/>
            <a:ext cx="907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95" name="公式" r:id="rId5" imgW="596880" imgH="190440" progId="Equation.3">
                    <p:embed/>
                  </p:oleObj>
                </mc:Choice>
                <mc:Fallback>
                  <p:oleObj name="公式" r:id="rId5" imgW="5968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8" y="1820"/>
                          <a:ext cx="907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86" name="Object 9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2878258"/>
                </p:ext>
              </p:extLst>
            </p:nvPr>
          </p:nvGraphicFramePr>
          <p:xfrm>
            <a:off x="1630" y="1233"/>
            <a:ext cx="229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96" name="Equation" r:id="rId7" imgW="139680" imgH="241200" progId="Equation.DSMT4">
                    <p:embed/>
                  </p:oleObj>
                </mc:Choice>
                <mc:Fallback>
                  <p:oleObj name="Equation" r:id="rId7" imgW="139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" y="1233"/>
                          <a:ext cx="229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87" name="Object 99"/>
            <p:cNvGraphicFramePr>
              <a:graphicFrameLocks noChangeAspect="1"/>
            </p:cNvGraphicFramePr>
            <p:nvPr/>
          </p:nvGraphicFramePr>
          <p:xfrm>
            <a:off x="385" y="822"/>
            <a:ext cx="52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97" name="公式" r:id="rId9" imgW="330120" imgH="177480" progId="Equation.3">
                    <p:embed/>
                  </p:oleObj>
                </mc:Choice>
                <mc:Fallback>
                  <p:oleObj name="公式" r:id="rId9" imgW="3301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822"/>
                          <a:ext cx="52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88" name="Object 10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5406137"/>
                </p:ext>
              </p:extLst>
            </p:nvPr>
          </p:nvGraphicFramePr>
          <p:xfrm>
            <a:off x="2244" y="1729"/>
            <a:ext cx="56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98" name="公式" r:id="rId11" imgW="355320" imgH="177480" progId="Equation.3">
                    <p:embed/>
                  </p:oleObj>
                </mc:Choice>
                <mc:Fallback>
                  <p:oleObj name="公式" r:id="rId11" imgW="3553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4" y="1729"/>
                          <a:ext cx="56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89" name="Line 101"/>
            <p:cNvSpPr>
              <a:spLocks noChangeShapeType="1"/>
            </p:cNvSpPr>
            <p:nvPr/>
          </p:nvSpPr>
          <p:spPr bwMode="auto">
            <a:xfrm>
              <a:off x="1088" y="1162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7990" name="Object 10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023872"/>
                </p:ext>
              </p:extLst>
            </p:nvPr>
          </p:nvGraphicFramePr>
          <p:xfrm>
            <a:off x="1113" y="733"/>
            <a:ext cx="25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199" name="Equation" r:id="rId13" imgW="152280" imgH="241200" progId="Equation.DSMT4">
                    <p:embed/>
                  </p:oleObj>
                </mc:Choice>
                <mc:Fallback>
                  <p:oleObj name="Equation" r:id="rId13" imgW="152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3" y="733"/>
                          <a:ext cx="25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994" name="Objec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973815"/>
              </p:ext>
            </p:extLst>
          </p:nvPr>
        </p:nvGraphicFramePr>
        <p:xfrm>
          <a:off x="4873707" y="1460605"/>
          <a:ext cx="348297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00" name="公式" r:id="rId15" imgW="1409400" imgH="380880" progId="Equation.3">
                  <p:embed/>
                </p:oleObj>
              </mc:Choice>
              <mc:Fallback>
                <p:oleObj name="公式" r:id="rId15" imgW="14094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707" y="1460605"/>
                        <a:ext cx="3482975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95" name="Text Box 107"/>
          <p:cNvSpPr txBox="1">
            <a:spLocks noChangeArrowheads="1"/>
          </p:cNvSpPr>
          <p:nvPr/>
        </p:nvSpPr>
        <p:spPr bwMode="auto">
          <a:xfrm>
            <a:off x="4782307" y="2392438"/>
            <a:ext cx="26894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/>
              <a:t>By current division</a:t>
            </a:r>
          </a:p>
        </p:txBody>
      </p:sp>
      <p:graphicFrame>
        <p:nvGraphicFramePr>
          <p:cNvPr id="37996" name="Object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015148"/>
              </p:ext>
            </p:extLst>
          </p:nvPr>
        </p:nvGraphicFramePr>
        <p:xfrm>
          <a:off x="4859810" y="2830187"/>
          <a:ext cx="4172346" cy="955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01" name="Equation" r:id="rId17" imgW="2095200" imgH="457200" progId="Equation.DSMT4">
                  <p:embed/>
                </p:oleObj>
              </mc:Choice>
              <mc:Fallback>
                <p:oleObj name="Equation" r:id="rId17" imgW="2095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810" y="2830187"/>
                        <a:ext cx="4172346" cy="9558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Group 134">
            <a:extLst>
              <a:ext uri="{FF2B5EF4-FFF2-40B4-BE49-F238E27FC236}">
                <a16:creationId xmlns:a16="http://schemas.microsoft.com/office/drawing/2014/main" id="{80A4B953-FEBE-7E4F-9B65-25F1B1D442E9}"/>
              </a:ext>
            </a:extLst>
          </p:cNvPr>
          <p:cNvGrpSpPr>
            <a:grpSpLocks/>
          </p:cNvGrpSpPr>
          <p:nvPr/>
        </p:nvGrpSpPr>
        <p:grpSpPr bwMode="auto">
          <a:xfrm>
            <a:off x="293775" y="3610519"/>
            <a:ext cx="5289865" cy="2314156"/>
            <a:chOff x="635" y="867"/>
            <a:chExt cx="4105" cy="1566"/>
          </a:xfrm>
        </p:grpSpPr>
        <p:sp>
          <p:nvSpPr>
            <p:cNvPr id="89" name="Line 6">
              <a:extLst>
                <a:ext uri="{FF2B5EF4-FFF2-40B4-BE49-F238E27FC236}">
                  <a16:creationId xmlns:a16="http://schemas.microsoft.com/office/drawing/2014/main" id="{9AA6D06C-03FF-B247-93FD-A744EE17C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185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0" name="Group 7">
              <a:extLst>
                <a:ext uri="{FF2B5EF4-FFF2-40B4-BE49-F238E27FC236}">
                  <a16:creationId xmlns:a16="http://schemas.microsoft.com/office/drawing/2014/main" id="{C27C0491-1D3C-1C45-8890-CEC48FE701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" y="1639"/>
              <a:ext cx="363" cy="363"/>
              <a:chOff x="8460" y="10050"/>
              <a:chExt cx="360" cy="360"/>
            </a:xfrm>
          </p:grpSpPr>
          <p:sp>
            <p:nvSpPr>
              <p:cNvPr id="176" name="Oval 8">
                <a:extLst>
                  <a:ext uri="{FF2B5EF4-FFF2-40B4-BE49-F238E27FC236}">
                    <a16:creationId xmlns:a16="http://schemas.microsoft.com/office/drawing/2014/main" id="{DEEA3572-BCE7-EE44-A77A-53F0D8AB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0800000" flipH="1" flipV="1">
                <a:off x="8460" y="10050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77" name="Group 9">
                <a:extLst>
                  <a:ext uri="{FF2B5EF4-FFF2-40B4-BE49-F238E27FC236}">
                    <a16:creationId xmlns:a16="http://schemas.microsoft.com/office/drawing/2014/main" id="{0E995A1F-7B47-164F-99CE-41758AD2BE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0800000" flipH="1" flipV="1">
                <a:off x="8578" y="10122"/>
                <a:ext cx="120" cy="201"/>
                <a:chOff x="9615" y="10500"/>
                <a:chExt cx="120" cy="201"/>
              </a:xfrm>
            </p:grpSpPr>
            <p:sp>
              <p:nvSpPr>
                <p:cNvPr id="178" name="Line 10">
                  <a:extLst>
                    <a:ext uri="{FF2B5EF4-FFF2-40B4-BE49-F238E27FC236}">
                      <a16:creationId xmlns:a16="http://schemas.microsoft.com/office/drawing/2014/main" id="{4C8D40BA-E2C4-0C45-843C-FC4D54EB4F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" name="Line 11">
                  <a:extLst>
                    <a:ext uri="{FF2B5EF4-FFF2-40B4-BE49-F238E27FC236}">
                      <a16:creationId xmlns:a16="http://schemas.microsoft.com/office/drawing/2014/main" id="{27EB1382-1EC9-3046-9708-60D3B660A2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-5400000"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" name="Line 12">
                  <a:extLst>
                    <a:ext uri="{FF2B5EF4-FFF2-40B4-BE49-F238E27FC236}">
                      <a16:creationId xmlns:a16="http://schemas.microsoft.com/office/drawing/2014/main" id="{29FA70D0-3053-3A4D-8D89-6FECD9B283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15" y="10701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91" name="Text Box 13">
              <a:extLst>
                <a:ext uri="{FF2B5EF4-FFF2-40B4-BE49-F238E27FC236}">
                  <a16:creationId xmlns:a16="http://schemas.microsoft.com/office/drawing/2014/main" id="{DEC99B3C-E846-9847-8CD4-3A4A8C2F7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" y="1933"/>
              <a:ext cx="1814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2400">
                  <a:latin typeface="Times New Roman" pitchFamily="18" charset="0"/>
                </a:rPr>
                <a:t>10cos2t V</a:t>
              </a:r>
            </a:p>
          </p:txBody>
        </p:sp>
        <p:grpSp>
          <p:nvGrpSpPr>
            <p:cNvPr id="92" name="Group 14">
              <a:extLst>
                <a:ext uri="{FF2B5EF4-FFF2-40B4-BE49-F238E27FC236}">
                  <a16:creationId xmlns:a16="http://schemas.microsoft.com/office/drawing/2014/main" id="{FE34EF46-FB1F-3F48-862D-06A5E4398D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8" y="1095"/>
              <a:ext cx="499" cy="182"/>
              <a:chOff x="1086" y="1591"/>
              <a:chExt cx="433" cy="118"/>
            </a:xfrm>
          </p:grpSpPr>
          <p:sp>
            <p:nvSpPr>
              <p:cNvPr id="158" name="Freeform 15">
                <a:extLst>
                  <a:ext uri="{FF2B5EF4-FFF2-40B4-BE49-F238E27FC236}">
                    <a16:creationId xmlns:a16="http://schemas.microsoft.com/office/drawing/2014/main" id="{83423042-CC64-8545-B785-B2208D078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16">
                <a:extLst>
                  <a:ext uri="{FF2B5EF4-FFF2-40B4-BE49-F238E27FC236}">
                    <a16:creationId xmlns:a16="http://schemas.microsoft.com/office/drawing/2014/main" id="{EB3C8D83-1E28-1348-BE46-383A54CCC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Freeform 17">
                <a:extLst>
                  <a:ext uri="{FF2B5EF4-FFF2-40B4-BE49-F238E27FC236}">
                    <a16:creationId xmlns:a16="http://schemas.microsoft.com/office/drawing/2014/main" id="{A151CE93-BAE2-D94F-B49A-17F3B251BA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18">
                <a:extLst>
                  <a:ext uri="{FF2B5EF4-FFF2-40B4-BE49-F238E27FC236}">
                    <a16:creationId xmlns:a16="http://schemas.microsoft.com/office/drawing/2014/main" id="{903DB6C1-1A4D-FE4E-9C0B-0A8DB33FFB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19">
                <a:extLst>
                  <a:ext uri="{FF2B5EF4-FFF2-40B4-BE49-F238E27FC236}">
                    <a16:creationId xmlns:a16="http://schemas.microsoft.com/office/drawing/2014/main" id="{A13321DD-1603-B646-8F38-E7A5049605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20">
                <a:extLst>
                  <a:ext uri="{FF2B5EF4-FFF2-40B4-BE49-F238E27FC236}">
                    <a16:creationId xmlns:a16="http://schemas.microsoft.com/office/drawing/2014/main" id="{87944801-16F1-3D4D-837E-1C2C43EF70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21">
                <a:extLst>
                  <a:ext uri="{FF2B5EF4-FFF2-40B4-BE49-F238E27FC236}">
                    <a16:creationId xmlns:a16="http://schemas.microsoft.com/office/drawing/2014/main" id="{D5D81F5E-EB98-C046-ABDF-ECAB60CAF6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22">
                <a:extLst>
                  <a:ext uri="{FF2B5EF4-FFF2-40B4-BE49-F238E27FC236}">
                    <a16:creationId xmlns:a16="http://schemas.microsoft.com/office/drawing/2014/main" id="{6C57EC70-BFE3-954E-95BF-1BABD0D09E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23">
                <a:extLst>
                  <a:ext uri="{FF2B5EF4-FFF2-40B4-BE49-F238E27FC236}">
                    <a16:creationId xmlns:a16="http://schemas.microsoft.com/office/drawing/2014/main" id="{7C12EE7F-25ED-EE4A-BBF0-E786A99DE8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" name="Freeform 24">
                <a:extLst>
                  <a:ext uri="{FF2B5EF4-FFF2-40B4-BE49-F238E27FC236}">
                    <a16:creationId xmlns:a16="http://schemas.microsoft.com/office/drawing/2014/main" id="{D4AE3B1E-8EEF-0C46-BA0C-5895BB6138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" name="Freeform 25">
                <a:extLst>
                  <a:ext uri="{FF2B5EF4-FFF2-40B4-BE49-F238E27FC236}">
                    <a16:creationId xmlns:a16="http://schemas.microsoft.com/office/drawing/2014/main" id="{D3AF0EB7-5929-4249-8AD6-72B72339CC4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Freeform 26">
                <a:extLst>
                  <a:ext uri="{FF2B5EF4-FFF2-40B4-BE49-F238E27FC236}">
                    <a16:creationId xmlns:a16="http://schemas.microsoft.com/office/drawing/2014/main" id="{372200B2-CC38-2A48-BCDD-EDF122334E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Freeform 27">
                <a:extLst>
                  <a:ext uri="{FF2B5EF4-FFF2-40B4-BE49-F238E27FC236}">
                    <a16:creationId xmlns:a16="http://schemas.microsoft.com/office/drawing/2014/main" id="{518A2F2D-C870-264D-B7A6-B031FA5379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1" name="Freeform 28">
                <a:extLst>
                  <a:ext uri="{FF2B5EF4-FFF2-40B4-BE49-F238E27FC236}">
                    <a16:creationId xmlns:a16="http://schemas.microsoft.com/office/drawing/2014/main" id="{DBEFAAB5-4F97-2A42-A324-3F6D77FB3A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2" name="Freeform 29">
                <a:extLst>
                  <a:ext uri="{FF2B5EF4-FFF2-40B4-BE49-F238E27FC236}">
                    <a16:creationId xmlns:a16="http://schemas.microsoft.com/office/drawing/2014/main" id="{9B6E98C9-0711-B642-A432-6E60FA7DCB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" name="Freeform 30">
                <a:extLst>
                  <a:ext uri="{FF2B5EF4-FFF2-40B4-BE49-F238E27FC236}">
                    <a16:creationId xmlns:a16="http://schemas.microsoft.com/office/drawing/2014/main" id="{DECDFCCD-F1A6-2846-8EA0-2E968F291A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31">
                <a:extLst>
                  <a:ext uri="{FF2B5EF4-FFF2-40B4-BE49-F238E27FC236}">
                    <a16:creationId xmlns:a16="http://schemas.microsoft.com/office/drawing/2014/main" id="{1B4B8062-F519-5945-89E1-49C8A9FA4C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" name="Freeform 32">
                <a:extLst>
                  <a:ext uri="{FF2B5EF4-FFF2-40B4-BE49-F238E27FC236}">
                    <a16:creationId xmlns:a16="http://schemas.microsoft.com/office/drawing/2014/main" id="{B14AB27F-23B4-B646-8932-576C39D084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3" name="Line 33">
              <a:extLst>
                <a:ext uri="{FF2B5EF4-FFF2-40B4-BE49-F238E27FC236}">
                  <a16:creationId xmlns:a16="http://schemas.microsoft.com/office/drawing/2014/main" id="{077D67D2-3C88-484E-B1E5-8F56B7799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185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34">
              <a:extLst>
                <a:ext uri="{FF2B5EF4-FFF2-40B4-BE49-F238E27FC236}">
                  <a16:creationId xmlns:a16="http://schemas.microsoft.com/office/drawing/2014/main" id="{E8D20846-F4A5-444D-9920-B3D16C50F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" y="1185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35">
              <a:extLst>
                <a:ext uri="{FF2B5EF4-FFF2-40B4-BE49-F238E27FC236}">
                  <a16:creationId xmlns:a16="http://schemas.microsoft.com/office/drawing/2014/main" id="{2268A033-6251-BC44-9440-8B0ADEA37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6" y="1185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38">
              <a:extLst>
                <a:ext uri="{FF2B5EF4-FFF2-40B4-BE49-F238E27FC236}">
                  <a16:creationId xmlns:a16="http://schemas.microsoft.com/office/drawing/2014/main" id="{7A5237CF-55A8-3F4F-9E2E-ECFABFE764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6" y="1911"/>
              <a:ext cx="0" cy="5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" name="Group 56">
              <a:extLst>
                <a:ext uri="{FF2B5EF4-FFF2-40B4-BE49-F238E27FC236}">
                  <a16:creationId xmlns:a16="http://schemas.microsoft.com/office/drawing/2014/main" id="{152263B2-425C-6848-AECC-D1DD652CFD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4" y="1095"/>
              <a:ext cx="527" cy="171"/>
              <a:chOff x="3994" y="482"/>
              <a:chExt cx="527" cy="171"/>
            </a:xfrm>
          </p:grpSpPr>
          <p:sp>
            <p:nvSpPr>
              <p:cNvPr id="144" name="Freeform 57">
                <a:extLst>
                  <a:ext uri="{FF2B5EF4-FFF2-40B4-BE49-F238E27FC236}">
                    <a16:creationId xmlns:a16="http://schemas.microsoft.com/office/drawing/2014/main" id="{CDD1348D-4A77-A343-B7E8-321DAB57B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482"/>
                <a:ext cx="82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Freeform 58">
                <a:extLst>
                  <a:ext uri="{FF2B5EF4-FFF2-40B4-BE49-F238E27FC236}">
                    <a16:creationId xmlns:a16="http://schemas.microsoft.com/office/drawing/2014/main" id="{675B74DC-895A-A54A-9591-0CF5E2577E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76" y="482"/>
                <a:ext cx="84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Freeform 59">
                <a:extLst>
                  <a:ext uri="{FF2B5EF4-FFF2-40B4-BE49-F238E27FC236}">
                    <a16:creationId xmlns:a16="http://schemas.microsoft.com/office/drawing/2014/main" id="{43351501-D24B-6C4A-9670-510FAA911F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36" y="582"/>
                <a:ext cx="24" cy="71"/>
              </a:xfrm>
              <a:custGeom>
                <a:avLst/>
                <a:gdLst>
                  <a:gd name="T0" fmla="*/ 29 w 29"/>
                  <a:gd name="T1" fmla="*/ 0 h 69"/>
                  <a:gd name="T2" fmla="*/ 23 w 29"/>
                  <a:gd name="T3" fmla="*/ 40 h 69"/>
                  <a:gd name="T4" fmla="*/ 0 w 29"/>
                  <a:gd name="T5" fmla="*/ 69 h 69"/>
                  <a:gd name="T6" fmla="*/ 0 w 29"/>
                  <a:gd name="T7" fmla="*/ 69 h 69"/>
                  <a:gd name="T8" fmla="*/ 23 w 29"/>
                  <a:gd name="T9" fmla="*/ 40 h 69"/>
                  <a:gd name="T10" fmla="*/ 29 w 29"/>
                  <a:gd name="T11" fmla="*/ 0 h 69"/>
                  <a:gd name="T12" fmla="*/ 29 w 29"/>
                  <a:gd name="T13" fmla="*/ 0 h 69"/>
                  <a:gd name="T14" fmla="*/ 29 w 29"/>
                  <a:gd name="T15" fmla="*/ 0 h 69"/>
                  <a:gd name="T16" fmla="*/ 29 w 29"/>
                  <a:gd name="T17" fmla="*/ 0 h 69"/>
                  <a:gd name="T18" fmla="*/ 29 w 29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0"/>
                    </a:moveTo>
                    <a:lnTo>
                      <a:pt x="23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3" y="4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Freeform 60">
                <a:extLst>
                  <a:ext uri="{FF2B5EF4-FFF2-40B4-BE49-F238E27FC236}">
                    <a16:creationId xmlns:a16="http://schemas.microsoft.com/office/drawing/2014/main" id="{5A983C0B-E7B6-6E42-86DC-1F65A7B42B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16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5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5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5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Freeform 61">
                <a:extLst>
                  <a:ext uri="{FF2B5EF4-FFF2-40B4-BE49-F238E27FC236}">
                    <a16:creationId xmlns:a16="http://schemas.microsoft.com/office/drawing/2014/main" id="{851167DB-932B-104B-9FD9-7AE13439A8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16" y="482"/>
                <a:ext cx="78" cy="100"/>
              </a:xfrm>
              <a:custGeom>
                <a:avLst/>
                <a:gdLst>
                  <a:gd name="T0" fmla="*/ 0 w 92"/>
                  <a:gd name="T1" fmla="*/ 99 h 99"/>
                  <a:gd name="T2" fmla="*/ 5 w 92"/>
                  <a:gd name="T3" fmla="*/ 64 h 99"/>
                  <a:gd name="T4" fmla="*/ 29 w 92"/>
                  <a:gd name="T5" fmla="*/ 29 h 99"/>
                  <a:gd name="T6" fmla="*/ 58 w 92"/>
                  <a:gd name="T7" fmla="*/ 6 h 99"/>
                  <a:gd name="T8" fmla="*/ 92 w 92"/>
                  <a:gd name="T9" fmla="*/ 0 h 99"/>
                  <a:gd name="T10" fmla="*/ 92 w 92"/>
                  <a:gd name="T11" fmla="*/ 0 h 99"/>
                  <a:gd name="T12" fmla="*/ 58 w 92"/>
                  <a:gd name="T13" fmla="*/ 6 h 99"/>
                  <a:gd name="T14" fmla="*/ 29 w 92"/>
                  <a:gd name="T15" fmla="*/ 29 h 99"/>
                  <a:gd name="T16" fmla="*/ 5 w 92"/>
                  <a:gd name="T17" fmla="*/ 64 h 99"/>
                  <a:gd name="T18" fmla="*/ 0 w 92"/>
                  <a:gd name="T19" fmla="*/ 99 h 99"/>
                  <a:gd name="T20" fmla="*/ 0 w 92"/>
                  <a:gd name="T21" fmla="*/ 99 h 99"/>
                  <a:gd name="T22" fmla="*/ 0 w 92"/>
                  <a:gd name="T23" fmla="*/ 99 h 99"/>
                  <a:gd name="T24" fmla="*/ 0 w 92"/>
                  <a:gd name="T25" fmla="*/ 99 h 99"/>
                  <a:gd name="T26" fmla="*/ 0 w 92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" h="99">
                    <a:moveTo>
                      <a:pt x="0" y="99"/>
                    </a:moveTo>
                    <a:lnTo>
                      <a:pt x="5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5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Freeform 62">
                <a:extLst>
                  <a:ext uri="{FF2B5EF4-FFF2-40B4-BE49-F238E27FC236}">
                    <a16:creationId xmlns:a16="http://schemas.microsoft.com/office/drawing/2014/main" id="{4133714C-14C9-4F4E-8569-6A92DDF73B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94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41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41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41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41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Freeform 63">
                <a:extLst>
                  <a:ext uri="{FF2B5EF4-FFF2-40B4-BE49-F238E27FC236}">
                    <a16:creationId xmlns:a16="http://schemas.microsoft.com/office/drawing/2014/main" id="{39CF05CB-DAA4-A64A-AE3A-7D55D7A400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58" y="582"/>
                <a:ext cx="19" cy="71"/>
              </a:xfrm>
              <a:custGeom>
                <a:avLst/>
                <a:gdLst>
                  <a:gd name="T0" fmla="*/ 23 w 23"/>
                  <a:gd name="T1" fmla="*/ 0 h 69"/>
                  <a:gd name="T2" fmla="*/ 17 w 23"/>
                  <a:gd name="T3" fmla="*/ 40 h 69"/>
                  <a:gd name="T4" fmla="*/ 0 w 23"/>
                  <a:gd name="T5" fmla="*/ 69 h 69"/>
                  <a:gd name="T6" fmla="*/ 0 w 23"/>
                  <a:gd name="T7" fmla="*/ 69 h 69"/>
                  <a:gd name="T8" fmla="*/ 17 w 23"/>
                  <a:gd name="T9" fmla="*/ 40 h 69"/>
                  <a:gd name="T10" fmla="*/ 23 w 23"/>
                  <a:gd name="T11" fmla="*/ 0 h 69"/>
                  <a:gd name="T12" fmla="*/ 23 w 23"/>
                  <a:gd name="T13" fmla="*/ 0 h 69"/>
                  <a:gd name="T14" fmla="*/ 23 w 23"/>
                  <a:gd name="T15" fmla="*/ 0 h 69"/>
                  <a:gd name="T16" fmla="*/ 23 w 23"/>
                  <a:gd name="T17" fmla="*/ 0 h 69"/>
                  <a:gd name="T18" fmla="*/ 23 w 23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0"/>
                    </a:moveTo>
                    <a:lnTo>
                      <a:pt x="17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7" y="40"/>
                    </a:lnTo>
                    <a:lnTo>
                      <a:pt x="23" y="0"/>
                    </a:lnTo>
                    <a:lnTo>
                      <a:pt x="23" y="0"/>
                    </a:lnTo>
                    <a:close/>
                    <a:moveTo>
                      <a:pt x="23" y="0"/>
                    </a:moveTo>
                    <a:lnTo>
                      <a:pt x="23" y="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Freeform 64">
                <a:extLst>
                  <a:ext uri="{FF2B5EF4-FFF2-40B4-BE49-F238E27FC236}">
                    <a16:creationId xmlns:a16="http://schemas.microsoft.com/office/drawing/2014/main" id="{502EBAE7-2ED7-144D-AC0A-A2A907C7DD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33" y="582"/>
                <a:ext cx="25" cy="71"/>
              </a:xfrm>
              <a:custGeom>
                <a:avLst/>
                <a:gdLst>
                  <a:gd name="T0" fmla="*/ 29 w 29"/>
                  <a:gd name="T1" fmla="*/ 69 h 69"/>
                  <a:gd name="T2" fmla="*/ 6 w 29"/>
                  <a:gd name="T3" fmla="*/ 40 h 69"/>
                  <a:gd name="T4" fmla="*/ 0 w 29"/>
                  <a:gd name="T5" fmla="*/ 0 h 69"/>
                  <a:gd name="T6" fmla="*/ 0 w 29"/>
                  <a:gd name="T7" fmla="*/ 0 h 69"/>
                  <a:gd name="T8" fmla="*/ 6 w 29"/>
                  <a:gd name="T9" fmla="*/ 40 h 69"/>
                  <a:gd name="T10" fmla="*/ 29 w 29"/>
                  <a:gd name="T11" fmla="*/ 69 h 69"/>
                  <a:gd name="T12" fmla="*/ 29 w 29"/>
                  <a:gd name="T13" fmla="*/ 69 h 69"/>
                  <a:gd name="T14" fmla="*/ 29 w 29"/>
                  <a:gd name="T15" fmla="*/ 69 h 69"/>
                  <a:gd name="T16" fmla="*/ 29 w 29"/>
                  <a:gd name="T17" fmla="*/ 69 h 69"/>
                  <a:gd name="T18" fmla="*/ 29 w 29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9" y="69"/>
                    </a:lnTo>
                    <a:lnTo>
                      <a:pt x="29" y="69"/>
                    </a:lnTo>
                    <a:close/>
                    <a:moveTo>
                      <a:pt x="29" y="69"/>
                    </a:moveTo>
                    <a:lnTo>
                      <a:pt x="29" y="69"/>
                    </a:lnTo>
                    <a:lnTo>
                      <a:pt x="29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Freeform 65">
                <a:extLst>
                  <a:ext uri="{FF2B5EF4-FFF2-40B4-BE49-F238E27FC236}">
                    <a16:creationId xmlns:a16="http://schemas.microsoft.com/office/drawing/2014/main" id="{6D1F850F-19C2-D943-9631-6986FFE271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33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Freeform 66">
                <a:extLst>
                  <a:ext uri="{FF2B5EF4-FFF2-40B4-BE49-F238E27FC236}">
                    <a16:creationId xmlns:a16="http://schemas.microsoft.com/office/drawing/2014/main" id="{C9580127-3168-D641-9639-228884F179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16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69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69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69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69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Freeform 67">
                <a:extLst>
                  <a:ext uri="{FF2B5EF4-FFF2-40B4-BE49-F238E27FC236}">
                    <a16:creationId xmlns:a16="http://schemas.microsoft.com/office/drawing/2014/main" id="{5F5B8F74-DF66-D145-B61A-0F50CDBC5E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5" y="582"/>
                <a:ext cx="24" cy="71"/>
              </a:xfrm>
              <a:custGeom>
                <a:avLst/>
                <a:gdLst>
                  <a:gd name="T0" fmla="*/ 30 w 30"/>
                  <a:gd name="T1" fmla="*/ 0 h 69"/>
                  <a:gd name="T2" fmla="*/ 24 w 30"/>
                  <a:gd name="T3" fmla="*/ 40 h 69"/>
                  <a:gd name="T4" fmla="*/ 0 w 30"/>
                  <a:gd name="T5" fmla="*/ 69 h 69"/>
                  <a:gd name="T6" fmla="*/ 0 w 30"/>
                  <a:gd name="T7" fmla="*/ 69 h 69"/>
                  <a:gd name="T8" fmla="*/ 24 w 30"/>
                  <a:gd name="T9" fmla="*/ 40 h 69"/>
                  <a:gd name="T10" fmla="*/ 30 w 30"/>
                  <a:gd name="T11" fmla="*/ 0 h 69"/>
                  <a:gd name="T12" fmla="*/ 30 w 30"/>
                  <a:gd name="T13" fmla="*/ 0 h 69"/>
                  <a:gd name="T14" fmla="*/ 30 w 30"/>
                  <a:gd name="T15" fmla="*/ 0 h 69"/>
                  <a:gd name="T16" fmla="*/ 30 w 30"/>
                  <a:gd name="T17" fmla="*/ 0 h 69"/>
                  <a:gd name="T18" fmla="*/ 30 w 30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69">
                    <a:moveTo>
                      <a:pt x="30" y="0"/>
                    </a:moveTo>
                    <a:lnTo>
                      <a:pt x="24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4" y="40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Freeform 68">
                <a:extLst>
                  <a:ext uri="{FF2B5EF4-FFF2-40B4-BE49-F238E27FC236}">
                    <a16:creationId xmlns:a16="http://schemas.microsoft.com/office/drawing/2014/main" id="{4D6679E5-DEBE-CB47-B3AB-7A9515BBE6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55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6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6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Freeform 69">
                <a:extLst>
                  <a:ext uri="{FF2B5EF4-FFF2-40B4-BE49-F238E27FC236}">
                    <a16:creationId xmlns:a16="http://schemas.microsoft.com/office/drawing/2014/main" id="{3D98E5B9-C33B-C84A-9D3F-73F7E3A152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55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58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58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Freeform 70">
                <a:extLst>
                  <a:ext uri="{FF2B5EF4-FFF2-40B4-BE49-F238E27FC236}">
                    <a16:creationId xmlns:a16="http://schemas.microsoft.com/office/drawing/2014/main" id="{80AD95ED-CF7A-BF46-82B4-17C9CA1C44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38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" name="Line 74">
              <a:extLst>
                <a:ext uri="{FF2B5EF4-FFF2-40B4-BE49-F238E27FC236}">
                  <a16:creationId xmlns:a16="http://schemas.microsoft.com/office/drawing/2014/main" id="{9326EA20-1503-B643-858B-0E71720012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6" y="1593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77">
              <a:extLst>
                <a:ext uri="{FF2B5EF4-FFF2-40B4-BE49-F238E27FC236}">
                  <a16:creationId xmlns:a16="http://schemas.microsoft.com/office/drawing/2014/main" id="{754C8A7D-1546-2A45-9538-6B1E517914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432"/>
              <a:ext cx="30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Text Box 79">
              <a:extLst>
                <a:ext uri="{FF2B5EF4-FFF2-40B4-BE49-F238E27FC236}">
                  <a16:creationId xmlns:a16="http://schemas.microsoft.com/office/drawing/2014/main" id="{FA897FFB-EFEE-0E47-B692-CC7EBBEC4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" y="867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101" name="Text Box 83">
              <a:extLst>
                <a:ext uri="{FF2B5EF4-FFF2-40B4-BE49-F238E27FC236}">
                  <a16:creationId xmlns:a16="http://schemas.microsoft.com/office/drawing/2014/main" id="{0F56B5F7-A936-7042-8BD2-282F3A105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4" y="867"/>
              <a:ext cx="8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2H</a:t>
              </a:r>
            </a:p>
          </p:txBody>
        </p:sp>
        <p:grpSp>
          <p:nvGrpSpPr>
            <p:cNvPr id="102" name="Group 86">
              <a:extLst>
                <a:ext uri="{FF2B5EF4-FFF2-40B4-BE49-F238E27FC236}">
                  <a16:creationId xmlns:a16="http://schemas.microsoft.com/office/drawing/2014/main" id="{BDCAE0AD-1464-1643-951A-9C2E3D7B0D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1" y="1095"/>
              <a:ext cx="499" cy="182"/>
              <a:chOff x="1086" y="1591"/>
              <a:chExt cx="433" cy="118"/>
            </a:xfrm>
          </p:grpSpPr>
          <p:sp>
            <p:nvSpPr>
              <p:cNvPr id="126" name="Freeform 87">
                <a:extLst>
                  <a:ext uri="{FF2B5EF4-FFF2-40B4-BE49-F238E27FC236}">
                    <a16:creationId xmlns:a16="http://schemas.microsoft.com/office/drawing/2014/main" id="{B45B2FA4-46F7-3249-90B1-DD9BCC55AD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88">
                <a:extLst>
                  <a:ext uri="{FF2B5EF4-FFF2-40B4-BE49-F238E27FC236}">
                    <a16:creationId xmlns:a16="http://schemas.microsoft.com/office/drawing/2014/main" id="{2C87A7BB-6BE0-0E44-BAF4-AD2351BCF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Freeform 89">
                <a:extLst>
                  <a:ext uri="{FF2B5EF4-FFF2-40B4-BE49-F238E27FC236}">
                    <a16:creationId xmlns:a16="http://schemas.microsoft.com/office/drawing/2014/main" id="{24FF2F3E-9D62-6E42-AE85-C7068F2447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90">
                <a:extLst>
                  <a:ext uri="{FF2B5EF4-FFF2-40B4-BE49-F238E27FC236}">
                    <a16:creationId xmlns:a16="http://schemas.microsoft.com/office/drawing/2014/main" id="{0A0D7A52-C7E3-A241-891A-77F1AD9692F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Freeform 91">
                <a:extLst>
                  <a:ext uri="{FF2B5EF4-FFF2-40B4-BE49-F238E27FC236}">
                    <a16:creationId xmlns:a16="http://schemas.microsoft.com/office/drawing/2014/main" id="{90260250-3173-0348-89B9-9B51E511B0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Freeform 92">
                <a:extLst>
                  <a:ext uri="{FF2B5EF4-FFF2-40B4-BE49-F238E27FC236}">
                    <a16:creationId xmlns:a16="http://schemas.microsoft.com/office/drawing/2014/main" id="{75D3D420-9C08-AD4D-8605-37F7A448CB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Freeform 93">
                <a:extLst>
                  <a:ext uri="{FF2B5EF4-FFF2-40B4-BE49-F238E27FC236}">
                    <a16:creationId xmlns:a16="http://schemas.microsoft.com/office/drawing/2014/main" id="{F58E2475-ABB2-A040-AAAC-CBD91C4D22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Freeform 94">
                <a:extLst>
                  <a:ext uri="{FF2B5EF4-FFF2-40B4-BE49-F238E27FC236}">
                    <a16:creationId xmlns:a16="http://schemas.microsoft.com/office/drawing/2014/main" id="{05B7697E-C695-EC4D-A5E8-265890D440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Freeform 95">
                <a:extLst>
                  <a:ext uri="{FF2B5EF4-FFF2-40B4-BE49-F238E27FC236}">
                    <a16:creationId xmlns:a16="http://schemas.microsoft.com/office/drawing/2014/main" id="{A07A2FDB-42C2-4B49-ABF9-1D1DF7D95DB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Freeform 96">
                <a:extLst>
                  <a:ext uri="{FF2B5EF4-FFF2-40B4-BE49-F238E27FC236}">
                    <a16:creationId xmlns:a16="http://schemas.microsoft.com/office/drawing/2014/main" id="{0EE91597-518C-BD46-BF2B-446E94FB21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Freeform 97">
                <a:extLst>
                  <a:ext uri="{FF2B5EF4-FFF2-40B4-BE49-F238E27FC236}">
                    <a16:creationId xmlns:a16="http://schemas.microsoft.com/office/drawing/2014/main" id="{511BCED6-2D70-B642-96A0-8460E3F220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Freeform 98">
                <a:extLst>
                  <a:ext uri="{FF2B5EF4-FFF2-40B4-BE49-F238E27FC236}">
                    <a16:creationId xmlns:a16="http://schemas.microsoft.com/office/drawing/2014/main" id="{348A6478-AC6D-CC4A-B171-D840CEE49E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Freeform 99">
                <a:extLst>
                  <a:ext uri="{FF2B5EF4-FFF2-40B4-BE49-F238E27FC236}">
                    <a16:creationId xmlns:a16="http://schemas.microsoft.com/office/drawing/2014/main" id="{643C2ACA-F83B-FA47-BA7D-9431090BB2C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100">
                <a:extLst>
                  <a:ext uri="{FF2B5EF4-FFF2-40B4-BE49-F238E27FC236}">
                    <a16:creationId xmlns:a16="http://schemas.microsoft.com/office/drawing/2014/main" id="{2A976BD5-53EB-E04E-8844-C34FC3C627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101">
                <a:extLst>
                  <a:ext uri="{FF2B5EF4-FFF2-40B4-BE49-F238E27FC236}">
                    <a16:creationId xmlns:a16="http://schemas.microsoft.com/office/drawing/2014/main" id="{5B04E559-12D8-EF45-9DEF-A2B9DA51E3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Freeform 102">
                <a:extLst>
                  <a:ext uri="{FF2B5EF4-FFF2-40B4-BE49-F238E27FC236}">
                    <a16:creationId xmlns:a16="http://schemas.microsoft.com/office/drawing/2014/main" id="{FC7B0EB2-F564-7D4E-B973-45E864AD37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Freeform 103">
                <a:extLst>
                  <a:ext uri="{FF2B5EF4-FFF2-40B4-BE49-F238E27FC236}">
                    <a16:creationId xmlns:a16="http://schemas.microsoft.com/office/drawing/2014/main" id="{4A971EA3-6DF9-264A-B7C1-60ACCF4BD5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Freeform 104">
                <a:extLst>
                  <a:ext uri="{FF2B5EF4-FFF2-40B4-BE49-F238E27FC236}">
                    <a16:creationId xmlns:a16="http://schemas.microsoft.com/office/drawing/2014/main" id="{BC326F09-108A-EB4F-AEC4-F63200F44EE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" name="Line 105">
              <a:extLst>
                <a:ext uri="{FF2B5EF4-FFF2-40B4-BE49-F238E27FC236}">
                  <a16:creationId xmlns:a16="http://schemas.microsoft.com/office/drawing/2014/main" id="{72D569DE-708A-CE48-9467-3AD36FFBD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1185"/>
              <a:ext cx="0" cy="4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06">
              <a:extLst>
                <a:ext uri="{FF2B5EF4-FFF2-40B4-BE49-F238E27FC236}">
                  <a16:creationId xmlns:a16="http://schemas.microsoft.com/office/drawing/2014/main" id="{ED5BB7A4-05DE-F947-96E0-CD7705199C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684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07">
              <a:extLst>
                <a:ext uri="{FF2B5EF4-FFF2-40B4-BE49-F238E27FC236}">
                  <a16:creationId xmlns:a16="http://schemas.microsoft.com/office/drawing/2014/main" id="{8336D0B5-0D4E-3840-9F5A-1844A71FA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775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08">
              <a:extLst>
                <a:ext uri="{FF2B5EF4-FFF2-40B4-BE49-F238E27FC236}">
                  <a16:creationId xmlns:a16="http://schemas.microsoft.com/office/drawing/2014/main" id="{F0940E00-EFA3-E547-9466-5235B9649B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49" y="1775"/>
              <a:ext cx="0" cy="6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Text Box 109">
              <a:extLst>
                <a:ext uri="{FF2B5EF4-FFF2-40B4-BE49-F238E27FC236}">
                  <a16:creationId xmlns:a16="http://schemas.microsoft.com/office/drawing/2014/main" id="{FCAD613A-E44A-B94C-9AFD-AF90DDC20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" y="867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4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108" name="Text Box 111">
              <a:extLst>
                <a:ext uri="{FF2B5EF4-FFF2-40B4-BE49-F238E27FC236}">
                  <a16:creationId xmlns:a16="http://schemas.microsoft.com/office/drawing/2014/main" id="{88E48915-EFBA-D043-B7D3-1A72EC8B2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3" y="1228"/>
              <a:ext cx="5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/>
                <a:t>v</a:t>
              </a:r>
              <a:r>
                <a:rPr lang="en-US" altLang="zh-CN" b="1" baseline="-25000" dirty="0"/>
                <a:t>0</a:t>
              </a:r>
            </a:p>
          </p:txBody>
        </p:sp>
        <p:sp>
          <p:nvSpPr>
            <p:cNvPr id="109" name="Text Box 112">
              <a:extLst>
                <a:ext uri="{FF2B5EF4-FFF2-40B4-BE49-F238E27FC236}">
                  <a16:creationId xmlns:a16="http://schemas.microsoft.com/office/drawing/2014/main" id="{64F27084-79E7-2B45-B9D8-4853E0CE7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1798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0.1F</a:t>
              </a:r>
            </a:p>
          </p:txBody>
        </p:sp>
        <p:sp>
          <p:nvSpPr>
            <p:cNvPr id="110" name="Oval 114">
              <a:extLst>
                <a:ext uri="{FF2B5EF4-FFF2-40B4-BE49-F238E27FC236}">
                  <a16:creationId xmlns:a16="http://schemas.microsoft.com/office/drawing/2014/main" id="{8132B83C-8B6C-E042-BE00-790F06F022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0800000" flipH="1" flipV="1">
              <a:off x="1815" y="1548"/>
              <a:ext cx="363" cy="363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" name="Group 120">
              <a:extLst>
                <a:ext uri="{FF2B5EF4-FFF2-40B4-BE49-F238E27FC236}">
                  <a16:creationId xmlns:a16="http://schemas.microsoft.com/office/drawing/2014/main" id="{B9A384D9-D11E-0C45-901B-AD50230444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2" y="1253"/>
              <a:ext cx="121" cy="121"/>
              <a:chOff x="1457" y="3023"/>
              <a:chExt cx="121" cy="121"/>
            </a:xfrm>
          </p:grpSpPr>
          <p:sp>
            <p:nvSpPr>
              <p:cNvPr id="124" name="Line 116">
                <a:extLst>
                  <a:ext uri="{FF2B5EF4-FFF2-40B4-BE49-F238E27FC236}">
                    <a16:creationId xmlns:a16="http://schemas.microsoft.com/office/drawing/2014/main" id="{2BECB146-8056-BC46-8512-1D91CDB5CF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0800000" flipH="1" flipV="1">
                <a:off x="1457" y="3084"/>
                <a:ext cx="1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117">
                <a:extLst>
                  <a:ext uri="{FF2B5EF4-FFF2-40B4-BE49-F238E27FC236}">
                    <a16:creationId xmlns:a16="http://schemas.microsoft.com/office/drawing/2014/main" id="{12CB35DB-1728-364A-87AB-4F7E8BB094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6200000" flipH="1" flipV="1">
                <a:off x="1457" y="3084"/>
                <a:ext cx="1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" name="Line 118">
              <a:extLst>
                <a:ext uri="{FF2B5EF4-FFF2-40B4-BE49-F238E27FC236}">
                  <a16:creationId xmlns:a16="http://schemas.microsoft.com/office/drawing/2014/main" id="{06E207CA-E215-E845-8018-249B615DBD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0800000" flipH="1" flipV="1">
              <a:off x="2745" y="1321"/>
              <a:ext cx="1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 Box 119">
              <a:extLst>
                <a:ext uri="{FF2B5EF4-FFF2-40B4-BE49-F238E27FC236}">
                  <a16:creationId xmlns:a16="http://schemas.microsoft.com/office/drawing/2014/main" id="{FA25D7AF-6EDF-3D42-AEDF-304DDC9CE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6" y="1843"/>
              <a:ext cx="1814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2400">
                  <a:latin typeface="Times New Roman" pitchFamily="18" charset="0"/>
                </a:rPr>
                <a:t>2sin5t A</a:t>
              </a:r>
            </a:p>
          </p:txBody>
        </p:sp>
        <p:sp>
          <p:nvSpPr>
            <p:cNvPr id="114" name="Line 121">
              <a:extLst>
                <a:ext uri="{FF2B5EF4-FFF2-40B4-BE49-F238E27FC236}">
                  <a16:creationId xmlns:a16="http://schemas.microsoft.com/office/drawing/2014/main" id="{F86E0A06-84FA-8A46-989B-5DA541AB94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7" y="1185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22">
              <a:extLst>
                <a:ext uri="{FF2B5EF4-FFF2-40B4-BE49-F238E27FC236}">
                  <a16:creationId xmlns:a16="http://schemas.microsoft.com/office/drawing/2014/main" id="{CAB3BCCE-60FC-0C45-9713-655C81166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184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6" name="Group 123">
              <a:extLst>
                <a:ext uri="{FF2B5EF4-FFF2-40B4-BE49-F238E27FC236}">
                  <a16:creationId xmlns:a16="http://schemas.microsoft.com/office/drawing/2014/main" id="{2B4E73D2-CF74-E24C-AA88-B32179B0AE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7" y="1638"/>
              <a:ext cx="363" cy="363"/>
              <a:chOff x="8460" y="10050"/>
              <a:chExt cx="360" cy="360"/>
            </a:xfrm>
          </p:grpSpPr>
          <p:sp>
            <p:nvSpPr>
              <p:cNvPr id="119" name="Oval 124">
                <a:extLst>
                  <a:ext uri="{FF2B5EF4-FFF2-40B4-BE49-F238E27FC236}">
                    <a16:creationId xmlns:a16="http://schemas.microsoft.com/office/drawing/2014/main" id="{0512F55C-A4FA-584A-8385-52C48A73B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0800000" flipH="1" flipV="1">
                <a:off x="8460" y="10050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0" name="Group 125">
                <a:extLst>
                  <a:ext uri="{FF2B5EF4-FFF2-40B4-BE49-F238E27FC236}">
                    <a16:creationId xmlns:a16="http://schemas.microsoft.com/office/drawing/2014/main" id="{EA529F88-C4AC-B840-B285-220D1476CA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0800000" flipH="1" flipV="1">
                <a:off x="8578" y="10122"/>
                <a:ext cx="120" cy="201"/>
                <a:chOff x="9615" y="10500"/>
                <a:chExt cx="120" cy="201"/>
              </a:xfrm>
            </p:grpSpPr>
            <p:sp>
              <p:nvSpPr>
                <p:cNvPr id="121" name="Line 126">
                  <a:extLst>
                    <a:ext uri="{FF2B5EF4-FFF2-40B4-BE49-F238E27FC236}">
                      <a16:creationId xmlns:a16="http://schemas.microsoft.com/office/drawing/2014/main" id="{8150F9A4-C6F1-AA40-8F3D-5FA92CBCA3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" name="Line 127">
                  <a:extLst>
                    <a:ext uri="{FF2B5EF4-FFF2-40B4-BE49-F238E27FC236}">
                      <a16:creationId xmlns:a16="http://schemas.microsoft.com/office/drawing/2014/main" id="{E820D557-53BE-4C4C-B472-88D257BAF0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-5400000"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Line 128">
                  <a:extLst>
                    <a:ext uri="{FF2B5EF4-FFF2-40B4-BE49-F238E27FC236}">
                      <a16:creationId xmlns:a16="http://schemas.microsoft.com/office/drawing/2014/main" id="{DC511157-4B06-0447-99DC-1BE8BACC32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15" y="10701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17" name="Line 129">
              <a:extLst>
                <a:ext uri="{FF2B5EF4-FFF2-40B4-BE49-F238E27FC236}">
                  <a16:creationId xmlns:a16="http://schemas.microsoft.com/office/drawing/2014/main" id="{1B972AB7-D194-494D-BF32-28ED63F829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3" y="1185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Text Box 130">
              <a:extLst>
                <a:ext uri="{FF2B5EF4-FFF2-40B4-BE49-F238E27FC236}">
                  <a16:creationId xmlns:a16="http://schemas.microsoft.com/office/drawing/2014/main" id="{A7D0D294-1D55-2045-9484-A099817AF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" y="1344"/>
              <a:ext cx="8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5V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86729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378251"/>
              </p:ext>
            </p:extLst>
          </p:nvPr>
        </p:nvGraphicFramePr>
        <p:xfrm>
          <a:off x="683568" y="1628800"/>
          <a:ext cx="7582946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908" name="Equation" r:id="rId3" imgW="3377880" imgH="419040" progId="Equation.DSMT4">
                  <p:embed/>
                </p:oleObj>
              </mc:Choice>
              <mc:Fallback>
                <p:oleObj name="Equation" r:id="rId3" imgW="33778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628800"/>
                        <a:ext cx="7582946" cy="10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683568" y="2852936"/>
            <a:ext cx="27363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/>
              <a:t>In the time domain</a:t>
            </a:r>
          </a:p>
        </p:txBody>
      </p:sp>
      <p:graphicFrame>
        <p:nvGraphicFramePr>
          <p:cNvPr id="38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764293"/>
              </p:ext>
            </p:extLst>
          </p:nvPr>
        </p:nvGraphicFramePr>
        <p:xfrm>
          <a:off x="755576" y="3717032"/>
          <a:ext cx="55880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909" name="公式" r:id="rId5" imgW="2260440" imgH="215640" progId="Equation.3">
                  <p:embed/>
                </p:oleObj>
              </mc:Choice>
              <mc:Fallback>
                <p:oleObj name="公式" r:id="rId5" imgW="226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3717032"/>
                        <a:ext cx="55880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992130"/>
              </p:ext>
            </p:extLst>
          </p:nvPr>
        </p:nvGraphicFramePr>
        <p:xfrm>
          <a:off x="899592" y="4725144"/>
          <a:ext cx="6372225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910" name="公式" r:id="rId7" imgW="2577960" imgH="419040" progId="Equation.3">
                  <p:embed/>
                </p:oleObj>
              </mc:Choice>
              <mc:Fallback>
                <p:oleObj name="公式" r:id="rId7" imgW="2577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725144"/>
                        <a:ext cx="6372225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01504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666" name="Text Box 2"/>
          <p:cNvSpPr txBox="1">
            <a:spLocks noChangeArrowheads="1"/>
          </p:cNvSpPr>
          <p:nvPr/>
        </p:nvSpPr>
        <p:spPr bwMode="auto">
          <a:xfrm>
            <a:off x="971600" y="404664"/>
            <a:ext cx="73802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sz="3600" dirty="0">
                <a:latin typeface="Arial Black" pitchFamily="34" charset="0"/>
              </a:rPr>
              <a:t>10.5  Source Transformation</a:t>
            </a:r>
          </a:p>
        </p:txBody>
      </p:sp>
      <p:grpSp>
        <p:nvGrpSpPr>
          <p:cNvPr id="1905682" name="Group 18"/>
          <p:cNvGrpSpPr>
            <a:grpSpLocks/>
          </p:cNvGrpSpPr>
          <p:nvPr/>
        </p:nvGrpSpPr>
        <p:grpSpPr bwMode="auto">
          <a:xfrm>
            <a:off x="1295400" y="1196975"/>
            <a:ext cx="6983413" cy="2195513"/>
            <a:chOff x="816" y="754"/>
            <a:chExt cx="4399" cy="1383"/>
          </a:xfrm>
        </p:grpSpPr>
        <p:grpSp>
          <p:nvGrpSpPr>
            <p:cNvPr id="1905681" name="Group 17"/>
            <p:cNvGrpSpPr>
              <a:grpSpLocks/>
            </p:cNvGrpSpPr>
            <p:nvPr/>
          </p:nvGrpSpPr>
          <p:grpSpPr bwMode="auto">
            <a:xfrm>
              <a:off x="816" y="867"/>
              <a:ext cx="1293" cy="1247"/>
              <a:chOff x="771" y="867"/>
              <a:chExt cx="1293" cy="1247"/>
            </a:xfrm>
          </p:grpSpPr>
          <p:sp>
            <p:nvSpPr>
              <p:cNvPr id="1905669" name="Rectangle 5"/>
              <p:cNvSpPr>
                <a:spLocks noChangeArrowheads="1"/>
              </p:cNvSpPr>
              <p:nvPr/>
            </p:nvSpPr>
            <p:spPr bwMode="auto">
              <a:xfrm>
                <a:off x="771" y="867"/>
                <a:ext cx="970" cy="1247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905670" name="Object 6"/>
              <p:cNvGraphicFramePr>
                <a:graphicFrameLocks noChangeAspect="1"/>
              </p:cNvGraphicFramePr>
              <p:nvPr/>
            </p:nvGraphicFramePr>
            <p:xfrm>
              <a:off x="807" y="896"/>
              <a:ext cx="1257" cy="11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410" name="Visio" r:id="rId3" imgW="1435989" imgH="1306195" progId="Visio.Drawing.11">
                      <p:embed/>
                    </p:oleObj>
                  </mc:Choice>
                  <mc:Fallback>
                    <p:oleObj name="Visio" r:id="rId3" imgW="1435989" imgH="1306195" progId="Visio.Drawing.11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7" y="896"/>
                            <a:ext cx="1257" cy="11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905671" name="Object 7"/>
            <p:cNvGraphicFramePr>
              <a:graphicFrameLocks noChangeAspect="1"/>
            </p:cNvGraphicFramePr>
            <p:nvPr/>
          </p:nvGraphicFramePr>
          <p:xfrm>
            <a:off x="2313" y="754"/>
            <a:ext cx="930" cy="7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411" name="Equation" r:id="rId5" imgW="634680" imgH="482400" progId="Equation.DSMT4">
                    <p:embed/>
                  </p:oleObj>
                </mc:Choice>
                <mc:Fallback>
                  <p:oleObj name="Equation" r:id="rId5" imgW="63468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3" y="754"/>
                          <a:ext cx="930" cy="7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5672" name="AutoShape 8"/>
            <p:cNvSpPr>
              <a:spLocks noChangeArrowheads="1"/>
            </p:cNvSpPr>
            <p:nvPr/>
          </p:nvSpPr>
          <p:spPr bwMode="auto">
            <a:xfrm>
              <a:off x="2198" y="1480"/>
              <a:ext cx="1202" cy="362"/>
            </a:xfrm>
            <a:prstGeom prst="leftRightArrow">
              <a:avLst>
                <a:gd name="adj1" fmla="val 50000"/>
                <a:gd name="adj2" fmla="val 66409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05680" name="Group 16"/>
            <p:cNvGrpSpPr>
              <a:grpSpLocks/>
            </p:cNvGrpSpPr>
            <p:nvPr/>
          </p:nvGrpSpPr>
          <p:grpSpPr bwMode="auto">
            <a:xfrm>
              <a:off x="3515" y="822"/>
              <a:ext cx="1700" cy="1315"/>
              <a:chOff x="3652" y="822"/>
              <a:chExt cx="1619" cy="1293"/>
            </a:xfrm>
          </p:grpSpPr>
          <p:sp>
            <p:nvSpPr>
              <p:cNvPr id="1905674" name="Rectangle 10"/>
              <p:cNvSpPr>
                <a:spLocks noChangeArrowheads="1"/>
              </p:cNvSpPr>
              <p:nvPr/>
            </p:nvSpPr>
            <p:spPr bwMode="auto">
              <a:xfrm>
                <a:off x="3742" y="822"/>
                <a:ext cx="1310" cy="1293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905675" name="Object 11"/>
              <p:cNvGraphicFramePr>
                <a:graphicFrameLocks noChangeAspect="1"/>
              </p:cNvGraphicFramePr>
              <p:nvPr/>
            </p:nvGraphicFramePr>
            <p:xfrm>
              <a:off x="3652" y="914"/>
              <a:ext cx="1619" cy="11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412" name="Visio" r:id="rId7" imgW="1715643" imgH="1183005" progId="Visio.Drawing.11">
                      <p:embed/>
                    </p:oleObj>
                  </mc:Choice>
                  <mc:Fallback>
                    <p:oleObj name="Visio" r:id="rId7" imgW="1715643" imgH="1183005" progId="Visio.Drawing.11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2" y="914"/>
                            <a:ext cx="1619" cy="11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905676" name="Group 12"/>
          <p:cNvGrpSpPr>
            <a:grpSpLocks/>
          </p:cNvGrpSpPr>
          <p:nvPr/>
        </p:nvGrpSpPr>
        <p:grpSpPr bwMode="auto">
          <a:xfrm>
            <a:off x="287338" y="3752850"/>
            <a:ext cx="8497887" cy="2101850"/>
            <a:chOff x="181" y="2364"/>
            <a:chExt cx="5353" cy="1324"/>
          </a:xfrm>
        </p:grpSpPr>
        <p:graphicFrame>
          <p:nvGraphicFramePr>
            <p:cNvPr id="1905677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4708855"/>
                </p:ext>
              </p:extLst>
            </p:nvPr>
          </p:nvGraphicFramePr>
          <p:xfrm>
            <a:off x="181" y="2364"/>
            <a:ext cx="1907" cy="1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413" name="Visio" r:id="rId9" imgW="1582933" imgH="1064888" progId="Visio.Drawing.11">
                    <p:embed/>
                  </p:oleObj>
                </mc:Choice>
                <mc:Fallback>
                  <p:oleObj name="Visio" r:id="rId9" imgW="1582933" imgH="1064888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" y="2364"/>
                          <a:ext cx="1907" cy="1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05678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2258515"/>
                </p:ext>
              </p:extLst>
            </p:nvPr>
          </p:nvGraphicFramePr>
          <p:xfrm>
            <a:off x="3526" y="2523"/>
            <a:ext cx="2008" cy="1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414" name="Visio" r:id="rId11" imgW="1655007" imgH="912915" progId="Visio.Drawing.11">
                    <p:embed/>
                  </p:oleObj>
                </mc:Choice>
                <mc:Fallback>
                  <p:oleObj name="Visio" r:id="rId11" imgW="1655007" imgH="912915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6" y="2523"/>
                          <a:ext cx="2008" cy="1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5679" name="AutoShape 15"/>
            <p:cNvSpPr>
              <a:spLocks noChangeArrowheads="1"/>
            </p:cNvSpPr>
            <p:nvPr/>
          </p:nvSpPr>
          <p:spPr bwMode="auto">
            <a:xfrm>
              <a:off x="2200" y="2886"/>
              <a:ext cx="1202" cy="362"/>
            </a:xfrm>
            <a:prstGeom prst="leftRightArrow">
              <a:avLst>
                <a:gd name="adj1" fmla="val 50000"/>
                <a:gd name="adj2" fmla="val 66409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49085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05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05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43" name="Text Box 3"/>
          <p:cNvSpPr txBox="1">
            <a:spLocks noChangeArrowheads="1"/>
          </p:cNvSpPr>
          <p:nvPr/>
        </p:nvSpPr>
        <p:spPr bwMode="auto">
          <a:xfrm>
            <a:off x="803221" y="125970"/>
            <a:ext cx="8352928" cy="1002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38163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transformation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steady state expression 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=20cos(200t)V and 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=50cos(200t)V.</a:t>
            </a:r>
          </a:p>
        </p:txBody>
      </p:sp>
      <p:graphicFrame>
        <p:nvGraphicFramePr>
          <p:cNvPr id="1955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282295"/>
              </p:ext>
            </p:extLst>
          </p:nvPr>
        </p:nvGraphicFramePr>
        <p:xfrm>
          <a:off x="6588224" y="607017"/>
          <a:ext cx="1604962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18" name="Equation" r:id="rId3" imgW="393480" imgH="228600" progId="Equation.DSMT4">
                  <p:embed/>
                </p:oleObj>
              </mc:Choice>
              <mc:Fallback>
                <p:oleObj name="Equation" r:id="rId3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607017"/>
                        <a:ext cx="1604962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8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487734"/>
              </p:ext>
            </p:extLst>
          </p:nvPr>
        </p:nvGraphicFramePr>
        <p:xfrm>
          <a:off x="511123" y="1169744"/>
          <a:ext cx="5447607" cy="1836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19" name="Visio" r:id="rId5" imgW="3071470" imgH="1077773" progId="Visio.Drawing.11">
                  <p:embed/>
                </p:oleObj>
              </mc:Choice>
              <mc:Fallback>
                <p:oleObj name="Visio" r:id="rId5" imgW="3071470" imgH="107777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23" y="1169744"/>
                        <a:ext cx="5447607" cy="1836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0403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690" name="Text Box 2"/>
          <p:cNvSpPr txBox="1">
            <a:spLocks noChangeArrowheads="1"/>
          </p:cNvSpPr>
          <p:nvPr/>
        </p:nvSpPr>
        <p:spPr bwMode="auto">
          <a:xfrm>
            <a:off x="971600" y="260350"/>
            <a:ext cx="763284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987425" indent="-987425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1166813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34620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525588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sz="2800" dirty="0">
                <a:latin typeface="Arial Black" pitchFamily="34" charset="0"/>
              </a:rPr>
              <a:t>10.6  </a:t>
            </a:r>
            <a:r>
              <a:rPr lang="en-US" altLang="zh-CN" sz="2800" dirty="0" err="1">
                <a:latin typeface="Arial Black" pitchFamily="34" charset="0"/>
              </a:rPr>
              <a:t>Thevenin</a:t>
            </a:r>
            <a:r>
              <a:rPr lang="en-US" altLang="zh-CN" sz="2800" dirty="0">
                <a:latin typeface="Arial Black" pitchFamily="34" charset="0"/>
              </a:rPr>
              <a:t> and Norton equivalent circuits</a:t>
            </a:r>
          </a:p>
        </p:txBody>
      </p:sp>
      <p:sp>
        <p:nvSpPr>
          <p:cNvPr id="1906700" name="Text Box 12"/>
          <p:cNvSpPr txBox="1">
            <a:spLocks noChangeArrowheads="1"/>
          </p:cNvSpPr>
          <p:nvPr/>
        </p:nvSpPr>
        <p:spPr bwMode="auto">
          <a:xfrm>
            <a:off x="772129" y="1412776"/>
            <a:ext cx="7976335" cy="4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0850" indent="-45085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630238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sz="2800" dirty="0" err="1">
                <a:latin typeface="Verdana" pitchFamily="34" charset="0"/>
              </a:rPr>
              <a:t>Thevenin</a:t>
            </a:r>
            <a:r>
              <a:rPr lang="en-US" altLang="zh-CN" sz="2800" dirty="0">
                <a:latin typeface="Verdana" pitchFamily="34" charset="0"/>
              </a:rPr>
              <a:t> equivalent circuit in frequency domain</a:t>
            </a:r>
          </a:p>
          <a:p>
            <a:pPr marL="0" indent="0">
              <a:lnSpc>
                <a:spcPct val="160000"/>
              </a:lnSpc>
              <a:buClr>
                <a:schemeClr val="tx2"/>
              </a:buClr>
              <a:buSzTx/>
            </a:pPr>
            <a:endParaRPr lang="en-US" altLang="zh-CN" sz="2800" dirty="0">
              <a:latin typeface="Verdana" pitchFamily="34" charset="0"/>
            </a:endParaRPr>
          </a:p>
          <a:p>
            <a:pPr marL="0" indent="0">
              <a:lnSpc>
                <a:spcPct val="160000"/>
              </a:lnSpc>
              <a:buClr>
                <a:schemeClr val="tx2"/>
              </a:buClr>
              <a:buSzTx/>
            </a:pPr>
            <a:endParaRPr lang="en-US" altLang="zh-CN" sz="2800" dirty="0">
              <a:latin typeface="Verdana" pitchFamily="34" charset="0"/>
            </a:endParaRPr>
          </a:p>
          <a:p>
            <a:pPr marL="457200" indent="-457200">
              <a:lnSpc>
                <a:spcPct val="160000"/>
              </a:lnSpc>
              <a:buClr>
                <a:schemeClr val="tx2"/>
              </a:buClr>
              <a:buSzTx/>
              <a:buFont typeface="Wingdings" pitchFamily="2" charset="2"/>
              <a:buChar char="n"/>
            </a:pPr>
            <a:r>
              <a:rPr lang="en-US" altLang="zh-CN" sz="2800" dirty="0">
                <a:latin typeface="Verdana" pitchFamily="34" charset="0"/>
              </a:rPr>
              <a:t>Norton equivalent circuit in frequency domain</a:t>
            </a:r>
          </a:p>
        </p:txBody>
      </p:sp>
    </p:spTree>
    <p:extLst>
      <p:ext uri="{BB962C8B-B14F-4D97-AF65-F5344CB8AC3E}">
        <p14:creationId xmlns:p14="http://schemas.microsoft.com/office/powerpoint/2010/main" val="127206495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769938" y="2967038"/>
            <a:ext cx="1524000" cy="1905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>
            <a:off x="2293938" y="3271838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6" name="Line 6"/>
          <p:cNvSpPr>
            <a:spLocks noChangeShapeType="1"/>
          </p:cNvSpPr>
          <p:nvPr/>
        </p:nvSpPr>
        <p:spPr bwMode="auto">
          <a:xfrm>
            <a:off x="2293938" y="4567238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3055938" y="3119438"/>
            <a:ext cx="336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200" b="1">
                <a:latin typeface="Times New Roman" pitchFamily="18" charset="0"/>
              </a:rPr>
              <a:t>○</a:t>
            </a:r>
          </a:p>
        </p:txBody>
      </p:sp>
      <p:sp>
        <p:nvSpPr>
          <p:cNvPr id="51208" name="Rectangle 8"/>
          <p:cNvSpPr>
            <a:spLocks noChangeArrowheads="1"/>
          </p:cNvSpPr>
          <p:nvPr/>
        </p:nvSpPr>
        <p:spPr bwMode="auto">
          <a:xfrm>
            <a:off x="3055938" y="4414838"/>
            <a:ext cx="336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200" b="1">
                <a:latin typeface="Times New Roman" pitchFamily="18" charset="0"/>
              </a:rPr>
              <a:t>○</a:t>
            </a:r>
          </a:p>
        </p:txBody>
      </p:sp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2827338" y="395763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>
              <a:latin typeface="Times New Roman" pitchFamily="18" charset="0"/>
            </a:endParaRPr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>
            <a:off x="3959225" y="3862388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1" name="Text Box 11"/>
          <p:cNvSpPr txBox="1">
            <a:spLocks noChangeArrowheads="1"/>
          </p:cNvSpPr>
          <p:nvPr/>
        </p:nvSpPr>
        <p:spPr bwMode="auto">
          <a:xfrm>
            <a:off x="3132138" y="2890838"/>
            <a:ext cx="685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1</a:t>
            </a:r>
          </a:p>
        </p:txBody>
      </p:sp>
      <p:sp>
        <p:nvSpPr>
          <p:cNvPr id="51212" name="Text Box 12"/>
          <p:cNvSpPr txBox="1">
            <a:spLocks noChangeArrowheads="1"/>
          </p:cNvSpPr>
          <p:nvPr/>
        </p:nvSpPr>
        <p:spPr bwMode="auto">
          <a:xfrm>
            <a:off x="3132138" y="4581525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1′</a:t>
            </a:r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>
            <a:off x="5435600" y="2962275"/>
            <a:ext cx="9525" cy="369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4" name="Rectangle 14"/>
          <p:cNvSpPr>
            <a:spLocks noChangeArrowheads="1"/>
          </p:cNvSpPr>
          <p:nvPr/>
        </p:nvSpPr>
        <p:spPr bwMode="auto">
          <a:xfrm>
            <a:off x="5368925" y="3332163"/>
            <a:ext cx="152400" cy="381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5" name="Line 15"/>
          <p:cNvSpPr>
            <a:spLocks noChangeShapeType="1"/>
          </p:cNvSpPr>
          <p:nvPr/>
        </p:nvSpPr>
        <p:spPr bwMode="auto">
          <a:xfrm flipH="1">
            <a:off x="5435600" y="3713163"/>
            <a:ext cx="9525" cy="1265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6" name="Oval 16"/>
          <p:cNvSpPr>
            <a:spLocks noChangeArrowheads="1"/>
          </p:cNvSpPr>
          <p:nvPr/>
        </p:nvSpPr>
        <p:spPr bwMode="auto">
          <a:xfrm>
            <a:off x="5216525" y="4170363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7" name="Line 17"/>
          <p:cNvSpPr>
            <a:spLocks noChangeShapeType="1"/>
          </p:cNvSpPr>
          <p:nvPr/>
        </p:nvSpPr>
        <p:spPr bwMode="auto">
          <a:xfrm>
            <a:off x="5435600" y="2947988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8" name="Line 18"/>
          <p:cNvSpPr>
            <a:spLocks noChangeShapeType="1"/>
          </p:cNvSpPr>
          <p:nvPr/>
        </p:nvSpPr>
        <p:spPr bwMode="auto">
          <a:xfrm>
            <a:off x="5445125" y="4951413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9" name="Rectangle 19"/>
          <p:cNvSpPr>
            <a:spLocks noChangeArrowheads="1"/>
          </p:cNvSpPr>
          <p:nvPr/>
        </p:nvSpPr>
        <p:spPr bwMode="auto">
          <a:xfrm>
            <a:off x="6502400" y="2795588"/>
            <a:ext cx="336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200" b="1">
                <a:latin typeface="Times New Roman" pitchFamily="18" charset="0"/>
              </a:rPr>
              <a:t>○</a:t>
            </a:r>
          </a:p>
        </p:txBody>
      </p:sp>
      <p:sp>
        <p:nvSpPr>
          <p:cNvPr id="51220" name="Rectangle 20"/>
          <p:cNvSpPr>
            <a:spLocks noChangeArrowheads="1"/>
          </p:cNvSpPr>
          <p:nvPr/>
        </p:nvSpPr>
        <p:spPr bwMode="auto">
          <a:xfrm>
            <a:off x="6511925" y="4799013"/>
            <a:ext cx="336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200" b="1">
                <a:latin typeface="Times New Roman" pitchFamily="18" charset="0"/>
              </a:rPr>
              <a:t>○</a:t>
            </a:r>
          </a:p>
        </p:txBody>
      </p:sp>
      <p:sp>
        <p:nvSpPr>
          <p:cNvPr id="51221" name="Text Box 21"/>
          <p:cNvSpPr txBox="1">
            <a:spLocks noChangeArrowheads="1"/>
          </p:cNvSpPr>
          <p:nvPr/>
        </p:nvSpPr>
        <p:spPr bwMode="auto">
          <a:xfrm>
            <a:off x="5521325" y="3255963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>
                <a:latin typeface="Times New Roman" pitchFamily="18" charset="0"/>
              </a:rPr>
              <a:t>Z</a:t>
            </a:r>
            <a:r>
              <a:rPr kumimoji="1" lang="en-US" altLang="zh-CN" baseline="-25000">
                <a:latin typeface="Times New Roman" pitchFamily="18" charset="0"/>
              </a:rPr>
              <a:t>Th</a:t>
            </a:r>
          </a:p>
        </p:txBody>
      </p:sp>
      <p:sp>
        <p:nvSpPr>
          <p:cNvPr id="51222" name="Text Box 22"/>
          <p:cNvSpPr txBox="1">
            <a:spLocks noChangeArrowheads="1"/>
          </p:cNvSpPr>
          <p:nvPr/>
        </p:nvSpPr>
        <p:spPr bwMode="auto">
          <a:xfrm>
            <a:off x="5711825" y="3951742"/>
            <a:ext cx="68580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>
                <a:latin typeface="Times New Roman" pitchFamily="18" charset="0"/>
              </a:rPr>
              <a:t>+</a:t>
            </a:r>
          </a:p>
          <a:p>
            <a:pPr>
              <a:spcBef>
                <a:spcPct val="50000"/>
              </a:spcBef>
            </a:pPr>
            <a:r>
              <a:rPr kumimoji="1" lang="en-US" altLang="zh-CN">
                <a:latin typeface="Times New Roman" pitchFamily="18" charset="0"/>
              </a:rPr>
              <a:t>_</a:t>
            </a:r>
          </a:p>
        </p:txBody>
      </p:sp>
      <p:sp>
        <p:nvSpPr>
          <p:cNvPr id="51223" name="Text Box 23"/>
          <p:cNvSpPr txBox="1">
            <a:spLocks noChangeArrowheads="1"/>
          </p:cNvSpPr>
          <p:nvPr/>
        </p:nvSpPr>
        <p:spPr bwMode="auto">
          <a:xfrm>
            <a:off x="6578600" y="2566988"/>
            <a:ext cx="609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1</a:t>
            </a:r>
          </a:p>
        </p:txBody>
      </p:sp>
      <p:sp>
        <p:nvSpPr>
          <p:cNvPr id="51224" name="Text Box 24"/>
          <p:cNvSpPr txBox="1">
            <a:spLocks noChangeArrowheads="1"/>
          </p:cNvSpPr>
          <p:nvPr/>
        </p:nvSpPr>
        <p:spPr bwMode="auto">
          <a:xfrm>
            <a:off x="6588125" y="5027613"/>
            <a:ext cx="609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1′</a:t>
            </a:r>
          </a:p>
        </p:txBody>
      </p:sp>
      <p:sp>
        <p:nvSpPr>
          <p:cNvPr id="51225" name="Text Box 25"/>
          <p:cNvSpPr txBox="1">
            <a:spLocks noChangeArrowheads="1"/>
          </p:cNvSpPr>
          <p:nvPr/>
        </p:nvSpPr>
        <p:spPr bwMode="auto">
          <a:xfrm>
            <a:off x="815849" y="3478667"/>
            <a:ext cx="151288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000" b="1" dirty="0"/>
              <a:t>Linear circuit</a:t>
            </a:r>
          </a:p>
        </p:txBody>
      </p:sp>
      <p:graphicFrame>
        <p:nvGraphicFramePr>
          <p:cNvPr id="51226" name="Object 26"/>
          <p:cNvGraphicFramePr>
            <a:graphicFrameLocks noChangeAspect="1"/>
          </p:cNvGraphicFramePr>
          <p:nvPr/>
        </p:nvGraphicFramePr>
        <p:xfrm>
          <a:off x="5702300" y="4121150"/>
          <a:ext cx="13890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3" name="公式" r:id="rId3" imgW="533160" imgH="215640" progId="Equation.3">
                  <p:embed/>
                </p:oleObj>
              </mc:Choice>
              <mc:Fallback>
                <p:oleObj name="公式" r:id="rId3" imgW="533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2300" y="4121150"/>
                        <a:ext cx="138906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7" name="Text Box 27"/>
          <p:cNvSpPr txBox="1">
            <a:spLocks noChangeArrowheads="1"/>
          </p:cNvSpPr>
          <p:nvPr/>
        </p:nvSpPr>
        <p:spPr bwMode="auto">
          <a:xfrm>
            <a:off x="601806" y="1273016"/>
            <a:ext cx="8046071" cy="1414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 b="1" dirty="0"/>
              <a:t>The frequency-domain version of a 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Thevenin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 equivalent circuit</a:t>
            </a:r>
            <a:r>
              <a:rPr kumimoji="1" lang="en-US" altLang="zh-CN" sz="2000" b="1" dirty="0"/>
              <a:t> : </a:t>
            </a:r>
            <a:r>
              <a:rPr kumimoji="1" lang="en-US" altLang="zh-CN" sz="2000" b="1" dirty="0">
                <a:solidFill>
                  <a:schemeClr val="tx2"/>
                </a:solidFill>
              </a:rPr>
              <a:t>a linear circuit is replaced by a voltage source in series with an impedance</a:t>
            </a:r>
            <a:r>
              <a:rPr kumimoji="1" lang="en-US" altLang="zh-CN" sz="2000" b="1" dirty="0"/>
              <a:t>.</a:t>
            </a:r>
          </a:p>
        </p:txBody>
      </p:sp>
      <p:sp>
        <p:nvSpPr>
          <p:cNvPr id="2" name="矩形 1"/>
          <p:cNvSpPr/>
          <p:nvPr/>
        </p:nvSpPr>
        <p:spPr>
          <a:xfrm>
            <a:off x="1100891" y="404664"/>
            <a:ext cx="64539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 err="1">
                <a:latin typeface="Arial Black" pitchFamily="34" charset="0"/>
                <a:ea typeface="宋体" pitchFamily="2" charset="-122"/>
              </a:rPr>
              <a:t>Thevenin</a:t>
            </a:r>
            <a:r>
              <a:rPr kumimoji="1" lang="en-US" altLang="zh-CN" sz="3200" dirty="0">
                <a:latin typeface="Arial Black" pitchFamily="34" charset="0"/>
                <a:ea typeface="宋体" pitchFamily="2" charset="-122"/>
              </a:rPr>
              <a:t> equivalent circuit </a:t>
            </a:r>
            <a:endParaRPr kumimoji="1" lang="zh-CN" altLang="en-US" sz="3200" dirty="0">
              <a:latin typeface="Arial Black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533074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467544" y="1338897"/>
            <a:ext cx="7497224" cy="1414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 b="1" dirty="0"/>
              <a:t>The frequency-domain version of a 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Norton equivalent circuit </a:t>
            </a:r>
            <a:r>
              <a:rPr kumimoji="1" lang="en-US" altLang="zh-CN" sz="2000" b="1" dirty="0"/>
              <a:t>:  </a:t>
            </a:r>
            <a:r>
              <a:rPr kumimoji="1" lang="en-US" altLang="zh-CN" sz="2000" b="1" dirty="0">
                <a:solidFill>
                  <a:schemeClr val="tx2"/>
                </a:solidFill>
              </a:rPr>
              <a:t>a linear circuit is replaced by a current source in parallel with an impedance.</a:t>
            </a:r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769938" y="2967038"/>
            <a:ext cx="1524000" cy="1905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0" name="Line 6"/>
          <p:cNvSpPr>
            <a:spLocks noChangeShapeType="1"/>
          </p:cNvSpPr>
          <p:nvPr/>
        </p:nvSpPr>
        <p:spPr bwMode="auto">
          <a:xfrm>
            <a:off x="2293938" y="3271838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1" name="Line 7"/>
          <p:cNvSpPr>
            <a:spLocks noChangeShapeType="1"/>
          </p:cNvSpPr>
          <p:nvPr/>
        </p:nvSpPr>
        <p:spPr bwMode="auto">
          <a:xfrm>
            <a:off x="2293938" y="4567238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3055938" y="3119438"/>
            <a:ext cx="336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200" b="1">
                <a:latin typeface="Times New Roman" pitchFamily="18" charset="0"/>
              </a:rPr>
              <a:t>○</a:t>
            </a:r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3055938" y="4414838"/>
            <a:ext cx="336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200" b="1">
                <a:latin typeface="Times New Roman" pitchFamily="18" charset="0"/>
              </a:rPr>
              <a:t>○</a:t>
            </a: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2827338" y="395763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>
              <a:latin typeface="Times New Roman" pitchFamily="18" charset="0"/>
            </a:endParaRPr>
          </a:p>
        </p:txBody>
      </p:sp>
      <p:sp>
        <p:nvSpPr>
          <p:cNvPr id="52235" name="Line 11"/>
          <p:cNvSpPr>
            <a:spLocks noChangeShapeType="1"/>
          </p:cNvSpPr>
          <p:nvPr/>
        </p:nvSpPr>
        <p:spPr bwMode="auto">
          <a:xfrm>
            <a:off x="3311525" y="3897313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3132138" y="2890838"/>
            <a:ext cx="685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1</a:t>
            </a:r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3132138" y="4581525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1′</a:t>
            </a:r>
          </a:p>
        </p:txBody>
      </p:sp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738362" y="3549877"/>
            <a:ext cx="151288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000" b="1" dirty="0"/>
              <a:t>Linear circuit</a:t>
            </a:r>
          </a:p>
        </p:txBody>
      </p:sp>
      <p:graphicFrame>
        <p:nvGraphicFramePr>
          <p:cNvPr id="52239" name="Object 15"/>
          <p:cNvGraphicFramePr>
            <a:graphicFrameLocks noChangeAspect="1"/>
          </p:cNvGraphicFramePr>
          <p:nvPr/>
        </p:nvGraphicFramePr>
        <p:xfrm>
          <a:off x="6211888" y="3573463"/>
          <a:ext cx="5365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00" name="公式" r:id="rId3" imgW="203040" imgH="190440" progId="Equation.3">
                  <p:embed/>
                </p:oleObj>
              </mc:Choice>
              <mc:Fallback>
                <p:oleObj name="公式" r:id="rId3" imgW="20304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1888" y="3573463"/>
                        <a:ext cx="5365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0" name="Line 16"/>
          <p:cNvSpPr>
            <a:spLocks noChangeShapeType="1"/>
          </p:cNvSpPr>
          <p:nvPr/>
        </p:nvSpPr>
        <p:spPr bwMode="auto">
          <a:xfrm>
            <a:off x="5218113" y="2887663"/>
            <a:ext cx="0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1" name="Line 17"/>
          <p:cNvSpPr>
            <a:spLocks noChangeShapeType="1"/>
          </p:cNvSpPr>
          <p:nvPr/>
        </p:nvSpPr>
        <p:spPr bwMode="auto">
          <a:xfrm>
            <a:off x="5218113" y="4040188"/>
            <a:ext cx="1587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2" name="Line 18"/>
          <p:cNvSpPr>
            <a:spLocks noChangeShapeType="1"/>
          </p:cNvSpPr>
          <p:nvPr/>
        </p:nvSpPr>
        <p:spPr bwMode="auto">
          <a:xfrm flipV="1">
            <a:off x="5218113" y="3535363"/>
            <a:ext cx="0" cy="4683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3" name="Oval 19"/>
          <p:cNvSpPr>
            <a:spLocks noChangeArrowheads="1"/>
          </p:cNvSpPr>
          <p:nvPr/>
        </p:nvSpPr>
        <p:spPr bwMode="auto">
          <a:xfrm rot="-10800000" flipH="1" flipV="1">
            <a:off x="4930775" y="3463925"/>
            <a:ext cx="576263" cy="576263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2244" name="Object 20"/>
          <p:cNvGraphicFramePr>
            <a:graphicFrameLocks noChangeAspect="1"/>
          </p:cNvGraphicFramePr>
          <p:nvPr/>
        </p:nvGraphicFramePr>
        <p:xfrm>
          <a:off x="3959225" y="2960688"/>
          <a:ext cx="11985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01" name="公式" r:id="rId5" imgW="495000" imgH="215640" progId="Equation.3">
                  <p:embed/>
                </p:oleObj>
              </mc:Choice>
              <mc:Fallback>
                <p:oleObj name="公式" r:id="rId5" imgW="4950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225" y="2960688"/>
                        <a:ext cx="119856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5" name="Line 21"/>
          <p:cNvSpPr>
            <a:spLocks noChangeShapeType="1"/>
          </p:cNvSpPr>
          <p:nvPr/>
        </p:nvSpPr>
        <p:spPr bwMode="auto">
          <a:xfrm>
            <a:off x="5219700" y="2889250"/>
            <a:ext cx="15128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6" name="Oval 22"/>
          <p:cNvSpPr>
            <a:spLocks noChangeArrowheads="1"/>
          </p:cNvSpPr>
          <p:nvPr/>
        </p:nvSpPr>
        <p:spPr bwMode="auto">
          <a:xfrm>
            <a:off x="6696075" y="2816225"/>
            <a:ext cx="142875" cy="144463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47" name="Line 23"/>
          <p:cNvSpPr>
            <a:spLocks noChangeShapeType="1"/>
          </p:cNvSpPr>
          <p:nvPr/>
        </p:nvSpPr>
        <p:spPr bwMode="auto">
          <a:xfrm>
            <a:off x="5219700" y="4616450"/>
            <a:ext cx="15128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8" name="Oval 24"/>
          <p:cNvSpPr>
            <a:spLocks noChangeArrowheads="1"/>
          </p:cNvSpPr>
          <p:nvPr/>
        </p:nvSpPr>
        <p:spPr bwMode="auto">
          <a:xfrm>
            <a:off x="6696075" y="4543425"/>
            <a:ext cx="142875" cy="144463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49" name="Line 25"/>
          <p:cNvSpPr>
            <a:spLocks noChangeShapeType="1"/>
          </p:cNvSpPr>
          <p:nvPr/>
        </p:nvSpPr>
        <p:spPr bwMode="auto">
          <a:xfrm flipH="1">
            <a:off x="6119813" y="2889250"/>
            <a:ext cx="1587" cy="172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0" name="Rectangle 26"/>
          <p:cNvSpPr>
            <a:spLocks noChangeArrowheads="1"/>
          </p:cNvSpPr>
          <p:nvPr/>
        </p:nvSpPr>
        <p:spPr bwMode="auto">
          <a:xfrm>
            <a:off x="6011863" y="3392488"/>
            <a:ext cx="215900" cy="50482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00891" y="404664"/>
            <a:ext cx="59604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latin typeface="Arial Black" pitchFamily="34" charset="0"/>
                <a:ea typeface="宋体" pitchFamily="2" charset="-122"/>
              </a:rPr>
              <a:t>Norton equivalent circuit </a:t>
            </a:r>
            <a:endParaRPr kumimoji="1" lang="zh-CN" altLang="en-US" sz="3200" dirty="0">
              <a:latin typeface="Arial Black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556039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15906" name="AutoShape 2"/>
              <p:cNvSpPr>
                <a:spLocks noChangeArrowheads="1"/>
              </p:cNvSpPr>
              <p:nvPr/>
            </p:nvSpPr>
            <p:spPr bwMode="auto">
              <a:xfrm>
                <a:off x="468313" y="4059238"/>
                <a:ext cx="8316912" cy="1913006"/>
              </a:xfrm>
              <a:prstGeom prst="roundRect">
                <a:avLst>
                  <a:gd name="adj" fmla="val 16667"/>
                </a:avLst>
              </a:prstGeom>
              <a:noFill/>
              <a:ln w="57150" algn="ctr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hlink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lnSpc>
                    <a:spcPct val="120000"/>
                  </a:lnSpc>
                  <a:buFont typeface="Wingdings" pitchFamily="2" charset="2"/>
                  <a:buNone/>
                </a:pPr>
                <a:r>
                  <a:rPr kumimoji="1" lang="en-US" altLang="zh-CN" sz="2400" b="1" dirty="0"/>
                  <a:t>Keep in mind the two equivalent circuits are related as</a:t>
                </a:r>
              </a:p>
              <a:p>
                <a:pPr algn="l">
                  <a:lnSpc>
                    <a:spcPct val="120000"/>
                  </a:lnSpc>
                  <a:buFont typeface="Wingdings" pitchFamily="2" charset="2"/>
                  <a:buNone/>
                </a:pPr>
                <a:endParaRPr kumimoji="1" lang="en-US" altLang="zh-CN" sz="2000" b="1" dirty="0"/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kumimoji="1"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000" b="1" i="1" smtClean="0">
                                <a:latin typeface="Cambria Math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kumimoji="1" lang="en-US" altLang="zh-CN" sz="2000" b="1" i="1" smtClean="0">
                            <a:latin typeface="Cambria Math"/>
                          </a:rPr>
                          <m:t>𝑻𝒉</m:t>
                        </m:r>
                      </m:sub>
                    </m:sSub>
                  </m:oMath>
                </a14:m>
                <a:r>
                  <a:rPr kumimoji="1" lang="en-US" altLang="zh-CN" sz="2000" b="1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1" i="1" dirty="0" smtClean="0">
                            <a:latin typeface="Cambria Math"/>
                          </a:rPr>
                          <m:t>𝒁</m:t>
                        </m:r>
                      </m:e>
                      <m:sub>
                        <m:r>
                          <a:rPr kumimoji="1" lang="en-US" altLang="zh-CN" sz="2000" b="1" i="1" dirty="0" smtClean="0">
                            <a:latin typeface="Cambria Math"/>
                          </a:rPr>
                          <m:t>𝑵</m:t>
                        </m:r>
                      </m:sub>
                    </m:sSub>
                    <m:sSub>
                      <m:sSubPr>
                        <m:ctrlPr>
                          <a:rPr kumimoji="1" lang="en-US" altLang="zh-CN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kumimoji="1" lang="en-US" altLang="zh-CN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000" b="1" i="1" dirty="0" smtClean="0">
                                <a:latin typeface="Cambria Math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kumimoji="1" lang="en-US" altLang="zh-CN" sz="2000" b="1" i="1" dirty="0" smtClean="0">
                            <a:latin typeface="Cambria Math"/>
                          </a:rPr>
                          <m:t>𝑵</m:t>
                        </m:r>
                      </m:sub>
                    </m:sSub>
                  </m:oMath>
                </a14:m>
                <a:r>
                  <a:rPr kumimoji="1" lang="en-US" altLang="zh-CN" sz="2000" b="1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1" i="1" dirty="0" smtClean="0">
                            <a:latin typeface="Cambria Math"/>
                          </a:rPr>
                          <m:t>𝒁</m:t>
                        </m:r>
                      </m:e>
                      <m:sub>
                        <m:r>
                          <a:rPr kumimoji="1" lang="en-US" altLang="zh-CN" sz="2000" b="1" i="1" dirty="0" smtClean="0">
                            <a:latin typeface="Cambria Math"/>
                          </a:rPr>
                          <m:t>𝑻𝒉</m:t>
                        </m:r>
                      </m:sub>
                    </m:sSub>
                    <m:r>
                      <a:rPr kumimoji="1" lang="en-US" altLang="zh-CN" sz="2000" b="1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kumimoji="1" lang="en-US" altLang="zh-CN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1" i="1" dirty="0" smtClean="0">
                            <a:latin typeface="Cambria Math"/>
                          </a:rPr>
                          <m:t>𝒁</m:t>
                        </m:r>
                      </m:e>
                      <m:sub>
                        <m:r>
                          <a:rPr kumimoji="1" lang="en-US" altLang="zh-CN" sz="2000" b="1" i="1" dirty="0" smtClean="0">
                            <a:latin typeface="Cambria Math"/>
                          </a:rPr>
                          <m:t>𝑵</m:t>
                        </m:r>
                      </m:sub>
                    </m:sSub>
                  </m:oMath>
                </a14:m>
                <a:endParaRPr kumimoji="1" lang="en-US" altLang="zh-CN" sz="2000" b="1" dirty="0"/>
              </a:p>
            </p:txBody>
          </p:sp>
        </mc:Choice>
        <mc:Fallback xmlns="">
          <p:sp>
            <p:nvSpPr>
              <p:cNvPr id="1915906" name="Auto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313" y="4059238"/>
                <a:ext cx="8316912" cy="1913006"/>
              </a:xfrm>
              <a:prstGeom prst="roundRect">
                <a:avLst>
                  <a:gd name="adj" fmla="val 16667"/>
                </a:avLst>
              </a:prstGeom>
              <a:blipFill rotWithShape="1">
                <a:blip r:embed="rId3"/>
                <a:stretch>
                  <a:fillRect r="-655"/>
                </a:stretch>
              </a:blipFill>
              <a:ln w="57150" algn="ctr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5907" name="Text Box 3"/>
          <p:cNvSpPr txBox="1">
            <a:spLocks noChangeArrowheads="1"/>
          </p:cNvSpPr>
          <p:nvPr/>
        </p:nvSpPr>
        <p:spPr bwMode="auto">
          <a:xfrm>
            <a:off x="827584" y="272143"/>
            <a:ext cx="8064896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dirty="0" err="1">
                <a:latin typeface="Arial Black" pitchFamily="34" charset="0"/>
              </a:rPr>
              <a:t>Thevenin</a:t>
            </a:r>
            <a:r>
              <a:rPr lang="en-US" altLang="zh-CN" sz="2800" dirty="0">
                <a:latin typeface="Arial Black" pitchFamily="34" charset="0"/>
              </a:rPr>
              <a:t> and Norton equivalent circuits</a:t>
            </a:r>
          </a:p>
        </p:txBody>
      </p:sp>
      <p:grpSp>
        <p:nvGrpSpPr>
          <p:cNvPr id="1915908" name="Group 4"/>
          <p:cNvGrpSpPr>
            <a:grpSpLocks/>
          </p:cNvGrpSpPr>
          <p:nvPr/>
        </p:nvGrpSpPr>
        <p:grpSpPr bwMode="auto">
          <a:xfrm>
            <a:off x="358775" y="1614488"/>
            <a:ext cx="8497888" cy="2101850"/>
            <a:chOff x="181" y="2364"/>
            <a:chExt cx="5353" cy="1324"/>
          </a:xfrm>
        </p:grpSpPr>
        <p:graphicFrame>
          <p:nvGraphicFramePr>
            <p:cNvPr id="191590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8584977"/>
                </p:ext>
              </p:extLst>
            </p:nvPr>
          </p:nvGraphicFramePr>
          <p:xfrm>
            <a:off x="181" y="2364"/>
            <a:ext cx="1907" cy="1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994" name="Visio" r:id="rId4" imgW="1582933" imgH="1064888" progId="Visio.Drawing.11">
                    <p:embed/>
                  </p:oleObj>
                </mc:Choice>
                <mc:Fallback>
                  <p:oleObj name="Visio" r:id="rId4" imgW="1582933" imgH="1064888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" y="2364"/>
                          <a:ext cx="1907" cy="1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1591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6931933"/>
                </p:ext>
              </p:extLst>
            </p:nvPr>
          </p:nvGraphicFramePr>
          <p:xfrm>
            <a:off x="3526" y="2523"/>
            <a:ext cx="2008" cy="1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995" name="Visio" r:id="rId6" imgW="1655007" imgH="912915" progId="Visio.Drawing.11">
                    <p:embed/>
                  </p:oleObj>
                </mc:Choice>
                <mc:Fallback>
                  <p:oleObj name="Visio" r:id="rId6" imgW="1655007" imgH="912915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6" y="2523"/>
                          <a:ext cx="2008" cy="1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15911" name="AutoShape 7"/>
            <p:cNvSpPr>
              <a:spLocks noChangeArrowheads="1"/>
            </p:cNvSpPr>
            <p:nvPr/>
          </p:nvSpPr>
          <p:spPr bwMode="auto">
            <a:xfrm>
              <a:off x="2200" y="2886"/>
              <a:ext cx="1202" cy="362"/>
            </a:xfrm>
            <a:prstGeom prst="leftRightArrow">
              <a:avLst>
                <a:gd name="adj1" fmla="val 50000"/>
                <a:gd name="adj2" fmla="val 66409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979919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917575" y="404813"/>
            <a:ext cx="811892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FF0000"/>
                </a:solidFill>
              </a:rPr>
              <a:t>Example</a:t>
            </a:r>
            <a:r>
              <a:rPr kumimoji="1" lang="zh-CN" altLang="en-US" sz="2000" b="1" dirty="0">
                <a:solidFill>
                  <a:srgbClr val="FF0000"/>
                </a:solidFill>
              </a:rPr>
              <a:t>：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Find the </a:t>
            </a:r>
            <a:r>
              <a:rPr kumimoji="1" lang="en-US" altLang="zh-CN" sz="2000" b="1" dirty="0" err="1"/>
              <a:t>Thevenin</a:t>
            </a:r>
            <a:r>
              <a:rPr kumimoji="1" lang="en-US" altLang="zh-CN" sz="2000" b="1" dirty="0"/>
              <a:t> equivalent of the circuit  as seen from terminals a-b.</a:t>
            </a:r>
          </a:p>
        </p:txBody>
      </p:sp>
      <p:grpSp>
        <p:nvGrpSpPr>
          <p:cNvPr id="53400" name="Group 152"/>
          <p:cNvGrpSpPr>
            <a:grpSpLocks/>
          </p:cNvGrpSpPr>
          <p:nvPr/>
        </p:nvGrpSpPr>
        <p:grpSpPr bwMode="auto">
          <a:xfrm>
            <a:off x="215900" y="1233488"/>
            <a:ext cx="5652244" cy="2360130"/>
            <a:chOff x="136" y="777"/>
            <a:chExt cx="4241" cy="1694"/>
          </a:xfrm>
        </p:grpSpPr>
        <p:grpSp>
          <p:nvGrpSpPr>
            <p:cNvPr id="53261" name="Group 13"/>
            <p:cNvGrpSpPr>
              <a:grpSpLocks/>
            </p:cNvGrpSpPr>
            <p:nvPr/>
          </p:nvGrpSpPr>
          <p:grpSpPr bwMode="auto">
            <a:xfrm>
              <a:off x="1633" y="1049"/>
              <a:ext cx="454" cy="159"/>
              <a:chOff x="1086" y="1591"/>
              <a:chExt cx="433" cy="118"/>
            </a:xfrm>
          </p:grpSpPr>
          <p:sp>
            <p:nvSpPr>
              <p:cNvPr id="53262" name="Freeform 14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3" name="Freeform 15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4" name="Freeform 16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5" name="Freeform 17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6" name="Freeform 18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7" name="Freeform 19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8" name="Freeform 20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9" name="Freeform 21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0" name="Freeform 22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1" name="Freeform 23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2" name="Freeform 24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3" name="Freeform 25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4" name="Freeform 26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5" name="Freeform 27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6" name="Freeform 28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7" name="Freeform 29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8" name="Freeform 30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9" name="Freeform 31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81" name="Line 33"/>
            <p:cNvSpPr>
              <a:spLocks noChangeShapeType="1"/>
            </p:cNvSpPr>
            <p:nvPr/>
          </p:nvSpPr>
          <p:spPr bwMode="auto">
            <a:xfrm>
              <a:off x="817" y="1140"/>
              <a:ext cx="8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2" name="Line 34"/>
            <p:cNvSpPr>
              <a:spLocks noChangeShapeType="1"/>
            </p:cNvSpPr>
            <p:nvPr/>
          </p:nvSpPr>
          <p:spPr bwMode="auto">
            <a:xfrm>
              <a:off x="817" y="1140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3" name="Line 35"/>
            <p:cNvSpPr>
              <a:spLocks noChangeShapeType="1"/>
            </p:cNvSpPr>
            <p:nvPr/>
          </p:nvSpPr>
          <p:spPr bwMode="auto">
            <a:xfrm flipH="1">
              <a:off x="817" y="1866"/>
              <a:ext cx="0" cy="5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284" name="Group 36"/>
            <p:cNvGrpSpPr>
              <a:grpSpLocks/>
            </p:cNvGrpSpPr>
            <p:nvPr/>
          </p:nvGrpSpPr>
          <p:grpSpPr bwMode="auto">
            <a:xfrm>
              <a:off x="2444" y="1072"/>
              <a:ext cx="482" cy="136"/>
              <a:chOff x="3994" y="482"/>
              <a:chExt cx="527" cy="171"/>
            </a:xfrm>
          </p:grpSpPr>
          <p:sp>
            <p:nvSpPr>
              <p:cNvPr id="53285" name="Freeform 37"/>
              <p:cNvSpPr>
                <a:spLocks/>
              </p:cNvSpPr>
              <p:nvPr/>
            </p:nvSpPr>
            <p:spPr bwMode="auto">
              <a:xfrm>
                <a:off x="3994" y="482"/>
                <a:ext cx="82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6" name="Freeform 38"/>
              <p:cNvSpPr>
                <a:spLocks noEditPoints="1"/>
              </p:cNvSpPr>
              <p:nvPr/>
            </p:nvSpPr>
            <p:spPr bwMode="auto">
              <a:xfrm>
                <a:off x="4076" y="482"/>
                <a:ext cx="84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7" name="Freeform 39"/>
              <p:cNvSpPr>
                <a:spLocks noEditPoints="1"/>
              </p:cNvSpPr>
              <p:nvPr/>
            </p:nvSpPr>
            <p:spPr bwMode="auto">
              <a:xfrm>
                <a:off x="4136" y="582"/>
                <a:ext cx="24" cy="71"/>
              </a:xfrm>
              <a:custGeom>
                <a:avLst/>
                <a:gdLst>
                  <a:gd name="T0" fmla="*/ 29 w 29"/>
                  <a:gd name="T1" fmla="*/ 0 h 69"/>
                  <a:gd name="T2" fmla="*/ 23 w 29"/>
                  <a:gd name="T3" fmla="*/ 40 h 69"/>
                  <a:gd name="T4" fmla="*/ 0 w 29"/>
                  <a:gd name="T5" fmla="*/ 69 h 69"/>
                  <a:gd name="T6" fmla="*/ 0 w 29"/>
                  <a:gd name="T7" fmla="*/ 69 h 69"/>
                  <a:gd name="T8" fmla="*/ 23 w 29"/>
                  <a:gd name="T9" fmla="*/ 40 h 69"/>
                  <a:gd name="T10" fmla="*/ 29 w 29"/>
                  <a:gd name="T11" fmla="*/ 0 h 69"/>
                  <a:gd name="T12" fmla="*/ 29 w 29"/>
                  <a:gd name="T13" fmla="*/ 0 h 69"/>
                  <a:gd name="T14" fmla="*/ 29 w 29"/>
                  <a:gd name="T15" fmla="*/ 0 h 69"/>
                  <a:gd name="T16" fmla="*/ 29 w 29"/>
                  <a:gd name="T17" fmla="*/ 0 h 69"/>
                  <a:gd name="T18" fmla="*/ 29 w 29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0"/>
                    </a:moveTo>
                    <a:lnTo>
                      <a:pt x="23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3" y="4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8" name="Freeform 40"/>
              <p:cNvSpPr>
                <a:spLocks noEditPoints="1"/>
              </p:cNvSpPr>
              <p:nvPr/>
            </p:nvSpPr>
            <p:spPr bwMode="auto">
              <a:xfrm>
                <a:off x="4116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5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5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5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9" name="Freeform 41"/>
              <p:cNvSpPr>
                <a:spLocks noEditPoints="1"/>
              </p:cNvSpPr>
              <p:nvPr/>
            </p:nvSpPr>
            <p:spPr bwMode="auto">
              <a:xfrm>
                <a:off x="4116" y="482"/>
                <a:ext cx="78" cy="100"/>
              </a:xfrm>
              <a:custGeom>
                <a:avLst/>
                <a:gdLst>
                  <a:gd name="T0" fmla="*/ 0 w 92"/>
                  <a:gd name="T1" fmla="*/ 99 h 99"/>
                  <a:gd name="T2" fmla="*/ 5 w 92"/>
                  <a:gd name="T3" fmla="*/ 64 h 99"/>
                  <a:gd name="T4" fmla="*/ 29 w 92"/>
                  <a:gd name="T5" fmla="*/ 29 h 99"/>
                  <a:gd name="T6" fmla="*/ 58 w 92"/>
                  <a:gd name="T7" fmla="*/ 6 h 99"/>
                  <a:gd name="T8" fmla="*/ 92 w 92"/>
                  <a:gd name="T9" fmla="*/ 0 h 99"/>
                  <a:gd name="T10" fmla="*/ 92 w 92"/>
                  <a:gd name="T11" fmla="*/ 0 h 99"/>
                  <a:gd name="T12" fmla="*/ 58 w 92"/>
                  <a:gd name="T13" fmla="*/ 6 h 99"/>
                  <a:gd name="T14" fmla="*/ 29 w 92"/>
                  <a:gd name="T15" fmla="*/ 29 h 99"/>
                  <a:gd name="T16" fmla="*/ 5 w 92"/>
                  <a:gd name="T17" fmla="*/ 64 h 99"/>
                  <a:gd name="T18" fmla="*/ 0 w 92"/>
                  <a:gd name="T19" fmla="*/ 99 h 99"/>
                  <a:gd name="T20" fmla="*/ 0 w 92"/>
                  <a:gd name="T21" fmla="*/ 99 h 99"/>
                  <a:gd name="T22" fmla="*/ 0 w 92"/>
                  <a:gd name="T23" fmla="*/ 99 h 99"/>
                  <a:gd name="T24" fmla="*/ 0 w 92"/>
                  <a:gd name="T25" fmla="*/ 99 h 99"/>
                  <a:gd name="T26" fmla="*/ 0 w 92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" h="99">
                    <a:moveTo>
                      <a:pt x="0" y="99"/>
                    </a:moveTo>
                    <a:lnTo>
                      <a:pt x="5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5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0" name="Freeform 42"/>
              <p:cNvSpPr>
                <a:spLocks noEditPoints="1"/>
              </p:cNvSpPr>
              <p:nvPr/>
            </p:nvSpPr>
            <p:spPr bwMode="auto">
              <a:xfrm>
                <a:off x="4194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41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41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41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41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1" name="Freeform 43"/>
              <p:cNvSpPr>
                <a:spLocks noEditPoints="1"/>
              </p:cNvSpPr>
              <p:nvPr/>
            </p:nvSpPr>
            <p:spPr bwMode="auto">
              <a:xfrm>
                <a:off x="4258" y="582"/>
                <a:ext cx="19" cy="71"/>
              </a:xfrm>
              <a:custGeom>
                <a:avLst/>
                <a:gdLst>
                  <a:gd name="T0" fmla="*/ 23 w 23"/>
                  <a:gd name="T1" fmla="*/ 0 h 69"/>
                  <a:gd name="T2" fmla="*/ 17 w 23"/>
                  <a:gd name="T3" fmla="*/ 40 h 69"/>
                  <a:gd name="T4" fmla="*/ 0 w 23"/>
                  <a:gd name="T5" fmla="*/ 69 h 69"/>
                  <a:gd name="T6" fmla="*/ 0 w 23"/>
                  <a:gd name="T7" fmla="*/ 69 h 69"/>
                  <a:gd name="T8" fmla="*/ 17 w 23"/>
                  <a:gd name="T9" fmla="*/ 40 h 69"/>
                  <a:gd name="T10" fmla="*/ 23 w 23"/>
                  <a:gd name="T11" fmla="*/ 0 h 69"/>
                  <a:gd name="T12" fmla="*/ 23 w 23"/>
                  <a:gd name="T13" fmla="*/ 0 h 69"/>
                  <a:gd name="T14" fmla="*/ 23 w 23"/>
                  <a:gd name="T15" fmla="*/ 0 h 69"/>
                  <a:gd name="T16" fmla="*/ 23 w 23"/>
                  <a:gd name="T17" fmla="*/ 0 h 69"/>
                  <a:gd name="T18" fmla="*/ 23 w 23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0"/>
                    </a:moveTo>
                    <a:lnTo>
                      <a:pt x="17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7" y="40"/>
                    </a:lnTo>
                    <a:lnTo>
                      <a:pt x="23" y="0"/>
                    </a:lnTo>
                    <a:lnTo>
                      <a:pt x="23" y="0"/>
                    </a:lnTo>
                    <a:close/>
                    <a:moveTo>
                      <a:pt x="23" y="0"/>
                    </a:moveTo>
                    <a:lnTo>
                      <a:pt x="23" y="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2" name="Freeform 44"/>
              <p:cNvSpPr>
                <a:spLocks noEditPoints="1"/>
              </p:cNvSpPr>
              <p:nvPr/>
            </p:nvSpPr>
            <p:spPr bwMode="auto">
              <a:xfrm>
                <a:off x="4233" y="582"/>
                <a:ext cx="25" cy="71"/>
              </a:xfrm>
              <a:custGeom>
                <a:avLst/>
                <a:gdLst>
                  <a:gd name="T0" fmla="*/ 29 w 29"/>
                  <a:gd name="T1" fmla="*/ 69 h 69"/>
                  <a:gd name="T2" fmla="*/ 6 w 29"/>
                  <a:gd name="T3" fmla="*/ 40 h 69"/>
                  <a:gd name="T4" fmla="*/ 0 w 29"/>
                  <a:gd name="T5" fmla="*/ 0 h 69"/>
                  <a:gd name="T6" fmla="*/ 0 w 29"/>
                  <a:gd name="T7" fmla="*/ 0 h 69"/>
                  <a:gd name="T8" fmla="*/ 6 w 29"/>
                  <a:gd name="T9" fmla="*/ 40 h 69"/>
                  <a:gd name="T10" fmla="*/ 29 w 29"/>
                  <a:gd name="T11" fmla="*/ 69 h 69"/>
                  <a:gd name="T12" fmla="*/ 29 w 29"/>
                  <a:gd name="T13" fmla="*/ 69 h 69"/>
                  <a:gd name="T14" fmla="*/ 29 w 29"/>
                  <a:gd name="T15" fmla="*/ 69 h 69"/>
                  <a:gd name="T16" fmla="*/ 29 w 29"/>
                  <a:gd name="T17" fmla="*/ 69 h 69"/>
                  <a:gd name="T18" fmla="*/ 29 w 29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9" y="69"/>
                    </a:lnTo>
                    <a:lnTo>
                      <a:pt x="29" y="69"/>
                    </a:lnTo>
                    <a:close/>
                    <a:moveTo>
                      <a:pt x="29" y="69"/>
                    </a:moveTo>
                    <a:lnTo>
                      <a:pt x="29" y="69"/>
                    </a:lnTo>
                    <a:lnTo>
                      <a:pt x="29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3" name="Freeform 45"/>
              <p:cNvSpPr>
                <a:spLocks noEditPoints="1"/>
              </p:cNvSpPr>
              <p:nvPr/>
            </p:nvSpPr>
            <p:spPr bwMode="auto">
              <a:xfrm>
                <a:off x="4233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4" name="Freeform 46"/>
              <p:cNvSpPr>
                <a:spLocks noEditPoints="1"/>
              </p:cNvSpPr>
              <p:nvPr/>
            </p:nvSpPr>
            <p:spPr bwMode="auto">
              <a:xfrm>
                <a:off x="4316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69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69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69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69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5" name="Freeform 47"/>
              <p:cNvSpPr>
                <a:spLocks noEditPoints="1"/>
              </p:cNvSpPr>
              <p:nvPr/>
            </p:nvSpPr>
            <p:spPr bwMode="auto">
              <a:xfrm>
                <a:off x="4375" y="582"/>
                <a:ext cx="24" cy="71"/>
              </a:xfrm>
              <a:custGeom>
                <a:avLst/>
                <a:gdLst>
                  <a:gd name="T0" fmla="*/ 30 w 30"/>
                  <a:gd name="T1" fmla="*/ 0 h 69"/>
                  <a:gd name="T2" fmla="*/ 24 w 30"/>
                  <a:gd name="T3" fmla="*/ 40 h 69"/>
                  <a:gd name="T4" fmla="*/ 0 w 30"/>
                  <a:gd name="T5" fmla="*/ 69 h 69"/>
                  <a:gd name="T6" fmla="*/ 0 w 30"/>
                  <a:gd name="T7" fmla="*/ 69 h 69"/>
                  <a:gd name="T8" fmla="*/ 24 w 30"/>
                  <a:gd name="T9" fmla="*/ 40 h 69"/>
                  <a:gd name="T10" fmla="*/ 30 w 30"/>
                  <a:gd name="T11" fmla="*/ 0 h 69"/>
                  <a:gd name="T12" fmla="*/ 30 w 30"/>
                  <a:gd name="T13" fmla="*/ 0 h 69"/>
                  <a:gd name="T14" fmla="*/ 30 w 30"/>
                  <a:gd name="T15" fmla="*/ 0 h 69"/>
                  <a:gd name="T16" fmla="*/ 30 w 30"/>
                  <a:gd name="T17" fmla="*/ 0 h 69"/>
                  <a:gd name="T18" fmla="*/ 30 w 30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69">
                    <a:moveTo>
                      <a:pt x="30" y="0"/>
                    </a:moveTo>
                    <a:lnTo>
                      <a:pt x="24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4" y="40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6" name="Freeform 48"/>
              <p:cNvSpPr>
                <a:spLocks noEditPoints="1"/>
              </p:cNvSpPr>
              <p:nvPr/>
            </p:nvSpPr>
            <p:spPr bwMode="auto">
              <a:xfrm>
                <a:off x="4355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6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6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7" name="Freeform 49"/>
              <p:cNvSpPr>
                <a:spLocks noEditPoints="1"/>
              </p:cNvSpPr>
              <p:nvPr/>
            </p:nvSpPr>
            <p:spPr bwMode="auto">
              <a:xfrm>
                <a:off x="4355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58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58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8" name="Freeform 50"/>
              <p:cNvSpPr>
                <a:spLocks noEditPoints="1"/>
              </p:cNvSpPr>
              <p:nvPr/>
            </p:nvSpPr>
            <p:spPr bwMode="auto">
              <a:xfrm>
                <a:off x="4438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99" name="Line 51"/>
            <p:cNvSpPr>
              <a:spLocks noChangeShapeType="1"/>
            </p:cNvSpPr>
            <p:nvPr/>
          </p:nvSpPr>
          <p:spPr bwMode="auto">
            <a:xfrm flipV="1">
              <a:off x="817" y="1548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0" name="Line 52"/>
            <p:cNvSpPr>
              <a:spLocks noChangeShapeType="1"/>
            </p:cNvSpPr>
            <p:nvPr/>
          </p:nvSpPr>
          <p:spPr bwMode="auto">
            <a:xfrm flipV="1">
              <a:off x="816" y="2387"/>
              <a:ext cx="260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1" name="Text Box 53"/>
            <p:cNvSpPr txBox="1">
              <a:spLocks noChangeArrowheads="1"/>
            </p:cNvSpPr>
            <p:nvPr/>
          </p:nvSpPr>
          <p:spPr bwMode="auto">
            <a:xfrm>
              <a:off x="1429" y="1367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2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53322" name="Line 74"/>
            <p:cNvSpPr>
              <a:spLocks noChangeShapeType="1"/>
            </p:cNvSpPr>
            <p:nvPr/>
          </p:nvSpPr>
          <p:spPr bwMode="auto">
            <a:xfrm>
              <a:off x="1384" y="1140"/>
              <a:ext cx="0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3" name="Line 75"/>
            <p:cNvSpPr>
              <a:spLocks noChangeShapeType="1"/>
            </p:cNvSpPr>
            <p:nvPr/>
          </p:nvSpPr>
          <p:spPr bwMode="auto">
            <a:xfrm>
              <a:off x="1270" y="195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4" name="Line 76"/>
            <p:cNvSpPr>
              <a:spLocks noChangeShapeType="1"/>
            </p:cNvSpPr>
            <p:nvPr/>
          </p:nvSpPr>
          <p:spPr bwMode="auto">
            <a:xfrm>
              <a:off x="1270" y="2024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5" name="Line 77"/>
            <p:cNvSpPr>
              <a:spLocks noChangeShapeType="1"/>
            </p:cNvSpPr>
            <p:nvPr/>
          </p:nvSpPr>
          <p:spPr bwMode="auto">
            <a:xfrm>
              <a:off x="1407" y="2024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6" name="Text Box 78"/>
            <p:cNvSpPr txBox="1">
              <a:spLocks noChangeArrowheads="1"/>
            </p:cNvSpPr>
            <p:nvPr/>
          </p:nvSpPr>
          <p:spPr bwMode="auto">
            <a:xfrm>
              <a:off x="1633" y="829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4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53329" name="Oval 81"/>
            <p:cNvSpPr>
              <a:spLocks noChangeArrowheads="1"/>
            </p:cNvSpPr>
            <p:nvPr/>
          </p:nvSpPr>
          <p:spPr bwMode="auto">
            <a:xfrm rot="-10800000" flipH="1" flipV="1">
              <a:off x="636" y="1503"/>
              <a:ext cx="363" cy="363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35" name="Line 87"/>
            <p:cNvSpPr>
              <a:spLocks noChangeShapeType="1"/>
            </p:cNvSpPr>
            <p:nvPr/>
          </p:nvSpPr>
          <p:spPr bwMode="auto">
            <a:xfrm>
              <a:off x="2087" y="1140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43" name="Line 95"/>
            <p:cNvSpPr>
              <a:spLocks noChangeShapeType="1"/>
            </p:cNvSpPr>
            <p:nvPr/>
          </p:nvSpPr>
          <p:spPr bwMode="auto">
            <a:xfrm flipV="1">
              <a:off x="2926" y="1140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364" name="Group 116"/>
            <p:cNvGrpSpPr>
              <a:grpSpLocks/>
            </p:cNvGrpSpPr>
            <p:nvPr/>
          </p:nvGrpSpPr>
          <p:grpSpPr bwMode="auto">
            <a:xfrm rot="5400000">
              <a:off x="1279" y="1403"/>
              <a:ext cx="272" cy="107"/>
              <a:chOff x="1086" y="1591"/>
              <a:chExt cx="433" cy="118"/>
            </a:xfrm>
          </p:grpSpPr>
          <p:sp>
            <p:nvSpPr>
              <p:cNvPr id="53365" name="Freeform 117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66" name="Freeform 118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67" name="Freeform 119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68" name="Freeform 120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69" name="Freeform 121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70" name="Freeform 122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71" name="Freeform 123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72" name="Freeform 124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73" name="Freeform 125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74" name="Freeform 126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75" name="Freeform 127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76" name="Freeform 128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77" name="Freeform 129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78" name="Freeform 130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79" name="Freeform 131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80" name="Freeform 132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81" name="Freeform 133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82" name="Freeform 134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383" name="Line 135"/>
            <p:cNvSpPr>
              <a:spLocks noChangeShapeType="1"/>
            </p:cNvSpPr>
            <p:nvPr/>
          </p:nvSpPr>
          <p:spPr bwMode="auto">
            <a:xfrm>
              <a:off x="1407" y="1593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84" name="Rectangle 136"/>
            <p:cNvSpPr>
              <a:spLocks noChangeArrowheads="1"/>
            </p:cNvSpPr>
            <p:nvPr/>
          </p:nvSpPr>
          <p:spPr bwMode="auto">
            <a:xfrm rot="2700000">
              <a:off x="2949" y="1639"/>
              <a:ext cx="317" cy="317"/>
            </a:xfrm>
            <a:prstGeom prst="rect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85" name="Line 137"/>
            <p:cNvSpPr>
              <a:spLocks noChangeShapeType="1"/>
            </p:cNvSpPr>
            <p:nvPr/>
          </p:nvSpPr>
          <p:spPr bwMode="auto">
            <a:xfrm>
              <a:off x="3108" y="1140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86" name="Line 138"/>
            <p:cNvSpPr>
              <a:spLocks noChangeShapeType="1"/>
            </p:cNvSpPr>
            <p:nvPr/>
          </p:nvSpPr>
          <p:spPr bwMode="auto">
            <a:xfrm flipV="1">
              <a:off x="3108" y="1639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87" name="Line 139"/>
            <p:cNvSpPr>
              <a:spLocks noChangeShapeType="1"/>
            </p:cNvSpPr>
            <p:nvPr/>
          </p:nvSpPr>
          <p:spPr bwMode="auto">
            <a:xfrm>
              <a:off x="3108" y="2002"/>
              <a:ext cx="0" cy="3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88" name="Oval 140"/>
            <p:cNvSpPr>
              <a:spLocks noChangeArrowheads="1"/>
            </p:cNvSpPr>
            <p:nvPr/>
          </p:nvSpPr>
          <p:spPr bwMode="auto">
            <a:xfrm>
              <a:off x="3402" y="1094"/>
              <a:ext cx="114" cy="9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89" name="Oval 141"/>
            <p:cNvSpPr>
              <a:spLocks noChangeArrowheads="1"/>
            </p:cNvSpPr>
            <p:nvPr/>
          </p:nvSpPr>
          <p:spPr bwMode="auto">
            <a:xfrm>
              <a:off x="3402" y="2342"/>
              <a:ext cx="114" cy="9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3390" name="Object 142"/>
            <p:cNvGraphicFramePr>
              <a:graphicFrameLocks noChangeAspect="1"/>
            </p:cNvGraphicFramePr>
            <p:nvPr/>
          </p:nvGraphicFramePr>
          <p:xfrm>
            <a:off x="136" y="1866"/>
            <a:ext cx="635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194" name="公式" r:id="rId3" imgW="469800" imgH="190440" progId="Equation.3">
                    <p:embed/>
                  </p:oleObj>
                </mc:Choice>
                <mc:Fallback>
                  <p:oleObj name="公式" r:id="rId3" imgW="46980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" y="1866"/>
                          <a:ext cx="635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391" name="Line 143"/>
            <p:cNvSpPr>
              <a:spLocks noChangeShapeType="1"/>
            </p:cNvSpPr>
            <p:nvPr/>
          </p:nvSpPr>
          <p:spPr bwMode="auto">
            <a:xfrm>
              <a:off x="1292" y="1163"/>
              <a:ext cx="0" cy="2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3392" name="Object 144"/>
            <p:cNvGraphicFramePr>
              <a:graphicFrameLocks noChangeAspect="1"/>
            </p:cNvGraphicFramePr>
            <p:nvPr/>
          </p:nvGraphicFramePr>
          <p:xfrm>
            <a:off x="1043" y="1140"/>
            <a:ext cx="233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195" name="公式" r:id="rId5" imgW="152280" imgH="215640" progId="Equation.3">
                    <p:embed/>
                  </p:oleObj>
                </mc:Choice>
                <mc:Fallback>
                  <p:oleObj name="公式" r:id="rId5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" y="1140"/>
                          <a:ext cx="233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393" name="Text Box 145"/>
            <p:cNvSpPr txBox="1">
              <a:spLocks noChangeArrowheads="1"/>
            </p:cNvSpPr>
            <p:nvPr/>
          </p:nvSpPr>
          <p:spPr bwMode="auto">
            <a:xfrm>
              <a:off x="2472" y="777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j3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aphicFrame>
          <p:nvGraphicFramePr>
            <p:cNvPr id="53394" name="Object 146"/>
            <p:cNvGraphicFramePr>
              <a:graphicFrameLocks noChangeAspect="1"/>
            </p:cNvGraphicFramePr>
            <p:nvPr/>
          </p:nvGraphicFramePr>
          <p:xfrm>
            <a:off x="2494" y="1389"/>
            <a:ext cx="466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196" name="公式" r:id="rId7" imgW="304560" imgH="215640" progId="Equation.3">
                    <p:embed/>
                  </p:oleObj>
                </mc:Choice>
                <mc:Fallback>
                  <p:oleObj name="公式" r:id="rId7" imgW="3045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4" y="1389"/>
                          <a:ext cx="466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395" name="Text Box 147"/>
            <p:cNvSpPr txBox="1">
              <a:spLocks noChangeArrowheads="1"/>
            </p:cNvSpPr>
            <p:nvPr/>
          </p:nvSpPr>
          <p:spPr bwMode="auto">
            <a:xfrm>
              <a:off x="1497" y="1888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-j4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53396" name="Text Box 148"/>
            <p:cNvSpPr txBox="1">
              <a:spLocks noChangeArrowheads="1"/>
            </p:cNvSpPr>
            <p:nvPr/>
          </p:nvSpPr>
          <p:spPr bwMode="auto">
            <a:xfrm>
              <a:off x="3492" y="1003"/>
              <a:ext cx="5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a</a:t>
              </a:r>
            </a:p>
          </p:txBody>
        </p:sp>
        <p:sp>
          <p:nvSpPr>
            <p:cNvPr id="53397" name="Text Box 149"/>
            <p:cNvSpPr txBox="1">
              <a:spLocks noChangeArrowheads="1"/>
            </p:cNvSpPr>
            <p:nvPr/>
          </p:nvSpPr>
          <p:spPr bwMode="auto">
            <a:xfrm>
              <a:off x="3515" y="2183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b</a:t>
              </a:r>
            </a:p>
          </p:txBody>
        </p:sp>
      </p:grpSp>
      <p:grpSp>
        <p:nvGrpSpPr>
          <p:cNvPr id="53407" name="Group 159"/>
          <p:cNvGrpSpPr>
            <a:grpSpLocks/>
          </p:cNvGrpSpPr>
          <p:nvPr/>
        </p:nvGrpSpPr>
        <p:grpSpPr bwMode="auto">
          <a:xfrm>
            <a:off x="1575805" y="3652708"/>
            <a:ext cx="6913563" cy="561975"/>
            <a:chOff x="1156" y="2571"/>
            <a:chExt cx="4355" cy="354"/>
          </a:xfrm>
        </p:grpSpPr>
        <p:sp>
          <p:nvSpPr>
            <p:cNvPr id="53398" name="Text Box 150"/>
            <p:cNvSpPr txBox="1">
              <a:spLocks noChangeArrowheads="1"/>
            </p:cNvSpPr>
            <p:nvPr/>
          </p:nvSpPr>
          <p:spPr bwMode="auto">
            <a:xfrm>
              <a:off x="1156" y="2636"/>
              <a:ext cx="435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dirty="0"/>
                <a:t>1. To find        , we apply KCL at node 1 </a:t>
              </a:r>
            </a:p>
          </p:txBody>
        </p:sp>
        <p:graphicFrame>
          <p:nvGraphicFramePr>
            <p:cNvPr id="53399" name="Object 1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5289250"/>
                </p:ext>
              </p:extLst>
            </p:nvPr>
          </p:nvGraphicFramePr>
          <p:xfrm>
            <a:off x="2030" y="2571"/>
            <a:ext cx="333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197" name="公式" r:id="rId9" imgW="203040" imgH="215640" progId="Equation.3">
                    <p:embed/>
                  </p:oleObj>
                </mc:Choice>
                <mc:Fallback>
                  <p:oleObj name="公式" r:id="rId9" imgW="203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0" y="2571"/>
                          <a:ext cx="333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401" name="Text Box 153"/>
          <p:cNvSpPr txBox="1">
            <a:spLocks noChangeArrowheads="1"/>
          </p:cNvSpPr>
          <p:nvPr/>
        </p:nvSpPr>
        <p:spPr bwMode="auto">
          <a:xfrm>
            <a:off x="1675658" y="1273085"/>
            <a:ext cx="755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</a:rPr>
              <a:t>1</a:t>
            </a:r>
          </a:p>
        </p:txBody>
      </p:sp>
      <p:graphicFrame>
        <p:nvGraphicFramePr>
          <p:cNvPr id="53402" name="Object 1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344110"/>
              </p:ext>
            </p:extLst>
          </p:nvPr>
        </p:nvGraphicFramePr>
        <p:xfrm>
          <a:off x="1603702" y="4197413"/>
          <a:ext cx="435768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198" name="公式" r:id="rId11" imgW="1676160" imgH="215640" progId="Equation.3">
                  <p:embed/>
                </p:oleObj>
              </mc:Choice>
              <mc:Fallback>
                <p:oleObj name="公式" r:id="rId11" imgW="1676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702" y="4197413"/>
                        <a:ext cx="435768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03" name="Text Box 155"/>
          <p:cNvSpPr txBox="1">
            <a:spLocks noChangeArrowheads="1"/>
          </p:cNvSpPr>
          <p:nvPr/>
        </p:nvSpPr>
        <p:spPr bwMode="auto">
          <a:xfrm>
            <a:off x="4942239" y="1369375"/>
            <a:ext cx="685800" cy="2287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</a:rPr>
              <a:t>+</a:t>
            </a:r>
          </a:p>
          <a:p>
            <a:pPr>
              <a:spcBef>
                <a:spcPct val="50000"/>
              </a:spcBef>
            </a:pPr>
            <a:endParaRPr kumimoji="1" lang="en-US" altLang="zh-CN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endParaRPr kumimoji="1" lang="en-US" altLang="zh-CN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endParaRPr kumimoji="1" lang="en-US" altLang="zh-CN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</a:rPr>
              <a:t>_</a:t>
            </a:r>
          </a:p>
        </p:txBody>
      </p:sp>
      <p:graphicFrame>
        <p:nvGraphicFramePr>
          <p:cNvPr id="53404" name="Object 1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540014"/>
              </p:ext>
            </p:extLst>
          </p:nvPr>
        </p:nvGraphicFramePr>
        <p:xfrm>
          <a:off x="4927562" y="2203379"/>
          <a:ext cx="5302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199" name="公式" r:id="rId13" imgW="203040" imgH="215640" progId="Equation.3">
                  <p:embed/>
                </p:oleObj>
              </mc:Choice>
              <mc:Fallback>
                <p:oleObj name="公式" r:id="rId13" imgW="2030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562" y="2203379"/>
                        <a:ext cx="5302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405" name="Object 1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789211"/>
              </p:ext>
            </p:extLst>
          </p:nvPr>
        </p:nvGraphicFramePr>
        <p:xfrm>
          <a:off x="1575805" y="4858185"/>
          <a:ext cx="50038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00" name="公式" r:id="rId15" imgW="1917360" imgH="215640" progId="Equation.3">
                  <p:embed/>
                </p:oleObj>
              </mc:Choice>
              <mc:Fallback>
                <p:oleObj name="公式" r:id="rId15" imgW="1917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5805" y="4858185"/>
                        <a:ext cx="50038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06" name="Text Box 158"/>
          <p:cNvSpPr txBox="1">
            <a:spLocks noChangeArrowheads="1"/>
          </p:cNvSpPr>
          <p:nvPr/>
        </p:nvSpPr>
        <p:spPr bwMode="auto">
          <a:xfrm>
            <a:off x="290214" y="3593618"/>
            <a:ext cx="14036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FF0000"/>
                </a:solidFill>
              </a:rPr>
              <a:t>Solution</a:t>
            </a:r>
            <a:r>
              <a:rPr kumimoji="1" lang="zh-CN" altLang="en-US" sz="2000" b="1" dirty="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95" name="Text Box 4">
            <a:extLst>
              <a:ext uri="{FF2B5EF4-FFF2-40B4-BE49-F238E27FC236}">
                <a16:creationId xmlns:a16="http://schemas.microsoft.com/office/drawing/2014/main" id="{0C8140BD-1FED-944C-88FD-71A64181D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70" y="5461627"/>
            <a:ext cx="42219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/>
              <a:t>Thus , the </a:t>
            </a:r>
            <a:r>
              <a:rPr kumimoji="1" lang="en-US" altLang="zh-CN" sz="2000" b="1" dirty="0" err="1"/>
              <a:t>Thevenin</a:t>
            </a:r>
            <a:r>
              <a:rPr kumimoji="1" lang="en-US" altLang="zh-CN" sz="2000" b="1" dirty="0"/>
              <a:t> voltage is </a:t>
            </a:r>
          </a:p>
        </p:txBody>
      </p:sp>
      <p:graphicFrame>
        <p:nvGraphicFramePr>
          <p:cNvPr id="96" name="Object 5">
            <a:extLst>
              <a:ext uri="{FF2B5EF4-FFF2-40B4-BE49-F238E27FC236}">
                <a16:creationId xmlns:a16="http://schemas.microsoft.com/office/drawing/2014/main" id="{6C37137B-339A-1542-913D-799A590D26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049605"/>
              </p:ext>
            </p:extLst>
          </p:nvPr>
        </p:nvGraphicFramePr>
        <p:xfrm>
          <a:off x="4643424" y="5673287"/>
          <a:ext cx="25177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01" name="公式" r:id="rId17" imgW="965160" imgH="215640" progId="Equation.3">
                  <p:embed/>
                </p:oleObj>
              </mc:Choice>
              <mc:Fallback>
                <p:oleObj name="公式" r:id="rId17" imgW="965160" imgH="215640" progId="Equation.3">
                  <p:embed/>
                  <p:pic>
                    <p:nvPicPr>
                      <p:cNvPr id="542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24" y="5673287"/>
                        <a:ext cx="25177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55730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01" grpId="0"/>
      <p:bldP spid="53403" grpId="0"/>
      <p:bldP spid="53406" grpId="0"/>
      <p:bldP spid="9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74" name="Group 102"/>
          <p:cNvGrpSpPr>
            <a:grpSpLocks/>
          </p:cNvGrpSpPr>
          <p:nvPr/>
        </p:nvGrpSpPr>
        <p:grpSpPr bwMode="auto">
          <a:xfrm>
            <a:off x="104779" y="2288502"/>
            <a:ext cx="5184775" cy="2628900"/>
            <a:chOff x="1088" y="1548"/>
            <a:chExt cx="3266" cy="1656"/>
          </a:xfrm>
        </p:grpSpPr>
        <p:grpSp>
          <p:nvGrpSpPr>
            <p:cNvPr id="54279" name="Group 7"/>
            <p:cNvGrpSpPr>
              <a:grpSpLocks/>
            </p:cNvGrpSpPr>
            <p:nvPr/>
          </p:nvGrpSpPr>
          <p:grpSpPr bwMode="auto">
            <a:xfrm>
              <a:off x="1678" y="1820"/>
              <a:ext cx="454" cy="159"/>
              <a:chOff x="1086" y="1591"/>
              <a:chExt cx="433" cy="118"/>
            </a:xfrm>
          </p:grpSpPr>
          <p:sp>
            <p:nvSpPr>
              <p:cNvPr id="54280" name="Freeform 8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1" name="Freeform 9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2" name="Freeform 10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3" name="Freeform 11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4" name="Freeform 12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5" name="Freeform 13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6" name="Freeform 14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7" name="Freeform 15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8" name="Freeform 16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89" name="Freeform 17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0" name="Freeform 18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1" name="Freeform 19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2" name="Freeform 20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3" name="Freeform 21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4" name="Freeform 22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5" name="Freeform 23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6" name="Freeform 24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7" name="Freeform 25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298" name="Line 26"/>
            <p:cNvSpPr>
              <a:spLocks noChangeShapeType="1"/>
            </p:cNvSpPr>
            <p:nvPr/>
          </p:nvSpPr>
          <p:spPr bwMode="auto">
            <a:xfrm>
              <a:off x="1429" y="1911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4301" name="Group 29"/>
            <p:cNvGrpSpPr>
              <a:grpSpLocks/>
            </p:cNvGrpSpPr>
            <p:nvPr/>
          </p:nvGrpSpPr>
          <p:grpSpPr bwMode="auto">
            <a:xfrm>
              <a:off x="2489" y="1843"/>
              <a:ext cx="482" cy="136"/>
              <a:chOff x="3994" y="482"/>
              <a:chExt cx="527" cy="171"/>
            </a:xfrm>
          </p:grpSpPr>
          <p:sp>
            <p:nvSpPr>
              <p:cNvPr id="54302" name="Freeform 30"/>
              <p:cNvSpPr>
                <a:spLocks/>
              </p:cNvSpPr>
              <p:nvPr/>
            </p:nvSpPr>
            <p:spPr bwMode="auto">
              <a:xfrm>
                <a:off x="3994" y="482"/>
                <a:ext cx="82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3" name="Freeform 31"/>
              <p:cNvSpPr>
                <a:spLocks noEditPoints="1"/>
              </p:cNvSpPr>
              <p:nvPr/>
            </p:nvSpPr>
            <p:spPr bwMode="auto">
              <a:xfrm>
                <a:off x="4076" y="482"/>
                <a:ext cx="84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4" name="Freeform 32"/>
              <p:cNvSpPr>
                <a:spLocks noEditPoints="1"/>
              </p:cNvSpPr>
              <p:nvPr/>
            </p:nvSpPr>
            <p:spPr bwMode="auto">
              <a:xfrm>
                <a:off x="4136" y="582"/>
                <a:ext cx="24" cy="71"/>
              </a:xfrm>
              <a:custGeom>
                <a:avLst/>
                <a:gdLst>
                  <a:gd name="T0" fmla="*/ 29 w 29"/>
                  <a:gd name="T1" fmla="*/ 0 h 69"/>
                  <a:gd name="T2" fmla="*/ 23 w 29"/>
                  <a:gd name="T3" fmla="*/ 40 h 69"/>
                  <a:gd name="T4" fmla="*/ 0 w 29"/>
                  <a:gd name="T5" fmla="*/ 69 h 69"/>
                  <a:gd name="T6" fmla="*/ 0 w 29"/>
                  <a:gd name="T7" fmla="*/ 69 h 69"/>
                  <a:gd name="T8" fmla="*/ 23 w 29"/>
                  <a:gd name="T9" fmla="*/ 40 h 69"/>
                  <a:gd name="T10" fmla="*/ 29 w 29"/>
                  <a:gd name="T11" fmla="*/ 0 h 69"/>
                  <a:gd name="T12" fmla="*/ 29 w 29"/>
                  <a:gd name="T13" fmla="*/ 0 h 69"/>
                  <a:gd name="T14" fmla="*/ 29 w 29"/>
                  <a:gd name="T15" fmla="*/ 0 h 69"/>
                  <a:gd name="T16" fmla="*/ 29 w 29"/>
                  <a:gd name="T17" fmla="*/ 0 h 69"/>
                  <a:gd name="T18" fmla="*/ 29 w 29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0"/>
                    </a:moveTo>
                    <a:lnTo>
                      <a:pt x="23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3" y="4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5" name="Freeform 33"/>
              <p:cNvSpPr>
                <a:spLocks noEditPoints="1"/>
              </p:cNvSpPr>
              <p:nvPr/>
            </p:nvSpPr>
            <p:spPr bwMode="auto">
              <a:xfrm>
                <a:off x="4116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5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5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5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6" name="Freeform 34"/>
              <p:cNvSpPr>
                <a:spLocks noEditPoints="1"/>
              </p:cNvSpPr>
              <p:nvPr/>
            </p:nvSpPr>
            <p:spPr bwMode="auto">
              <a:xfrm>
                <a:off x="4116" y="482"/>
                <a:ext cx="78" cy="100"/>
              </a:xfrm>
              <a:custGeom>
                <a:avLst/>
                <a:gdLst>
                  <a:gd name="T0" fmla="*/ 0 w 92"/>
                  <a:gd name="T1" fmla="*/ 99 h 99"/>
                  <a:gd name="T2" fmla="*/ 5 w 92"/>
                  <a:gd name="T3" fmla="*/ 64 h 99"/>
                  <a:gd name="T4" fmla="*/ 29 w 92"/>
                  <a:gd name="T5" fmla="*/ 29 h 99"/>
                  <a:gd name="T6" fmla="*/ 58 w 92"/>
                  <a:gd name="T7" fmla="*/ 6 h 99"/>
                  <a:gd name="T8" fmla="*/ 92 w 92"/>
                  <a:gd name="T9" fmla="*/ 0 h 99"/>
                  <a:gd name="T10" fmla="*/ 92 w 92"/>
                  <a:gd name="T11" fmla="*/ 0 h 99"/>
                  <a:gd name="T12" fmla="*/ 58 w 92"/>
                  <a:gd name="T13" fmla="*/ 6 h 99"/>
                  <a:gd name="T14" fmla="*/ 29 w 92"/>
                  <a:gd name="T15" fmla="*/ 29 h 99"/>
                  <a:gd name="T16" fmla="*/ 5 w 92"/>
                  <a:gd name="T17" fmla="*/ 64 h 99"/>
                  <a:gd name="T18" fmla="*/ 0 w 92"/>
                  <a:gd name="T19" fmla="*/ 99 h 99"/>
                  <a:gd name="T20" fmla="*/ 0 w 92"/>
                  <a:gd name="T21" fmla="*/ 99 h 99"/>
                  <a:gd name="T22" fmla="*/ 0 w 92"/>
                  <a:gd name="T23" fmla="*/ 99 h 99"/>
                  <a:gd name="T24" fmla="*/ 0 w 92"/>
                  <a:gd name="T25" fmla="*/ 99 h 99"/>
                  <a:gd name="T26" fmla="*/ 0 w 92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" h="99">
                    <a:moveTo>
                      <a:pt x="0" y="99"/>
                    </a:moveTo>
                    <a:lnTo>
                      <a:pt x="5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5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7" name="Freeform 35"/>
              <p:cNvSpPr>
                <a:spLocks noEditPoints="1"/>
              </p:cNvSpPr>
              <p:nvPr/>
            </p:nvSpPr>
            <p:spPr bwMode="auto">
              <a:xfrm>
                <a:off x="4194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41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41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41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41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8" name="Freeform 36"/>
              <p:cNvSpPr>
                <a:spLocks noEditPoints="1"/>
              </p:cNvSpPr>
              <p:nvPr/>
            </p:nvSpPr>
            <p:spPr bwMode="auto">
              <a:xfrm>
                <a:off x="4258" y="582"/>
                <a:ext cx="19" cy="71"/>
              </a:xfrm>
              <a:custGeom>
                <a:avLst/>
                <a:gdLst>
                  <a:gd name="T0" fmla="*/ 23 w 23"/>
                  <a:gd name="T1" fmla="*/ 0 h 69"/>
                  <a:gd name="T2" fmla="*/ 17 w 23"/>
                  <a:gd name="T3" fmla="*/ 40 h 69"/>
                  <a:gd name="T4" fmla="*/ 0 w 23"/>
                  <a:gd name="T5" fmla="*/ 69 h 69"/>
                  <a:gd name="T6" fmla="*/ 0 w 23"/>
                  <a:gd name="T7" fmla="*/ 69 h 69"/>
                  <a:gd name="T8" fmla="*/ 17 w 23"/>
                  <a:gd name="T9" fmla="*/ 40 h 69"/>
                  <a:gd name="T10" fmla="*/ 23 w 23"/>
                  <a:gd name="T11" fmla="*/ 0 h 69"/>
                  <a:gd name="T12" fmla="*/ 23 w 23"/>
                  <a:gd name="T13" fmla="*/ 0 h 69"/>
                  <a:gd name="T14" fmla="*/ 23 w 23"/>
                  <a:gd name="T15" fmla="*/ 0 h 69"/>
                  <a:gd name="T16" fmla="*/ 23 w 23"/>
                  <a:gd name="T17" fmla="*/ 0 h 69"/>
                  <a:gd name="T18" fmla="*/ 23 w 23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0"/>
                    </a:moveTo>
                    <a:lnTo>
                      <a:pt x="17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7" y="40"/>
                    </a:lnTo>
                    <a:lnTo>
                      <a:pt x="23" y="0"/>
                    </a:lnTo>
                    <a:lnTo>
                      <a:pt x="23" y="0"/>
                    </a:lnTo>
                    <a:close/>
                    <a:moveTo>
                      <a:pt x="23" y="0"/>
                    </a:moveTo>
                    <a:lnTo>
                      <a:pt x="23" y="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9" name="Freeform 37"/>
              <p:cNvSpPr>
                <a:spLocks noEditPoints="1"/>
              </p:cNvSpPr>
              <p:nvPr/>
            </p:nvSpPr>
            <p:spPr bwMode="auto">
              <a:xfrm>
                <a:off x="4233" y="582"/>
                <a:ext cx="25" cy="71"/>
              </a:xfrm>
              <a:custGeom>
                <a:avLst/>
                <a:gdLst>
                  <a:gd name="T0" fmla="*/ 29 w 29"/>
                  <a:gd name="T1" fmla="*/ 69 h 69"/>
                  <a:gd name="T2" fmla="*/ 6 w 29"/>
                  <a:gd name="T3" fmla="*/ 40 h 69"/>
                  <a:gd name="T4" fmla="*/ 0 w 29"/>
                  <a:gd name="T5" fmla="*/ 0 h 69"/>
                  <a:gd name="T6" fmla="*/ 0 w 29"/>
                  <a:gd name="T7" fmla="*/ 0 h 69"/>
                  <a:gd name="T8" fmla="*/ 6 w 29"/>
                  <a:gd name="T9" fmla="*/ 40 h 69"/>
                  <a:gd name="T10" fmla="*/ 29 w 29"/>
                  <a:gd name="T11" fmla="*/ 69 h 69"/>
                  <a:gd name="T12" fmla="*/ 29 w 29"/>
                  <a:gd name="T13" fmla="*/ 69 h 69"/>
                  <a:gd name="T14" fmla="*/ 29 w 29"/>
                  <a:gd name="T15" fmla="*/ 69 h 69"/>
                  <a:gd name="T16" fmla="*/ 29 w 29"/>
                  <a:gd name="T17" fmla="*/ 69 h 69"/>
                  <a:gd name="T18" fmla="*/ 29 w 29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9" y="69"/>
                    </a:lnTo>
                    <a:lnTo>
                      <a:pt x="29" y="69"/>
                    </a:lnTo>
                    <a:close/>
                    <a:moveTo>
                      <a:pt x="29" y="69"/>
                    </a:moveTo>
                    <a:lnTo>
                      <a:pt x="29" y="69"/>
                    </a:lnTo>
                    <a:lnTo>
                      <a:pt x="29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10" name="Freeform 38"/>
              <p:cNvSpPr>
                <a:spLocks noEditPoints="1"/>
              </p:cNvSpPr>
              <p:nvPr/>
            </p:nvSpPr>
            <p:spPr bwMode="auto">
              <a:xfrm>
                <a:off x="4233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11" name="Freeform 39"/>
              <p:cNvSpPr>
                <a:spLocks noEditPoints="1"/>
              </p:cNvSpPr>
              <p:nvPr/>
            </p:nvSpPr>
            <p:spPr bwMode="auto">
              <a:xfrm>
                <a:off x="4316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69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69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69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69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12" name="Freeform 40"/>
              <p:cNvSpPr>
                <a:spLocks noEditPoints="1"/>
              </p:cNvSpPr>
              <p:nvPr/>
            </p:nvSpPr>
            <p:spPr bwMode="auto">
              <a:xfrm>
                <a:off x="4375" y="582"/>
                <a:ext cx="24" cy="71"/>
              </a:xfrm>
              <a:custGeom>
                <a:avLst/>
                <a:gdLst>
                  <a:gd name="T0" fmla="*/ 30 w 30"/>
                  <a:gd name="T1" fmla="*/ 0 h 69"/>
                  <a:gd name="T2" fmla="*/ 24 w 30"/>
                  <a:gd name="T3" fmla="*/ 40 h 69"/>
                  <a:gd name="T4" fmla="*/ 0 w 30"/>
                  <a:gd name="T5" fmla="*/ 69 h 69"/>
                  <a:gd name="T6" fmla="*/ 0 w 30"/>
                  <a:gd name="T7" fmla="*/ 69 h 69"/>
                  <a:gd name="T8" fmla="*/ 24 w 30"/>
                  <a:gd name="T9" fmla="*/ 40 h 69"/>
                  <a:gd name="T10" fmla="*/ 30 w 30"/>
                  <a:gd name="T11" fmla="*/ 0 h 69"/>
                  <a:gd name="T12" fmla="*/ 30 w 30"/>
                  <a:gd name="T13" fmla="*/ 0 h 69"/>
                  <a:gd name="T14" fmla="*/ 30 w 30"/>
                  <a:gd name="T15" fmla="*/ 0 h 69"/>
                  <a:gd name="T16" fmla="*/ 30 w 30"/>
                  <a:gd name="T17" fmla="*/ 0 h 69"/>
                  <a:gd name="T18" fmla="*/ 30 w 30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69">
                    <a:moveTo>
                      <a:pt x="30" y="0"/>
                    </a:moveTo>
                    <a:lnTo>
                      <a:pt x="24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4" y="40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13" name="Freeform 41"/>
              <p:cNvSpPr>
                <a:spLocks noEditPoints="1"/>
              </p:cNvSpPr>
              <p:nvPr/>
            </p:nvSpPr>
            <p:spPr bwMode="auto">
              <a:xfrm>
                <a:off x="4355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6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6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14" name="Freeform 42"/>
              <p:cNvSpPr>
                <a:spLocks noEditPoints="1"/>
              </p:cNvSpPr>
              <p:nvPr/>
            </p:nvSpPr>
            <p:spPr bwMode="auto">
              <a:xfrm>
                <a:off x="4355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58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58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15" name="Freeform 43"/>
              <p:cNvSpPr>
                <a:spLocks noEditPoints="1"/>
              </p:cNvSpPr>
              <p:nvPr/>
            </p:nvSpPr>
            <p:spPr bwMode="auto">
              <a:xfrm>
                <a:off x="4438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317" name="Line 45"/>
            <p:cNvSpPr>
              <a:spLocks noChangeShapeType="1"/>
            </p:cNvSpPr>
            <p:nvPr/>
          </p:nvSpPr>
          <p:spPr bwMode="auto">
            <a:xfrm flipV="1">
              <a:off x="1451" y="3158"/>
              <a:ext cx="20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8" name="Text Box 46"/>
            <p:cNvSpPr txBox="1">
              <a:spLocks noChangeArrowheads="1"/>
            </p:cNvSpPr>
            <p:nvPr/>
          </p:nvSpPr>
          <p:spPr bwMode="auto">
            <a:xfrm>
              <a:off x="1474" y="2138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2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54319" name="Line 47"/>
            <p:cNvSpPr>
              <a:spLocks noChangeShapeType="1"/>
            </p:cNvSpPr>
            <p:nvPr/>
          </p:nvSpPr>
          <p:spPr bwMode="auto">
            <a:xfrm>
              <a:off x="1429" y="1911"/>
              <a:ext cx="0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0" name="Line 48"/>
            <p:cNvSpPr>
              <a:spLocks noChangeShapeType="1"/>
            </p:cNvSpPr>
            <p:nvPr/>
          </p:nvSpPr>
          <p:spPr bwMode="auto">
            <a:xfrm>
              <a:off x="1315" y="2727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1" name="Line 49"/>
            <p:cNvSpPr>
              <a:spLocks noChangeShapeType="1"/>
            </p:cNvSpPr>
            <p:nvPr/>
          </p:nvSpPr>
          <p:spPr bwMode="auto">
            <a:xfrm>
              <a:off x="1315" y="2795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2" name="Line 50"/>
            <p:cNvSpPr>
              <a:spLocks noChangeShapeType="1"/>
            </p:cNvSpPr>
            <p:nvPr/>
          </p:nvSpPr>
          <p:spPr bwMode="auto">
            <a:xfrm>
              <a:off x="1452" y="2795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3" name="Text Box 51"/>
            <p:cNvSpPr txBox="1">
              <a:spLocks noChangeArrowheads="1"/>
            </p:cNvSpPr>
            <p:nvPr/>
          </p:nvSpPr>
          <p:spPr bwMode="auto">
            <a:xfrm>
              <a:off x="1678" y="1600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4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54325" name="Line 53"/>
            <p:cNvSpPr>
              <a:spLocks noChangeShapeType="1"/>
            </p:cNvSpPr>
            <p:nvPr/>
          </p:nvSpPr>
          <p:spPr bwMode="auto">
            <a:xfrm>
              <a:off x="2132" y="1911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6" name="Line 54"/>
            <p:cNvSpPr>
              <a:spLocks noChangeShapeType="1"/>
            </p:cNvSpPr>
            <p:nvPr/>
          </p:nvSpPr>
          <p:spPr bwMode="auto">
            <a:xfrm flipV="1">
              <a:off x="2971" y="1911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4327" name="Group 55"/>
            <p:cNvGrpSpPr>
              <a:grpSpLocks/>
            </p:cNvGrpSpPr>
            <p:nvPr/>
          </p:nvGrpSpPr>
          <p:grpSpPr bwMode="auto">
            <a:xfrm rot="5400000">
              <a:off x="1324" y="2174"/>
              <a:ext cx="272" cy="107"/>
              <a:chOff x="1086" y="1591"/>
              <a:chExt cx="433" cy="118"/>
            </a:xfrm>
          </p:grpSpPr>
          <p:sp>
            <p:nvSpPr>
              <p:cNvPr id="54328" name="Freeform 56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29" name="Freeform 57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30" name="Freeform 58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31" name="Freeform 59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32" name="Freeform 60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33" name="Freeform 61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34" name="Freeform 62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35" name="Freeform 63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36" name="Freeform 64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37" name="Freeform 65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38" name="Freeform 66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39" name="Freeform 67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40" name="Freeform 68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41" name="Freeform 69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42" name="Freeform 70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43" name="Freeform 71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44" name="Freeform 72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45" name="Freeform 73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346" name="Line 74"/>
            <p:cNvSpPr>
              <a:spLocks noChangeShapeType="1"/>
            </p:cNvSpPr>
            <p:nvPr/>
          </p:nvSpPr>
          <p:spPr bwMode="auto">
            <a:xfrm>
              <a:off x="1452" y="2364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47" name="Rectangle 75"/>
            <p:cNvSpPr>
              <a:spLocks noChangeArrowheads="1"/>
            </p:cNvSpPr>
            <p:nvPr/>
          </p:nvSpPr>
          <p:spPr bwMode="auto">
            <a:xfrm rot="2700000">
              <a:off x="2994" y="2410"/>
              <a:ext cx="317" cy="317"/>
            </a:xfrm>
            <a:prstGeom prst="rect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48" name="Line 76"/>
            <p:cNvSpPr>
              <a:spLocks noChangeShapeType="1"/>
            </p:cNvSpPr>
            <p:nvPr/>
          </p:nvSpPr>
          <p:spPr bwMode="auto">
            <a:xfrm>
              <a:off x="3153" y="1911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49" name="Line 77"/>
            <p:cNvSpPr>
              <a:spLocks noChangeShapeType="1"/>
            </p:cNvSpPr>
            <p:nvPr/>
          </p:nvSpPr>
          <p:spPr bwMode="auto">
            <a:xfrm flipV="1">
              <a:off x="3153" y="2410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50" name="Line 78"/>
            <p:cNvSpPr>
              <a:spLocks noChangeShapeType="1"/>
            </p:cNvSpPr>
            <p:nvPr/>
          </p:nvSpPr>
          <p:spPr bwMode="auto">
            <a:xfrm>
              <a:off x="3153" y="2773"/>
              <a:ext cx="0" cy="3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51" name="Oval 79"/>
            <p:cNvSpPr>
              <a:spLocks noChangeArrowheads="1"/>
            </p:cNvSpPr>
            <p:nvPr/>
          </p:nvSpPr>
          <p:spPr bwMode="auto">
            <a:xfrm>
              <a:off x="3447" y="1865"/>
              <a:ext cx="114" cy="9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352" name="Oval 80"/>
            <p:cNvSpPr>
              <a:spLocks noChangeArrowheads="1"/>
            </p:cNvSpPr>
            <p:nvPr/>
          </p:nvSpPr>
          <p:spPr bwMode="auto">
            <a:xfrm>
              <a:off x="3447" y="3113"/>
              <a:ext cx="114" cy="9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354" name="Line 82"/>
            <p:cNvSpPr>
              <a:spLocks noChangeShapeType="1"/>
            </p:cNvSpPr>
            <p:nvPr/>
          </p:nvSpPr>
          <p:spPr bwMode="auto">
            <a:xfrm>
              <a:off x="1337" y="1934"/>
              <a:ext cx="0" cy="2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4355" name="Object 83"/>
            <p:cNvGraphicFramePr>
              <a:graphicFrameLocks noChangeAspect="1"/>
            </p:cNvGraphicFramePr>
            <p:nvPr/>
          </p:nvGraphicFramePr>
          <p:xfrm>
            <a:off x="1088" y="1911"/>
            <a:ext cx="233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76" name="公式" r:id="rId3" imgW="152280" imgH="215640" progId="Equation.3">
                    <p:embed/>
                  </p:oleObj>
                </mc:Choice>
                <mc:Fallback>
                  <p:oleObj name="公式" r:id="rId3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8" y="1911"/>
                          <a:ext cx="233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56" name="Text Box 84"/>
            <p:cNvSpPr txBox="1">
              <a:spLocks noChangeArrowheads="1"/>
            </p:cNvSpPr>
            <p:nvPr/>
          </p:nvSpPr>
          <p:spPr bwMode="auto">
            <a:xfrm>
              <a:off x="2517" y="1548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j3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aphicFrame>
          <p:nvGraphicFramePr>
            <p:cNvPr id="54357" name="Object 85"/>
            <p:cNvGraphicFramePr>
              <a:graphicFrameLocks noChangeAspect="1"/>
            </p:cNvGraphicFramePr>
            <p:nvPr/>
          </p:nvGraphicFramePr>
          <p:xfrm>
            <a:off x="2539" y="2160"/>
            <a:ext cx="466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77" name="公式" r:id="rId5" imgW="304560" imgH="215640" progId="Equation.3">
                    <p:embed/>
                  </p:oleObj>
                </mc:Choice>
                <mc:Fallback>
                  <p:oleObj name="公式" r:id="rId5" imgW="3045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9" y="2160"/>
                          <a:ext cx="466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58" name="Text Box 86"/>
            <p:cNvSpPr txBox="1">
              <a:spLocks noChangeArrowheads="1"/>
            </p:cNvSpPr>
            <p:nvPr/>
          </p:nvSpPr>
          <p:spPr bwMode="auto">
            <a:xfrm>
              <a:off x="1542" y="2659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-j4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54359" name="Text Box 87"/>
            <p:cNvSpPr txBox="1">
              <a:spLocks noChangeArrowheads="1"/>
            </p:cNvSpPr>
            <p:nvPr/>
          </p:nvSpPr>
          <p:spPr bwMode="auto">
            <a:xfrm>
              <a:off x="3470" y="1979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54360" name="Text Box 88"/>
            <p:cNvSpPr txBox="1">
              <a:spLocks noChangeArrowheads="1"/>
            </p:cNvSpPr>
            <p:nvPr/>
          </p:nvSpPr>
          <p:spPr bwMode="auto">
            <a:xfrm>
              <a:off x="3492" y="2795"/>
              <a:ext cx="8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54363" name="Freeform 91"/>
            <p:cNvSpPr>
              <a:spLocks/>
            </p:cNvSpPr>
            <p:nvPr/>
          </p:nvSpPr>
          <p:spPr bwMode="auto">
            <a:xfrm>
              <a:off x="3515" y="1911"/>
              <a:ext cx="415" cy="1247"/>
            </a:xfrm>
            <a:custGeom>
              <a:avLst/>
              <a:gdLst>
                <a:gd name="T0" fmla="*/ 45 w 415"/>
                <a:gd name="T1" fmla="*/ 0 h 1247"/>
                <a:gd name="T2" fmla="*/ 408 w 415"/>
                <a:gd name="T3" fmla="*/ 612 h 1247"/>
                <a:gd name="T4" fmla="*/ 0 w 415"/>
                <a:gd name="T5" fmla="*/ 1247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5" h="1247">
                  <a:moveTo>
                    <a:pt x="45" y="0"/>
                  </a:moveTo>
                  <a:cubicBezTo>
                    <a:pt x="230" y="202"/>
                    <a:pt x="415" y="404"/>
                    <a:pt x="408" y="612"/>
                  </a:cubicBezTo>
                  <a:cubicBezTo>
                    <a:pt x="401" y="820"/>
                    <a:pt x="283" y="1137"/>
                    <a:pt x="0" y="124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4364" name="Group 92"/>
            <p:cNvGrpSpPr>
              <a:grpSpLocks/>
            </p:cNvGrpSpPr>
            <p:nvPr/>
          </p:nvGrpSpPr>
          <p:grpSpPr bwMode="auto">
            <a:xfrm>
              <a:off x="3696" y="2296"/>
              <a:ext cx="363" cy="363"/>
              <a:chOff x="8460" y="10050"/>
              <a:chExt cx="360" cy="360"/>
            </a:xfrm>
          </p:grpSpPr>
          <p:sp>
            <p:nvSpPr>
              <p:cNvPr id="54365" name="Oval 93"/>
              <p:cNvSpPr>
                <a:spLocks noChangeArrowheads="1"/>
              </p:cNvSpPr>
              <p:nvPr/>
            </p:nvSpPr>
            <p:spPr bwMode="auto">
              <a:xfrm rot="-10800000" flipH="1" flipV="1">
                <a:off x="8460" y="10050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4366" name="Group 94"/>
              <p:cNvGrpSpPr>
                <a:grpSpLocks/>
              </p:cNvGrpSpPr>
              <p:nvPr/>
            </p:nvGrpSpPr>
            <p:grpSpPr bwMode="auto">
              <a:xfrm rot="-10800000" flipH="1" flipV="1">
                <a:off x="8578" y="10122"/>
                <a:ext cx="120" cy="201"/>
                <a:chOff x="9615" y="10500"/>
                <a:chExt cx="120" cy="201"/>
              </a:xfrm>
            </p:grpSpPr>
            <p:sp>
              <p:nvSpPr>
                <p:cNvPr id="54367" name="Line 95"/>
                <p:cNvSpPr>
                  <a:spLocks noChangeShapeType="1"/>
                </p:cNvSpPr>
                <p:nvPr/>
              </p:nvSpPr>
              <p:spPr bwMode="auto">
                <a:xfrm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68" name="Line 96"/>
                <p:cNvSpPr>
                  <a:spLocks noChangeShapeType="1"/>
                </p:cNvSpPr>
                <p:nvPr/>
              </p:nvSpPr>
              <p:spPr bwMode="auto">
                <a:xfrm rot="-5400000">
                  <a:off x="9615" y="10560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69" name="Line 97"/>
                <p:cNvSpPr>
                  <a:spLocks noChangeShapeType="1"/>
                </p:cNvSpPr>
                <p:nvPr/>
              </p:nvSpPr>
              <p:spPr bwMode="auto">
                <a:xfrm>
                  <a:off x="9615" y="10701"/>
                  <a:ext cx="1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54370" name="Object 98"/>
            <p:cNvGraphicFramePr>
              <a:graphicFrameLocks noChangeAspect="1"/>
            </p:cNvGraphicFramePr>
            <p:nvPr/>
          </p:nvGraphicFramePr>
          <p:xfrm>
            <a:off x="4059" y="2364"/>
            <a:ext cx="271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78" name="公式" r:id="rId7" imgW="164880" imgH="215640" progId="Equation.3">
                    <p:embed/>
                  </p:oleObj>
                </mc:Choice>
                <mc:Fallback>
                  <p:oleObj name="公式" r:id="rId7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2364"/>
                          <a:ext cx="271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71" name="Line 99"/>
            <p:cNvSpPr>
              <a:spLocks noChangeShapeType="1"/>
            </p:cNvSpPr>
            <p:nvPr/>
          </p:nvSpPr>
          <p:spPr bwMode="auto">
            <a:xfrm flipH="1" flipV="1">
              <a:off x="3674" y="2024"/>
              <a:ext cx="113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4372" name="Object 100"/>
            <p:cNvGraphicFramePr>
              <a:graphicFrameLocks noChangeAspect="1"/>
            </p:cNvGraphicFramePr>
            <p:nvPr/>
          </p:nvGraphicFramePr>
          <p:xfrm>
            <a:off x="3765" y="1797"/>
            <a:ext cx="271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79" name="公式" r:id="rId9" imgW="164880" imgH="215640" progId="Equation.3">
                    <p:embed/>
                  </p:oleObj>
                </mc:Choice>
                <mc:Fallback>
                  <p:oleObj name="公式" r:id="rId9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5" y="1797"/>
                          <a:ext cx="271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373" name="Text Box 101"/>
          <p:cNvSpPr txBox="1">
            <a:spLocks noChangeArrowheads="1"/>
          </p:cNvSpPr>
          <p:nvPr/>
        </p:nvSpPr>
        <p:spPr bwMode="auto">
          <a:xfrm>
            <a:off x="1053805" y="506426"/>
            <a:ext cx="22320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/>
              <a:t>2. Find </a:t>
            </a:r>
            <a:r>
              <a:rPr kumimoji="1" lang="en-US" altLang="zh-CN" sz="2000" b="1" dirty="0" err="1"/>
              <a:t>Z</a:t>
            </a:r>
            <a:r>
              <a:rPr kumimoji="1" lang="en-US" altLang="zh-CN" sz="2000" b="1" baseline="-25000" dirty="0" err="1"/>
              <a:t>Th</a:t>
            </a:r>
            <a:endParaRPr kumimoji="1" lang="en-US" altLang="zh-CN" sz="2000" b="1" baseline="-25000" dirty="0"/>
          </a:p>
        </p:txBody>
      </p:sp>
      <p:graphicFrame>
        <p:nvGraphicFramePr>
          <p:cNvPr id="54375" name="Object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933692"/>
              </p:ext>
            </p:extLst>
          </p:nvPr>
        </p:nvGraphicFramePr>
        <p:xfrm>
          <a:off x="5564850" y="4216778"/>
          <a:ext cx="3145234" cy="677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80" name="Equation" r:id="rId11" imgW="1117440" imgH="241200" progId="Equation.DSMT4">
                  <p:embed/>
                </p:oleObj>
              </mc:Choice>
              <mc:Fallback>
                <p:oleObj name="Equation" r:id="rId11" imgW="1117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4850" y="4216778"/>
                        <a:ext cx="3145234" cy="6778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76" name="Object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789234"/>
              </p:ext>
            </p:extLst>
          </p:nvPr>
        </p:nvGraphicFramePr>
        <p:xfrm>
          <a:off x="5436096" y="5229200"/>
          <a:ext cx="341947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81" name="公式" r:id="rId13" imgW="1231560" imgH="215640" progId="Equation.3">
                  <p:embed/>
                </p:oleObj>
              </mc:Choice>
              <mc:Fallback>
                <p:oleObj name="公式" r:id="rId13" imgW="1231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5229200"/>
                        <a:ext cx="3419475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77" name="AutoShape 105"/>
          <p:cNvSpPr>
            <a:spLocks/>
          </p:cNvSpPr>
          <p:nvPr/>
        </p:nvSpPr>
        <p:spPr bwMode="auto">
          <a:xfrm>
            <a:off x="5202237" y="4535037"/>
            <a:ext cx="180975" cy="1008063"/>
          </a:xfrm>
          <a:prstGeom prst="leftBrace">
            <a:avLst>
              <a:gd name="adj1" fmla="val 4641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4378" name="Objec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292050"/>
              </p:ext>
            </p:extLst>
          </p:nvPr>
        </p:nvGraphicFramePr>
        <p:xfrm>
          <a:off x="846932" y="5157192"/>
          <a:ext cx="354488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82" name="公式" r:id="rId15" imgW="1358640" imgH="393480" progId="Equation.3">
                  <p:embed/>
                </p:oleObj>
              </mc:Choice>
              <mc:Fallback>
                <p:oleObj name="公式" r:id="rId15" imgW="1358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932" y="5157192"/>
                        <a:ext cx="3544887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" name="Group 152">
            <a:extLst>
              <a:ext uri="{FF2B5EF4-FFF2-40B4-BE49-F238E27FC236}">
                <a16:creationId xmlns:a16="http://schemas.microsoft.com/office/drawing/2014/main" id="{AC96338C-583C-BA45-B19A-4755393D1397}"/>
              </a:ext>
            </a:extLst>
          </p:cNvPr>
          <p:cNvGrpSpPr>
            <a:grpSpLocks/>
          </p:cNvGrpSpPr>
          <p:nvPr/>
        </p:nvGrpSpPr>
        <p:grpSpPr bwMode="auto">
          <a:xfrm>
            <a:off x="3094042" y="214642"/>
            <a:ext cx="5652244" cy="2360130"/>
            <a:chOff x="136" y="777"/>
            <a:chExt cx="4241" cy="1694"/>
          </a:xfrm>
        </p:grpSpPr>
        <p:grpSp>
          <p:nvGrpSpPr>
            <p:cNvPr id="98" name="Group 13">
              <a:extLst>
                <a:ext uri="{FF2B5EF4-FFF2-40B4-BE49-F238E27FC236}">
                  <a16:creationId xmlns:a16="http://schemas.microsoft.com/office/drawing/2014/main" id="{4D9BECC8-150F-AF48-99CE-AD1C896DC2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3" y="1049"/>
              <a:ext cx="454" cy="159"/>
              <a:chOff x="1086" y="1591"/>
              <a:chExt cx="433" cy="118"/>
            </a:xfrm>
          </p:grpSpPr>
          <p:sp>
            <p:nvSpPr>
              <p:cNvPr id="162" name="Freeform 14">
                <a:extLst>
                  <a:ext uri="{FF2B5EF4-FFF2-40B4-BE49-F238E27FC236}">
                    <a16:creationId xmlns:a16="http://schemas.microsoft.com/office/drawing/2014/main" id="{EA786BB7-3B7D-8E4B-809E-0397E6FD4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15">
                <a:extLst>
                  <a:ext uri="{FF2B5EF4-FFF2-40B4-BE49-F238E27FC236}">
                    <a16:creationId xmlns:a16="http://schemas.microsoft.com/office/drawing/2014/main" id="{FED92223-5AFA-8E48-A89B-28EF767EAB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16">
                <a:extLst>
                  <a:ext uri="{FF2B5EF4-FFF2-40B4-BE49-F238E27FC236}">
                    <a16:creationId xmlns:a16="http://schemas.microsoft.com/office/drawing/2014/main" id="{3EB3FE27-5FA8-674E-B22C-EBD615B475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17">
                <a:extLst>
                  <a:ext uri="{FF2B5EF4-FFF2-40B4-BE49-F238E27FC236}">
                    <a16:creationId xmlns:a16="http://schemas.microsoft.com/office/drawing/2014/main" id="{1C71D936-13E9-3840-9E3E-625A08792B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18">
                <a:extLst>
                  <a:ext uri="{FF2B5EF4-FFF2-40B4-BE49-F238E27FC236}">
                    <a16:creationId xmlns:a16="http://schemas.microsoft.com/office/drawing/2014/main" id="{E0F451E0-F710-7941-B0C3-3CC3076B76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" name="Freeform 19">
                <a:extLst>
                  <a:ext uri="{FF2B5EF4-FFF2-40B4-BE49-F238E27FC236}">
                    <a16:creationId xmlns:a16="http://schemas.microsoft.com/office/drawing/2014/main" id="{8DC40129-B3CB-4A47-A55C-2F72E07649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" name="Freeform 20">
                <a:extLst>
                  <a:ext uri="{FF2B5EF4-FFF2-40B4-BE49-F238E27FC236}">
                    <a16:creationId xmlns:a16="http://schemas.microsoft.com/office/drawing/2014/main" id="{E0AF3790-4875-214B-9C32-1D2F7684F6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Freeform 21">
                <a:extLst>
                  <a:ext uri="{FF2B5EF4-FFF2-40B4-BE49-F238E27FC236}">
                    <a16:creationId xmlns:a16="http://schemas.microsoft.com/office/drawing/2014/main" id="{218AE4DC-F188-2C44-8F57-1CC2AE639B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Freeform 22">
                <a:extLst>
                  <a:ext uri="{FF2B5EF4-FFF2-40B4-BE49-F238E27FC236}">
                    <a16:creationId xmlns:a16="http://schemas.microsoft.com/office/drawing/2014/main" id="{00D5A7D5-0FE0-9A4C-A19E-091B5B65F61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1" name="Freeform 23">
                <a:extLst>
                  <a:ext uri="{FF2B5EF4-FFF2-40B4-BE49-F238E27FC236}">
                    <a16:creationId xmlns:a16="http://schemas.microsoft.com/office/drawing/2014/main" id="{6FF2D7C6-D6E6-B74A-B656-BBF9EA2B0E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2" name="Freeform 24">
                <a:extLst>
                  <a:ext uri="{FF2B5EF4-FFF2-40B4-BE49-F238E27FC236}">
                    <a16:creationId xmlns:a16="http://schemas.microsoft.com/office/drawing/2014/main" id="{67718DCB-E6C4-9F4D-8497-32EFD70595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" name="Freeform 25">
                <a:extLst>
                  <a:ext uri="{FF2B5EF4-FFF2-40B4-BE49-F238E27FC236}">
                    <a16:creationId xmlns:a16="http://schemas.microsoft.com/office/drawing/2014/main" id="{25ED725A-7823-8E49-AA7F-530FAC6901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26">
                <a:extLst>
                  <a:ext uri="{FF2B5EF4-FFF2-40B4-BE49-F238E27FC236}">
                    <a16:creationId xmlns:a16="http://schemas.microsoft.com/office/drawing/2014/main" id="{AE7C01D2-E59C-B145-BD14-28656655E3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" name="Freeform 27">
                <a:extLst>
                  <a:ext uri="{FF2B5EF4-FFF2-40B4-BE49-F238E27FC236}">
                    <a16:creationId xmlns:a16="http://schemas.microsoft.com/office/drawing/2014/main" id="{8065BE65-0DA1-E445-B5CC-C66AB3BB68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" name="Freeform 28">
                <a:extLst>
                  <a:ext uri="{FF2B5EF4-FFF2-40B4-BE49-F238E27FC236}">
                    <a16:creationId xmlns:a16="http://schemas.microsoft.com/office/drawing/2014/main" id="{D14562A5-C246-2241-B168-97E54F8561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Freeform 29">
                <a:extLst>
                  <a:ext uri="{FF2B5EF4-FFF2-40B4-BE49-F238E27FC236}">
                    <a16:creationId xmlns:a16="http://schemas.microsoft.com/office/drawing/2014/main" id="{C811C110-7E0F-5344-BE6F-B8C2CE3DCA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" name="Freeform 30">
                <a:extLst>
                  <a:ext uri="{FF2B5EF4-FFF2-40B4-BE49-F238E27FC236}">
                    <a16:creationId xmlns:a16="http://schemas.microsoft.com/office/drawing/2014/main" id="{DCA0A2A9-6A03-724C-A7A1-319D9744EA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9" name="Freeform 31">
                <a:extLst>
                  <a:ext uri="{FF2B5EF4-FFF2-40B4-BE49-F238E27FC236}">
                    <a16:creationId xmlns:a16="http://schemas.microsoft.com/office/drawing/2014/main" id="{90CBFD4D-E4A1-7346-8239-A1F24CBCB3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9" name="Line 33">
              <a:extLst>
                <a:ext uri="{FF2B5EF4-FFF2-40B4-BE49-F238E27FC236}">
                  <a16:creationId xmlns:a16="http://schemas.microsoft.com/office/drawing/2014/main" id="{E81223E7-CB1E-0B47-AF8A-77D37739E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" y="1140"/>
              <a:ext cx="8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34">
              <a:extLst>
                <a:ext uri="{FF2B5EF4-FFF2-40B4-BE49-F238E27FC236}">
                  <a16:creationId xmlns:a16="http://schemas.microsoft.com/office/drawing/2014/main" id="{076723AA-BDBD-8C48-8258-C102864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" y="1140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35">
              <a:extLst>
                <a:ext uri="{FF2B5EF4-FFF2-40B4-BE49-F238E27FC236}">
                  <a16:creationId xmlns:a16="http://schemas.microsoft.com/office/drawing/2014/main" id="{9B1EB881-1D9D-E746-9EDC-6C204C410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7" y="1866"/>
              <a:ext cx="0" cy="5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" name="Group 36">
              <a:extLst>
                <a:ext uri="{FF2B5EF4-FFF2-40B4-BE49-F238E27FC236}">
                  <a16:creationId xmlns:a16="http://schemas.microsoft.com/office/drawing/2014/main" id="{9A02E9A1-DDE5-8A44-AB45-2244661EC2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4" y="1072"/>
              <a:ext cx="482" cy="136"/>
              <a:chOff x="3994" y="482"/>
              <a:chExt cx="527" cy="171"/>
            </a:xfrm>
          </p:grpSpPr>
          <p:sp>
            <p:nvSpPr>
              <p:cNvPr id="148" name="Freeform 37">
                <a:extLst>
                  <a:ext uri="{FF2B5EF4-FFF2-40B4-BE49-F238E27FC236}">
                    <a16:creationId xmlns:a16="http://schemas.microsoft.com/office/drawing/2014/main" id="{9D753D6D-55A6-1746-BE51-0ADAF405C0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482"/>
                <a:ext cx="82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Freeform 38">
                <a:extLst>
                  <a:ext uri="{FF2B5EF4-FFF2-40B4-BE49-F238E27FC236}">
                    <a16:creationId xmlns:a16="http://schemas.microsoft.com/office/drawing/2014/main" id="{72CFCE6A-86A4-C84F-982A-F671BBC15A0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76" y="482"/>
                <a:ext cx="84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Freeform 39">
                <a:extLst>
                  <a:ext uri="{FF2B5EF4-FFF2-40B4-BE49-F238E27FC236}">
                    <a16:creationId xmlns:a16="http://schemas.microsoft.com/office/drawing/2014/main" id="{6F877078-A41E-FC42-8C0A-CFB2F3039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36" y="582"/>
                <a:ext cx="24" cy="71"/>
              </a:xfrm>
              <a:custGeom>
                <a:avLst/>
                <a:gdLst>
                  <a:gd name="T0" fmla="*/ 29 w 29"/>
                  <a:gd name="T1" fmla="*/ 0 h 69"/>
                  <a:gd name="T2" fmla="*/ 23 w 29"/>
                  <a:gd name="T3" fmla="*/ 40 h 69"/>
                  <a:gd name="T4" fmla="*/ 0 w 29"/>
                  <a:gd name="T5" fmla="*/ 69 h 69"/>
                  <a:gd name="T6" fmla="*/ 0 w 29"/>
                  <a:gd name="T7" fmla="*/ 69 h 69"/>
                  <a:gd name="T8" fmla="*/ 23 w 29"/>
                  <a:gd name="T9" fmla="*/ 40 h 69"/>
                  <a:gd name="T10" fmla="*/ 29 w 29"/>
                  <a:gd name="T11" fmla="*/ 0 h 69"/>
                  <a:gd name="T12" fmla="*/ 29 w 29"/>
                  <a:gd name="T13" fmla="*/ 0 h 69"/>
                  <a:gd name="T14" fmla="*/ 29 w 29"/>
                  <a:gd name="T15" fmla="*/ 0 h 69"/>
                  <a:gd name="T16" fmla="*/ 29 w 29"/>
                  <a:gd name="T17" fmla="*/ 0 h 69"/>
                  <a:gd name="T18" fmla="*/ 29 w 29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0"/>
                    </a:moveTo>
                    <a:lnTo>
                      <a:pt x="23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3" y="4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Freeform 40">
                <a:extLst>
                  <a:ext uri="{FF2B5EF4-FFF2-40B4-BE49-F238E27FC236}">
                    <a16:creationId xmlns:a16="http://schemas.microsoft.com/office/drawing/2014/main" id="{4860B991-9CB2-7E41-B374-6E9B83BCC1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16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5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5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5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Freeform 41">
                <a:extLst>
                  <a:ext uri="{FF2B5EF4-FFF2-40B4-BE49-F238E27FC236}">
                    <a16:creationId xmlns:a16="http://schemas.microsoft.com/office/drawing/2014/main" id="{3E100147-EB38-E54E-9216-A78CF3B03B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16" y="482"/>
                <a:ext cx="78" cy="100"/>
              </a:xfrm>
              <a:custGeom>
                <a:avLst/>
                <a:gdLst>
                  <a:gd name="T0" fmla="*/ 0 w 92"/>
                  <a:gd name="T1" fmla="*/ 99 h 99"/>
                  <a:gd name="T2" fmla="*/ 5 w 92"/>
                  <a:gd name="T3" fmla="*/ 64 h 99"/>
                  <a:gd name="T4" fmla="*/ 29 w 92"/>
                  <a:gd name="T5" fmla="*/ 29 h 99"/>
                  <a:gd name="T6" fmla="*/ 58 w 92"/>
                  <a:gd name="T7" fmla="*/ 6 h 99"/>
                  <a:gd name="T8" fmla="*/ 92 w 92"/>
                  <a:gd name="T9" fmla="*/ 0 h 99"/>
                  <a:gd name="T10" fmla="*/ 92 w 92"/>
                  <a:gd name="T11" fmla="*/ 0 h 99"/>
                  <a:gd name="T12" fmla="*/ 58 w 92"/>
                  <a:gd name="T13" fmla="*/ 6 h 99"/>
                  <a:gd name="T14" fmla="*/ 29 w 92"/>
                  <a:gd name="T15" fmla="*/ 29 h 99"/>
                  <a:gd name="T16" fmla="*/ 5 w 92"/>
                  <a:gd name="T17" fmla="*/ 64 h 99"/>
                  <a:gd name="T18" fmla="*/ 0 w 92"/>
                  <a:gd name="T19" fmla="*/ 99 h 99"/>
                  <a:gd name="T20" fmla="*/ 0 w 92"/>
                  <a:gd name="T21" fmla="*/ 99 h 99"/>
                  <a:gd name="T22" fmla="*/ 0 w 92"/>
                  <a:gd name="T23" fmla="*/ 99 h 99"/>
                  <a:gd name="T24" fmla="*/ 0 w 92"/>
                  <a:gd name="T25" fmla="*/ 99 h 99"/>
                  <a:gd name="T26" fmla="*/ 0 w 92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" h="99">
                    <a:moveTo>
                      <a:pt x="0" y="99"/>
                    </a:moveTo>
                    <a:lnTo>
                      <a:pt x="5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2" y="0"/>
                    </a:lnTo>
                    <a:lnTo>
                      <a:pt x="92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5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Freeform 42">
                <a:extLst>
                  <a:ext uri="{FF2B5EF4-FFF2-40B4-BE49-F238E27FC236}">
                    <a16:creationId xmlns:a16="http://schemas.microsoft.com/office/drawing/2014/main" id="{D87426B8-D15B-524F-9ACC-B51BB9EFEBD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94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41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41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41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41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Freeform 43">
                <a:extLst>
                  <a:ext uri="{FF2B5EF4-FFF2-40B4-BE49-F238E27FC236}">
                    <a16:creationId xmlns:a16="http://schemas.microsoft.com/office/drawing/2014/main" id="{ADE9FF1C-AF53-E34C-A920-34482AB7DE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58" y="582"/>
                <a:ext cx="19" cy="71"/>
              </a:xfrm>
              <a:custGeom>
                <a:avLst/>
                <a:gdLst>
                  <a:gd name="T0" fmla="*/ 23 w 23"/>
                  <a:gd name="T1" fmla="*/ 0 h 69"/>
                  <a:gd name="T2" fmla="*/ 17 w 23"/>
                  <a:gd name="T3" fmla="*/ 40 h 69"/>
                  <a:gd name="T4" fmla="*/ 0 w 23"/>
                  <a:gd name="T5" fmla="*/ 69 h 69"/>
                  <a:gd name="T6" fmla="*/ 0 w 23"/>
                  <a:gd name="T7" fmla="*/ 69 h 69"/>
                  <a:gd name="T8" fmla="*/ 17 w 23"/>
                  <a:gd name="T9" fmla="*/ 40 h 69"/>
                  <a:gd name="T10" fmla="*/ 23 w 23"/>
                  <a:gd name="T11" fmla="*/ 0 h 69"/>
                  <a:gd name="T12" fmla="*/ 23 w 23"/>
                  <a:gd name="T13" fmla="*/ 0 h 69"/>
                  <a:gd name="T14" fmla="*/ 23 w 23"/>
                  <a:gd name="T15" fmla="*/ 0 h 69"/>
                  <a:gd name="T16" fmla="*/ 23 w 23"/>
                  <a:gd name="T17" fmla="*/ 0 h 69"/>
                  <a:gd name="T18" fmla="*/ 23 w 23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0"/>
                    </a:moveTo>
                    <a:lnTo>
                      <a:pt x="17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7" y="40"/>
                    </a:lnTo>
                    <a:lnTo>
                      <a:pt x="23" y="0"/>
                    </a:lnTo>
                    <a:lnTo>
                      <a:pt x="23" y="0"/>
                    </a:lnTo>
                    <a:close/>
                    <a:moveTo>
                      <a:pt x="23" y="0"/>
                    </a:moveTo>
                    <a:lnTo>
                      <a:pt x="23" y="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Freeform 44">
                <a:extLst>
                  <a:ext uri="{FF2B5EF4-FFF2-40B4-BE49-F238E27FC236}">
                    <a16:creationId xmlns:a16="http://schemas.microsoft.com/office/drawing/2014/main" id="{87C91AC2-85B0-D846-A038-C3C2895DA8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33" y="582"/>
                <a:ext cx="25" cy="71"/>
              </a:xfrm>
              <a:custGeom>
                <a:avLst/>
                <a:gdLst>
                  <a:gd name="T0" fmla="*/ 29 w 29"/>
                  <a:gd name="T1" fmla="*/ 69 h 69"/>
                  <a:gd name="T2" fmla="*/ 6 w 29"/>
                  <a:gd name="T3" fmla="*/ 40 h 69"/>
                  <a:gd name="T4" fmla="*/ 0 w 29"/>
                  <a:gd name="T5" fmla="*/ 0 h 69"/>
                  <a:gd name="T6" fmla="*/ 0 w 29"/>
                  <a:gd name="T7" fmla="*/ 0 h 69"/>
                  <a:gd name="T8" fmla="*/ 6 w 29"/>
                  <a:gd name="T9" fmla="*/ 40 h 69"/>
                  <a:gd name="T10" fmla="*/ 29 w 29"/>
                  <a:gd name="T11" fmla="*/ 69 h 69"/>
                  <a:gd name="T12" fmla="*/ 29 w 29"/>
                  <a:gd name="T13" fmla="*/ 69 h 69"/>
                  <a:gd name="T14" fmla="*/ 29 w 29"/>
                  <a:gd name="T15" fmla="*/ 69 h 69"/>
                  <a:gd name="T16" fmla="*/ 29 w 29"/>
                  <a:gd name="T17" fmla="*/ 69 h 69"/>
                  <a:gd name="T18" fmla="*/ 29 w 29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9">
                    <a:moveTo>
                      <a:pt x="29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9" y="69"/>
                    </a:lnTo>
                    <a:lnTo>
                      <a:pt x="29" y="69"/>
                    </a:lnTo>
                    <a:close/>
                    <a:moveTo>
                      <a:pt x="29" y="69"/>
                    </a:moveTo>
                    <a:lnTo>
                      <a:pt x="29" y="69"/>
                    </a:lnTo>
                    <a:lnTo>
                      <a:pt x="29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Freeform 45">
                <a:extLst>
                  <a:ext uri="{FF2B5EF4-FFF2-40B4-BE49-F238E27FC236}">
                    <a16:creationId xmlns:a16="http://schemas.microsoft.com/office/drawing/2014/main" id="{5B5D3AA0-F819-B94B-AFCB-04CFE0E47F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33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64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64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64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64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Freeform 46">
                <a:extLst>
                  <a:ext uri="{FF2B5EF4-FFF2-40B4-BE49-F238E27FC236}">
                    <a16:creationId xmlns:a16="http://schemas.microsoft.com/office/drawing/2014/main" id="{CCB31F23-10AC-C649-9E03-4D8BD9AD07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16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69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69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69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69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Freeform 47">
                <a:extLst>
                  <a:ext uri="{FF2B5EF4-FFF2-40B4-BE49-F238E27FC236}">
                    <a16:creationId xmlns:a16="http://schemas.microsoft.com/office/drawing/2014/main" id="{CD833D85-E5B6-2142-BF7F-E6C6D418A4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5" y="582"/>
                <a:ext cx="24" cy="71"/>
              </a:xfrm>
              <a:custGeom>
                <a:avLst/>
                <a:gdLst>
                  <a:gd name="T0" fmla="*/ 30 w 30"/>
                  <a:gd name="T1" fmla="*/ 0 h 69"/>
                  <a:gd name="T2" fmla="*/ 24 w 30"/>
                  <a:gd name="T3" fmla="*/ 40 h 69"/>
                  <a:gd name="T4" fmla="*/ 0 w 30"/>
                  <a:gd name="T5" fmla="*/ 69 h 69"/>
                  <a:gd name="T6" fmla="*/ 0 w 30"/>
                  <a:gd name="T7" fmla="*/ 69 h 69"/>
                  <a:gd name="T8" fmla="*/ 24 w 30"/>
                  <a:gd name="T9" fmla="*/ 40 h 69"/>
                  <a:gd name="T10" fmla="*/ 30 w 30"/>
                  <a:gd name="T11" fmla="*/ 0 h 69"/>
                  <a:gd name="T12" fmla="*/ 30 w 30"/>
                  <a:gd name="T13" fmla="*/ 0 h 69"/>
                  <a:gd name="T14" fmla="*/ 30 w 30"/>
                  <a:gd name="T15" fmla="*/ 0 h 69"/>
                  <a:gd name="T16" fmla="*/ 30 w 30"/>
                  <a:gd name="T17" fmla="*/ 0 h 69"/>
                  <a:gd name="T18" fmla="*/ 30 w 30"/>
                  <a:gd name="T19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69">
                    <a:moveTo>
                      <a:pt x="30" y="0"/>
                    </a:moveTo>
                    <a:lnTo>
                      <a:pt x="24" y="40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4" y="40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48">
                <a:extLst>
                  <a:ext uri="{FF2B5EF4-FFF2-40B4-BE49-F238E27FC236}">
                    <a16:creationId xmlns:a16="http://schemas.microsoft.com/office/drawing/2014/main" id="{B367BF8F-5A6B-9D40-B281-26F1C39B67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55" y="582"/>
                <a:ext cx="20" cy="71"/>
              </a:xfrm>
              <a:custGeom>
                <a:avLst/>
                <a:gdLst>
                  <a:gd name="T0" fmla="*/ 23 w 23"/>
                  <a:gd name="T1" fmla="*/ 69 h 69"/>
                  <a:gd name="T2" fmla="*/ 6 w 23"/>
                  <a:gd name="T3" fmla="*/ 40 h 69"/>
                  <a:gd name="T4" fmla="*/ 0 w 23"/>
                  <a:gd name="T5" fmla="*/ 0 h 69"/>
                  <a:gd name="T6" fmla="*/ 0 w 23"/>
                  <a:gd name="T7" fmla="*/ 0 h 69"/>
                  <a:gd name="T8" fmla="*/ 6 w 23"/>
                  <a:gd name="T9" fmla="*/ 40 h 69"/>
                  <a:gd name="T10" fmla="*/ 23 w 23"/>
                  <a:gd name="T11" fmla="*/ 69 h 69"/>
                  <a:gd name="T12" fmla="*/ 23 w 23"/>
                  <a:gd name="T13" fmla="*/ 69 h 69"/>
                  <a:gd name="T14" fmla="*/ 23 w 23"/>
                  <a:gd name="T15" fmla="*/ 69 h 69"/>
                  <a:gd name="T16" fmla="*/ 23 w 23"/>
                  <a:gd name="T17" fmla="*/ 69 h 69"/>
                  <a:gd name="T18" fmla="*/ 23 w 23"/>
                  <a:gd name="T1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23" y="69"/>
                    </a:moveTo>
                    <a:lnTo>
                      <a:pt x="6" y="4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40"/>
                    </a:lnTo>
                    <a:lnTo>
                      <a:pt x="23" y="69"/>
                    </a:lnTo>
                    <a:lnTo>
                      <a:pt x="23" y="69"/>
                    </a:lnTo>
                    <a:close/>
                    <a:moveTo>
                      <a:pt x="23" y="69"/>
                    </a:moveTo>
                    <a:lnTo>
                      <a:pt x="23" y="69"/>
                    </a:lnTo>
                    <a:lnTo>
                      <a:pt x="23" y="6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Freeform 49">
                <a:extLst>
                  <a:ext uri="{FF2B5EF4-FFF2-40B4-BE49-F238E27FC236}">
                    <a16:creationId xmlns:a16="http://schemas.microsoft.com/office/drawing/2014/main" id="{38016678-BBFA-3642-9C72-892B6104BB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55" y="482"/>
                <a:ext cx="83" cy="100"/>
              </a:xfrm>
              <a:custGeom>
                <a:avLst/>
                <a:gdLst>
                  <a:gd name="T0" fmla="*/ 0 w 99"/>
                  <a:gd name="T1" fmla="*/ 99 h 99"/>
                  <a:gd name="T2" fmla="*/ 6 w 99"/>
                  <a:gd name="T3" fmla="*/ 64 h 99"/>
                  <a:gd name="T4" fmla="*/ 29 w 99"/>
                  <a:gd name="T5" fmla="*/ 29 h 99"/>
                  <a:gd name="T6" fmla="*/ 58 w 99"/>
                  <a:gd name="T7" fmla="*/ 6 h 99"/>
                  <a:gd name="T8" fmla="*/ 99 w 99"/>
                  <a:gd name="T9" fmla="*/ 0 h 99"/>
                  <a:gd name="T10" fmla="*/ 99 w 99"/>
                  <a:gd name="T11" fmla="*/ 0 h 99"/>
                  <a:gd name="T12" fmla="*/ 58 w 99"/>
                  <a:gd name="T13" fmla="*/ 6 h 99"/>
                  <a:gd name="T14" fmla="*/ 29 w 99"/>
                  <a:gd name="T15" fmla="*/ 29 h 99"/>
                  <a:gd name="T16" fmla="*/ 6 w 99"/>
                  <a:gd name="T17" fmla="*/ 64 h 99"/>
                  <a:gd name="T18" fmla="*/ 0 w 99"/>
                  <a:gd name="T19" fmla="*/ 99 h 99"/>
                  <a:gd name="T20" fmla="*/ 0 w 99"/>
                  <a:gd name="T21" fmla="*/ 99 h 99"/>
                  <a:gd name="T22" fmla="*/ 0 w 99"/>
                  <a:gd name="T23" fmla="*/ 99 h 99"/>
                  <a:gd name="T24" fmla="*/ 0 w 99"/>
                  <a:gd name="T25" fmla="*/ 99 h 99"/>
                  <a:gd name="T26" fmla="*/ 0 w 99"/>
                  <a:gd name="T27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6" y="64"/>
                    </a:lnTo>
                    <a:lnTo>
                      <a:pt x="29" y="29"/>
                    </a:lnTo>
                    <a:lnTo>
                      <a:pt x="58" y="6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58" y="6"/>
                    </a:lnTo>
                    <a:lnTo>
                      <a:pt x="29" y="29"/>
                    </a:lnTo>
                    <a:lnTo>
                      <a:pt x="6" y="64"/>
                    </a:lnTo>
                    <a:lnTo>
                      <a:pt x="0" y="99"/>
                    </a:lnTo>
                    <a:lnTo>
                      <a:pt x="0" y="99"/>
                    </a:lnTo>
                    <a:close/>
                    <a:moveTo>
                      <a:pt x="0" y="99"/>
                    </a:moveTo>
                    <a:lnTo>
                      <a:pt x="0" y="99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50">
                <a:extLst>
                  <a:ext uri="{FF2B5EF4-FFF2-40B4-BE49-F238E27FC236}">
                    <a16:creationId xmlns:a16="http://schemas.microsoft.com/office/drawing/2014/main" id="{3AC6CDA3-3764-2A47-A1D7-4AFDC79648E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38" y="482"/>
                <a:ext cx="83" cy="100"/>
              </a:xfrm>
              <a:custGeom>
                <a:avLst/>
                <a:gdLst>
                  <a:gd name="T0" fmla="*/ 0 w 99"/>
                  <a:gd name="T1" fmla="*/ 0 h 99"/>
                  <a:gd name="T2" fmla="*/ 35 w 99"/>
                  <a:gd name="T3" fmla="*/ 6 h 99"/>
                  <a:gd name="T4" fmla="*/ 70 w 99"/>
                  <a:gd name="T5" fmla="*/ 29 h 99"/>
                  <a:gd name="T6" fmla="*/ 93 w 99"/>
                  <a:gd name="T7" fmla="*/ 64 h 99"/>
                  <a:gd name="T8" fmla="*/ 99 w 99"/>
                  <a:gd name="T9" fmla="*/ 99 h 99"/>
                  <a:gd name="T10" fmla="*/ 99 w 99"/>
                  <a:gd name="T11" fmla="*/ 99 h 99"/>
                  <a:gd name="T12" fmla="*/ 93 w 99"/>
                  <a:gd name="T13" fmla="*/ 64 h 99"/>
                  <a:gd name="T14" fmla="*/ 70 w 99"/>
                  <a:gd name="T15" fmla="*/ 29 h 99"/>
                  <a:gd name="T16" fmla="*/ 35 w 99"/>
                  <a:gd name="T17" fmla="*/ 6 h 99"/>
                  <a:gd name="T18" fmla="*/ 0 w 99"/>
                  <a:gd name="T19" fmla="*/ 0 h 99"/>
                  <a:gd name="T20" fmla="*/ 0 w 99"/>
                  <a:gd name="T21" fmla="*/ 0 h 99"/>
                  <a:gd name="T22" fmla="*/ 0 w 99"/>
                  <a:gd name="T23" fmla="*/ 0 h 99"/>
                  <a:gd name="T24" fmla="*/ 0 w 99"/>
                  <a:gd name="T25" fmla="*/ 0 h 99"/>
                  <a:gd name="T26" fmla="*/ 0 w 99"/>
                  <a:gd name="T2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9" h="99">
                    <a:moveTo>
                      <a:pt x="0" y="0"/>
                    </a:moveTo>
                    <a:lnTo>
                      <a:pt x="35" y="6"/>
                    </a:lnTo>
                    <a:lnTo>
                      <a:pt x="70" y="29"/>
                    </a:lnTo>
                    <a:lnTo>
                      <a:pt x="93" y="64"/>
                    </a:lnTo>
                    <a:lnTo>
                      <a:pt x="99" y="99"/>
                    </a:lnTo>
                    <a:lnTo>
                      <a:pt x="99" y="99"/>
                    </a:lnTo>
                    <a:lnTo>
                      <a:pt x="93" y="64"/>
                    </a:lnTo>
                    <a:lnTo>
                      <a:pt x="70" y="29"/>
                    </a:lnTo>
                    <a:lnTo>
                      <a:pt x="35" y="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" name="Line 51">
              <a:extLst>
                <a:ext uri="{FF2B5EF4-FFF2-40B4-BE49-F238E27FC236}">
                  <a16:creationId xmlns:a16="http://schemas.microsoft.com/office/drawing/2014/main" id="{E4019E71-551A-EE46-9CA7-A881AF89F1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" y="1548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52">
              <a:extLst>
                <a:ext uri="{FF2B5EF4-FFF2-40B4-BE49-F238E27FC236}">
                  <a16:creationId xmlns:a16="http://schemas.microsoft.com/office/drawing/2014/main" id="{9E369599-61FB-3044-AB46-126C6035C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387"/>
              <a:ext cx="260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Text Box 53">
              <a:extLst>
                <a:ext uri="{FF2B5EF4-FFF2-40B4-BE49-F238E27FC236}">
                  <a16:creationId xmlns:a16="http://schemas.microsoft.com/office/drawing/2014/main" id="{950CC005-2BAF-8D4C-94E6-03AE38F61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367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2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106" name="Line 74">
              <a:extLst>
                <a:ext uri="{FF2B5EF4-FFF2-40B4-BE49-F238E27FC236}">
                  <a16:creationId xmlns:a16="http://schemas.microsoft.com/office/drawing/2014/main" id="{F0FE0E12-746C-C948-B123-45B947723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1140"/>
              <a:ext cx="0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75">
              <a:extLst>
                <a:ext uri="{FF2B5EF4-FFF2-40B4-BE49-F238E27FC236}">
                  <a16:creationId xmlns:a16="http://schemas.microsoft.com/office/drawing/2014/main" id="{B1AFB3E3-563F-6747-9A3E-1B9024EF81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195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76">
              <a:extLst>
                <a:ext uri="{FF2B5EF4-FFF2-40B4-BE49-F238E27FC236}">
                  <a16:creationId xmlns:a16="http://schemas.microsoft.com/office/drawing/2014/main" id="{DE4A23B0-CA02-9349-BE4C-03353F310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2024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77">
              <a:extLst>
                <a:ext uri="{FF2B5EF4-FFF2-40B4-BE49-F238E27FC236}">
                  <a16:creationId xmlns:a16="http://schemas.microsoft.com/office/drawing/2014/main" id="{1F24FCC7-2D00-D448-8A4F-EA3E2451D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2024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Text Box 78">
              <a:extLst>
                <a:ext uri="{FF2B5EF4-FFF2-40B4-BE49-F238E27FC236}">
                  <a16:creationId xmlns:a16="http://schemas.microsoft.com/office/drawing/2014/main" id="{7ABD914E-4B4F-4747-B4AF-AC25020FD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" y="829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4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111" name="Oval 81">
              <a:extLst>
                <a:ext uri="{FF2B5EF4-FFF2-40B4-BE49-F238E27FC236}">
                  <a16:creationId xmlns:a16="http://schemas.microsoft.com/office/drawing/2014/main" id="{8C230B55-E8BB-F445-B3E7-D7C98566205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0800000" flipH="1" flipV="1">
              <a:off x="636" y="1503"/>
              <a:ext cx="363" cy="363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87">
              <a:extLst>
                <a:ext uri="{FF2B5EF4-FFF2-40B4-BE49-F238E27FC236}">
                  <a16:creationId xmlns:a16="http://schemas.microsoft.com/office/drawing/2014/main" id="{6F9649CA-FDC2-444F-ADC0-2726F6746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7" y="1140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95">
              <a:extLst>
                <a:ext uri="{FF2B5EF4-FFF2-40B4-BE49-F238E27FC236}">
                  <a16:creationId xmlns:a16="http://schemas.microsoft.com/office/drawing/2014/main" id="{18685D03-CBE6-4947-B752-58F319905E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6" y="1140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4" name="Group 116">
              <a:extLst>
                <a:ext uri="{FF2B5EF4-FFF2-40B4-BE49-F238E27FC236}">
                  <a16:creationId xmlns:a16="http://schemas.microsoft.com/office/drawing/2014/main" id="{FF360D4C-C5B6-5048-93D2-66A00CD9044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1279" y="1403"/>
              <a:ext cx="272" cy="107"/>
              <a:chOff x="1086" y="1591"/>
              <a:chExt cx="433" cy="118"/>
            </a:xfrm>
          </p:grpSpPr>
          <p:sp>
            <p:nvSpPr>
              <p:cNvPr id="130" name="Freeform 117">
                <a:extLst>
                  <a:ext uri="{FF2B5EF4-FFF2-40B4-BE49-F238E27FC236}">
                    <a16:creationId xmlns:a16="http://schemas.microsoft.com/office/drawing/2014/main" id="{76222657-5360-3148-B7F3-3B6324035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Freeform 118">
                <a:extLst>
                  <a:ext uri="{FF2B5EF4-FFF2-40B4-BE49-F238E27FC236}">
                    <a16:creationId xmlns:a16="http://schemas.microsoft.com/office/drawing/2014/main" id="{13DF7DE1-DAB5-8E4B-A880-9DB02FD8F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Freeform 119">
                <a:extLst>
                  <a:ext uri="{FF2B5EF4-FFF2-40B4-BE49-F238E27FC236}">
                    <a16:creationId xmlns:a16="http://schemas.microsoft.com/office/drawing/2014/main" id="{EE02D845-B4E3-7D40-931D-5F94EA8661E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Freeform 120">
                <a:extLst>
                  <a:ext uri="{FF2B5EF4-FFF2-40B4-BE49-F238E27FC236}">
                    <a16:creationId xmlns:a16="http://schemas.microsoft.com/office/drawing/2014/main" id="{5A87AAFF-7080-8C41-A297-C64F937AE7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Freeform 121">
                <a:extLst>
                  <a:ext uri="{FF2B5EF4-FFF2-40B4-BE49-F238E27FC236}">
                    <a16:creationId xmlns:a16="http://schemas.microsoft.com/office/drawing/2014/main" id="{C2A92549-A2D0-5946-93DB-9CBFAC510C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Freeform 122">
                <a:extLst>
                  <a:ext uri="{FF2B5EF4-FFF2-40B4-BE49-F238E27FC236}">
                    <a16:creationId xmlns:a16="http://schemas.microsoft.com/office/drawing/2014/main" id="{52D8506F-A0EB-244A-A450-76E5D267BF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Freeform 123">
                <a:extLst>
                  <a:ext uri="{FF2B5EF4-FFF2-40B4-BE49-F238E27FC236}">
                    <a16:creationId xmlns:a16="http://schemas.microsoft.com/office/drawing/2014/main" id="{EA71AC92-3B80-5240-BB76-6E830639A4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Freeform 124">
                <a:extLst>
                  <a:ext uri="{FF2B5EF4-FFF2-40B4-BE49-F238E27FC236}">
                    <a16:creationId xmlns:a16="http://schemas.microsoft.com/office/drawing/2014/main" id="{F3340568-7247-2A4B-B3A8-B81048192D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Freeform 125">
                <a:extLst>
                  <a:ext uri="{FF2B5EF4-FFF2-40B4-BE49-F238E27FC236}">
                    <a16:creationId xmlns:a16="http://schemas.microsoft.com/office/drawing/2014/main" id="{086B3836-8E1A-A749-8C51-492C6BACB3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126">
                <a:extLst>
                  <a:ext uri="{FF2B5EF4-FFF2-40B4-BE49-F238E27FC236}">
                    <a16:creationId xmlns:a16="http://schemas.microsoft.com/office/drawing/2014/main" id="{E1BEF7D5-D42E-9B49-937D-C9AF8249C1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127">
                <a:extLst>
                  <a:ext uri="{FF2B5EF4-FFF2-40B4-BE49-F238E27FC236}">
                    <a16:creationId xmlns:a16="http://schemas.microsoft.com/office/drawing/2014/main" id="{BC31ACD7-1F8D-1A4B-A0C4-968DB9FCD9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Freeform 128">
                <a:extLst>
                  <a:ext uri="{FF2B5EF4-FFF2-40B4-BE49-F238E27FC236}">
                    <a16:creationId xmlns:a16="http://schemas.microsoft.com/office/drawing/2014/main" id="{FC4D6747-CA2E-EB4F-AC88-45F27C9FE9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Freeform 129">
                <a:extLst>
                  <a:ext uri="{FF2B5EF4-FFF2-40B4-BE49-F238E27FC236}">
                    <a16:creationId xmlns:a16="http://schemas.microsoft.com/office/drawing/2014/main" id="{3528F24A-F83D-B340-814F-F2A9215426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Freeform 130">
                <a:extLst>
                  <a:ext uri="{FF2B5EF4-FFF2-40B4-BE49-F238E27FC236}">
                    <a16:creationId xmlns:a16="http://schemas.microsoft.com/office/drawing/2014/main" id="{9FF20E2D-D351-4444-9F1A-8476005431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Freeform 131">
                <a:extLst>
                  <a:ext uri="{FF2B5EF4-FFF2-40B4-BE49-F238E27FC236}">
                    <a16:creationId xmlns:a16="http://schemas.microsoft.com/office/drawing/2014/main" id="{A8078A3C-4B47-754D-9C97-47DBB9B17B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Freeform 132">
                <a:extLst>
                  <a:ext uri="{FF2B5EF4-FFF2-40B4-BE49-F238E27FC236}">
                    <a16:creationId xmlns:a16="http://schemas.microsoft.com/office/drawing/2014/main" id="{046A9A6E-6DDC-CB42-9869-3DE1F2CC6C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Freeform 133">
                <a:extLst>
                  <a:ext uri="{FF2B5EF4-FFF2-40B4-BE49-F238E27FC236}">
                    <a16:creationId xmlns:a16="http://schemas.microsoft.com/office/drawing/2014/main" id="{80DD4AA8-39F6-8C49-862F-38700F7242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Freeform 134">
                <a:extLst>
                  <a:ext uri="{FF2B5EF4-FFF2-40B4-BE49-F238E27FC236}">
                    <a16:creationId xmlns:a16="http://schemas.microsoft.com/office/drawing/2014/main" id="{4EBB319A-D56D-144A-BAC4-B668F08078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5" name="Line 135">
              <a:extLst>
                <a:ext uri="{FF2B5EF4-FFF2-40B4-BE49-F238E27FC236}">
                  <a16:creationId xmlns:a16="http://schemas.microsoft.com/office/drawing/2014/main" id="{C2CDF1EB-9B8F-CD40-A51F-A3EB98017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593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Rectangle 136">
              <a:extLst>
                <a:ext uri="{FF2B5EF4-FFF2-40B4-BE49-F238E27FC236}">
                  <a16:creationId xmlns:a16="http://schemas.microsoft.com/office/drawing/2014/main" id="{C103529C-B1E7-DB4C-8802-F99FCDC14D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0000">
              <a:off x="2949" y="1639"/>
              <a:ext cx="317" cy="317"/>
            </a:xfrm>
            <a:prstGeom prst="rect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137">
              <a:extLst>
                <a:ext uri="{FF2B5EF4-FFF2-40B4-BE49-F238E27FC236}">
                  <a16:creationId xmlns:a16="http://schemas.microsoft.com/office/drawing/2014/main" id="{CA7DEE1E-4B3C-5546-9610-B969B9BDB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1140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38">
              <a:extLst>
                <a:ext uri="{FF2B5EF4-FFF2-40B4-BE49-F238E27FC236}">
                  <a16:creationId xmlns:a16="http://schemas.microsoft.com/office/drawing/2014/main" id="{4CF9B780-0101-6B4A-B0BB-2D4644DBB4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8" y="1639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139">
              <a:extLst>
                <a:ext uri="{FF2B5EF4-FFF2-40B4-BE49-F238E27FC236}">
                  <a16:creationId xmlns:a16="http://schemas.microsoft.com/office/drawing/2014/main" id="{ED6AB311-2360-CC41-B08A-86AFCBBE0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2002"/>
              <a:ext cx="0" cy="3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Oval 140">
              <a:extLst>
                <a:ext uri="{FF2B5EF4-FFF2-40B4-BE49-F238E27FC236}">
                  <a16:creationId xmlns:a16="http://schemas.microsoft.com/office/drawing/2014/main" id="{9A460111-BAA4-C741-8C0A-2EDB81BEA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1094"/>
              <a:ext cx="114" cy="9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Oval 141">
              <a:extLst>
                <a:ext uri="{FF2B5EF4-FFF2-40B4-BE49-F238E27FC236}">
                  <a16:creationId xmlns:a16="http://schemas.microsoft.com/office/drawing/2014/main" id="{673549C7-2EE5-5846-8490-EBB944609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2342"/>
              <a:ext cx="114" cy="9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2" name="Object 142">
              <a:extLst>
                <a:ext uri="{FF2B5EF4-FFF2-40B4-BE49-F238E27FC236}">
                  <a16:creationId xmlns:a16="http://schemas.microsoft.com/office/drawing/2014/main" id="{3B7EE39A-D1CF-9B44-8286-6A5C360EC4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" y="1866"/>
            <a:ext cx="635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83" name="公式" r:id="rId17" imgW="469800" imgH="190440" progId="Equation.3">
                    <p:embed/>
                  </p:oleObj>
                </mc:Choice>
                <mc:Fallback>
                  <p:oleObj name="公式" r:id="rId17" imgW="469800" imgH="190440" progId="Equation.3">
                    <p:embed/>
                    <p:pic>
                      <p:nvPicPr>
                        <p:cNvPr id="53390" name="Object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" y="1866"/>
                          <a:ext cx="635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" name="Line 143">
              <a:extLst>
                <a:ext uri="{FF2B5EF4-FFF2-40B4-BE49-F238E27FC236}">
                  <a16:creationId xmlns:a16="http://schemas.microsoft.com/office/drawing/2014/main" id="{9F599606-6A5C-BC4E-ADDF-B7BD6E45B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163"/>
              <a:ext cx="0" cy="2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4" name="Object 144">
              <a:extLst>
                <a:ext uri="{FF2B5EF4-FFF2-40B4-BE49-F238E27FC236}">
                  <a16:creationId xmlns:a16="http://schemas.microsoft.com/office/drawing/2014/main" id="{5E0A6AB5-A78A-7B4F-B540-3AB2B4DE7C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3" y="1140"/>
            <a:ext cx="233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84" name="公式" r:id="rId19" imgW="152280" imgH="215640" progId="Equation.3">
                    <p:embed/>
                  </p:oleObj>
                </mc:Choice>
                <mc:Fallback>
                  <p:oleObj name="公式" r:id="rId19" imgW="152280" imgH="215640" progId="Equation.3">
                    <p:embed/>
                    <p:pic>
                      <p:nvPicPr>
                        <p:cNvPr id="53392" name="Object 1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" y="1140"/>
                          <a:ext cx="233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5" name="Text Box 145">
              <a:extLst>
                <a:ext uri="{FF2B5EF4-FFF2-40B4-BE49-F238E27FC236}">
                  <a16:creationId xmlns:a16="http://schemas.microsoft.com/office/drawing/2014/main" id="{E232E1AF-389D-E34B-873D-452CB3AFC5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777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j3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aphicFrame>
          <p:nvGraphicFramePr>
            <p:cNvPr id="126" name="Object 146">
              <a:extLst>
                <a:ext uri="{FF2B5EF4-FFF2-40B4-BE49-F238E27FC236}">
                  <a16:creationId xmlns:a16="http://schemas.microsoft.com/office/drawing/2014/main" id="{00CE386C-3231-9841-9196-4DBDA64C7E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4" y="1389"/>
            <a:ext cx="466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85" name="公式" r:id="rId20" imgW="304560" imgH="215640" progId="Equation.3">
                    <p:embed/>
                  </p:oleObj>
                </mc:Choice>
                <mc:Fallback>
                  <p:oleObj name="公式" r:id="rId20" imgW="304560" imgH="215640" progId="Equation.3">
                    <p:embed/>
                    <p:pic>
                      <p:nvPicPr>
                        <p:cNvPr id="53394" name="Object 1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4" y="1389"/>
                          <a:ext cx="466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7" name="Text Box 147">
              <a:extLst>
                <a:ext uri="{FF2B5EF4-FFF2-40B4-BE49-F238E27FC236}">
                  <a16:creationId xmlns:a16="http://schemas.microsoft.com/office/drawing/2014/main" id="{060AA473-4914-5047-A365-1FA228899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7" y="1888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-j4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128" name="Text Box 148">
              <a:extLst>
                <a:ext uri="{FF2B5EF4-FFF2-40B4-BE49-F238E27FC236}">
                  <a16:creationId xmlns:a16="http://schemas.microsoft.com/office/drawing/2014/main" id="{A12FC8A9-CD7E-1A4C-B3FA-D18B380FF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" y="1003"/>
              <a:ext cx="5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a</a:t>
              </a:r>
            </a:p>
          </p:txBody>
        </p:sp>
        <p:sp>
          <p:nvSpPr>
            <p:cNvPr id="129" name="Text Box 149">
              <a:extLst>
                <a:ext uri="{FF2B5EF4-FFF2-40B4-BE49-F238E27FC236}">
                  <a16:creationId xmlns:a16="http://schemas.microsoft.com/office/drawing/2014/main" id="{F563A325-3153-0A42-AE04-E18644BA4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2183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50046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4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931863" y="568355"/>
            <a:ext cx="68775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/>
              <a:t>3. The </a:t>
            </a:r>
            <a:r>
              <a:rPr kumimoji="1" lang="en-US" altLang="zh-CN" sz="2000" b="1" dirty="0" err="1"/>
              <a:t>Thevenin</a:t>
            </a:r>
            <a:r>
              <a:rPr kumimoji="1" lang="en-US" altLang="zh-CN" sz="2000" b="1" dirty="0"/>
              <a:t> equivalent of the circuit.</a:t>
            </a:r>
          </a:p>
        </p:txBody>
      </p:sp>
      <p:sp>
        <p:nvSpPr>
          <p:cNvPr id="55301" name="Line 5"/>
          <p:cNvSpPr>
            <a:spLocks noChangeShapeType="1"/>
          </p:cNvSpPr>
          <p:nvPr/>
        </p:nvSpPr>
        <p:spPr bwMode="auto">
          <a:xfrm>
            <a:off x="922338" y="1406525"/>
            <a:ext cx="9525" cy="369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855663" y="1776413"/>
            <a:ext cx="152400" cy="381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3" name="Line 7"/>
          <p:cNvSpPr>
            <a:spLocks noChangeShapeType="1"/>
          </p:cNvSpPr>
          <p:nvPr/>
        </p:nvSpPr>
        <p:spPr bwMode="auto">
          <a:xfrm flipH="1">
            <a:off x="922338" y="2157413"/>
            <a:ext cx="9525" cy="1265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703263" y="2614613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5" name="Line 9"/>
          <p:cNvSpPr>
            <a:spLocks noChangeShapeType="1"/>
          </p:cNvSpPr>
          <p:nvPr/>
        </p:nvSpPr>
        <p:spPr bwMode="auto">
          <a:xfrm>
            <a:off x="922338" y="1392238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6" name="Line 10"/>
          <p:cNvSpPr>
            <a:spLocks noChangeShapeType="1"/>
          </p:cNvSpPr>
          <p:nvPr/>
        </p:nvSpPr>
        <p:spPr bwMode="auto">
          <a:xfrm>
            <a:off x="931863" y="3395663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7" name="Rectangle 11"/>
          <p:cNvSpPr>
            <a:spLocks noChangeArrowheads="1"/>
          </p:cNvSpPr>
          <p:nvPr/>
        </p:nvSpPr>
        <p:spPr bwMode="auto">
          <a:xfrm>
            <a:off x="1989138" y="1239838"/>
            <a:ext cx="336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200" b="1" dirty="0">
                <a:latin typeface="Times New Roman" pitchFamily="18" charset="0"/>
              </a:rPr>
              <a:t>○</a:t>
            </a:r>
          </a:p>
        </p:txBody>
      </p: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1998663" y="3243263"/>
            <a:ext cx="336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200" b="1">
                <a:latin typeface="Times New Roman" pitchFamily="18" charset="0"/>
              </a:rPr>
              <a:t>○</a:t>
            </a:r>
          </a:p>
        </p:txBody>
      </p:sp>
      <p:sp>
        <p:nvSpPr>
          <p:cNvPr id="55309" name="Text Box 13"/>
          <p:cNvSpPr txBox="1">
            <a:spLocks noChangeArrowheads="1"/>
          </p:cNvSpPr>
          <p:nvPr/>
        </p:nvSpPr>
        <p:spPr bwMode="auto">
          <a:xfrm>
            <a:off x="1008063" y="1700213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>
                <a:latin typeface="Times New Roman" pitchFamily="18" charset="0"/>
              </a:rPr>
              <a:t>Z</a:t>
            </a:r>
            <a:r>
              <a:rPr kumimoji="1" lang="en-US" altLang="zh-CN" baseline="-25000">
                <a:latin typeface="Times New Roman" pitchFamily="18" charset="0"/>
              </a:rPr>
              <a:t>Th</a:t>
            </a:r>
          </a:p>
        </p:txBody>
      </p:sp>
      <p:sp>
        <p:nvSpPr>
          <p:cNvPr id="55310" name="Text Box 14"/>
          <p:cNvSpPr txBox="1">
            <a:spLocks noChangeArrowheads="1"/>
          </p:cNvSpPr>
          <p:nvPr/>
        </p:nvSpPr>
        <p:spPr bwMode="auto">
          <a:xfrm>
            <a:off x="1160463" y="2357438"/>
            <a:ext cx="68580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>
                <a:latin typeface="Times New Roman" pitchFamily="18" charset="0"/>
              </a:rPr>
              <a:t>+</a:t>
            </a:r>
          </a:p>
          <a:p>
            <a:pPr>
              <a:spcBef>
                <a:spcPct val="50000"/>
              </a:spcBef>
            </a:pPr>
            <a:r>
              <a:rPr kumimoji="1" lang="en-US" altLang="zh-CN">
                <a:latin typeface="Times New Roman" pitchFamily="18" charset="0"/>
              </a:rPr>
              <a:t>_</a:t>
            </a:r>
          </a:p>
        </p:txBody>
      </p:sp>
      <p:sp>
        <p:nvSpPr>
          <p:cNvPr id="55311" name="Text Box 15"/>
          <p:cNvSpPr txBox="1">
            <a:spLocks noChangeArrowheads="1"/>
          </p:cNvSpPr>
          <p:nvPr/>
        </p:nvSpPr>
        <p:spPr bwMode="auto">
          <a:xfrm>
            <a:off x="2232025" y="105251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a</a:t>
            </a:r>
          </a:p>
        </p:txBody>
      </p:sp>
      <p:sp>
        <p:nvSpPr>
          <p:cNvPr id="55312" name="Text Box 16"/>
          <p:cNvSpPr txBox="1">
            <a:spLocks noChangeArrowheads="1"/>
          </p:cNvSpPr>
          <p:nvPr/>
        </p:nvSpPr>
        <p:spPr bwMode="auto">
          <a:xfrm>
            <a:off x="2303463" y="314166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graphicFrame>
        <p:nvGraphicFramePr>
          <p:cNvPr id="55313" name="Object 17"/>
          <p:cNvGraphicFramePr>
            <a:graphicFrameLocks noChangeAspect="1"/>
          </p:cNvGraphicFramePr>
          <p:nvPr/>
        </p:nvGraphicFramePr>
        <p:xfrm>
          <a:off x="1150938" y="2565400"/>
          <a:ext cx="5302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20" name="公式" r:id="rId3" imgW="203040" imgH="215640" progId="Equation.3">
                  <p:embed/>
                </p:oleObj>
              </mc:Choice>
              <mc:Fallback>
                <p:oleObj name="公式" r:id="rId3" imgW="2030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2565400"/>
                        <a:ext cx="5302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55720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404664"/>
            <a:ext cx="8229600" cy="561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kern="1200" dirty="0">
                <a:latin typeface="Arial Black" pitchFamily="34" charset="0"/>
                <a:ea typeface="宋体" pitchFamily="2" charset="-122"/>
                <a:cs typeface="+mn-cs"/>
              </a:rPr>
              <a:t>10.7  Op amp ac circuits</a:t>
            </a:r>
          </a:p>
        </p:txBody>
      </p:sp>
      <p:sp>
        <p:nvSpPr>
          <p:cNvPr id="56326" name="Text Box 6"/>
          <p:cNvSpPr txBox="1">
            <a:spLocks noChangeArrowheads="1"/>
          </p:cNvSpPr>
          <p:nvPr/>
        </p:nvSpPr>
        <p:spPr bwMode="auto">
          <a:xfrm>
            <a:off x="377031" y="1540085"/>
            <a:ext cx="842486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Arial" charset="0"/>
                <a:ea typeface="宋体" pitchFamily="2" charset="-122"/>
              </a:rPr>
              <a:t>The key to analyzing op amp circuits is to keep </a:t>
            </a:r>
            <a:r>
              <a:rPr kumimoji="1" lang="en-US" altLang="zh-CN" sz="2800" b="1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two important properties of an ideal op amp </a:t>
            </a:r>
            <a:r>
              <a:rPr kumimoji="1" lang="en-US" altLang="zh-CN" sz="2800" b="1" dirty="0">
                <a:latin typeface="Arial" charset="0"/>
                <a:ea typeface="宋体" pitchFamily="2" charset="-122"/>
              </a:rPr>
              <a:t>in mind :</a:t>
            </a:r>
          </a:p>
        </p:txBody>
      </p:sp>
      <p:sp>
        <p:nvSpPr>
          <p:cNvPr id="56327" name="Text Box 7"/>
          <p:cNvSpPr txBox="1">
            <a:spLocks noChangeArrowheads="1"/>
          </p:cNvSpPr>
          <p:nvPr/>
        </p:nvSpPr>
        <p:spPr bwMode="auto">
          <a:xfrm>
            <a:off x="611187" y="3140968"/>
            <a:ext cx="795655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kumimoji="1" lang="en-US" altLang="zh-CN" sz="2800" b="1" dirty="0">
                <a:solidFill>
                  <a:schemeClr val="tx2"/>
                </a:solidFill>
                <a:ea typeface="宋体" pitchFamily="2" charset="-122"/>
              </a:rPr>
              <a:t>No current enters either of its input terminals.(“</a:t>
            </a:r>
            <a:r>
              <a:rPr kumimoji="1" lang="en-US" altLang="zh-CN" sz="2800" b="1" dirty="0">
                <a:solidFill>
                  <a:srgbClr val="FF0000"/>
                </a:solidFill>
                <a:ea typeface="宋体" pitchFamily="2" charset="-122"/>
              </a:rPr>
              <a:t>virtual open-circuit</a:t>
            </a:r>
            <a:r>
              <a:rPr kumimoji="1" lang="en-US" altLang="zh-CN" sz="2800" b="1" dirty="0">
                <a:solidFill>
                  <a:schemeClr val="tx2"/>
                </a:solidFill>
                <a:ea typeface="宋体" pitchFamily="2" charset="-122"/>
              </a:rPr>
              <a:t>”)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kumimoji="1" lang="en-US" altLang="zh-CN" sz="2800" b="1" dirty="0">
                <a:solidFill>
                  <a:schemeClr val="tx2"/>
                </a:solidFill>
                <a:ea typeface="宋体" pitchFamily="2" charset="-122"/>
              </a:rPr>
              <a:t> The voltage across its input terminals is zero. (“</a:t>
            </a:r>
            <a:r>
              <a:rPr kumimoji="1" lang="en-US" altLang="zh-CN" sz="2800" b="1" dirty="0">
                <a:solidFill>
                  <a:srgbClr val="FF0000"/>
                </a:solidFill>
                <a:ea typeface="宋体" pitchFamily="2" charset="-122"/>
              </a:rPr>
              <a:t>virtual short-circuit</a:t>
            </a:r>
            <a:r>
              <a:rPr kumimoji="1" lang="en-US" altLang="zh-CN" sz="2800" b="1" dirty="0">
                <a:solidFill>
                  <a:schemeClr val="tx2"/>
                </a:solidFill>
                <a:ea typeface="宋体" pitchFamily="2" charset="-122"/>
              </a:rPr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979279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6" grpId="0"/>
      <p:bldP spid="5632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5" name="Text Box 19"/>
          <p:cNvSpPr txBox="1">
            <a:spLocks noChangeArrowheads="1"/>
          </p:cNvSpPr>
          <p:nvPr/>
        </p:nvSpPr>
        <p:spPr bwMode="auto">
          <a:xfrm>
            <a:off x="4633517" y="3457770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V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 </a:t>
            </a:r>
          </a:p>
        </p:txBody>
      </p:sp>
      <p:grpSp>
        <p:nvGrpSpPr>
          <p:cNvPr id="60559" name="Group 143"/>
          <p:cNvGrpSpPr>
            <a:grpSpLocks/>
          </p:cNvGrpSpPr>
          <p:nvPr/>
        </p:nvGrpSpPr>
        <p:grpSpPr bwMode="auto">
          <a:xfrm>
            <a:off x="219230" y="1123950"/>
            <a:ext cx="4645099" cy="3313162"/>
            <a:chOff x="68" y="981"/>
            <a:chExt cx="3220" cy="1996"/>
          </a:xfrm>
        </p:grpSpPr>
        <p:sp>
          <p:nvSpPr>
            <p:cNvPr id="60422" name="Line 6"/>
            <p:cNvSpPr>
              <a:spLocks noChangeShapeType="1"/>
            </p:cNvSpPr>
            <p:nvPr/>
          </p:nvSpPr>
          <p:spPr bwMode="auto">
            <a:xfrm>
              <a:off x="1972" y="1911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3" name="Line 7"/>
            <p:cNvSpPr>
              <a:spLocks noChangeShapeType="1"/>
            </p:cNvSpPr>
            <p:nvPr/>
          </p:nvSpPr>
          <p:spPr bwMode="auto">
            <a:xfrm>
              <a:off x="1973" y="1911"/>
              <a:ext cx="681" cy="3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4" name="Line 8"/>
            <p:cNvSpPr>
              <a:spLocks noChangeShapeType="1"/>
            </p:cNvSpPr>
            <p:nvPr/>
          </p:nvSpPr>
          <p:spPr bwMode="auto">
            <a:xfrm flipH="1">
              <a:off x="1972" y="2228"/>
              <a:ext cx="681" cy="3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5" name="Text Box 9"/>
            <p:cNvSpPr txBox="1">
              <a:spLocks noChangeArrowheads="1"/>
            </p:cNvSpPr>
            <p:nvPr/>
          </p:nvSpPr>
          <p:spPr bwMode="auto">
            <a:xfrm>
              <a:off x="1973" y="1820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_</a:t>
              </a:r>
            </a:p>
          </p:txBody>
        </p:sp>
        <p:sp>
          <p:nvSpPr>
            <p:cNvPr id="60426" name="Text Box 10"/>
            <p:cNvSpPr txBox="1">
              <a:spLocks noChangeArrowheads="1"/>
            </p:cNvSpPr>
            <p:nvPr/>
          </p:nvSpPr>
          <p:spPr bwMode="auto">
            <a:xfrm>
              <a:off x="1973" y="2228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+</a:t>
              </a:r>
            </a:p>
          </p:txBody>
        </p:sp>
        <p:sp>
          <p:nvSpPr>
            <p:cNvPr id="60427" name="Line 11"/>
            <p:cNvSpPr>
              <a:spLocks noChangeShapeType="1"/>
            </p:cNvSpPr>
            <p:nvPr/>
          </p:nvSpPr>
          <p:spPr bwMode="auto">
            <a:xfrm flipH="1">
              <a:off x="1678" y="2047"/>
              <a:ext cx="2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8" name="Line 12"/>
            <p:cNvSpPr>
              <a:spLocks noChangeShapeType="1"/>
            </p:cNvSpPr>
            <p:nvPr/>
          </p:nvSpPr>
          <p:spPr bwMode="auto">
            <a:xfrm flipH="1" flipV="1">
              <a:off x="453" y="2840"/>
              <a:ext cx="279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9" name="Line 13"/>
            <p:cNvSpPr>
              <a:spLocks noChangeShapeType="1"/>
            </p:cNvSpPr>
            <p:nvPr/>
          </p:nvSpPr>
          <p:spPr bwMode="auto">
            <a:xfrm>
              <a:off x="2653" y="2228"/>
              <a:ext cx="5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0" name="Oval 14"/>
            <p:cNvSpPr>
              <a:spLocks noChangeArrowheads="1"/>
            </p:cNvSpPr>
            <p:nvPr/>
          </p:nvSpPr>
          <p:spPr bwMode="auto">
            <a:xfrm>
              <a:off x="3197" y="2182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1" name="Line 15"/>
            <p:cNvSpPr>
              <a:spLocks noChangeShapeType="1"/>
            </p:cNvSpPr>
            <p:nvPr/>
          </p:nvSpPr>
          <p:spPr bwMode="auto">
            <a:xfrm flipH="1" flipV="1">
              <a:off x="1723" y="2409"/>
              <a:ext cx="2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16"/>
            <p:cNvSpPr>
              <a:spLocks noChangeShapeType="1"/>
            </p:cNvSpPr>
            <p:nvPr/>
          </p:nvSpPr>
          <p:spPr bwMode="auto">
            <a:xfrm>
              <a:off x="476" y="2069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3" name="Oval 17"/>
            <p:cNvSpPr>
              <a:spLocks noChangeArrowheads="1"/>
            </p:cNvSpPr>
            <p:nvPr/>
          </p:nvSpPr>
          <p:spPr bwMode="auto">
            <a:xfrm>
              <a:off x="3197" y="2796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4" name="Text Box 18"/>
            <p:cNvSpPr txBox="1">
              <a:spLocks noChangeArrowheads="1"/>
            </p:cNvSpPr>
            <p:nvPr/>
          </p:nvSpPr>
          <p:spPr bwMode="auto">
            <a:xfrm>
              <a:off x="68" y="2296"/>
              <a:ext cx="5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V</a:t>
              </a:r>
              <a:r>
                <a:rPr lang="en-US" altLang="zh-CN" sz="2400" b="1" baseline="-25000"/>
                <a:t>S</a:t>
              </a:r>
            </a:p>
          </p:txBody>
        </p:sp>
        <p:sp>
          <p:nvSpPr>
            <p:cNvPr id="60436" name="Line 20"/>
            <p:cNvSpPr>
              <a:spLocks noChangeShapeType="1"/>
            </p:cNvSpPr>
            <p:nvPr/>
          </p:nvSpPr>
          <p:spPr bwMode="auto">
            <a:xfrm>
              <a:off x="2199" y="2841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7" name="Line 21"/>
            <p:cNvSpPr>
              <a:spLocks noChangeShapeType="1"/>
            </p:cNvSpPr>
            <p:nvPr/>
          </p:nvSpPr>
          <p:spPr bwMode="auto">
            <a:xfrm>
              <a:off x="2154" y="2977"/>
              <a:ext cx="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8" name="Line 22"/>
            <p:cNvSpPr>
              <a:spLocks noChangeShapeType="1"/>
            </p:cNvSpPr>
            <p:nvPr/>
          </p:nvSpPr>
          <p:spPr bwMode="auto">
            <a:xfrm>
              <a:off x="1746" y="2409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0" name="Line 24"/>
            <p:cNvSpPr>
              <a:spLocks noChangeShapeType="1"/>
            </p:cNvSpPr>
            <p:nvPr/>
          </p:nvSpPr>
          <p:spPr bwMode="auto">
            <a:xfrm>
              <a:off x="2925" y="1298"/>
              <a:ext cx="0" cy="9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1" name="Text Box 25"/>
            <p:cNvSpPr txBox="1">
              <a:spLocks noChangeArrowheads="1"/>
            </p:cNvSpPr>
            <p:nvPr/>
          </p:nvSpPr>
          <p:spPr bwMode="auto">
            <a:xfrm>
              <a:off x="363" y="2280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_</a:t>
              </a:r>
            </a:p>
          </p:txBody>
        </p:sp>
        <p:sp>
          <p:nvSpPr>
            <p:cNvPr id="60442" name="Text Box 26"/>
            <p:cNvSpPr txBox="1">
              <a:spLocks noChangeArrowheads="1"/>
            </p:cNvSpPr>
            <p:nvPr/>
          </p:nvSpPr>
          <p:spPr bwMode="auto">
            <a:xfrm>
              <a:off x="363" y="2235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+</a:t>
              </a:r>
            </a:p>
          </p:txBody>
        </p:sp>
        <p:sp>
          <p:nvSpPr>
            <p:cNvPr id="60445" name="Oval 29"/>
            <p:cNvSpPr>
              <a:spLocks noChangeArrowheads="1"/>
            </p:cNvSpPr>
            <p:nvPr/>
          </p:nvSpPr>
          <p:spPr bwMode="auto">
            <a:xfrm>
              <a:off x="340" y="2296"/>
              <a:ext cx="272" cy="272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6" name="Line 30"/>
            <p:cNvSpPr>
              <a:spLocks noChangeShapeType="1"/>
            </p:cNvSpPr>
            <p:nvPr/>
          </p:nvSpPr>
          <p:spPr bwMode="auto">
            <a:xfrm>
              <a:off x="476" y="2568"/>
              <a:ext cx="0" cy="2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0450" name="Group 34"/>
            <p:cNvGrpSpPr>
              <a:grpSpLocks/>
            </p:cNvGrpSpPr>
            <p:nvPr/>
          </p:nvGrpSpPr>
          <p:grpSpPr bwMode="auto">
            <a:xfrm>
              <a:off x="612" y="2001"/>
              <a:ext cx="408" cy="160"/>
              <a:chOff x="1086" y="1591"/>
              <a:chExt cx="433" cy="118"/>
            </a:xfrm>
          </p:grpSpPr>
          <p:sp>
            <p:nvSpPr>
              <p:cNvPr id="60451" name="Freeform 35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52" name="Freeform 36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53" name="Freeform 37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54" name="Freeform 38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55" name="Freeform 39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56" name="Freeform 40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57" name="Freeform 41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58" name="Freeform 42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59" name="Freeform 43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60" name="Freeform 44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61" name="Freeform 45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62" name="Freeform 46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63" name="Freeform 47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64" name="Freeform 48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65" name="Freeform 49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66" name="Freeform 50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67" name="Freeform 51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68" name="Freeform 52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90" name="Text Box 74"/>
            <p:cNvSpPr txBox="1">
              <a:spLocks noChangeArrowheads="1"/>
            </p:cNvSpPr>
            <p:nvPr/>
          </p:nvSpPr>
          <p:spPr bwMode="auto">
            <a:xfrm>
              <a:off x="499" y="1752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10k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pSp>
          <p:nvGrpSpPr>
            <p:cNvPr id="60491" name="Group 75"/>
            <p:cNvGrpSpPr>
              <a:grpSpLocks/>
            </p:cNvGrpSpPr>
            <p:nvPr/>
          </p:nvGrpSpPr>
          <p:grpSpPr bwMode="auto">
            <a:xfrm>
              <a:off x="1224" y="1979"/>
              <a:ext cx="454" cy="160"/>
              <a:chOff x="1086" y="1591"/>
              <a:chExt cx="433" cy="118"/>
            </a:xfrm>
          </p:grpSpPr>
          <p:sp>
            <p:nvSpPr>
              <p:cNvPr id="60492" name="Freeform 76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3" name="Freeform 77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4" name="Freeform 78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5" name="Freeform 79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6" name="Freeform 80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7" name="Freeform 81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8" name="Freeform 82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9" name="Freeform 83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00" name="Freeform 84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01" name="Freeform 85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02" name="Freeform 86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03" name="Freeform 87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04" name="Freeform 88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05" name="Freeform 89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06" name="Freeform 90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07" name="Freeform 91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08" name="Freeform 92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09" name="Freeform 93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510" name="Line 94"/>
            <p:cNvSpPr>
              <a:spLocks noChangeShapeType="1"/>
            </p:cNvSpPr>
            <p:nvPr/>
          </p:nvSpPr>
          <p:spPr bwMode="auto">
            <a:xfrm>
              <a:off x="1134" y="1275"/>
              <a:ext cx="0" cy="7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11" name="Line 95"/>
            <p:cNvSpPr>
              <a:spLocks noChangeShapeType="1"/>
            </p:cNvSpPr>
            <p:nvPr/>
          </p:nvSpPr>
          <p:spPr bwMode="auto">
            <a:xfrm>
              <a:off x="998" y="2364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12" name="Line 96"/>
            <p:cNvSpPr>
              <a:spLocks noChangeShapeType="1"/>
            </p:cNvSpPr>
            <p:nvPr/>
          </p:nvSpPr>
          <p:spPr bwMode="auto">
            <a:xfrm>
              <a:off x="998" y="2455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13" name="Line 97"/>
            <p:cNvSpPr>
              <a:spLocks noChangeShapeType="1"/>
            </p:cNvSpPr>
            <p:nvPr/>
          </p:nvSpPr>
          <p:spPr bwMode="auto">
            <a:xfrm flipH="1">
              <a:off x="1134" y="2455"/>
              <a:ext cx="0" cy="3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14" name="Text Box 98"/>
            <p:cNvSpPr txBox="1">
              <a:spLocks noChangeArrowheads="1"/>
            </p:cNvSpPr>
            <p:nvPr/>
          </p:nvSpPr>
          <p:spPr bwMode="auto">
            <a:xfrm>
              <a:off x="1270" y="981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20k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60520" name="Line 104"/>
            <p:cNvSpPr>
              <a:spLocks noChangeShapeType="1"/>
            </p:cNvSpPr>
            <p:nvPr/>
          </p:nvSpPr>
          <p:spPr bwMode="auto">
            <a:xfrm flipV="1">
              <a:off x="998" y="2069"/>
              <a:ext cx="2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21" name="Line 105"/>
            <p:cNvSpPr>
              <a:spLocks noChangeShapeType="1"/>
            </p:cNvSpPr>
            <p:nvPr/>
          </p:nvSpPr>
          <p:spPr bwMode="auto">
            <a:xfrm>
              <a:off x="1134" y="2092"/>
              <a:ext cx="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22" name="Line 106"/>
            <p:cNvSpPr>
              <a:spLocks noChangeShapeType="1"/>
            </p:cNvSpPr>
            <p:nvPr/>
          </p:nvSpPr>
          <p:spPr bwMode="auto">
            <a:xfrm flipV="1">
              <a:off x="453" y="2069"/>
              <a:ext cx="15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0528" name="Object 112"/>
            <p:cNvGraphicFramePr>
              <a:graphicFrameLocks noChangeAspect="1"/>
            </p:cNvGraphicFramePr>
            <p:nvPr/>
          </p:nvGraphicFramePr>
          <p:xfrm>
            <a:off x="2018" y="1457"/>
            <a:ext cx="604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079" name="公式" r:id="rId3" imgW="368280" imgH="177480" progId="Equation.3">
                    <p:embed/>
                  </p:oleObj>
                </mc:Choice>
                <mc:Fallback>
                  <p:oleObj name="公式" r:id="rId3" imgW="3682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457"/>
                          <a:ext cx="604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529" name="Line 113"/>
            <p:cNvSpPr>
              <a:spLocks noChangeShapeType="1"/>
            </p:cNvSpPr>
            <p:nvPr/>
          </p:nvSpPr>
          <p:spPr bwMode="auto">
            <a:xfrm>
              <a:off x="1746" y="1570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30" name="Line 114"/>
            <p:cNvSpPr>
              <a:spLocks noChangeShapeType="1"/>
            </p:cNvSpPr>
            <p:nvPr/>
          </p:nvSpPr>
          <p:spPr bwMode="auto">
            <a:xfrm>
              <a:off x="1746" y="1661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31" name="Line 115"/>
            <p:cNvSpPr>
              <a:spLocks noChangeShapeType="1"/>
            </p:cNvSpPr>
            <p:nvPr/>
          </p:nvSpPr>
          <p:spPr bwMode="auto">
            <a:xfrm flipH="1">
              <a:off x="1882" y="1661"/>
              <a:ext cx="0" cy="3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32" name="Line 116"/>
            <p:cNvSpPr>
              <a:spLocks noChangeShapeType="1"/>
            </p:cNvSpPr>
            <p:nvPr/>
          </p:nvSpPr>
          <p:spPr bwMode="auto">
            <a:xfrm>
              <a:off x="1882" y="1298"/>
              <a:ext cx="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0533" name="Group 117"/>
            <p:cNvGrpSpPr>
              <a:grpSpLocks/>
            </p:cNvGrpSpPr>
            <p:nvPr/>
          </p:nvGrpSpPr>
          <p:grpSpPr bwMode="auto">
            <a:xfrm>
              <a:off x="1270" y="1230"/>
              <a:ext cx="408" cy="160"/>
              <a:chOff x="1086" y="1591"/>
              <a:chExt cx="433" cy="118"/>
            </a:xfrm>
          </p:grpSpPr>
          <p:sp>
            <p:nvSpPr>
              <p:cNvPr id="60534" name="Freeform 118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35" name="Freeform 119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36" name="Freeform 120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37" name="Freeform 121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38" name="Freeform 122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39" name="Freeform 123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40" name="Freeform 124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41" name="Freeform 125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42" name="Freeform 126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43" name="Freeform 127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44" name="Freeform 128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45" name="Freeform 129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46" name="Freeform 130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47" name="Freeform 131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48" name="Freeform 132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49" name="Freeform 133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50" name="Freeform 134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51" name="Freeform 135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552" name="Line 136"/>
            <p:cNvSpPr>
              <a:spLocks noChangeShapeType="1"/>
            </p:cNvSpPr>
            <p:nvPr/>
          </p:nvSpPr>
          <p:spPr bwMode="auto">
            <a:xfrm flipV="1">
              <a:off x="1656" y="1298"/>
              <a:ext cx="12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53" name="Line 137"/>
            <p:cNvSpPr>
              <a:spLocks noChangeShapeType="1"/>
            </p:cNvSpPr>
            <p:nvPr/>
          </p:nvSpPr>
          <p:spPr bwMode="auto">
            <a:xfrm flipV="1">
              <a:off x="1111" y="1298"/>
              <a:ext cx="15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54" name="Text Box 138"/>
            <p:cNvSpPr txBox="1">
              <a:spLocks noChangeArrowheads="1"/>
            </p:cNvSpPr>
            <p:nvPr/>
          </p:nvSpPr>
          <p:spPr bwMode="auto">
            <a:xfrm>
              <a:off x="1156" y="1729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10k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aphicFrame>
          <p:nvGraphicFramePr>
            <p:cNvPr id="60555" name="Object 139"/>
            <p:cNvGraphicFramePr>
              <a:graphicFrameLocks noChangeAspect="1"/>
            </p:cNvGraphicFramePr>
            <p:nvPr/>
          </p:nvGraphicFramePr>
          <p:xfrm>
            <a:off x="1156" y="2455"/>
            <a:ext cx="604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080" name="公式" r:id="rId5" imgW="368280" imgH="177480" progId="Equation.3">
                    <p:embed/>
                  </p:oleObj>
                </mc:Choice>
                <mc:Fallback>
                  <p:oleObj name="公式" r:id="rId5" imgW="3682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2455"/>
                          <a:ext cx="604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556" name="Text Box 140"/>
          <p:cNvSpPr txBox="1">
            <a:spLocks noChangeArrowheads="1"/>
          </p:cNvSpPr>
          <p:nvPr/>
        </p:nvSpPr>
        <p:spPr bwMode="auto">
          <a:xfrm>
            <a:off x="495299" y="4948467"/>
            <a:ext cx="81534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We first transform the circuit to the frequency domain</a:t>
            </a:r>
          </a:p>
        </p:txBody>
      </p:sp>
      <p:sp>
        <p:nvSpPr>
          <p:cNvPr id="60558" name="Text Box 142"/>
          <p:cNvSpPr txBox="1">
            <a:spLocks noChangeArrowheads="1"/>
          </p:cNvSpPr>
          <p:nvPr/>
        </p:nvSpPr>
        <p:spPr bwMode="auto">
          <a:xfrm>
            <a:off x="448338" y="4375084"/>
            <a:ext cx="180862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Solution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2" name="矩形 1"/>
          <p:cNvSpPr/>
          <p:nvPr/>
        </p:nvSpPr>
        <p:spPr>
          <a:xfrm>
            <a:off x="1137537" y="148692"/>
            <a:ext cx="8153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Determine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 for the op amp circuit  if 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=3cos1000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V.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581286"/>
              </p:ext>
            </p:extLst>
          </p:nvPr>
        </p:nvGraphicFramePr>
        <p:xfrm>
          <a:off x="1548965" y="5517232"/>
          <a:ext cx="43973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81" name="公式" r:id="rId7" imgW="1688367" imgH="215806" progId="Equation.3">
                  <p:embed/>
                </p:oleObj>
              </mc:Choice>
              <mc:Fallback>
                <p:oleObj name="公式" r:id="rId7" imgW="1688367" imgH="2158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8965" y="5517232"/>
                        <a:ext cx="43973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33645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56" grpId="0"/>
      <p:bldP spid="6055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44" name="Group 104"/>
          <p:cNvGrpSpPr>
            <a:grpSpLocks/>
          </p:cNvGrpSpPr>
          <p:nvPr/>
        </p:nvGrpSpPr>
        <p:grpSpPr bwMode="auto">
          <a:xfrm>
            <a:off x="358775" y="1098423"/>
            <a:ext cx="7164388" cy="3168650"/>
            <a:chOff x="136" y="686"/>
            <a:chExt cx="4513" cy="1996"/>
          </a:xfrm>
        </p:grpSpPr>
        <p:sp>
          <p:nvSpPr>
            <p:cNvPr id="61445" name="Line 5"/>
            <p:cNvSpPr>
              <a:spLocks noChangeShapeType="1"/>
            </p:cNvSpPr>
            <p:nvPr/>
          </p:nvSpPr>
          <p:spPr bwMode="auto">
            <a:xfrm>
              <a:off x="2312" y="1616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6" name="Line 6"/>
            <p:cNvSpPr>
              <a:spLocks noChangeShapeType="1"/>
            </p:cNvSpPr>
            <p:nvPr/>
          </p:nvSpPr>
          <p:spPr bwMode="auto">
            <a:xfrm>
              <a:off x="2313" y="1616"/>
              <a:ext cx="681" cy="3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7" name="Line 7"/>
            <p:cNvSpPr>
              <a:spLocks noChangeShapeType="1"/>
            </p:cNvSpPr>
            <p:nvPr/>
          </p:nvSpPr>
          <p:spPr bwMode="auto">
            <a:xfrm flipH="1">
              <a:off x="2312" y="1933"/>
              <a:ext cx="681" cy="3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8" name="Text Box 8"/>
            <p:cNvSpPr txBox="1">
              <a:spLocks noChangeArrowheads="1"/>
            </p:cNvSpPr>
            <p:nvPr/>
          </p:nvSpPr>
          <p:spPr bwMode="auto">
            <a:xfrm>
              <a:off x="2313" y="1525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_</a:t>
              </a:r>
            </a:p>
          </p:txBody>
        </p:sp>
        <p:sp>
          <p:nvSpPr>
            <p:cNvPr id="61449" name="Text Box 9"/>
            <p:cNvSpPr txBox="1">
              <a:spLocks noChangeArrowheads="1"/>
            </p:cNvSpPr>
            <p:nvPr/>
          </p:nvSpPr>
          <p:spPr bwMode="auto">
            <a:xfrm>
              <a:off x="2313" y="1933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+</a:t>
              </a:r>
            </a:p>
          </p:txBody>
        </p:sp>
        <p:sp>
          <p:nvSpPr>
            <p:cNvPr id="61450" name="Line 10"/>
            <p:cNvSpPr>
              <a:spLocks noChangeShapeType="1"/>
            </p:cNvSpPr>
            <p:nvPr/>
          </p:nvSpPr>
          <p:spPr bwMode="auto">
            <a:xfrm flipH="1">
              <a:off x="2018" y="1752"/>
              <a:ext cx="2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1" name="Line 11"/>
            <p:cNvSpPr>
              <a:spLocks noChangeShapeType="1"/>
            </p:cNvSpPr>
            <p:nvPr/>
          </p:nvSpPr>
          <p:spPr bwMode="auto">
            <a:xfrm flipH="1" flipV="1">
              <a:off x="793" y="2545"/>
              <a:ext cx="279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2" name="Line 12"/>
            <p:cNvSpPr>
              <a:spLocks noChangeShapeType="1"/>
            </p:cNvSpPr>
            <p:nvPr/>
          </p:nvSpPr>
          <p:spPr bwMode="auto">
            <a:xfrm>
              <a:off x="2993" y="1933"/>
              <a:ext cx="5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3" name="Oval 13"/>
            <p:cNvSpPr>
              <a:spLocks noChangeArrowheads="1"/>
            </p:cNvSpPr>
            <p:nvPr/>
          </p:nvSpPr>
          <p:spPr bwMode="auto">
            <a:xfrm>
              <a:off x="3537" y="1887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4" name="Line 14"/>
            <p:cNvSpPr>
              <a:spLocks noChangeShapeType="1"/>
            </p:cNvSpPr>
            <p:nvPr/>
          </p:nvSpPr>
          <p:spPr bwMode="auto">
            <a:xfrm flipH="1" flipV="1">
              <a:off x="2063" y="2114"/>
              <a:ext cx="2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5" name="Line 15"/>
            <p:cNvSpPr>
              <a:spLocks noChangeShapeType="1"/>
            </p:cNvSpPr>
            <p:nvPr/>
          </p:nvSpPr>
          <p:spPr bwMode="auto">
            <a:xfrm>
              <a:off x="816" y="1774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6" name="Oval 16"/>
            <p:cNvSpPr>
              <a:spLocks noChangeArrowheads="1"/>
            </p:cNvSpPr>
            <p:nvPr/>
          </p:nvSpPr>
          <p:spPr bwMode="auto">
            <a:xfrm>
              <a:off x="3537" y="2501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8" name="Text Box 18"/>
            <p:cNvSpPr txBox="1">
              <a:spLocks noChangeArrowheads="1"/>
            </p:cNvSpPr>
            <p:nvPr/>
          </p:nvSpPr>
          <p:spPr bwMode="auto">
            <a:xfrm>
              <a:off x="3606" y="1752"/>
              <a:ext cx="10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V</a:t>
              </a:r>
              <a:r>
                <a:rPr lang="en-US" altLang="zh-CN" sz="2400" b="1" baseline="-25000"/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1459" name="Line 19"/>
            <p:cNvSpPr>
              <a:spLocks noChangeShapeType="1"/>
            </p:cNvSpPr>
            <p:nvPr/>
          </p:nvSpPr>
          <p:spPr bwMode="auto">
            <a:xfrm>
              <a:off x="2539" y="2546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0" name="Line 20"/>
            <p:cNvSpPr>
              <a:spLocks noChangeShapeType="1"/>
            </p:cNvSpPr>
            <p:nvPr/>
          </p:nvSpPr>
          <p:spPr bwMode="auto">
            <a:xfrm>
              <a:off x="2494" y="2682"/>
              <a:ext cx="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1" name="Line 21"/>
            <p:cNvSpPr>
              <a:spLocks noChangeShapeType="1"/>
            </p:cNvSpPr>
            <p:nvPr/>
          </p:nvSpPr>
          <p:spPr bwMode="auto">
            <a:xfrm>
              <a:off x="2086" y="2114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2" name="Line 22"/>
            <p:cNvSpPr>
              <a:spLocks noChangeShapeType="1"/>
            </p:cNvSpPr>
            <p:nvPr/>
          </p:nvSpPr>
          <p:spPr bwMode="auto">
            <a:xfrm>
              <a:off x="3265" y="1003"/>
              <a:ext cx="0" cy="9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3" name="Text Box 23"/>
            <p:cNvSpPr txBox="1">
              <a:spLocks noChangeArrowheads="1"/>
            </p:cNvSpPr>
            <p:nvPr/>
          </p:nvSpPr>
          <p:spPr bwMode="auto">
            <a:xfrm>
              <a:off x="703" y="1985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_</a:t>
              </a:r>
            </a:p>
          </p:txBody>
        </p:sp>
        <p:sp>
          <p:nvSpPr>
            <p:cNvPr id="61464" name="Text Box 24"/>
            <p:cNvSpPr txBox="1">
              <a:spLocks noChangeArrowheads="1"/>
            </p:cNvSpPr>
            <p:nvPr/>
          </p:nvSpPr>
          <p:spPr bwMode="auto">
            <a:xfrm>
              <a:off x="703" y="1940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+</a:t>
              </a:r>
            </a:p>
          </p:txBody>
        </p:sp>
        <p:sp>
          <p:nvSpPr>
            <p:cNvPr id="61465" name="Oval 25"/>
            <p:cNvSpPr>
              <a:spLocks noChangeArrowheads="1"/>
            </p:cNvSpPr>
            <p:nvPr/>
          </p:nvSpPr>
          <p:spPr bwMode="auto">
            <a:xfrm>
              <a:off x="680" y="2001"/>
              <a:ext cx="272" cy="272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6" name="Line 26"/>
            <p:cNvSpPr>
              <a:spLocks noChangeShapeType="1"/>
            </p:cNvSpPr>
            <p:nvPr/>
          </p:nvSpPr>
          <p:spPr bwMode="auto">
            <a:xfrm>
              <a:off x="816" y="2273"/>
              <a:ext cx="0" cy="2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467" name="Group 27"/>
            <p:cNvGrpSpPr>
              <a:grpSpLocks/>
            </p:cNvGrpSpPr>
            <p:nvPr/>
          </p:nvGrpSpPr>
          <p:grpSpPr bwMode="auto">
            <a:xfrm>
              <a:off x="952" y="1706"/>
              <a:ext cx="408" cy="160"/>
              <a:chOff x="1086" y="1591"/>
              <a:chExt cx="433" cy="118"/>
            </a:xfrm>
          </p:grpSpPr>
          <p:sp>
            <p:nvSpPr>
              <p:cNvPr id="61468" name="Freeform 28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69" name="Freeform 29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0" name="Freeform 30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1" name="Freeform 31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2" name="Freeform 32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3" name="Freeform 33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4" name="Freeform 34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5" name="Freeform 35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6" name="Freeform 36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7" name="Freeform 37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8" name="Freeform 38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9" name="Freeform 39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0" name="Freeform 40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1" name="Freeform 41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2" name="Freeform 42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3" name="Freeform 43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4" name="Freeform 44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5" name="Freeform 45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486" name="Text Box 46"/>
            <p:cNvSpPr txBox="1">
              <a:spLocks noChangeArrowheads="1"/>
            </p:cNvSpPr>
            <p:nvPr/>
          </p:nvSpPr>
          <p:spPr bwMode="auto">
            <a:xfrm>
              <a:off x="839" y="1457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10k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pSp>
          <p:nvGrpSpPr>
            <p:cNvPr id="61487" name="Group 47"/>
            <p:cNvGrpSpPr>
              <a:grpSpLocks/>
            </p:cNvGrpSpPr>
            <p:nvPr/>
          </p:nvGrpSpPr>
          <p:grpSpPr bwMode="auto">
            <a:xfrm>
              <a:off x="1564" y="1684"/>
              <a:ext cx="454" cy="160"/>
              <a:chOff x="1086" y="1591"/>
              <a:chExt cx="433" cy="118"/>
            </a:xfrm>
          </p:grpSpPr>
          <p:sp>
            <p:nvSpPr>
              <p:cNvPr id="61488" name="Freeform 48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9" name="Freeform 49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0" name="Freeform 50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1" name="Freeform 51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2" name="Freeform 52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3" name="Freeform 53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4" name="Freeform 54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5" name="Freeform 55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6" name="Freeform 56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7" name="Freeform 57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8" name="Freeform 58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9" name="Freeform 59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00" name="Freeform 60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01" name="Freeform 61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02" name="Freeform 62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03" name="Freeform 63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04" name="Freeform 64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05" name="Freeform 65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506" name="Line 66"/>
            <p:cNvSpPr>
              <a:spLocks noChangeShapeType="1"/>
            </p:cNvSpPr>
            <p:nvPr/>
          </p:nvSpPr>
          <p:spPr bwMode="auto">
            <a:xfrm>
              <a:off x="1474" y="980"/>
              <a:ext cx="0" cy="7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7" name="Line 67"/>
            <p:cNvSpPr>
              <a:spLocks noChangeShapeType="1"/>
            </p:cNvSpPr>
            <p:nvPr/>
          </p:nvSpPr>
          <p:spPr bwMode="auto">
            <a:xfrm>
              <a:off x="1338" y="2069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8" name="Line 68"/>
            <p:cNvSpPr>
              <a:spLocks noChangeShapeType="1"/>
            </p:cNvSpPr>
            <p:nvPr/>
          </p:nvSpPr>
          <p:spPr bwMode="auto">
            <a:xfrm>
              <a:off x="1338" y="2160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9" name="Line 69"/>
            <p:cNvSpPr>
              <a:spLocks noChangeShapeType="1"/>
            </p:cNvSpPr>
            <p:nvPr/>
          </p:nvSpPr>
          <p:spPr bwMode="auto">
            <a:xfrm flipH="1">
              <a:off x="1474" y="2160"/>
              <a:ext cx="0" cy="3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0" name="Text Box 70"/>
            <p:cNvSpPr txBox="1">
              <a:spLocks noChangeArrowheads="1"/>
            </p:cNvSpPr>
            <p:nvPr/>
          </p:nvSpPr>
          <p:spPr bwMode="auto">
            <a:xfrm>
              <a:off x="1610" y="686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20k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61511" name="Line 71"/>
            <p:cNvSpPr>
              <a:spLocks noChangeShapeType="1"/>
            </p:cNvSpPr>
            <p:nvPr/>
          </p:nvSpPr>
          <p:spPr bwMode="auto">
            <a:xfrm flipV="1">
              <a:off x="1338" y="1774"/>
              <a:ext cx="2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2" name="Line 72"/>
            <p:cNvSpPr>
              <a:spLocks noChangeShapeType="1"/>
            </p:cNvSpPr>
            <p:nvPr/>
          </p:nvSpPr>
          <p:spPr bwMode="auto">
            <a:xfrm>
              <a:off x="1474" y="1797"/>
              <a:ext cx="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3" name="Line 73"/>
            <p:cNvSpPr>
              <a:spLocks noChangeShapeType="1"/>
            </p:cNvSpPr>
            <p:nvPr/>
          </p:nvSpPr>
          <p:spPr bwMode="auto">
            <a:xfrm flipV="1">
              <a:off x="793" y="1774"/>
              <a:ext cx="15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5" name="Line 75"/>
            <p:cNvSpPr>
              <a:spLocks noChangeShapeType="1"/>
            </p:cNvSpPr>
            <p:nvPr/>
          </p:nvSpPr>
          <p:spPr bwMode="auto">
            <a:xfrm>
              <a:off x="2086" y="1275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6" name="Line 76"/>
            <p:cNvSpPr>
              <a:spLocks noChangeShapeType="1"/>
            </p:cNvSpPr>
            <p:nvPr/>
          </p:nvSpPr>
          <p:spPr bwMode="auto">
            <a:xfrm>
              <a:off x="2086" y="136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7" name="Line 77"/>
            <p:cNvSpPr>
              <a:spLocks noChangeShapeType="1"/>
            </p:cNvSpPr>
            <p:nvPr/>
          </p:nvSpPr>
          <p:spPr bwMode="auto">
            <a:xfrm flipH="1">
              <a:off x="2222" y="1366"/>
              <a:ext cx="0" cy="3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8" name="Line 78"/>
            <p:cNvSpPr>
              <a:spLocks noChangeShapeType="1"/>
            </p:cNvSpPr>
            <p:nvPr/>
          </p:nvSpPr>
          <p:spPr bwMode="auto">
            <a:xfrm>
              <a:off x="2222" y="1003"/>
              <a:ext cx="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519" name="Group 79"/>
            <p:cNvGrpSpPr>
              <a:grpSpLocks/>
            </p:cNvGrpSpPr>
            <p:nvPr/>
          </p:nvGrpSpPr>
          <p:grpSpPr bwMode="auto">
            <a:xfrm>
              <a:off x="1610" y="935"/>
              <a:ext cx="408" cy="160"/>
              <a:chOff x="1086" y="1591"/>
              <a:chExt cx="433" cy="118"/>
            </a:xfrm>
          </p:grpSpPr>
          <p:sp>
            <p:nvSpPr>
              <p:cNvPr id="61520" name="Freeform 80"/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1" name="Freeform 81"/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2" name="Freeform 82"/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3" name="Freeform 83"/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4" name="Freeform 84"/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5" name="Freeform 85"/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6" name="Freeform 86"/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7" name="Freeform 87"/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8" name="Freeform 88"/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9" name="Freeform 89"/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30" name="Freeform 90"/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31" name="Freeform 91"/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32" name="Freeform 92"/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33" name="Freeform 93"/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34" name="Freeform 94"/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35" name="Freeform 95"/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36" name="Freeform 96"/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37" name="Freeform 97"/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538" name="Line 98"/>
            <p:cNvSpPr>
              <a:spLocks noChangeShapeType="1"/>
            </p:cNvSpPr>
            <p:nvPr/>
          </p:nvSpPr>
          <p:spPr bwMode="auto">
            <a:xfrm flipV="1">
              <a:off x="1996" y="1003"/>
              <a:ext cx="12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9" name="Line 99"/>
            <p:cNvSpPr>
              <a:spLocks noChangeShapeType="1"/>
            </p:cNvSpPr>
            <p:nvPr/>
          </p:nvSpPr>
          <p:spPr bwMode="auto">
            <a:xfrm flipV="1">
              <a:off x="1451" y="1003"/>
              <a:ext cx="15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0" name="Text Box 100"/>
            <p:cNvSpPr txBox="1">
              <a:spLocks noChangeArrowheads="1"/>
            </p:cNvSpPr>
            <p:nvPr/>
          </p:nvSpPr>
          <p:spPr bwMode="auto">
            <a:xfrm>
              <a:off x="1496" y="1434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10k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aphicFrame>
          <p:nvGraphicFramePr>
            <p:cNvPr id="61541" name="Object 101"/>
            <p:cNvGraphicFramePr>
              <a:graphicFrameLocks noChangeAspect="1"/>
            </p:cNvGraphicFramePr>
            <p:nvPr/>
          </p:nvGraphicFramePr>
          <p:xfrm>
            <a:off x="136" y="1797"/>
            <a:ext cx="687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199" name="公式" r:id="rId3" imgW="419040" imgH="190440" progId="Equation.3">
                    <p:embed/>
                  </p:oleObj>
                </mc:Choice>
                <mc:Fallback>
                  <p:oleObj name="公式" r:id="rId3" imgW="41904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" y="1797"/>
                          <a:ext cx="687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42" name="Object 102"/>
            <p:cNvGraphicFramePr>
              <a:graphicFrameLocks noChangeAspect="1"/>
            </p:cNvGraphicFramePr>
            <p:nvPr/>
          </p:nvGraphicFramePr>
          <p:xfrm>
            <a:off x="1451" y="2092"/>
            <a:ext cx="63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200" name="公式" r:id="rId5" imgW="406080" imgH="190440" progId="Equation.3">
                    <p:embed/>
                  </p:oleObj>
                </mc:Choice>
                <mc:Fallback>
                  <p:oleObj name="公式" r:id="rId5" imgW="4060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2092"/>
                          <a:ext cx="63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43" name="Object 103"/>
            <p:cNvGraphicFramePr>
              <a:graphicFrameLocks noChangeAspect="1"/>
            </p:cNvGraphicFramePr>
            <p:nvPr/>
          </p:nvGraphicFramePr>
          <p:xfrm>
            <a:off x="2336" y="1162"/>
            <a:ext cx="71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201" name="公式" r:id="rId7" imgW="457200" imgH="190440" progId="Equation.3">
                    <p:embed/>
                  </p:oleObj>
                </mc:Choice>
                <mc:Fallback>
                  <p:oleObj name="公式" r:id="rId7" imgW="45720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1162"/>
                          <a:ext cx="714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545" name="Text Box 105"/>
          <p:cNvSpPr txBox="1">
            <a:spLocks noChangeArrowheads="1"/>
          </p:cNvSpPr>
          <p:nvPr/>
        </p:nvSpPr>
        <p:spPr bwMode="auto">
          <a:xfrm>
            <a:off x="2449879" y="2797190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61546" name="Text Box 106"/>
          <p:cNvSpPr txBox="1">
            <a:spLocks noChangeArrowheads="1"/>
          </p:cNvSpPr>
          <p:nvPr/>
        </p:nvSpPr>
        <p:spPr bwMode="auto">
          <a:xfrm>
            <a:off x="503238" y="4257675"/>
            <a:ext cx="7129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Arial" charset="0"/>
                <a:ea typeface="宋体" pitchFamily="2" charset="-122"/>
              </a:rPr>
              <a:t>Applying KCL at node 1, we obtain</a:t>
            </a:r>
          </a:p>
        </p:txBody>
      </p:sp>
      <p:graphicFrame>
        <p:nvGraphicFramePr>
          <p:cNvPr id="61547" name="Object 107"/>
          <p:cNvGraphicFramePr>
            <a:graphicFrameLocks noChangeAspect="1"/>
          </p:cNvGraphicFramePr>
          <p:nvPr/>
        </p:nvGraphicFramePr>
        <p:xfrm>
          <a:off x="792163" y="4724400"/>
          <a:ext cx="4859337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02" name="公式" r:id="rId9" imgW="1866600" imgH="406080" progId="Equation.3">
                  <p:embed/>
                </p:oleObj>
              </mc:Choice>
              <mc:Fallback>
                <p:oleObj name="公式" r:id="rId9" imgW="18666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4724400"/>
                        <a:ext cx="4859337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8" name="Text Box 108"/>
          <p:cNvSpPr txBox="1">
            <a:spLocks noChangeArrowheads="1"/>
          </p:cNvSpPr>
          <p:nvPr/>
        </p:nvSpPr>
        <p:spPr bwMode="auto">
          <a:xfrm>
            <a:off x="3455988" y="2738538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61549" name="AutoShape 109"/>
          <p:cNvSpPr>
            <a:spLocks noChangeArrowheads="1"/>
          </p:cNvSpPr>
          <p:nvPr/>
        </p:nvSpPr>
        <p:spPr bwMode="auto">
          <a:xfrm>
            <a:off x="6264275" y="5229225"/>
            <a:ext cx="720725" cy="215900"/>
          </a:xfrm>
          <a:prstGeom prst="rightArrow">
            <a:avLst>
              <a:gd name="adj1" fmla="val 50000"/>
              <a:gd name="adj2" fmla="val 834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1550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2908877"/>
              </p:ext>
            </p:extLst>
          </p:nvPr>
        </p:nvGraphicFramePr>
        <p:xfrm>
          <a:off x="1800019" y="5733256"/>
          <a:ext cx="25130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03" name="公式" r:id="rId11" imgW="965160" imgH="215640" progId="Equation.3">
                  <p:embed/>
                </p:oleObj>
              </mc:Choice>
              <mc:Fallback>
                <p:oleObj name="公式" r:id="rId11" imgW="965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019" y="5733256"/>
                        <a:ext cx="251301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16542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6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45" grpId="0"/>
      <p:bldP spid="61546" grpId="0"/>
      <p:bldP spid="61548" grpId="0"/>
      <p:bldP spid="6154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260114" y="3533058"/>
            <a:ext cx="32045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At node 2, KCL gives</a:t>
            </a:r>
          </a:p>
        </p:txBody>
      </p:sp>
      <p:graphicFrame>
        <p:nvGraphicFramePr>
          <p:cNvPr id="62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070770"/>
              </p:ext>
            </p:extLst>
          </p:nvPr>
        </p:nvGraphicFramePr>
        <p:xfrm>
          <a:off x="3363687" y="3411887"/>
          <a:ext cx="211455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39" name="公式" r:id="rId3" imgW="812520" imgH="393480" progId="Equation.3">
                  <p:embed/>
                </p:oleObj>
              </mc:Choice>
              <mc:Fallback>
                <p:oleObj name="公式" r:id="rId3" imgW="812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687" y="3411887"/>
                        <a:ext cx="2114550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0" name="AutoShape 6"/>
          <p:cNvSpPr>
            <a:spLocks noChangeArrowheads="1"/>
          </p:cNvSpPr>
          <p:nvPr/>
        </p:nvSpPr>
        <p:spPr bwMode="auto">
          <a:xfrm>
            <a:off x="340828" y="4625850"/>
            <a:ext cx="1366837" cy="287337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24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6203814"/>
              </p:ext>
            </p:extLst>
          </p:nvPr>
        </p:nvGraphicFramePr>
        <p:xfrm>
          <a:off x="2106364" y="4262040"/>
          <a:ext cx="406717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40" name="公式" r:id="rId5" imgW="1562040" imgH="380880" progId="Equation.3">
                  <p:embed/>
                </p:oleObj>
              </mc:Choice>
              <mc:Fallback>
                <p:oleObj name="公式" r:id="rId5" imgW="156204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364" y="4262040"/>
                        <a:ext cx="4067175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340828" y="5164807"/>
            <a:ext cx="3527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Arial" charset="0"/>
                <a:ea typeface="宋体" pitchFamily="2" charset="-122"/>
              </a:rPr>
              <a:t>Hence</a:t>
            </a:r>
          </a:p>
        </p:txBody>
      </p:sp>
      <p:graphicFrame>
        <p:nvGraphicFramePr>
          <p:cNvPr id="62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433785"/>
              </p:ext>
            </p:extLst>
          </p:nvPr>
        </p:nvGraphicFramePr>
        <p:xfrm>
          <a:off x="1403648" y="5517232"/>
          <a:ext cx="46958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41" name="公式" r:id="rId7" imgW="1803240" imgH="215640" progId="Equation.3">
                  <p:embed/>
                </p:oleObj>
              </mc:Choice>
              <mc:Fallback>
                <p:oleObj name="公式" r:id="rId7" imgW="18032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5517232"/>
                        <a:ext cx="46958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04">
            <a:extLst>
              <a:ext uri="{FF2B5EF4-FFF2-40B4-BE49-F238E27FC236}">
                <a16:creationId xmlns:a16="http://schemas.microsoft.com/office/drawing/2014/main" id="{13F6B7B6-1B91-3B4D-B470-6F62DD62FE6F}"/>
              </a:ext>
            </a:extLst>
          </p:cNvPr>
          <p:cNvGrpSpPr>
            <a:grpSpLocks/>
          </p:cNvGrpSpPr>
          <p:nvPr/>
        </p:nvGrpSpPr>
        <p:grpSpPr bwMode="auto">
          <a:xfrm>
            <a:off x="557757" y="208501"/>
            <a:ext cx="6966571" cy="3072937"/>
            <a:chOff x="136" y="686"/>
            <a:chExt cx="4513" cy="1996"/>
          </a:xfrm>
        </p:grpSpPr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65D32C26-64E0-1C4D-B1C5-D96381040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" y="1616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3A7EF4EE-E368-E841-96E7-A46E4220A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3" y="1616"/>
              <a:ext cx="681" cy="3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392DB758-28A4-7344-AAB4-6422759741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12" y="1933"/>
              <a:ext cx="681" cy="3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14669E69-B507-9A4D-93EC-42F287516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3" y="1525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_</a:t>
              </a:r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019046E5-13A3-C74C-939C-5ABAEA144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3" y="1933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+</a:t>
              </a: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FC784096-4F5E-5D4D-8E5E-1F6857033D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8" y="1752"/>
              <a:ext cx="2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CE377A30-4989-9046-9B06-F52375589B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3" y="2545"/>
              <a:ext cx="279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2BBFA051-C9B2-C042-AA92-53212F7A5D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3" y="1933"/>
              <a:ext cx="5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8D2C2CC0-6003-1544-8571-B4573B5AB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7" y="1887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A5888ECB-0044-8449-A596-BE5C096F98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63" y="2114"/>
              <a:ext cx="2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96F82B55-3ABB-4248-B8C2-EAA6FA0FE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774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Oval 16">
              <a:extLst>
                <a:ext uri="{FF2B5EF4-FFF2-40B4-BE49-F238E27FC236}">
                  <a16:creationId xmlns:a16="http://schemas.microsoft.com/office/drawing/2014/main" id="{7EC808C5-4B01-134B-B7A3-B4E3E8AE7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7" y="2501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6204C5B8-2CA4-3A4A-B5A7-22CB302EF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1752"/>
              <a:ext cx="10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V</a:t>
              </a:r>
              <a:r>
                <a:rPr lang="en-US" altLang="zh-CN" sz="2400" b="1" baseline="-25000"/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81E0F0DA-7788-AE41-98E0-4C52DB7BC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9" y="2546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B8C0E0F9-958A-F544-A477-6B62D01BB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4" y="2682"/>
              <a:ext cx="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8527C4D5-A0A0-BC4B-A638-EC9BCF9E8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6" y="2114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0481A5CF-16E8-D245-BEA1-5FB575F10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5" y="1003"/>
              <a:ext cx="0" cy="9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5D0ED2EC-C9A5-F749-9E4A-A116E2DB47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985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_</a:t>
              </a:r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66C91082-811E-5A48-87A4-612194B65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940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+</a:t>
              </a:r>
            </a:p>
          </p:txBody>
        </p:sp>
        <p:sp>
          <p:nvSpPr>
            <p:cNvPr id="28" name="Oval 25">
              <a:extLst>
                <a:ext uri="{FF2B5EF4-FFF2-40B4-BE49-F238E27FC236}">
                  <a16:creationId xmlns:a16="http://schemas.microsoft.com/office/drawing/2014/main" id="{896EFF08-551C-3F4A-856A-1D6453F2F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2001"/>
              <a:ext cx="272" cy="272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E62389BC-B4D0-8D40-A84E-6A5EC2AB9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273"/>
              <a:ext cx="0" cy="2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" name="Group 27">
              <a:extLst>
                <a:ext uri="{FF2B5EF4-FFF2-40B4-BE49-F238E27FC236}">
                  <a16:creationId xmlns:a16="http://schemas.microsoft.com/office/drawing/2014/main" id="{4447E31F-A2C7-CB4E-947E-085AFF4421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2" y="1706"/>
              <a:ext cx="408" cy="160"/>
              <a:chOff x="1086" y="1591"/>
              <a:chExt cx="433" cy="118"/>
            </a:xfrm>
          </p:grpSpPr>
          <p:sp>
            <p:nvSpPr>
              <p:cNvPr id="88" name="Freeform 28">
                <a:extLst>
                  <a:ext uri="{FF2B5EF4-FFF2-40B4-BE49-F238E27FC236}">
                    <a16:creationId xmlns:a16="http://schemas.microsoft.com/office/drawing/2014/main" id="{7A648244-F5E6-064D-B83D-1727DC3D1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Freeform 29">
                <a:extLst>
                  <a:ext uri="{FF2B5EF4-FFF2-40B4-BE49-F238E27FC236}">
                    <a16:creationId xmlns:a16="http://schemas.microsoft.com/office/drawing/2014/main" id="{487F15E9-9415-FA42-A913-C553BF30D7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Freeform 30">
                <a:extLst>
                  <a:ext uri="{FF2B5EF4-FFF2-40B4-BE49-F238E27FC236}">
                    <a16:creationId xmlns:a16="http://schemas.microsoft.com/office/drawing/2014/main" id="{066FD7B0-4C80-654C-B2CE-F89540950A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Freeform 31">
                <a:extLst>
                  <a:ext uri="{FF2B5EF4-FFF2-40B4-BE49-F238E27FC236}">
                    <a16:creationId xmlns:a16="http://schemas.microsoft.com/office/drawing/2014/main" id="{19C45632-E6FF-9C48-8825-6A683D462A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Freeform 32">
                <a:extLst>
                  <a:ext uri="{FF2B5EF4-FFF2-40B4-BE49-F238E27FC236}">
                    <a16:creationId xmlns:a16="http://schemas.microsoft.com/office/drawing/2014/main" id="{B681BF41-1B6B-8B46-AC10-A7630FF9B5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Freeform 33">
                <a:extLst>
                  <a:ext uri="{FF2B5EF4-FFF2-40B4-BE49-F238E27FC236}">
                    <a16:creationId xmlns:a16="http://schemas.microsoft.com/office/drawing/2014/main" id="{91837C5B-9129-984C-A562-BBF12F74E5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Freeform 34">
                <a:extLst>
                  <a:ext uri="{FF2B5EF4-FFF2-40B4-BE49-F238E27FC236}">
                    <a16:creationId xmlns:a16="http://schemas.microsoft.com/office/drawing/2014/main" id="{228627A2-4A8E-9B47-9A0F-84F2F5C1D5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Freeform 35">
                <a:extLst>
                  <a:ext uri="{FF2B5EF4-FFF2-40B4-BE49-F238E27FC236}">
                    <a16:creationId xmlns:a16="http://schemas.microsoft.com/office/drawing/2014/main" id="{376D58BC-84A3-D645-9400-06B88BACE0E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Freeform 36">
                <a:extLst>
                  <a:ext uri="{FF2B5EF4-FFF2-40B4-BE49-F238E27FC236}">
                    <a16:creationId xmlns:a16="http://schemas.microsoft.com/office/drawing/2014/main" id="{C5C51015-4732-2D46-A25A-B4C624C117C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Freeform 37">
                <a:extLst>
                  <a:ext uri="{FF2B5EF4-FFF2-40B4-BE49-F238E27FC236}">
                    <a16:creationId xmlns:a16="http://schemas.microsoft.com/office/drawing/2014/main" id="{15A1B805-739E-5041-B469-4185316B12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Freeform 38">
                <a:extLst>
                  <a:ext uri="{FF2B5EF4-FFF2-40B4-BE49-F238E27FC236}">
                    <a16:creationId xmlns:a16="http://schemas.microsoft.com/office/drawing/2014/main" id="{22826744-8B24-A84E-B4FD-0F03FE1442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Freeform 39">
                <a:extLst>
                  <a:ext uri="{FF2B5EF4-FFF2-40B4-BE49-F238E27FC236}">
                    <a16:creationId xmlns:a16="http://schemas.microsoft.com/office/drawing/2014/main" id="{BE0F788C-B01E-2840-8EAA-BFCEF672E0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Freeform 40">
                <a:extLst>
                  <a:ext uri="{FF2B5EF4-FFF2-40B4-BE49-F238E27FC236}">
                    <a16:creationId xmlns:a16="http://schemas.microsoft.com/office/drawing/2014/main" id="{225758CB-47B3-9F4C-8D46-5CEE8EEC58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Freeform 41">
                <a:extLst>
                  <a:ext uri="{FF2B5EF4-FFF2-40B4-BE49-F238E27FC236}">
                    <a16:creationId xmlns:a16="http://schemas.microsoft.com/office/drawing/2014/main" id="{30570B09-7395-F641-B191-00CE5F2307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Freeform 42">
                <a:extLst>
                  <a:ext uri="{FF2B5EF4-FFF2-40B4-BE49-F238E27FC236}">
                    <a16:creationId xmlns:a16="http://schemas.microsoft.com/office/drawing/2014/main" id="{135D9FF2-1A7D-F64E-B20B-BDD0A1D38B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Freeform 43">
                <a:extLst>
                  <a:ext uri="{FF2B5EF4-FFF2-40B4-BE49-F238E27FC236}">
                    <a16:creationId xmlns:a16="http://schemas.microsoft.com/office/drawing/2014/main" id="{461E6355-D0C9-9D4F-863A-D53674035D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Freeform 44">
                <a:extLst>
                  <a:ext uri="{FF2B5EF4-FFF2-40B4-BE49-F238E27FC236}">
                    <a16:creationId xmlns:a16="http://schemas.microsoft.com/office/drawing/2014/main" id="{D2A7C6CA-B640-7B4B-A777-7781B2AD85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Freeform 45">
                <a:extLst>
                  <a:ext uri="{FF2B5EF4-FFF2-40B4-BE49-F238E27FC236}">
                    <a16:creationId xmlns:a16="http://schemas.microsoft.com/office/drawing/2014/main" id="{9DA5491C-E2CB-9848-B0B8-9B52C99DBE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" name="Text Box 46">
              <a:extLst>
                <a:ext uri="{FF2B5EF4-FFF2-40B4-BE49-F238E27FC236}">
                  <a16:creationId xmlns:a16="http://schemas.microsoft.com/office/drawing/2014/main" id="{BD96C89E-862E-1E45-976E-9AC49A4A0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457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10k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pSp>
          <p:nvGrpSpPr>
            <p:cNvPr id="32" name="Group 47">
              <a:extLst>
                <a:ext uri="{FF2B5EF4-FFF2-40B4-BE49-F238E27FC236}">
                  <a16:creationId xmlns:a16="http://schemas.microsoft.com/office/drawing/2014/main" id="{FC442EDF-11AB-054E-B1D9-3D039A784C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4" y="1684"/>
              <a:ext cx="454" cy="160"/>
              <a:chOff x="1086" y="1591"/>
              <a:chExt cx="433" cy="118"/>
            </a:xfrm>
          </p:grpSpPr>
          <p:sp>
            <p:nvSpPr>
              <p:cNvPr id="70" name="Freeform 48">
                <a:extLst>
                  <a:ext uri="{FF2B5EF4-FFF2-40B4-BE49-F238E27FC236}">
                    <a16:creationId xmlns:a16="http://schemas.microsoft.com/office/drawing/2014/main" id="{D86F8672-CB07-B441-862C-76C1207BD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Freeform 49">
                <a:extLst>
                  <a:ext uri="{FF2B5EF4-FFF2-40B4-BE49-F238E27FC236}">
                    <a16:creationId xmlns:a16="http://schemas.microsoft.com/office/drawing/2014/main" id="{E639CD0A-1062-C341-94BC-091E062935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Freeform 50">
                <a:extLst>
                  <a:ext uri="{FF2B5EF4-FFF2-40B4-BE49-F238E27FC236}">
                    <a16:creationId xmlns:a16="http://schemas.microsoft.com/office/drawing/2014/main" id="{7B515873-0ADA-164E-828A-B84E20D7EF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Freeform 51">
                <a:extLst>
                  <a:ext uri="{FF2B5EF4-FFF2-40B4-BE49-F238E27FC236}">
                    <a16:creationId xmlns:a16="http://schemas.microsoft.com/office/drawing/2014/main" id="{76F611C0-00A2-D74C-9E3B-0D0649354F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Freeform 52">
                <a:extLst>
                  <a:ext uri="{FF2B5EF4-FFF2-40B4-BE49-F238E27FC236}">
                    <a16:creationId xmlns:a16="http://schemas.microsoft.com/office/drawing/2014/main" id="{CADED12C-84D5-314F-A5EF-76EA65D472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Freeform 53">
                <a:extLst>
                  <a:ext uri="{FF2B5EF4-FFF2-40B4-BE49-F238E27FC236}">
                    <a16:creationId xmlns:a16="http://schemas.microsoft.com/office/drawing/2014/main" id="{21FB2F31-66ED-1A44-879D-9033C68DA3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Freeform 54">
                <a:extLst>
                  <a:ext uri="{FF2B5EF4-FFF2-40B4-BE49-F238E27FC236}">
                    <a16:creationId xmlns:a16="http://schemas.microsoft.com/office/drawing/2014/main" id="{91B0354C-1076-E846-8CDB-5B2336A3FE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Freeform 55">
                <a:extLst>
                  <a:ext uri="{FF2B5EF4-FFF2-40B4-BE49-F238E27FC236}">
                    <a16:creationId xmlns:a16="http://schemas.microsoft.com/office/drawing/2014/main" id="{71684230-85A7-DF48-A27E-D26EA3CE63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Freeform 56">
                <a:extLst>
                  <a:ext uri="{FF2B5EF4-FFF2-40B4-BE49-F238E27FC236}">
                    <a16:creationId xmlns:a16="http://schemas.microsoft.com/office/drawing/2014/main" id="{2841B79D-E9E5-5D4D-B91C-1E8A365E5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Freeform 57">
                <a:extLst>
                  <a:ext uri="{FF2B5EF4-FFF2-40B4-BE49-F238E27FC236}">
                    <a16:creationId xmlns:a16="http://schemas.microsoft.com/office/drawing/2014/main" id="{43E6245E-832A-0B41-9C26-67B4125D2A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Freeform 58">
                <a:extLst>
                  <a:ext uri="{FF2B5EF4-FFF2-40B4-BE49-F238E27FC236}">
                    <a16:creationId xmlns:a16="http://schemas.microsoft.com/office/drawing/2014/main" id="{582144F5-48F8-5043-A29F-F7CE4234A6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Freeform 59">
                <a:extLst>
                  <a:ext uri="{FF2B5EF4-FFF2-40B4-BE49-F238E27FC236}">
                    <a16:creationId xmlns:a16="http://schemas.microsoft.com/office/drawing/2014/main" id="{5FF53A4B-37E6-3649-B738-E86966BB52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Freeform 60">
                <a:extLst>
                  <a:ext uri="{FF2B5EF4-FFF2-40B4-BE49-F238E27FC236}">
                    <a16:creationId xmlns:a16="http://schemas.microsoft.com/office/drawing/2014/main" id="{F2BCAB7F-CACD-AD40-A5EF-8F0E64E2FB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Freeform 61">
                <a:extLst>
                  <a:ext uri="{FF2B5EF4-FFF2-40B4-BE49-F238E27FC236}">
                    <a16:creationId xmlns:a16="http://schemas.microsoft.com/office/drawing/2014/main" id="{EB8B9E02-FE36-C344-BD69-E5EE800A56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62">
                <a:extLst>
                  <a:ext uri="{FF2B5EF4-FFF2-40B4-BE49-F238E27FC236}">
                    <a16:creationId xmlns:a16="http://schemas.microsoft.com/office/drawing/2014/main" id="{447E28AA-D8C5-4D46-95F4-B15082F29F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Freeform 63">
                <a:extLst>
                  <a:ext uri="{FF2B5EF4-FFF2-40B4-BE49-F238E27FC236}">
                    <a16:creationId xmlns:a16="http://schemas.microsoft.com/office/drawing/2014/main" id="{6259427A-3E4F-DA4A-A219-B630EF604A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Freeform 64">
                <a:extLst>
                  <a:ext uri="{FF2B5EF4-FFF2-40B4-BE49-F238E27FC236}">
                    <a16:creationId xmlns:a16="http://schemas.microsoft.com/office/drawing/2014/main" id="{F057ABE6-8885-6A42-8570-F97DA6D9F4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Freeform 65">
                <a:extLst>
                  <a:ext uri="{FF2B5EF4-FFF2-40B4-BE49-F238E27FC236}">
                    <a16:creationId xmlns:a16="http://schemas.microsoft.com/office/drawing/2014/main" id="{C57D53B0-8746-A24C-A452-EF3BD9AC41F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" name="Line 66">
              <a:extLst>
                <a:ext uri="{FF2B5EF4-FFF2-40B4-BE49-F238E27FC236}">
                  <a16:creationId xmlns:a16="http://schemas.microsoft.com/office/drawing/2014/main" id="{DB81E7E6-C242-3046-9F30-27211AD17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980"/>
              <a:ext cx="0" cy="7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67">
              <a:extLst>
                <a:ext uri="{FF2B5EF4-FFF2-40B4-BE49-F238E27FC236}">
                  <a16:creationId xmlns:a16="http://schemas.microsoft.com/office/drawing/2014/main" id="{E128EE24-0EB0-204E-AF18-4D361850D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2069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68">
              <a:extLst>
                <a:ext uri="{FF2B5EF4-FFF2-40B4-BE49-F238E27FC236}">
                  <a16:creationId xmlns:a16="http://schemas.microsoft.com/office/drawing/2014/main" id="{9267C102-F9E7-B34E-9E08-7F202929C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2160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69">
              <a:extLst>
                <a:ext uri="{FF2B5EF4-FFF2-40B4-BE49-F238E27FC236}">
                  <a16:creationId xmlns:a16="http://schemas.microsoft.com/office/drawing/2014/main" id="{19D7BF47-14EB-8848-84AD-2ED247FA4E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4" y="2160"/>
              <a:ext cx="0" cy="3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70">
              <a:extLst>
                <a:ext uri="{FF2B5EF4-FFF2-40B4-BE49-F238E27FC236}">
                  <a16:creationId xmlns:a16="http://schemas.microsoft.com/office/drawing/2014/main" id="{EA06E9A9-B26F-7049-8D26-EE59127F0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686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20k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sp>
          <p:nvSpPr>
            <p:cNvPr id="38" name="Line 71">
              <a:extLst>
                <a:ext uri="{FF2B5EF4-FFF2-40B4-BE49-F238E27FC236}">
                  <a16:creationId xmlns:a16="http://schemas.microsoft.com/office/drawing/2014/main" id="{A0A7FDA0-9FEE-EF4E-9BB9-CDCF7D07EF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8" y="1774"/>
              <a:ext cx="2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72">
              <a:extLst>
                <a:ext uri="{FF2B5EF4-FFF2-40B4-BE49-F238E27FC236}">
                  <a16:creationId xmlns:a16="http://schemas.microsoft.com/office/drawing/2014/main" id="{06EDB17D-C206-5646-90F2-576640CB0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797"/>
              <a:ext cx="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73">
              <a:extLst>
                <a:ext uri="{FF2B5EF4-FFF2-40B4-BE49-F238E27FC236}">
                  <a16:creationId xmlns:a16="http://schemas.microsoft.com/office/drawing/2014/main" id="{32442A76-AE43-C747-9841-352C142F4A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3" y="1774"/>
              <a:ext cx="15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75">
              <a:extLst>
                <a:ext uri="{FF2B5EF4-FFF2-40B4-BE49-F238E27FC236}">
                  <a16:creationId xmlns:a16="http://schemas.microsoft.com/office/drawing/2014/main" id="{DD7D2963-1262-754E-8BD7-0310F2019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6" y="1275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76">
              <a:extLst>
                <a:ext uri="{FF2B5EF4-FFF2-40B4-BE49-F238E27FC236}">
                  <a16:creationId xmlns:a16="http://schemas.microsoft.com/office/drawing/2014/main" id="{4AA9EBC8-37D4-FE4C-8C73-CE2ACB964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6" y="136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77">
              <a:extLst>
                <a:ext uri="{FF2B5EF4-FFF2-40B4-BE49-F238E27FC236}">
                  <a16:creationId xmlns:a16="http://schemas.microsoft.com/office/drawing/2014/main" id="{F7434B19-831E-F948-964C-78F7A825F7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2" y="1366"/>
              <a:ext cx="0" cy="3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78">
              <a:extLst>
                <a:ext uri="{FF2B5EF4-FFF2-40B4-BE49-F238E27FC236}">
                  <a16:creationId xmlns:a16="http://schemas.microsoft.com/office/drawing/2014/main" id="{562EE963-B7EC-FA41-BFA3-4F2B4ACCB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2" y="1003"/>
              <a:ext cx="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" name="Group 79">
              <a:extLst>
                <a:ext uri="{FF2B5EF4-FFF2-40B4-BE49-F238E27FC236}">
                  <a16:creationId xmlns:a16="http://schemas.microsoft.com/office/drawing/2014/main" id="{81410C0D-7A0A-F14A-B55A-512163AF34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0" y="935"/>
              <a:ext cx="408" cy="160"/>
              <a:chOff x="1086" y="1591"/>
              <a:chExt cx="433" cy="118"/>
            </a:xfrm>
          </p:grpSpPr>
          <p:sp>
            <p:nvSpPr>
              <p:cNvPr id="52" name="Freeform 80">
                <a:extLst>
                  <a:ext uri="{FF2B5EF4-FFF2-40B4-BE49-F238E27FC236}">
                    <a16:creationId xmlns:a16="http://schemas.microsoft.com/office/drawing/2014/main" id="{3C188BCE-EF38-AF45-804E-6239EC2BC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7" y="1628"/>
                <a:ext cx="417" cy="51"/>
              </a:xfrm>
              <a:custGeom>
                <a:avLst/>
                <a:gdLst>
                  <a:gd name="T0" fmla="*/ 0 w 461"/>
                  <a:gd name="T1" fmla="*/ 41 h 41"/>
                  <a:gd name="T2" fmla="*/ 0 w 461"/>
                  <a:gd name="T3" fmla="*/ 0 h 41"/>
                  <a:gd name="T4" fmla="*/ 461 w 461"/>
                  <a:gd name="T5" fmla="*/ 0 h 41"/>
                  <a:gd name="T6" fmla="*/ 461 w 461"/>
                  <a:gd name="T7" fmla="*/ 41 h 41"/>
                  <a:gd name="T8" fmla="*/ 0 w 461"/>
                  <a:gd name="T9" fmla="*/ 41 h 41"/>
                  <a:gd name="T10" fmla="*/ 0 w 461"/>
                  <a:gd name="T1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" h="41">
                    <a:moveTo>
                      <a:pt x="0" y="41"/>
                    </a:moveTo>
                    <a:lnTo>
                      <a:pt x="0" y="0"/>
                    </a:lnTo>
                    <a:lnTo>
                      <a:pt x="461" y="0"/>
                    </a:lnTo>
                    <a:lnTo>
                      <a:pt x="461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81">
                <a:extLst>
                  <a:ext uri="{FF2B5EF4-FFF2-40B4-BE49-F238E27FC236}">
                    <a16:creationId xmlns:a16="http://schemas.microsoft.com/office/drawing/2014/main" id="{E6D0A2DA-93F7-6648-A75C-499AE4436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82">
                <a:extLst>
                  <a:ext uri="{FF2B5EF4-FFF2-40B4-BE49-F238E27FC236}">
                    <a16:creationId xmlns:a16="http://schemas.microsoft.com/office/drawing/2014/main" id="{3FC1216F-6887-5444-91C4-0F887531736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5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83">
                <a:extLst>
                  <a:ext uri="{FF2B5EF4-FFF2-40B4-BE49-F238E27FC236}">
                    <a16:creationId xmlns:a16="http://schemas.microsoft.com/office/drawing/2014/main" id="{0173DF30-7ED0-F745-9362-9B12A87717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38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84">
                <a:extLst>
                  <a:ext uri="{FF2B5EF4-FFF2-40B4-BE49-F238E27FC236}">
                    <a16:creationId xmlns:a16="http://schemas.microsoft.com/office/drawing/2014/main" id="{4F82F0F1-3BB0-814B-B466-D192204E8F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591"/>
                <a:ext cx="27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Freeform 85">
                <a:extLst>
                  <a:ext uri="{FF2B5EF4-FFF2-40B4-BE49-F238E27FC236}">
                    <a16:creationId xmlns:a16="http://schemas.microsoft.com/office/drawing/2014/main" id="{7300C563-5B28-3343-8EF6-BC3A2B7306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1" y="1650"/>
                <a:ext cx="1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Freeform 86">
                <a:extLst>
                  <a:ext uri="{FF2B5EF4-FFF2-40B4-BE49-F238E27FC236}">
                    <a16:creationId xmlns:a16="http://schemas.microsoft.com/office/drawing/2014/main" id="{EF83E662-1187-3444-9397-F86AED02B8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84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87">
                <a:extLst>
                  <a:ext uri="{FF2B5EF4-FFF2-40B4-BE49-F238E27FC236}">
                    <a16:creationId xmlns:a16="http://schemas.microsoft.com/office/drawing/2014/main" id="{062950AE-70D2-D542-8980-AE54936441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56" y="1650"/>
                <a:ext cx="28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88">
                <a:extLst>
                  <a:ext uri="{FF2B5EF4-FFF2-40B4-BE49-F238E27FC236}">
                    <a16:creationId xmlns:a16="http://schemas.microsoft.com/office/drawing/2014/main" id="{4CA28E6D-3B5C-1C4F-B453-7C2B6CC678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29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89">
                <a:extLst>
                  <a:ext uri="{FF2B5EF4-FFF2-40B4-BE49-F238E27FC236}">
                    <a16:creationId xmlns:a16="http://schemas.microsoft.com/office/drawing/2014/main" id="{48975451-0ED2-B948-AB10-50E5D9A792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03" y="1591"/>
                <a:ext cx="26" cy="59"/>
              </a:xfrm>
              <a:custGeom>
                <a:avLst/>
                <a:gdLst>
                  <a:gd name="T0" fmla="*/ 29 w 29"/>
                  <a:gd name="T1" fmla="*/ 0 h 48"/>
                  <a:gd name="T2" fmla="*/ 0 w 29"/>
                  <a:gd name="T3" fmla="*/ 48 h 48"/>
                  <a:gd name="T4" fmla="*/ 29 w 29"/>
                  <a:gd name="T5" fmla="*/ 0 h 48"/>
                  <a:gd name="T6" fmla="*/ 29 w 29"/>
                  <a:gd name="T7" fmla="*/ 0 h 48"/>
                  <a:gd name="T8" fmla="*/ 29 w 29"/>
                  <a:gd name="T9" fmla="*/ 0 h 48"/>
                  <a:gd name="T10" fmla="*/ 29 w 29"/>
                  <a:gd name="T11" fmla="*/ 0 h 48"/>
                  <a:gd name="T12" fmla="*/ 29 w 29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8">
                    <a:moveTo>
                      <a:pt x="29" y="0"/>
                    </a:moveTo>
                    <a:lnTo>
                      <a:pt x="0" y="48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  <a:moveTo>
                      <a:pt x="29" y="0"/>
                    </a:move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90">
                <a:extLst>
                  <a:ext uri="{FF2B5EF4-FFF2-40B4-BE49-F238E27FC236}">
                    <a16:creationId xmlns:a16="http://schemas.microsoft.com/office/drawing/2014/main" id="{A8C59174-1FEF-E242-98F2-2A74051FBB9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76" y="1650"/>
                <a:ext cx="27" cy="59"/>
              </a:xfrm>
              <a:custGeom>
                <a:avLst/>
                <a:gdLst>
                  <a:gd name="T0" fmla="*/ 30 w 30"/>
                  <a:gd name="T1" fmla="*/ 0 h 47"/>
                  <a:gd name="T2" fmla="*/ 0 w 30"/>
                  <a:gd name="T3" fmla="*/ 47 h 47"/>
                  <a:gd name="T4" fmla="*/ 30 w 30"/>
                  <a:gd name="T5" fmla="*/ 0 h 47"/>
                  <a:gd name="T6" fmla="*/ 30 w 30"/>
                  <a:gd name="T7" fmla="*/ 0 h 47"/>
                  <a:gd name="T8" fmla="*/ 30 w 30"/>
                  <a:gd name="T9" fmla="*/ 0 h 47"/>
                  <a:gd name="T10" fmla="*/ 30 w 30"/>
                  <a:gd name="T11" fmla="*/ 0 h 47"/>
                  <a:gd name="T12" fmla="*/ 30 w 30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0"/>
                    </a:moveTo>
                    <a:lnTo>
                      <a:pt x="0" y="47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91">
                <a:extLst>
                  <a:ext uri="{FF2B5EF4-FFF2-40B4-BE49-F238E27FC236}">
                    <a16:creationId xmlns:a16="http://schemas.microsoft.com/office/drawing/2014/main" id="{F2368DAA-693C-6F49-9289-D710AD1334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9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92">
                <a:extLst>
                  <a:ext uri="{FF2B5EF4-FFF2-40B4-BE49-F238E27FC236}">
                    <a16:creationId xmlns:a16="http://schemas.microsoft.com/office/drawing/2014/main" id="{81FEBB8A-9140-C848-B259-DF486825792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2" y="1591"/>
                <a:ext cx="27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93">
                <a:extLst>
                  <a:ext uri="{FF2B5EF4-FFF2-40B4-BE49-F238E27FC236}">
                    <a16:creationId xmlns:a16="http://schemas.microsoft.com/office/drawing/2014/main" id="{D1302535-2B94-374F-A57C-9DAA263C17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4" y="1591"/>
                <a:ext cx="28" cy="59"/>
              </a:xfrm>
              <a:custGeom>
                <a:avLst/>
                <a:gdLst>
                  <a:gd name="T0" fmla="*/ 30 w 30"/>
                  <a:gd name="T1" fmla="*/ 0 h 48"/>
                  <a:gd name="T2" fmla="*/ 0 w 30"/>
                  <a:gd name="T3" fmla="*/ 48 h 48"/>
                  <a:gd name="T4" fmla="*/ 30 w 30"/>
                  <a:gd name="T5" fmla="*/ 0 h 48"/>
                  <a:gd name="T6" fmla="*/ 30 w 30"/>
                  <a:gd name="T7" fmla="*/ 0 h 48"/>
                  <a:gd name="T8" fmla="*/ 30 w 30"/>
                  <a:gd name="T9" fmla="*/ 0 h 48"/>
                  <a:gd name="T10" fmla="*/ 30 w 30"/>
                  <a:gd name="T11" fmla="*/ 0 h 48"/>
                  <a:gd name="T12" fmla="*/ 30 w 30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0"/>
                    </a:moveTo>
                    <a:lnTo>
                      <a:pt x="0" y="48"/>
                    </a:lnTo>
                    <a:lnTo>
                      <a:pt x="30" y="0"/>
                    </a:lnTo>
                    <a:lnTo>
                      <a:pt x="30" y="0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Freeform 94">
                <a:extLst>
                  <a:ext uri="{FF2B5EF4-FFF2-40B4-BE49-F238E27FC236}">
                    <a16:creationId xmlns:a16="http://schemas.microsoft.com/office/drawing/2014/main" id="{23F51CA2-1918-0447-82A7-4A4AA5801D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3" y="1650"/>
                <a:ext cx="21" cy="59"/>
              </a:xfrm>
              <a:custGeom>
                <a:avLst/>
                <a:gdLst>
                  <a:gd name="T0" fmla="*/ 24 w 24"/>
                  <a:gd name="T1" fmla="*/ 0 h 47"/>
                  <a:gd name="T2" fmla="*/ 0 w 24"/>
                  <a:gd name="T3" fmla="*/ 47 h 47"/>
                  <a:gd name="T4" fmla="*/ 24 w 24"/>
                  <a:gd name="T5" fmla="*/ 0 h 47"/>
                  <a:gd name="T6" fmla="*/ 24 w 24"/>
                  <a:gd name="T7" fmla="*/ 0 h 47"/>
                  <a:gd name="T8" fmla="*/ 24 w 24"/>
                  <a:gd name="T9" fmla="*/ 0 h 47"/>
                  <a:gd name="T10" fmla="*/ 24 w 24"/>
                  <a:gd name="T11" fmla="*/ 0 h 47"/>
                  <a:gd name="T12" fmla="*/ 24 w 24"/>
                  <a:gd name="T1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7">
                    <a:moveTo>
                      <a:pt x="24" y="0"/>
                    </a:moveTo>
                    <a:lnTo>
                      <a:pt x="0" y="4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Freeform 95">
                <a:extLst>
                  <a:ext uri="{FF2B5EF4-FFF2-40B4-BE49-F238E27FC236}">
                    <a16:creationId xmlns:a16="http://schemas.microsoft.com/office/drawing/2014/main" id="{22316158-85A7-2A4D-82AE-67E6E72E19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6" y="1650"/>
                <a:ext cx="27" cy="59"/>
              </a:xfrm>
              <a:custGeom>
                <a:avLst/>
                <a:gdLst>
                  <a:gd name="T0" fmla="*/ 30 w 30"/>
                  <a:gd name="T1" fmla="*/ 47 h 47"/>
                  <a:gd name="T2" fmla="*/ 0 w 30"/>
                  <a:gd name="T3" fmla="*/ 0 h 47"/>
                  <a:gd name="T4" fmla="*/ 30 w 30"/>
                  <a:gd name="T5" fmla="*/ 47 h 47"/>
                  <a:gd name="T6" fmla="*/ 30 w 30"/>
                  <a:gd name="T7" fmla="*/ 47 h 47"/>
                  <a:gd name="T8" fmla="*/ 30 w 30"/>
                  <a:gd name="T9" fmla="*/ 47 h 47"/>
                  <a:gd name="T10" fmla="*/ 30 w 30"/>
                  <a:gd name="T11" fmla="*/ 47 h 47"/>
                  <a:gd name="T12" fmla="*/ 30 w 3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7">
                    <a:moveTo>
                      <a:pt x="30" y="47"/>
                    </a:moveTo>
                    <a:lnTo>
                      <a:pt x="0" y="0"/>
                    </a:lnTo>
                    <a:lnTo>
                      <a:pt x="30" y="47"/>
                    </a:lnTo>
                    <a:lnTo>
                      <a:pt x="30" y="47"/>
                    </a:lnTo>
                    <a:close/>
                    <a:moveTo>
                      <a:pt x="30" y="47"/>
                    </a:moveTo>
                    <a:lnTo>
                      <a:pt x="30" y="47"/>
                    </a:ln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Freeform 96">
                <a:extLst>
                  <a:ext uri="{FF2B5EF4-FFF2-40B4-BE49-F238E27FC236}">
                    <a16:creationId xmlns:a16="http://schemas.microsoft.com/office/drawing/2014/main" id="{484DCF7A-844A-4946-A1FA-F00AD2AD19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18" y="1591"/>
                <a:ext cx="28" cy="59"/>
              </a:xfrm>
              <a:custGeom>
                <a:avLst/>
                <a:gdLst>
                  <a:gd name="T0" fmla="*/ 30 w 30"/>
                  <a:gd name="T1" fmla="*/ 48 h 48"/>
                  <a:gd name="T2" fmla="*/ 0 w 30"/>
                  <a:gd name="T3" fmla="*/ 0 h 48"/>
                  <a:gd name="T4" fmla="*/ 30 w 30"/>
                  <a:gd name="T5" fmla="*/ 48 h 48"/>
                  <a:gd name="T6" fmla="*/ 30 w 30"/>
                  <a:gd name="T7" fmla="*/ 48 h 48"/>
                  <a:gd name="T8" fmla="*/ 30 w 30"/>
                  <a:gd name="T9" fmla="*/ 48 h 48"/>
                  <a:gd name="T10" fmla="*/ 30 w 30"/>
                  <a:gd name="T11" fmla="*/ 48 h 48"/>
                  <a:gd name="T12" fmla="*/ 30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30" y="48"/>
                    </a:moveTo>
                    <a:lnTo>
                      <a:pt x="0" y="0"/>
                    </a:lnTo>
                    <a:lnTo>
                      <a:pt x="30" y="48"/>
                    </a:lnTo>
                    <a:lnTo>
                      <a:pt x="30" y="48"/>
                    </a:lnTo>
                    <a:close/>
                    <a:moveTo>
                      <a:pt x="30" y="48"/>
                    </a:moveTo>
                    <a:lnTo>
                      <a:pt x="30" y="48"/>
                    </a:lnTo>
                    <a:lnTo>
                      <a:pt x="30" y="48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Freeform 97">
                <a:extLst>
                  <a:ext uri="{FF2B5EF4-FFF2-40B4-BE49-F238E27FC236}">
                    <a16:creationId xmlns:a16="http://schemas.microsoft.com/office/drawing/2014/main" id="{A1861C58-B139-7046-835E-B5842D86A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86" y="1591"/>
                <a:ext cx="32" cy="66"/>
              </a:xfrm>
              <a:custGeom>
                <a:avLst/>
                <a:gdLst>
                  <a:gd name="T0" fmla="*/ 36 w 36"/>
                  <a:gd name="T1" fmla="*/ 0 h 53"/>
                  <a:gd name="T2" fmla="*/ 0 w 36"/>
                  <a:gd name="T3" fmla="*/ 53 h 53"/>
                  <a:gd name="T4" fmla="*/ 36 w 36"/>
                  <a:gd name="T5" fmla="*/ 0 h 53"/>
                  <a:gd name="T6" fmla="*/ 36 w 36"/>
                  <a:gd name="T7" fmla="*/ 0 h 53"/>
                  <a:gd name="T8" fmla="*/ 36 w 36"/>
                  <a:gd name="T9" fmla="*/ 0 h 53"/>
                  <a:gd name="T10" fmla="*/ 36 w 36"/>
                  <a:gd name="T11" fmla="*/ 0 h 53"/>
                  <a:gd name="T12" fmla="*/ 36 w 36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53">
                    <a:moveTo>
                      <a:pt x="36" y="0"/>
                    </a:moveTo>
                    <a:lnTo>
                      <a:pt x="0" y="53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0027F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" name="Line 98">
              <a:extLst>
                <a:ext uri="{FF2B5EF4-FFF2-40B4-BE49-F238E27FC236}">
                  <a16:creationId xmlns:a16="http://schemas.microsoft.com/office/drawing/2014/main" id="{CA85F2B0-9484-EC44-A454-EB867579F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6" y="1003"/>
              <a:ext cx="12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99">
              <a:extLst>
                <a:ext uri="{FF2B5EF4-FFF2-40B4-BE49-F238E27FC236}">
                  <a16:creationId xmlns:a16="http://schemas.microsoft.com/office/drawing/2014/main" id="{0802BD32-052A-3047-8F00-8474D05CAF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1" y="1003"/>
              <a:ext cx="15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 Box 100">
              <a:extLst>
                <a:ext uri="{FF2B5EF4-FFF2-40B4-BE49-F238E27FC236}">
                  <a16:creationId xmlns:a16="http://schemas.microsoft.com/office/drawing/2014/main" id="{B63C3743-8335-934A-8EF0-6250C534C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6" y="1434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10k</a:t>
              </a:r>
              <a:r>
                <a:rPr lang="el-GR" altLang="zh-CN" sz="2400">
                  <a:latin typeface="Times New Roman" pitchFamily="18" charset="0"/>
                  <a:cs typeface="Times New Roman" pitchFamily="18" charset="0"/>
                </a:rPr>
                <a:t>Ω</a:t>
              </a:r>
            </a:p>
          </p:txBody>
        </p:sp>
        <p:graphicFrame>
          <p:nvGraphicFramePr>
            <p:cNvPr id="49" name="Object 101">
              <a:extLst>
                <a:ext uri="{FF2B5EF4-FFF2-40B4-BE49-F238E27FC236}">
                  <a16:creationId xmlns:a16="http://schemas.microsoft.com/office/drawing/2014/main" id="{0D96C668-FC02-1340-9A10-F36B31AC78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" y="1797"/>
            <a:ext cx="687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142" name="公式" r:id="rId9" imgW="419040" imgH="190440" progId="Equation.3">
                    <p:embed/>
                  </p:oleObj>
                </mc:Choice>
                <mc:Fallback>
                  <p:oleObj name="公式" r:id="rId9" imgW="419040" imgH="190440" progId="Equation.3">
                    <p:embed/>
                    <p:pic>
                      <p:nvPicPr>
                        <p:cNvPr id="61541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" y="1797"/>
                          <a:ext cx="687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102">
              <a:extLst>
                <a:ext uri="{FF2B5EF4-FFF2-40B4-BE49-F238E27FC236}">
                  <a16:creationId xmlns:a16="http://schemas.microsoft.com/office/drawing/2014/main" id="{0CFA07FA-3BEC-124F-9DF1-5DD572C0DA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51" y="2092"/>
            <a:ext cx="63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143" name="公式" r:id="rId11" imgW="406080" imgH="190440" progId="Equation.3">
                    <p:embed/>
                  </p:oleObj>
                </mc:Choice>
                <mc:Fallback>
                  <p:oleObj name="公式" r:id="rId11" imgW="406080" imgH="190440" progId="Equation.3">
                    <p:embed/>
                    <p:pic>
                      <p:nvPicPr>
                        <p:cNvPr id="61542" name="Object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2092"/>
                          <a:ext cx="63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103">
              <a:extLst>
                <a:ext uri="{FF2B5EF4-FFF2-40B4-BE49-F238E27FC236}">
                  <a16:creationId xmlns:a16="http://schemas.microsoft.com/office/drawing/2014/main" id="{25FEB1E1-CF85-1842-981A-C6C5600202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6" y="1162"/>
            <a:ext cx="71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144" name="公式" r:id="rId13" imgW="457200" imgH="190440" progId="Equation.3">
                    <p:embed/>
                  </p:oleObj>
                </mc:Choice>
                <mc:Fallback>
                  <p:oleObj name="公式" r:id="rId13" imgW="457200" imgH="190440" progId="Equation.3">
                    <p:embed/>
                    <p:pic>
                      <p:nvPicPr>
                        <p:cNvPr id="61543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1162"/>
                          <a:ext cx="714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" name="Text Box 105">
            <a:extLst>
              <a:ext uri="{FF2B5EF4-FFF2-40B4-BE49-F238E27FC236}">
                <a16:creationId xmlns:a16="http://schemas.microsoft.com/office/drawing/2014/main" id="{D0FD7BE4-2B3C-D043-9C99-2E5ACFC26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5578" y="1867061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107" name="Text Box 108">
            <a:extLst>
              <a:ext uri="{FF2B5EF4-FFF2-40B4-BE49-F238E27FC236}">
                <a16:creationId xmlns:a16="http://schemas.microsoft.com/office/drawing/2014/main" id="{94533FB7-28EC-1F41-A6B8-9EE0EE34A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8925" y="182352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275252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/>
      <p:bldP spid="62470" grpId="0" animBg="1"/>
      <p:bldP spid="6247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20" name="Rectangle 4"/>
          <p:cNvSpPr>
            <a:spLocks noGrp="1" noChangeArrowheads="1"/>
          </p:cNvSpPr>
          <p:nvPr>
            <p:ph type="title"/>
          </p:nvPr>
        </p:nvSpPr>
        <p:spPr>
          <a:xfrm>
            <a:off x="901700" y="327821"/>
            <a:ext cx="1967479" cy="620712"/>
          </a:xfrm>
          <a:noFill/>
          <a:ln/>
        </p:spPr>
        <p:txBody>
          <a:bodyPr/>
          <a:lstStyle/>
          <a:p>
            <a:r>
              <a:rPr lang="en-US" altLang="zh-CN" sz="2800" dirty="0">
                <a:solidFill>
                  <a:srgbClr val="FF0000"/>
                </a:solidFill>
              </a:rPr>
              <a:t>Exercise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pSp>
        <p:nvGrpSpPr>
          <p:cNvPr id="188508" name="Group 92"/>
          <p:cNvGrpSpPr>
            <a:grpSpLocks/>
          </p:cNvGrpSpPr>
          <p:nvPr/>
        </p:nvGrpSpPr>
        <p:grpSpPr bwMode="auto">
          <a:xfrm>
            <a:off x="2669496" y="404814"/>
            <a:ext cx="5843588" cy="501651"/>
            <a:chOff x="748" y="210"/>
            <a:chExt cx="3681" cy="316"/>
          </a:xfrm>
        </p:grpSpPr>
        <p:grpSp>
          <p:nvGrpSpPr>
            <p:cNvPr id="188507" name="Group 91"/>
            <p:cNvGrpSpPr>
              <a:grpSpLocks/>
            </p:cNvGrpSpPr>
            <p:nvPr/>
          </p:nvGrpSpPr>
          <p:grpSpPr bwMode="auto">
            <a:xfrm>
              <a:off x="1338" y="232"/>
              <a:ext cx="907" cy="250"/>
              <a:chOff x="1338" y="232"/>
              <a:chExt cx="907" cy="250"/>
            </a:xfrm>
          </p:grpSpPr>
          <p:sp>
            <p:nvSpPr>
              <p:cNvPr id="188423" name="Oval 7"/>
              <p:cNvSpPr>
                <a:spLocks noChangeArrowheads="1"/>
              </p:cNvSpPr>
              <p:nvPr/>
            </p:nvSpPr>
            <p:spPr bwMode="auto">
              <a:xfrm>
                <a:off x="1339" y="255"/>
                <a:ext cx="236" cy="22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8424" name="Text Box 8"/>
              <p:cNvSpPr txBox="1">
                <a:spLocks noChangeArrowheads="1"/>
              </p:cNvSpPr>
              <p:nvPr/>
            </p:nvSpPr>
            <p:spPr bwMode="auto">
              <a:xfrm>
                <a:off x="1338" y="232"/>
                <a:ext cx="90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 b="1"/>
                  <a:t>V</a:t>
                </a:r>
                <a:r>
                  <a:rPr lang="en-US" altLang="zh-CN" sz="1600" b="1" baseline="-25000"/>
                  <a:t>1   </a:t>
                </a:r>
                <a:r>
                  <a:rPr lang="en-US" altLang="zh-CN" sz="1600" b="1"/>
                  <a:t> = </a:t>
                </a:r>
                <a:r>
                  <a:rPr lang="en-US" altLang="zh-CN" sz="2000" b="1"/>
                  <a:t>5 V</a:t>
                </a:r>
                <a:r>
                  <a:rPr lang="zh-CN" altLang="en-US" sz="2000" b="1"/>
                  <a:t>，</a:t>
                </a:r>
              </a:p>
            </p:txBody>
          </p:sp>
        </p:grpSp>
        <p:grpSp>
          <p:nvGrpSpPr>
            <p:cNvPr id="188425" name="Group 9"/>
            <p:cNvGrpSpPr>
              <a:grpSpLocks/>
            </p:cNvGrpSpPr>
            <p:nvPr/>
          </p:nvGrpSpPr>
          <p:grpSpPr bwMode="auto">
            <a:xfrm>
              <a:off x="2109" y="210"/>
              <a:ext cx="1235" cy="272"/>
              <a:chOff x="3106" y="935"/>
              <a:chExt cx="1186" cy="272"/>
            </a:xfrm>
          </p:grpSpPr>
          <p:sp>
            <p:nvSpPr>
              <p:cNvPr id="188426" name="Oval 10"/>
              <p:cNvSpPr>
                <a:spLocks noChangeArrowheads="1"/>
              </p:cNvSpPr>
              <p:nvPr/>
            </p:nvSpPr>
            <p:spPr bwMode="auto">
              <a:xfrm>
                <a:off x="3106" y="980"/>
                <a:ext cx="227" cy="22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8427" name="Text Box 11"/>
              <p:cNvSpPr txBox="1">
                <a:spLocks noChangeArrowheads="1"/>
              </p:cNvSpPr>
              <p:nvPr/>
            </p:nvSpPr>
            <p:spPr bwMode="auto">
              <a:xfrm>
                <a:off x="3106" y="935"/>
                <a:ext cx="118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 b="1" dirty="0"/>
                  <a:t>V</a:t>
                </a:r>
                <a:r>
                  <a:rPr lang="en-US" altLang="zh-CN" sz="1600" b="1" baseline="-25000" dirty="0"/>
                  <a:t>2   </a:t>
                </a:r>
                <a:r>
                  <a:rPr lang="en-US" altLang="zh-CN" sz="1600" b="1" dirty="0"/>
                  <a:t> = </a:t>
                </a:r>
                <a:r>
                  <a:rPr lang="en-US" altLang="zh-CN" sz="2000" b="1" dirty="0"/>
                  <a:t>5 V</a:t>
                </a:r>
                <a:r>
                  <a:rPr lang="zh-CN" altLang="en-US" sz="2000" b="1" dirty="0"/>
                  <a:t>，</a:t>
                </a:r>
                <a:r>
                  <a:rPr lang="en-US" altLang="zh-CN" b="1" dirty="0"/>
                  <a:t>find</a:t>
                </a:r>
                <a:endParaRPr lang="zh-CN" altLang="en-US" b="1" dirty="0"/>
              </a:p>
            </p:txBody>
          </p:sp>
        </p:grpSp>
        <p:grpSp>
          <p:nvGrpSpPr>
            <p:cNvPr id="188428" name="Group 12"/>
            <p:cNvGrpSpPr>
              <a:grpSpLocks/>
            </p:cNvGrpSpPr>
            <p:nvPr/>
          </p:nvGrpSpPr>
          <p:grpSpPr bwMode="auto">
            <a:xfrm>
              <a:off x="3322" y="238"/>
              <a:ext cx="1107" cy="288"/>
              <a:chOff x="2861" y="1508"/>
              <a:chExt cx="1064" cy="288"/>
            </a:xfrm>
          </p:grpSpPr>
          <p:sp>
            <p:nvSpPr>
              <p:cNvPr id="188429" name="Oval 13"/>
              <p:cNvSpPr>
                <a:spLocks noChangeArrowheads="1"/>
              </p:cNvSpPr>
              <p:nvPr/>
            </p:nvSpPr>
            <p:spPr bwMode="auto">
              <a:xfrm>
                <a:off x="2861" y="1538"/>
                <a:ext cx="227" cy="22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8430" name="Text Box 14"/>
              <p:cNvSpPr txBox="1">
                <a:spLocks noChangeArrowheads="1"/>
              </p:cNvSpPr>
              <p:nvPr/>
            </p:nvSpPr>
            <p:spPr bwMode="auto">
              <a:xfrm>
                <a:off x="2881" y="1508"/>
                <a:ext cx="10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 b="1" dirty="0"/>
                  <a:t>V</a:t>
                </a:r>
                <a:r>
                  <a:rPr lang="en-US" altLang="zh-CN" sz="1600" b="1" baseline="-25000" dirty="0"/>
                  <a:t>   </a:t>
                </a:r>
                <a:r>
                  <a:rPr lang="en-US" altLang="zh-CN" sz="1600" b="1" dirty="0"/>
                  <a:t>  =  </a:t>
                </a:r>
                <a:r>
                  <a:rPr lang="zh-CN" altLang="en-US" b="1" dirty="0"/>
                  <a:t>？</a:t>
                </a:r>
              </a:p>
            </p:txBody>
          </p:sp>
        </p:grpSp>
        <p:sp>
          <p:nvSpPr>
            <p:cNvPr id="188431" name="Text Box 15"/>
            <p:cNvSpPr txBox="1">
              <a:spLocks noChangeArrowheads="1"/>
            </p:cNvSpPr>
            <p:nvPr/>
          </p:nvSpPr>
          <p:spPr bwMode="auto">
            <a:xfrm>
              <a:off x="748" y="210"/>
              <a:ext cx="102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/>
                <a:t>Given</a:t>
              </a:r>
              <a:endParaRPr lang="zh-CN" altLang="en-US" b="1" dirty="0"/>
            </a:p>
          </p:txBody>
        </p:sp>
      </p:grpSp>
      <p:grpSp>
        <p:nvGrpSpPr>
          <p:cNvPr id="188432" name="Group 16"/>
          <p:cNvGrpSpPr>
            <a:grpSpLocks/>
          </p:cNvGrpSpPr>
          <p:nvPr/>
        </p:nvGrpSpPr>
        <p:grpSpPr bwMode="auto">
          <a:xfrm>
            <a:off x="3059113" y="908050"/>
            <a:ext cx="4211637" cy="2032000"/>
            <a:chOff x="2064" y="2160"/>
            <a:chExt cx="2653" cy="1280"/>
          </a:xfrm>
        </p:grpSpPr>
        <p:sp>
          <p:nvSpPr>
            <p:cNvPr id="188433" name="Oval 17"/>
            <p:cNvSpPr>
              <a:spLocks noChangeArrowheads="1"/>
            </p:cNvSpPr>
            <p:nvPr/>
          </p:nvSpPr>
          <p:spPr bwMode="auto">
            <a:xfrm>
              <a:off x="2763" y="2886"/>
              <a:ext cx="298" cy="222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34" name="Rectangle 18"/>
            <p:cNvSpPr>
              <a:spLocks noChangeArrowheads="1"/>
            </p:cNvSpPr>
            <p:nvPr/>
          </p:nvSpPr>
          <p:spPr bwMode="auto">
            <a:xfrm>
              <a:off x="2925" y="2614"/>
              <a:ext cx="1434" cy="79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35" name="Oval 19"/>
            <p:cNvSpPr>
              <a:spLocks noChangeArrowheads="1"/>
            </p:cNvSpPr>
            <p:nvPr/>
          </p:nvSpPr>
          <p:spPr bwMode="auto">
            <a:xfrm>
              <a:off x="4246" y="2909"/>
              <a:ext cx="297" cy="223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36" name="Rectangle 20"/>
            <p:cNvSpPr>
              <a:spLocks noChangeArrowheads="1"/>
            </p:cNvSpPr>
            <p:nvPr/>
          </p:nvSpPr>
          <p:spPr bwMode="auto">
            <a:xfrm>
              <a:off x="3320" y="2574"/>
              <a:ext cx="348" cy="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37" name="Line 21"/>
            <p:cNvSpPr>
              <a:spLocks noChangeShapeType="1"/>
            </p:cNvSpPr>
            <p:nvPr/>
          </p:nvSpPr>
          <p:spPr bwMode="auto">
            <a:xfrm flipH="1">
              <a:off x="3923" y="2614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8438" name="Line 22"/>
            <p:cNvSpPr>
              <a:spLocks noChangeShapeType="1"/>
            </p:cNvSpPr>
            <p:nvPr/>
          </p:nvSpPr>
          <p:spPr bwMode="auto">
            <a:xfrm flipH="1">
              <a:off x="3923" y="2976"/>
              <a:ext cx="0" cy="4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8439" name="Line 23"/>
            <p:cNvSpPr>
              <a:spLocks noChangeShapeType="1"/>
            </p:cNvSpPr>
            <p:nvPr/>
          </p:nvSpPr>
          <p:spPr bwMode="auto">
            <a:xfrm flipH="1" flipV="1">
              <a:off x="3152" y="2296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8440" name="Line 24"/>
            <p:cNvSpPr>
              <a:spLocks noChangeShapeType="1"/>
            </p:cNvSpPr>
            <p:nvPr/>
          </p:nvSpPr>
          <p:spPr bwMode="auto">
            <a:xfrm flipV="1">
              <a:off x="3833" y="2296"/>
              <a:ext cx="0" cy="3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8441" name="Text Box 25"/>
            <p:cNvSpPr txBox="1">
              <a:spLocks noChangeArrowheads="1"/>
            </p:cNvSpPr>
            <p:nvPr/>
          </p:nvSpPr>
          <p:spPr bwMode="auto">
            <a:xfrm>
              <a:off x="2826" y="2614"/>
              <a:ext cx="644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zh-CN" altLang="en-US" sz="2000" b="1">
                  <a:latin typeface="Tahoma" pitchFamily="34" charset="0"/>
                </a:rPr>
                <a:t>+</a:t>
              </a:r>
            </a:p>
            <a:p>
              <a:pPr algn="ctr">
                <a:spcBef>
                  <a:spcPct val="50000"/>
                </a:spcBef>
              </a:pPr>
              <a:r>
                <a:rPr kumimoji="0" lang="en-US" altLang="zh-CN" sz="2000" b="1" i="1"/>
                <a:t>u</a:t>
              </a:r>
              <a:r>
                <a:rPr kumimoji="0" lang="en-US" altLang="zh-CN" sz="2000" b="1" baseline="-25000">
                  <a:latin typeface="Tahoma" pitchFamily="34" charset="0"/>
                </a:rPr>
                <a:t>s</a:t>
              </a:r>
              <a:endParaRPr kumimoji="0" lang="en-US" altLang="zh-CN" sz="2000" b="1">
                <a:latin typeface="Tahoma" pitchFamily="34" charset="0"/>
              </a:endParaRPr>
            </a:p>
            <a:p>
              <a:pPr algn="ctr">
                <a:spcBef>
                  <a:spcPct val="50000"/>
                </a:spcBef>
              </a:pPr>
              <a:r>
                <a:rPr kumimoji="0" lang="en-US" altLang="zh-CN" sz="2000" b="1">
                  <a:latin typeface="Tahoma" pitchFamily="34" charset="0"/>
                </a:rPr>
                <a:t>-</a:t>
              </a:r>
            </a:p>
          </p:txBody>
        </p:sp>
        <p:sp>
          <p:nvSpPr>
            <p:cNvPr id="188442" name="Text Box 26"/>
            <p:cNvSpPr txBox="1">
              <a:spLocks noChangeArrowheads="1"/>
            </p:cNvSpPr>
            <p:nvPr/>
          </p:nvSpPr>
          <p:spPr bwMode="auto">
            <a:xfrm>
              <a:off x="3243" y="2636"/>
              <a:ext cx="6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altLang="zh-CN" sz="2000" b="1" i="1"/>
                <a:t>R</a:t>
              </a:r>
            </a:p>
          </p:txBody>
        </p:sp>
        <p:sp>
          <p:nvSpPr>
            <p:cNvPr id="188443" name="Text Box 27"/>
            <p:cNvSpPr txBox="1">
              <a:spLocks noChangeArrowheads="1"/>
            </p:cNvSpPr>
            <p:nvPr/>
          </p:nvSpPr>
          <p:spPr bwMode="auto">
            <a:xfrm>
              <a:off x="3570" y="2931"/>
              <a:ext cx="4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altLang="zh-CN" sz="2000" b="1" i="1"/>
                <a:t>C</a:t>
              </a:r>
            </a:p>
          </p:txBody>
        </p:sp>
        <p:grpSp>
          <p:nvGrpSpPr>
            <p:cNvPr id="188444" name="Group 28"/>
            <p:cNvGrpSpPr>
              <a:grpSpLocks/>
            </p:cNvGrpSpPr>
            <p:nvPr/>
          </p:nvGrpSpPr>
          <p:grpSpPr bwMode="auto">
            <a:xfrm>
              <a:off x="3107" y="2160"/>
              <a:ext cx="726" cy="250"/>
              <a:chOff x="3209" y="2160"/>
              <a:chExt cx="624" cy="250"/>
            </a:xfrm>
          </p:grpSpPr>
          <p:sp>
            <p:nvSpPr>
              <p:cNvPr id="188445" name="Line 29"/>
              <p:cNvSpPr>
                <a:spLocks noChangeShapeType="1"/>
              </p:cNvSpPr>
              <p:nvPr/>
            </p:nvSpPr>
            <p:spPr bwMode="auto">
              <a:xfrm>
                <a:off x="3243" y="2296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8446" name="Oval 30"/>
              <p:cNvSpPr>
                <a:spLocks noChangeArrowheads="1"/>
              </p:cNvSpPr>
              <p:nvPr/>
            </p:nvSpPr>
            <p:spPr bwMode="auto">
              <a:xfrm>
                <a:off x="3380" y="2183"/>
                <a:ext cx="297" cy="223"/>
              </a:xfrm>
              <a:prstGeom prst="ellipse">
                <a:avLst/>
              </a:prstGeom>
              <a:solidFill>
                <a:schemeClr val="folHlink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8447" name="Text Box 31"/>
              <p:cNvSpPr txBox="1">
                <a:spLocks noChangeArrowheads="1"/>
              </p:cNvSpPr>
              <p:nvPr/>
            </p:nvSpPr>
            <p:spPr bwMode="auto">
              <a:xfrm>
                <a:off x="3209" y="2160"/>
                <a:ext cx="6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altLang="zh-CN" sz="2000" b="1"/>
                  <a:t>V</a:t>
                </a:r>
                <a:r>
                  <a:rPr kumimoji="0" lang="en-US" altLang="zh-CN" sz="2000" b="1" baseline="-25000"/>
                  <a:t>1</a:t>
                </a:r>
                <a:endParaRPr kumimoji="0" lang="en-US" altLang="zh-CN" sz="2000" b="1"/>
              </a:p>
            </p:txBody>
          </p:sp>
        </p:grpSp>
        <p:sp>
          <p:nvSpPr>
            <p:cNvPr id="188448" name="Text Box 32"/>
            <p:cNvSpPr txBox="1">
              <a:spLocks noChangeArrowheads="1"/>
            </p:cNvSpPr>
            <p:nvPr/>
          </p:nvSpPr>
          <p:spPr bwMode="auto">
            <a:xfrm>
              <a:off x="4092" y="2879"/>
              <a:ext cx="6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altLang="zh-CN" sz="2000" b="1"/>
                <a:t>V</a:t>
              </a:r>
              <a:r>
                <a:rPr kumimoji="0" lang="en-US" altLang="zh-CN" sz="2000" b="1" baseline="-25000"/>
                <a:t>2</a:t>
              </a:r>
              <a:endParaRPr kumimoji="0" lang="en-US" altLang="zh-CN" sz="2000" b="1"/>
            </a:p>
          </p:txBody>
        </p:sp>
        <p:sp>
          <p:nvSpPr>
            <p:cNvPr id="188449" name="Line 33"/>
            <p:cNvSpPr>
              <a:spLocks noChangeShapeType="1"/>
            </p:cNvSpPr>
            <p:nvPr/>
          </p:nvSpPr>
          <p:spPr bwMode="auto">
            <a:xfrm>
              <a:off x="3833" y="2976"/>
              <a:ext cx="1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450" name="Line 34"/>
            <p:cNvSpPr>
              <a:spLocks noChangeShapeType="1"/>
            </p:cNvSpPr>
            <p:nvPr/>
          </p:nvSpPr>
          <p:spPr bwMode="auto">
            <a:xfrm>
              <a:off x="3833" y="2931"/>
              <a:ext cx="1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451" name="Line 35"/>
            <p:cNvSpPr>
              <a:spLocks noChangeShapeType="1"/>
            </p:cNvSpPr>
            <p:nvPr/>
          </p:nvSpPr>
          <p:spPr bwMode="auto">
            <a:xfrm rot="5400000" flipV="1">
              <a:off x="3039" y="2546"/>
              <a:ext cx="0" cy="1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452" name="Text Box 36"/>
            <p:cNvSpPr txBox="1">
              <a:spLocks noChangeArrowheads="1"/>
            </p:cNvSpPr>
            <p:nvPr/>
          </p:nvSpPr>
          <p:spPr bwMode="auto">
            <a:xfrm>
              <a:off x="2925" y="2296"/>
              <a:ext cx="1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</a:p>
          </p:txBody>
        </p:sp>
        <p:grpSp>
          <p:nvGrpSpPr>
            <p:cNvPr id="188453" name="Group 37"/>
            <p:cNvGrpSpPr>
              <a:grpSpLocks/>
            </p:cNvGrpSpPr>
            <p:nvPr/>
          </p:nvGrpSpPr>
          <p:grpSpPr bwMode="auto">
            <a:xfrm>
              <a:off x="2064" y="2704"/>
              <a:ext cx="624" cy="635"/>
              <a:chOff x="1882" y="1752"/>
              <a:chExt cx="624" cy="771"/>
            </a:xfrm>
          </p:grpSpPr>
          <p:grpSp>
            <p:nvGrpSpPr>
              <p:cNvPr id="188454" name="Group 38"/>
              <p:cNvGrpSpPr>
                <a:grpSpLocks/>
              </p:cNvGrpSpPr>
              <p:nvPr/>
            </p:nvGrpSpPr>
            <p:grpSpPr bwMode="auto">
              <a:xfrm>
                <a:off x="2053" y="1752"/>
                <a:ext cx="297" cy="771"/>
                <a:chOff x="2053" y="1752"/>
                <a:chExt cx="297" cy="771"/>
              </a:xfrm>
            </p:grpSpPr>
            <p:sp>
              <p:nvSpPr>
                <p:cNvPr id="188455" name="Line 39"/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1814" y="2138"/>
                  <a:ext cx="77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8456" name="Oval 40"/>
                <p:cNvSpPr>
                  <a:spLocks noChangeArrowheads="1"/>
                </p:cNvSpPr>
                <p:nvPr/>
              </p:nvSpPr>
              <p:spPr bwMode="auto">
                <a:xfrm>
                  <a:off x="2053" y="2002"/>
                  <a:ext cx="297" cy="223"/>
                </a:xfrm>
                <a:prstGeom prst="ellipse">
                  <a:avLst/>
                </a:prstGeom>
                <a:solidFill>
                  <a:schemeClr val="fol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88457" name="Text Box 41"/>
              <p:cNvSpPr txBox="1">
                <a:spLocks noChangeArrowheads="1"/>
              </p:cNvSpPr>
              <p:nvPr/>
            </p:nvSpPr>
            <p:spPr bwMode="auto">
              <a:xfrm>
                <a:off x="1882" y="1979"/>
                <a:ext cx="624" cy="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altLang="zh-CN" sz="2000" b="1"/>
                  <a:t>V</a:t>
                </a:r>
              </a:p>
            </p:txBody>
          </p:sp>
        </p:grpSp>
        <p:sp>
          <p:nvSpPr>
            <p:cNvPr id="188458" name="Line 42"/>
            <p:cNvSpPr>
              <a:spLocks noChangeShapeType="1"/>
            </p:cNvSpPr>
            <p:nvPr/>
          </p:nvSpPr>
          <p:spPr bwMode="auto">
            <a:xfrm flipV="1">
              <a:off x="2381" y="3339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459" name="Line 43"/>
            <p:cNvSpPr>
              <a:spLocks noChangeShapeType="1"/>
            </p:cNvSpPr>
            <p:nvPr/>
          </p:nvSpPr>
          <p:spPr bwMode="auto">
            <a:xfrm flipV="1">
              <a:off x="2381" y="2704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8460" name="Group 44"/>
          <p:cNvGrpSpPr>
            <a:grpSpLocks/>
          </p:cNvGrpSpPr>
          <p:nvPr/>
        </p:nvGrpSpPr>
        <p:grpSpPr bwMode="auto">
          <a:xfrm>
            <a:off x="4319588" y="3214687"/>
            <a:ext cx="3057524" cy="792162"/>
            <a:chOff x="3651" y="2115"/>
            <a:chExt cx="1926" cy="499"/>
          </a:xfrm>
        </p:grpSpPr>
        <p:sp>
          <p:nvSpPr>
            <p:cNvPr id="188461" name="Line 45"/>
            <p:cNvSpPr>
              <a:spLocks noChangeShapeType="1"/>
            </p:cNvSpPr>
            <p:nvPr/>
          </p:nvSpPr>
          <p:spPr bwMode="auto">
            <a:xfrm>
              <a:off x="3651" y="2115"/>
              <a:ext cx="0" cy="49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462" name="Text Box 46"/>
            <p:cNvSpPr txBox="1">
              <a:spLocks noChangeArrowheads="1"/>
            </p:cNvSpPr>
            <p:nvPr/>
          </p:nvSpPr>
          <p:spPr bwMode="auto">
            <a:xfrm>
              <a:off x="3718" y="2140"/>
              <a:ext cx="1859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/>
                <a:t>The frequency domain equivalent circuit</a:t>
              </a:r>
              <a:endParaRPr lang="zh-CN" altLang="en-US" b="1" dirty="0"/>
            </a:p>
          </p:txBody>
        </p:sp>
      </p:grpSp>
      <p:grpSp>
        <p:nvGrpSpPr>
          <p:cNvPr id="188463" name="Group 47"/>
          <p:cNvGrpSpPr>
            <a:grpSpLocks/>
          </p:cNvGrpSpPr>
          <p:nvPr/>
        </p:nvGrpSpPr>
        <p:grpSpPr bwMode="auto">
          <a:xfrm>
            <a:off x="4138613" y="4005263"/>
            <a:ext cx="2709862" cy="1871662"/>
            <a:chOff x="3606" y="2659"/>
            <a:chExt cx="1707" cy="1179"/>
          </a:xfrm>
        </p:grpSpPr>
        <p:grpSp>
          <p:nvGrpSpPr>
            <p:cNvPr id="188464" name="Group 48"/>
            <p:cNvGrpSpPr>
              <a:grpSpLocks/>
            </p:cNvGrpSpPr>
            <p:nvPr/>
          </p:nvGrpSpPr>
          <p:grpSpPr bwMode="auto">
            <a:xfrm>
              <a:off x="3606" y="2659"/>
              <a:ext cx="1707" cy="1179"/>
              <a:chOff x="204" y="2478"/>
              <a:chExt cx="1707" cy="1179"/>
            </a:xfrm>
          </p:grpSpPr>
          <p:grpSp>
            <p:nvGrpSpPr>
              <p:cNvPr id="188465" name="Group 49"/>
              <p:cNvGrpSpPr>
                <a:grpSpLocks/>
              </p:cNvGrpSpPr>
              <p:nvPr/>
            </p:nvGrpSpPr>
            <p:grpSpPr bwMode="auto">
              <a:xfrm>
                <a:off x="204" y="2478"/>
                <a:ext cx="1707" cy="1179"/>
                <a:chOff x="204" y="2478"/>
                <a:chExt cx="1707" cy="1179"/>
              </a:xfrm>
            </p:grpSpPr>
            <p:sp>
              <p:nvSpPr>
                <p:cNvPr id="188466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346" y="2811"/>
                  <a:ext cx="1109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8467" name="Oval 51"/>
                <p:cNvSpPr>
                  <a:spLocks noChangeArrowheads="1"/>
                </p:cNvSpPr>
                <p:nvPr/>
              </p:nvSpPr>
              <p:spPr bwMode="auto">
                <a:xfrm>
                  <a:off x="204" y="3115"/>
                  <a:ext cx="274" cy="222"/>
                </a:xfrm>
                <a:prstGeom prst="ellipse">
                  <a:avLst/>
                </a:prstGeom>
                <a:solidFill>
                  <a:schemeClr val="fol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8468" name="Rectangle 52"/>
                <p:cNvSpPr>
                  <a:spLocks noChangeArrowheads="1"/>
                </p:cNvSpPr>
                <p:nvPr/>
              </p:nvSpPr>
              <p:spPr bwMode="auto">
                <a:xfrm>
                  <a:off x="797" y="2769"/>
                  <a:ext cx="319" cy="8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 useBgFill="1">
              <p:nvSpPr>
                <p:cNvPr id="188469" name="Rectangle 53"/>
                <p:cNvSpPr>
                  <a:spLocks noChangeArrowheads="1"/>
                </p:cNvSpPr>
                <p:nvPr/>
              </p:nvSpPr>
              <p:spPr bwMode="auto">
                <a:xfrm>
                  <a:off x="511" y="3475"/>
                  <a:ext cx="365" cy="77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8470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657" y="2840"/>
                  <a:ext cx="57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0" lang="en-US" altLang="zh-CN" b="1" i="1"/>
                    <a:t>R</a:t>
                  </a:r>
                </a:p>
              </p:txBody>
            </p:sp>
            <p:sp>
              <p:nvSpPr>
                <p:cNvPr id="188471" name="Line 55"/>
                <p:cNvSpPr>
                  <a:spLocks noChangeShapeType="1"/>
                </p:cNvSpPr>
                <p:nvPr/>
              </p:nvSpPr>
              <p:spPr bwMode="auto">
                <a:xfrm>
                  <a:off x="347" y="2804"/>
                  <a:ext cx="0" cy="84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88472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340" y="3648"/>
                  <a:ext cx="1134" cy="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88473" name="Object 57"/>
                <p:cNvGraphicFramePr>
                  <a:graphicFrameLocks noChangeAspect="1"/>
                </p:cNvGraphicFramePr>
                <p:nvPr/>
              </p:nvGraphicFramePr>
              <p:xfrm>
                <a:off x="502" y="2899"/>
                <a:ext cx="346" cy="68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1478" name="公式" r:id="rId3" imgW="241200" imgH="583920" progId="Equation.3">
                        <p:embed/>
                      </p:oleObj>
                    </mc:Choice>
                    <mc:Fallback>
                      <p:oleObj name="公式" r:id="rId3" imgW="241200" imgH="58392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2" y="2899"/>
                              <a:ext cx="346" cy="68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8474" name="Object 58"/>
                <p:cNvGraphicFramePr>
                  <a:graphicFrameLocks noChangeAspect="1"/>
                </p:cNvGraphicFramePr>
                <p:nvPr/>
              </p:nvGraphicFramePr>
              <p:xfrm>
                <a:off x="1565" y="2886"/>
                <a:ext cx="346" cy="68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1479" name="公式" r:id="rId5" imgW="241200" imgH="583920" progId="Equation.3">
                        <p:embed/>
                      </p:oleObj>
                    </mc:Choice>
                    <mc:Fallback>
                      <p:oleObj name="公式" r:id="rId5" imgW="241200" imgH="58392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565" y="2886"/>
                              <a:ext cx="346" cy="68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8475" name="Object 59"/>
                <p:cNvGraphicFramePr>
                  <a:graphicFrameLocks noChangeAspect="1"/>
                </p:cNvGraphicFramePr>
                <p:nvPr/>
              </p:nvGraphicFramePr>
              <p:xfrm>
                <a:off x="485" y="2478"/>
                <a:ext cx="1020" cy="2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1480" name="Equation" r:id="rId7" imgW="711000" imgH="228600" progId="Equation.3">
                        <p:embed/>
                      </p:oleObj>
                    </mc:Choice>
                    <mc:Fallback>
                      <p:oleObj name="Equation" r:id="rId7" imgW="711000" imgH="2286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5" y="2478"/>
                              <a:ext cx="1020" cy="26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8476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1474" y="3158"/>
                  <a:ext cx="0" cy="49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188477" name="Group 61"/>
                <p:cNvGrpSpPr>
                  <a:grpSpLocks/>
                </p:cNvGrpSpPr>
                <p:nvPr/>
              </p:nvGrpSpPr>
              <p:grpSpPr bwMode="auto">
                <a:xfrm>
                  <a:off x="1383" y="2796"/>
                  <a:ext cx="181" cy="362"/>
                  <a:chOff x="3833" y="2932"/>
                  <a:chExt cx="181" cy="362"/>
                </a:xfrm>
              </p:grpSpPr>
              <p:sp>
                <p:nvSpPr>
                  <p:cNvPr id="188478" name="Line 6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23" y="2932"/>
                    <a:ext cx="0" cy="317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 type="oval" w="med" len="med"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479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3833" y="3294"/>
                    <a:ext cx="18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480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3833" y="3249"/>
                    <a:ext cx="18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88481" name="Line 65"/>
                <p:cNvSpPr>
                  <a:spLocks noChangeShapeType="1"/>
                </p:cNvSpPr>
                <p:nvPr/>
              </p:nvSpPr>
              <p:spPr bwMode="auto">
                <a:xfrm>
                  <a:off x="385" y="2795"/>
                  <a:ext cx="227" cy="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  <a:headEnd/>
                  <a:tailEnd type="stealth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88482" name="Object 66"/>
              <p:cNvGraphicFramePr>
                <a:graphicFrameLocks noChangeAspect="1"/>
              </p:cNvGraphicFramePr>
              <p:nvPr/>
            </p:nvGraphicFramePr>
            <p:xfrm>
              <a:off x="1037" y="3022"/>
              <a:ext cx="362" cy="4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481" name="公式" r:id="rId9" imgW="368280" imgH="419040" progId="Equation.3">
                      <p:embed/>
                    </p:oleObj>
                  </mc:Choice>
                  <mc:Fallback>
                    <p:oleObj name="公式" r:id="rId9" imgW="368280" imgH="4190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37" y="3022"/>
                            <a:ext cx="362" cy="4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88483" name="Object 67"/>
            <p:cNvGraphicFramePr>
              <a:graphicFrameLocks noChangeAspect="1"/>
            </p:cNvGraphicFramePr>
            <p:nvPr/>
          </p:nvGraphicFramePr>
          <p:xfrm>
            <a:off x="3606" y="2704"/>
            <a:ext cx="153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482" name="公式" r:id="rId11" imgW="126720" imgH="266400" progId="Equation.3">
                    <p:embed/>
                  </p:oleObj>
                </mc:Choice>
                <mc:Fallback>
                  <p:oleObj name="公式" r:id="rId11" imgW="12672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2704"/>
                          <a:ext cx="153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8484" name="Text Box 68"/>
          <p:cNvSpPr txBox="1">
            <a:spLocks noChangeArrowheads="1"/>
          </p:cNvSpPr>
          <p:nvPr/>
        </p:nvSpPr>
        <p:spPr bwMode="auto">
          <a:xfrm>
            <a:off x="36313" y="1211907"/>
            <a:ext cx="15122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</a:rPr>
              <a:t>Solution: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188485" name="Group 69"/>
          <p:cNvGrpSpPr>
            <a:grpSpLocks/>
          </p:cNvGrpSpPr>
          <p:nvPr/>
        </p:nvGrpSpPr>
        <p:grpSpPr bwMode="auto">
          <a:xfrm>
            <a:off x="325438" y="2062163"/>
            <a:ext cx="2736850" cy="574675"/>
            <a:chOff x="1111" y="2478"/>
            <a:chExt cx="1724" cy="362"/>
          </a:xfrm>
        </p:grpSpPr>
        <p:sp>
          <p:nvSpPr>
            <p:cNvPr id="188486" name="Line 70"/>
            <p:cNvSpPr>
              <a:spLocks noChangeShapeType="1"/>
            </p:cNvSpPr>
            <p:nvPr/>
          </p:nvSpPr>
          <p:spPr bwMode="auto">
            <a:xfrm>
              <a:off x="1111" y="2840"/>
              <a:ext cx="14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8487" name="Object 71"/>
            <p:cNvGraphicFramePr>
              <a:graphicFrameLocks noChangeAspect="1"/>
            </p:cNvGraphicFramePr>
            <p:nvPr/>
          </p:nvGraphicFramePr>
          <p:xfrm>
            <a:off x="2381" y="2478"/>
            <a:ext cx="454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483" name="公式" r:id="rId13" imgW="126720" imgH="266400" progId="Equation.3">
                    <p:embed/>
                  </p:oleObj>
                </mc:Choice>
                <mc:Fallback>
                  <p:oleObj name="公式" r:id="rId13" imgW="12672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2478"/>
                          <a:ext cx="454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8488" name="Group 72"/>
          <p:cNvGrpSpPr>
            <a:grpSpLocks/>
          </p:cNvGrpSpPr>
          <p:nvPr/>
        </p:nvGrpSpPr>
        <p:grpSpPr bwMode="auto">
          <a:xfrm>
            <a:off x="325438" y="2062163"/>
            <a:ext cx="1223962" cy="576262"/>
            <a:chOff x="1111" y="2432"/>
            <a:chExt cx="771" cy="363"/>
          </a:xfrm>
        </p:grpSpPr>
        <p:sp>
          <p:nvSpPr>
            <p:cNvPr id="188489" name="Line 73"/>
            <p:cNvSpPr>
              <a:spLocks noChangeShapeType="1"/>
            </p:cNvSpPr>
            <p:nvPr/>
          </p:nvSpPr>
          <p:spPr bwMode="auto">
            <a:xfrm>
              <a:off x="1111" y="2795"/>
              <a:ext cx="77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8490" name="Object 74"/>
            <p:cNvGraphicFramePr>
              <a:graphicFrameLocks noChangeAspect="1"/>
            </p:cNvGraphicFramePr>
            <p:nvPr/>
          </p:nvGraphicFramePr>
          <p:xfrm>
            <a:off x="1655" y="2432"/>
            <a:ext cx="17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484" name="公式" r:id="rId15" imgW="241200" imgH="279360" progId="Equation.3">
                    <p:embed/>
                  </p:oleObj>
                </mc:Choice>
                <mc:Fallback>
                  <p:oleObj name="公式" r:id="rId15" imgW="24120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2432"/>
                          <a:ext cx="176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8491" name="Group 75"/>
          <p:cNvGrpSpPr>
            <a:grpSpLocks/>
          </p:cNvGrpSpPr>
          <p:nvPr/>
        </p:nvGrpSpPr>
        <p:grpSpPr bwMode="auto">
          <a:xfrm>
            <a:off x="1549400" y="2636838"/>
            <a:ext cx="427038" cy="1296987"/>
            <a:chOff x="1066" y="2795"/>
            <a:chExt cx="269" cy="817"/>
          </a:xfrm>
        </p:grpSpPr>
        <p:sp>
          <p:nvSpPr>
            <p:cNvPr id="188492" name="Line 76"/>
            <p:cNvSpPr>
              <a:spLocks noChangeShapeType="1"/>
            </p:cNvSpPr>
            <p:nvPr/>
          </p:nvSpPr>
          <p:spPr bwMode="auto">
            <a:xfrm rot="5400000">
              <a:off x="657" y="3204"/>
              <a:ext cx="81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8493" name="Object 77"/>
            <p:cNvGraphicFramePr>
              <a:graphicFrameLocks noChangeAspect="1"/>
            </p:cNvGraphicFramePr>
            <p:nvPr/>
          </p:nvGraphicFramePr>
          <p:xfrm>
            <a:off x="1111" y="3294"/>
            <a:ext cx="22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485" name="公式" r:id="rId17" imgW="241200" imgH="279360" progId="Equation.3">
                    <p:embed/>
                  </p:oleObj>
                </mc:Choice>
                <mc:Fallback>
                  <p:oleObj name="公式" r:id="rId17" imgW="24120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3294"/>
                          <a:ext cx="22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8494" name="Group 78"/>
          <p:cNvGrpSpPr>
            <a:grpSpLocks/>
          </p:cNvGrpSpPr>
          <p:nvPr/>
        </p:nvGrpSpPr>
        <p:grpSpPr bwMode="auto">
          <a:xfrm>
            <a:off x="325438" y="2636838"/>
            <a:ext cx="1152525" cy="1223962"/>
            <a:chOff x="1111" y="2840"/>
            <a:chExt cx="726" cy="771"/>
          </a:xfrm>
        </p:grpSpPr>
        <p:sp>
          <p:nvSpPr>
            <p:cNvPr id="188495" name="Line 79"/>
            <p:cNvSpPr>
              <a:spLocks noChangeShapeType="1"/>
            </p:cNvSpPr>
            <p:nvPr/>
          </p:nvSpPr>
          <p:spPr bwMode="auto">
            <a:xfrm>
              <a:off x="1111" y="2840"/>
              <a:ext cx="726" cy="77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8496" name="Object 80"/>
            <p:cNvGraphicFramePr>
              <a:graphicFrameLocks noChangeAspect="1"/>
            </p:cNvGraphicFramePr>
            <p:nvPr/>
          </p:nvGraphicFramePr>
          <p:xfrm>
            <a:off x="1338" y="3339"/>
            <a:ext cx="22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486" name="公式" r:id="rId19" imgW="241200" imgH="279360" progId="Equation.3">
                    <p:embed/>
                  </p:oleObj>
                </mc:Choice>
                <mc:Fallback>
                  <p:oleObj name="公式" r:id="rId19" imgW="24120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3339"/>
                          <a:ext cx="22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8497" name="Object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242403"/>
              </p:ext>
            </p:extLst>
          </p:nvPr>
        </p:nvGraphicFramePr>
        <p:xfrm>
          <a:off x="152467" y="1628775"/>
          <a:ext cx="182721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487" name="Equation" r:id="rId21" imgW="965160" imgH="279360" progId="Equation.DSMT4">
                  <p:embed/>
                </p:oleObj>
              </mc:Choice>
              <mc:Fallback>
                <p:oleObj name="Equation" r:id="rId21" imgW="9651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67" y="1628775"/>
                        <a:ext cx="1827212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98" name="Text Box 82"/>
          <p:cNvSpPr txBox="1">
            <a:spLocks noChangeArrowheads="1"/>
          </p:cNvSpPr>
          <p:nvPr/>
        </p:nvSpPr>
        <p:spPr bwMode="auto">
          <a:xfrm>
            <a:off x="1528763" y="1198336"/>
            <a:ext cx="25209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Find the frequency domain circuit</a:t>
            </a:r>
            <a:r>
              <a:rPr lang="zh-CN" altLang="en-US" b="1" dirty="0"/>
              <a:t>，</a:t>
            </a:r>
          </a:p>
        </p:txBody>
      </p:sp>
      <p:sp>
        <p:nvSpPr>
          <p:cNvPr id="188499" name="Arc 83"/>
          <p:cNvSpPr>
            <a:spLocks/>
          </p:cNvSpPr>
          <p:nvPr/>
        </p:nvSpPr>
        <p:spPr bwMode="auto">
          <a:xfrm flipV="1">
            <a:off x="612775" y="2638425"/>
            <a:ext cx="287338" cy="28733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8500" name="Object 84"/>
          <p:cNvGraphicFramePr>
            <a:graphicFrameLocks noChangeAspect="1"/>
          </p:cNvGraphicFramePr>
          <p:nvPr/>
        </p:nvGraphicFramePr>
        <p:xfrm>
          <a:off x="757238" y="2709863"/>
          <a:ext cx="5270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488" name="公式" r:id="rId23" imgW="355320" imgH="203040" progId="Equation.3">
                  <p:embed/>
                </p:oleObj>
              </mc:Choice>
              <mc:Fallback>
                <p:oleObj name="公式" r:id="rId23" imgW="355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2709863"/>
                        <a:ext cx="5270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501" name="Object 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016138"/>
              </p:ext>
            </p:extLst>
          </p:nvPr>
        </p:nvGraphicFramePr>
        <p:xfrm>
          <a:off x="392359" y="4214940"/>
          <a:ext cx="3613317" cy="1373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489" name="Equation" r:id="rId25" imgW="1815840" imgH="812520" progId="Equation.DSMT4">
                  <p:embed/>
                </p:oleObj>
              </mc:Choice>
              <mc:Fallback>
                <p:oleObj name="Equation" r:id="rId25" imgW="1815840" imgH="812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59" y="4214940"/>
                        <a:ext cx="3613317" cy="1373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8502" name="Group 86"/>
          <p:cNvGrpSpPr>
            <a:grpSpLocks/>
          </p:cNvGrpSpPr>
          <p:nvPr/>
        </p:nvGrpSpPr>
        <p:grpSpPr bwMode="auto">
          <a:xfrm>
            <a:off x="1018631" y="5710691"/>
            <a:ext cx="1871662" cy="504825"/>
            <a:chOff x="1836" y="3249"/>
            <a:chExt cx="1088" cy="272"/>
          </a:xfrm>
        </p:grpSpPr>
        <p:sp>
          <p:nvSpPr>
            <p:cNvPr id="188503" name="Text Box 87"/>
            <p:cNvSpPr txBox="1">
              <a:spLocks noChangeArrowheads="1"/>
            </p:cNvSpPr>
            <p:nvPr/>
          </p:nvSpPr>
          <p:spPr bwMode="auto">
            <a:xfrm>
              <a:off x="1837" y="3249"/>
              <a:ext cx="1087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 dirty="0"/>
                <a:t>V</a:t>
              </a:r>
              <a:r>
                <a:rPr lang="en-US" altLang="zh-CN" sz="1600" baseline="-25000" dirty="0"/>
                <a:t>   </a:t>
              </a:r>
              <a:r>
                <a:rPr lang="en-US" altLang="zh-CN" sz="1600" dirty="0"/>
                <a:t>  =</a:t>
              </a:r>
              <a:endParaRPr lang="zh-CN" altLang="en-US" dirty="0"/>
            </a:p>
          </p:txBody>
        </p:sp>
        <p:grpSp>
          <p:nvGrpSpPr>
            <p:cNvPr id="188504" name="Group 88"/>
            <p:cNvGrpSpPr>
              <a:grpSpLocks/>
            </p:cNvGrpSpPr>
            <p:nvPr/>
          </p:nvGrpSpPr>
          <p:grpSpPr bwMode="auto">
            <a:xfrm>
              <a:off x="1836" y="3249"/>
              <a:ext cx="886" cy="272"/>
              <a:chOff x="1791" y="3249"/>
              <a:chExt cx="886" cy="272"/>
            </a:xfrm>
          </p:grpSpPr>
          <p:sp>
            <p:nvSpPr>
              <p:cNvPr id="188505" name="Oval 89"/>
              <p:cNvSpPr>
                <a:spLocks noChangeArrowheads="1"/>
              </p:cNvSpPr>
              <p:nvPr/>
            </p:nvSpPr>
            <p:spPr bwMode="auto">
              <a:xfrm>
                <a:off x="1791" y="3249"/>
                <a:ext cx="236" cy="22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/>
              </a:p>
            </p:txBody>
          </p:sp>
          <p:graphicFrame>
            <p:nvGraphicFramePr>
              <p:cNvPr id="188506" name="Object 9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23302"/>
                  </p:ext>
                </p:extLst>
              </p:nvPr>
            </p:nvGraphicFramePr>
            <p:xfrm>
              <a:off x="2178" y="3249"/>
              <a:ext cx="499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490" name="Equation" r:id="rId27" imgW="558720" imgH="241200" progId="Equation.DSMT4">
                      <p:embed/>
                    </p:oleObj>
                  </mc:Choice>
                  <mc:Fallback>
                    <p:oleObj name="Equation" r:id="rId27" imgW="55872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78" y="3249"/>
                            <a:ext cx="499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24163910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8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8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8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8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8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8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8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8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8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8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8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8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8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8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8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8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8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8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8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8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8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8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8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8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84" grpId="0"/>
      <p:bldP spid="188498" grpId="0"/>
      <p:bldP spid="18849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481920" y="1105128"/>
            <a:ext cx="877888" cy="119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 sz="1800" b="1" dirty="0">
                <a:latin typeface="Tahoma" pitchFamily="34" charset="0"/>
              </a:rPr>
              <a:t>+</a:t>
            </a:r>
          </a:p>
          <a:p>
            <a:pPr algn="ctr">
              <a:spcBef>
                <a:spcPct val="50000"/>
              </a:spcBef>
            </a:pPr>
            <a:endParaRPr kumimoji="0" lang="zh-CN" altLang="en-US" sz="1800" b="1" dirty="0">
              <a:latin typeface="Tahoma" pitchFamily="34" charset="0"/>
            </a:endParaRPr>
          </a:p>
          <a:p>
            <a:pPr algn="ctr">
              <a:spcBef>
                <a:spcPct val="50000"/>
              </a:spcBef>
            </a:pPr>
            <a:r>
              <a:rPr kumimoji="0" lang="zh-CN" altLang="en-US" sz="1800" b="1" dirty="0">
                <a:latin typeface="Tahoma" pitchFamily="34" charset="0"/>
              </a:rPr>
              <a:t>-</a:t>
            </a:r>
          </a:p>
        </p:txBody>
      </p:sp>
      <p:grpSp>
        <p:nvGrpSpPr>
          <p:cNvPr id="138305" name="Group 65"/>
          <p:cNvGrpSpPr>
            <a:grpSpLocks/>
          </p:cNvGrpSpPr>
          <p:nvPr/>
        </p:nvGrpSpPr>
        <p:grpSpPr bwMode="auto">
          <a:xfrm>
            <a:off x="761999" y="38100"/>
            <a:ext cx="2817812" cy="2606675"/>
            <a:chOff x="169" y="119"/>
            <a:chExt cx="1775" cy="1642"/>
          </a:xfrm>
        </p:grpSpPr>
        <p:sp>
          <p:nvSpPr>
            <p:cNvPr id="138245" name="Oval 5"/>
            <p:cNvSpPr>
              <a:spLocks noChangeArrowheads="1"/>
            </p:cNvSpPr>
            <p:nvPr/>
          </p:nvSpPr>
          <p:spPr bwMode="auto">
            <a:xfrm>
              <a:off x="364" y="952"/>
              <a:ext cx="269" cy="24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246" name="Rectangle 6"/>
            <p:cNvSpPr>
              <a:spLocks noChangeArrowheads="1"/>
            </p:cNvSpPr>
            <p:nvPr/>
          </p:nvSpPr>
          <p:spPr bwMode="auto">
            <a:xfrm>
              <a:off x="500" y="408"/>
              <a:ext cx="1121" cy="13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247" name="Line 7"/>
            <p:cNvSpPr>
              <a:spLocks noChangeShapeType="1"/>
            </p:cNvSpPr>
            <p:nvPr/>
          </p:nvSpPr>
          <p:spPr bwMode="auto">
            <a:xfrm>
              <a:off x="1047" y="406"/>
              <a:ext cx="0" cy="8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8248" name="Object 8"/>
            <p:cNvGraphicFramePr>
              <a:graphicFrameLocks noChangeAspect="1"/>
            </p:cNvGraphicFramePr>
            <p:nvPr/>
          </p:nvGraphicFramePr>
          <p:xfrm>
            <a:off x="169" y="981"/>
            <a:ext cx="193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882" name="Equation" r:id="rId3" imgW="228600" imgH="241200" progId="Equation.3">
                    <p:embed/>
                  </p:oleObj>
                </mc:Choice>
                <mc:Fallback>
                  <p:oleObj name="Equation" r:id="rId3" imgW="228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" y="981"/>
                          <a:ext cx="193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49" name="Line 9"/>
            <p:cNvSpPr>
              <a:spLocks noChangeShapeType="1"/>
            </p:cNvSpPr>
            <p:nvPr/>
          </p:nvSpPr>
          <p:spPr bwMode="auto">
            <a:xfrm>
              <a:off x="1041" y="1344"/>
              <a:ext cx="8" cy="4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50" name="Line 10"/>
            <p:cNvSpPr>
              <a:spLocks noChangeShapeType="1"/>
            </p:cNvSpPr>
            <p:nvPr/>
          </p:nvSpPr>
          <p:spPr bwMode="auto">
            <a:xfrm>
              <a:off x="937" y="1253"/>
              <a:ext cx="2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51" name="Line 11"/>
            <p:cNvSpPr>
              <a:spLocks noChangeShapeType="1"/>
            </p:cNvSpPr>
            <p:nvPr/>
          </p:nvSpPr>
          <p:spPr bwMode="auto">
            <a:xfrm>
              <a:off x="938" y="1344"/>
              <a:ext cx="2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8252" name="Object 12"/>
            <p:cNvGraphicFramePr>
              <a:graphicFrameLocks noChangeAspect="1"/>
            </p:cNvGraphicFramePr>
            <p:nvPr/>
          </p:nvGraphicFramePr>
          <p:xfrm>
            <a:off x="600" y="1204"/>
            <a:ext cx="389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883" name="Equation" r:id="rId5" imgW="368280" imgH="431640" progId="Equation.3">
                    <p:embed/>
                  </p:oleObj>
                </mc:Choice>
                <mc:Fallback>
                  <p:oleObj name="Equation" r:id="rId5" imgW="3682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" y="1204"/>
                          <a:ext cx="389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53" name="Object 13"/>
            <p:cNvGraphicFramePr>
              <a:graphicFrameLocks noChangeAspect="1"/>
            </p:cNvGraphicFramePr>
            <p:nvPr/>
          </p:nvGraphicFramePr>
          <p:xfrm>
            <a:off x="793" y="618"/>
            <a:ext cx="191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884" name="公式" r:id="rId7" imgW="177480" imgH="241200" progId="Equation.3">
                    <p:embed/>
                  </p:oleObj>
                </mc:Choice>
                <mc:Fallback>
                  <p:oleObj name="公式" r:id="rId7" imgW="1774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618"/>
                          <a:ext cx="191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54" name="Line 14"/>
            <p:cNvSpPr>
              <a:spLocks noChangeShapeType="1"/>
            </p:cNvSpPr>
            <p:nvPr/>
          </p:nvSpPr>
          <p:spPr bwMode="auto">
            <a:xfrm>
              <a:off x="975" y="618"/>
              <a:ext cx="0" cy="3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55" name="Line 15"/>
            <p:cNvSpPr>
              <a:spLocks noChangeShapeType="1"/>
            </p:cNvSpPr>
            <p:nvPr/>
          </p:nvSpPr>
          <p:spPr bwMode="auto">
            <a:xfrm flipV="1">
              <a:off x="657" y="479"/>
              <a:ext cx="29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8256" name="Object 16"/>
            <p:cNvGraphicFramePr>
              <a:graphicFrameLocks noChangeAspect="1"/>
            </p:cNvGraphicFramePr>
            <p:nvPr/>
          </p:nvGraphicFramePr>
          <p:xfrm>
            <a:off x="739" y="119"/>
            <a:ext cx="15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885" name="公式" r:id="rId9" imgW="164880" imgH="228600" progId="Equation.3">
                    <p:embed/>
                  </p:oleObj>
                </mc:Choice>
                <mc:Fallback>
                  <p:oleObj name="公式" r:id="rId9" imgW="1648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" y="119"/>
                          <a:ext cx="15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58" name="Rectangle 18"/>
            <p:cNvSpPr>
              <a:spLocks noChangeArrowheads="1"/>
            </p:cNvSpPr>
            <p:nvPr/>
          </p:nvSpPr>
          <p:spPr bwMode="auto">
            <a:xfrm>
              <a:off x="1565" y="572"/>
              <a:ext cx="116" cy="32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259" name="Line 19"/>
            <p:cNvSpPr>
              <a:spLocks noChangeShapeType="1"/>
            </p:cNvSpPr>
            <p:nvPr/>
          </p:nvSpPr>
          <p:spPr bwMode="auto">
            <a:xfrm>
              <a:off x="1746" y="527"/>
              <a:ext cx="0" cy="3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8260" name="Object 20"/>
            <p:cNvGraphicFramePr>
              <a:graphicFrameLocks noChangeAspect="1"/>
            </p:cNvGraphicFramePr>
            <p:nvPr/>
          </p:nvGraphicFramePr>
          <p:xfrm>
            <a:off x="1746" y="527"/>
            <a:ext cx="198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886" name="公式" r:id="rId11" imgW="177480" imgH="228600" progId="Equation.3">
                    <p:embed/>
                  </p:oleObj>
                </mc:Choice>
                <mc:Fallback>
                  <p:oleObj name="公式" r:id="rId11" imgW="1774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527"/>
                          <a:ext cx="198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8304" name="Group 64"/>
            <p:cNvGrpSpPr>
              <a:grpSpLocks/>
            </p:cNvGrpSpPr>
            <p:nvPr/>
          </p:nvGrpSpPr>
          <p:grpSpPr bwMode="auto">
            <a:xfrm>
              <a:off x="1610" y="1207"/>
              <a:ext cx="91" cy="324"/>
              <a:chOff x="1882" y="1797"/>
              <a:chExt cx="91" cy="324"/>
            </a:xfrm>
          </p:grpSpPr>
          <p:grpSp>
            <p:nvGrpSpPr>
              <p:cNvPr id="138261" name="Group 21"/>
              <p:cNvGrpSpPr>
                <a:grpSpLocks/>
              </p:cNvGrpSpPr>
              <p:nvPr/>
            </p:nvGrpSpPr>
            <p:grpSpPr bwMode="auto">
              <a:xfrm rot="5400000">
                <a:off x="1766" y="1913"/>
                <a:ext cx="324" cy="91"/>
                <a:chOff x="666" y="1872"/>
                <a:chExt cx="489" cy="60"/>
              </a:xfrm>
            </p:grpSpPr>
            <p:sp>
              <p:nvSpPr>
                <p:cNvPr id="138262" name="Freeform 22"/>
                <p:cNvSpPr>
                  <a:spLocks/>
                </p:cNvSpPr>
                <p:nvPr/>
              </p:nvSpPr>
              <p:spPr bwMode="auto">
                <a:xfrm>
                  <a:off x="666" y="1872"/>
                  <a:ext cx="125" cy="60"/>
                </a:xfrm>
                <a:custGeom>
                  <a:avLst/>
                  <a:gdLst>
                    <a:gd name="T0" fmla="*/ 0 w 125"/>
                    <a:gd name="T1" fmla="*/ 60 h 60"/>
                    <a:gd name="T2" fmla="*/ 23 w 125"/>
                    <a:gd name="T3" fmla="*/ 15 h 60"/>
                    <a:gd name="T4" fmla="*/ 65 w 125"/>
                    <a:gd name="T5" fmla="*/ 0 h 60"/>
                    <a:gd name="T6" fmla="*/ 102 w 125"/>
                    <a:gd name="T7" fmla="*/ 15 h 60"/>
                    <a:gd name="T8" fmla="*/ 125 w 125"/>
                    <a:gd name="T9" fmla="*/ 51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5" h="60">
                      <a:moveTo>
                        <a:pt x="0" y="60"/>
                      </a:moveTo>
                      <a:cubicBezTo>
                        <a:pt x="4" y="53"/>
                        <a:pt x="12" y="25"/>
                        <a:pt x="23" y="15"/>
                      </a:cubicBezTo>
                      <a:cubicBezTo>
                        <a:pt x="34" y="5"/>
                        <a:pt x="52" y="0"/>
                        <a:pt x="65" y="0"/>
                      </a:cubicBezTo>
                      <a:cubicBezTo>
                        <a:pt x="78" y="0"/>
                        <a:pt x="92" y="7"/>
                        <a:pt x="102" y="15"/>
                      </a:cubicBezTo>
                      <a:cubicBezTo>
                        <a:pt x="112" y="23"/>
                        <a:pt x="120" y="44"/>
                        <a:pt x="125" y="51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8263" name="Freeform 23"/>
                <p:cNvSpPr>
                  <a:spLocks/>
                </p:cNvSpPr>
                <p:nvPr/>
              </p:nvSpPr>
              <p:spPr bwMode="auto">
                <a:xfrm>
                  <a:off x="791" y="1872"/>
                  <a:ext cx="121" cy="54"/>
                </a:xfrm>
                <a:custGeom>
                  <a:avLst/>
                  <a:gdLst>
                    <a:gd name="T0" fmla="*/ 0 w 121"/>
                    <a:gd name="T1" fmla="*/ 54 h 54"/>
                    <a:gd name="T2" fmla="*/ 24 w 121"/>
                    <a:gd name="T3" fmla="*/ 15 h 54"/>
                    <a:gd name="T4" fmla="*/ 66 w 121"/>
                    <a:gd name="T5" fmla="*/ 0 h 54"/>
                    <a:gd name="T6" fmla="*/ 103 w 121"/>
                    <a:gd name="T7" fmla="*/ 15 h 54"/>
                    <a:gd name="T8" fmla="*/ 121 w 121"/>
                    <a:gd name="T9" fmla="*/ 51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54">
                      <a:moveTo>
                        <a:pt x="0" y="54"/>
                      </a:moveTo>
                      <a:cubicBezTo>
                        <a:pt x="4" y="47"/>
                        <a:pt x="13" y="24"/>
                        <a:pt x="24" y="15"/>
                      </a:cubicBezTo>
                      <a:cubicBezTo>
                        <a:pt x="35" y="6"/>
                        <a:pt x="53" y="0"/>
                        <a:pt x="66" y="0"/>
                      </a:cubicBezTo>
                      <a:cubicBezTo>
                        <a:pt x="79" y="0"/>
                        <a:pt x="94" y="7"/>
                        <a:pt x="103" y="15"/>
                      </a:cubicBezTo>
                      <a:cubicBezTo>
                        <a:pt x="112" y="23"/>
                        <a:pt x="117" y="44"/>
                        <a:pt x="121" y="51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8264" name="Freeform 24"/>
                <p:cNvSpPr>
                  <a:spLocks/>
                </p:cNvSpPr>
                <p:nvPr/>
              </p:nvSpPr>
              <p:spPr bwMode="auto">
                <a:xfrm>
                  <a:off x="912" y="1872"/>
                  <a:ext cx="119" cy="51"/>
                </a:xfrm>
                <a:custGeom>
                  <a:avLst/>
                  <a:gdLst>
                    <a:gd name="T0" fmla="*/ 0 w 119"/>
                    <a:gd name="T1" fmla="*/ 51 h 51"/>
                    <a:gd name="T2" fmla="*/ 17 w 119"/>
                    <a:gd name="T3" fmla="*/ 15 h 51"/>
                    <a:gd name="T4" fmla="*/ 59 w 119"/>
                    <a:gd name="T5" fmla="*/ 0 h 51"/>
                    <a:gd name="T6" fmla="*/ 96 w 119"/>
                    <a:gd name="T7" fmla="*/ 15 h 51"/>
                    <a:gd name="T8" fmla="*/ 119 w 119"/>
                    <a:gd name="T9" fmla="*/ 51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9" h="51">
                      <a:moveTo>
                        <a:pt x="0" y="51"/>
                      </a:moveTo>
                      <a:cubicBezTo>
                        <a:pt x="3" y="45"/>
                        <a:pt x="7" y="24"/>
                        <a:pt x="17" y="15"/>
                      </a:cubicBezTo>
                      <a:cubicBezTo>
                        <a:pt x="27" y="6"/>
                        <a:pt x="46" y="0"/>
                        <a:pt x="59" y="0"/>
                      </a:cubicBezTo>
                      <a:cubicBezTo>
                        <a:pt x="72" y="0"/>
                        <a:pt x="86" y="7"/>
                        <a:pt x="96" y="15"/>
                      </a:cubicBezTo>
                      <a:cubicBezTo>
                        <a:pt x="106" y="23"/>
                        <a:pt x="114" y="44"/>
                        <a:pt x="119" y="51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8265" name="Freeform 25"/>
                <p:cNvSpPr>
                  <a:spLocks/>
                </p:cNvSpPr>
                <p:nvPr/>
              </p:nvSpPr>
              <p:spPr bwMode="auto">
                <a:xfrm>
                  <a:off x="1032" y="1872"/>
                  <a:ext cx="123" cy="57"/>
                </a:xfrm>
                <a:custGeom>
                  <a:avLst/>
                  <a:gdLst>
                    <a:gd name="T0" fmla="*/ 0 w 123"/>
                    <a:gd name="T1" fmla="*/ 51 h 57"/>
                    <a:gd name="T2" fmla="*/ 23 w 123"/>
                    <a:gd name="T3" fmla="*/ 15 h 57"/>
                    <a:gd name="T4" fmla="*/ 65 w 123"/>
                    <a:gd name="T5" fmla="*/ 0 h 57"/>
                    <a:gd name="T6" fmla="*/ 102 w 123"/>
                    <a:gd name="T7" fmla="*/ 15 h 57"/>
                    <a:gd name="T8" fmla="*/ 123 w 123"/>
                    <a:gd name="T9" fmla="*/ 57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3" h="57">
                      <a:moveTo>
                        <a:pt x="0" y="51"/>
                      </a:moveTo>
                      <a:cubicBezTo>
                        <a:pt x="3" y="45"/>
                        <a:pt x="12" y="24"/>
                        <a:pt x="23" y="15"/>
                      </a:cubicBezTo>
                      <a:cubicBezTo>
                        <a:pt x="34" y="6"/>
                        <a:pt x="52" y="0"/>
                        <a:pt x="65" y="0"/>
                      </a:cubicBezTo>
                      <a:cubicBezTo>
                        <a:pt x="78" y="0"/>
                        <a:pt x="92" y="6"/>
                        <a:pt x="102" y="15"/>
                      </a:cubicBezTo>
                      <a:cubicBezTo>
                        <a:pt x="112" y="24"/>
                        <a:pt x="119" y="48"/>
                        <a:pt x="123" y="57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38266" name="Line 26"/>
              <p:cNvSpPr>
                <a:spLocks noChangeShapeType="1"/>
              </p:cNvSpPr>
              <p:nvPr/>
            </p:nvSpPr>
            <p:spPr bwMode="auto">
              <a:xfrm>
                <a:off x="1882" y="1797"/>
                <a:ext cx="0" cy="318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38267" name="Object 27"/>
            <p:cNvGraphicFramePr>
              <a:graphicFrameLocks noChangeAspect="1"/>
            </p:cNvGraphicFramePr>
            <p:nvPr/>
          </p:nvGraphicFramePr>
          <p:xfrm>
            <a:off x="1247" y="603"/>
            <a:ext cx="296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887" name="公式" r:id="rId13" imgW="241200" imgH="177480" progId="Equation.3">
                    <p:embed/>
                  </p:oleObj>
                </mc:Choice>
                <mc:Fallback>
                  <p:oleObj name="公式" r:id="rId13" imgW="24120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603"/>
                          <a:ext cx="296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68" name="Object 28"/>
            <p:cNvGraphicFramePr>
              <a:graphicFrameLocks noChangeAspect="1"/>
            </p:cNvGraphicFramePr>
            <p:nvPr/>
          </p:nvGraphicFramePr>
          <p:xfrm>
            <a:off x="1247" y="1236"/>
            <a:ext cx="373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888" name="公式" r:id="rId15" imgW="317160" imgH="203040" progId="Equation.3">
                    <p:embed/>
                  </p:oleObj>
                </mc:Choice>
                <mc:Fallback>
                  <p:oleObj name="公式" r:id="rId15" imgW="31716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1236"/>
                          <a:ext cx="373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826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181490"/>
              </p:ext>
            </p:extLst>
          </p:nvPr>
        </p:nvGraphicFramePr>
        <p:xfrm>
          <a:off x="3635375" y="201612"/>
          <a:ext cx="54895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889" name="Equation" r:id="rId17" imgW="2552400" imgH="406080" progId="Equation.DSMT4">
                  <p:embed/>
                </p:oleObj>
              </mc:Choice>
              <mc:Fallback>
                <p:oleObj name="Equation" r:id="rId17" imgW="2552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01612"/>
                        <a:ext cx="54895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70" name="Rectangle 30"/>
          <p:cNvSpPr>
            <a:spLocks noChangeArrowheads="1"/>
          </p:cNvSpPr>
          <p:nvPr/>
        </p:nvSpPr>
        <p:spPr bwMode="auto">
          <a:xfrm>
            <a:off x="3132138" y="1196975"/>
            <a:ext cx="12506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Solution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38271" name="Rectangle 31"/>
          <p:cNvSpPr>
            <a:spLocks noChangeArrowheads="1"/>
          </p:cNvSpPr>
          <p:nvPr/>
        </p:nvSpPr>
        <p:spPr bwMode="auto">
          <a:xfrm>
            <a:off x="4382801" y="1166019"/>
            <a:ext cx="46434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phasor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voltage be the reference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phasor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(parallel connection)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13827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29489"/>
              </p:ext>
            </p:extLst>
          </p:nvPr>
        </p:nvGraphicFramePr>
        <p:xfrm>
          <a:off x="3621088" y="1760538"/>
          <a:ext cx="21177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890" name="Equation" r:id="rId19" imgW="1015920" imgH="330120" progId="Equation.DSMT4">
                  <p:embed/>
                </p:oleObj>
              </mc:Choice>
              <mc:Fallback>
                <p:oleObj name="Equation" r:id="rId19" imgW="1015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088" y="1760538"/>
                        <a:ext cx="211772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73" name="Rectangle 33"/>
          <p:cNvSpPr>
            <a:spLocks noChangeArrowheads="1"/>
          </p:cNvSpPr>
          <p:nvPr/>
        </p:nvSpPr>
        <p:spPr bwMode="auto">
          <a:xfrm>
            <a:off x="34924" y="2924175"/>
            <a:ext cx="25208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b="1" dirty="0" err="1"/>
              <a:t>Phasor</a:t>
            </a:r>
            <a:r>
              <a:rPr lang="en-US" altLang="zh-CN" b="1" dirty="0"/>
              <a:t> diagram</a:t>
            </a:r>
            <a:endParaRPr lang="zh-CN" altLang="en-US" b="1" dirty="0"/>
          </a:p>
        </p:txBody>
      </p:sp>
      <p:grpSp>
        <p:nvGrpSpPr>
          <p:cNvPr id="138274" name="Group 34"/>
          <p:cNvGrpSpPr>
            <a:grpSpLocks/>
          </p:cNvGrpSpPr>
          <p:nvPr/>
        </p:nvGrpSpPr>
        <p:grpSpPr bwMode="auto">
          <a:xfrm>
            <a:off x="179388" y="3932238"/>
            <a:ext cx="3181350" cy="576262"/>
            <a:chOff x="385" y="2795"/>
            <a:chExt cx="2004" cy="363"/>
          </a:xfrm>
        </p:grpSpPr>
        <p:sp>
          <p:nvSpPr>
            <p:cNvPr id="138275" name="Line 35"/>
            <p:cNvSpPr>
              <a:spLocks noChangeShapeType="1"/>
            </p:cNvSpPr>
            <p:nvPr/>
          </p:nvSpPr>
          <p:spPr bwMode="auto">
            <a:xfrm>
              <a:off x="385" y="3158"/>
              <a:ext cx="18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8276" name="Object 36"/>
            <p:cNvGraphicFramePr>
              <a:graphicFrameLocks noChangeAspect="1"/>
            </p:cNvGraphicFramePr>
            <p:nvPr/>
          </p:nvGraphicFramePr>
          <p:xfrm>
            <a:off x="2109" y="2795"/>
            <a:ext cx="28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891" name="公式" r:id="rId21" imgW="215640" imgH="279360" progId="Equation.3">
                    <p:embed/>
                  </p:oleObj>
                </mc:Choice>
                <mc:Fallback>
                  <p:oleObj name="公式" r:id="rId21" imgW="21564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2795"/>
                          <a:ext cx="280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277" name="Group 37"/>
          <p:cNvGrpSpPr>
            <a:grpSpLocks/>
          </p:cNvGrpSpPr>
          <p:nvPr/>
        </p:nvGrpSpPr>
        <p:grpSpPr bwMode="auto">
          <a:xfrm>
            <a:off x="179388" y="4508500"/>
            <a:ext cx="936625" cy="1220788"/>
            <a:chOff x="385" y="3158"/>
            <a:chExt cx="590" cy="769"/>
          </a:xfrm>
        </p:grpSpPr>
        <p:sp>
          <p:nvSpPr>
            <p:cNvPr id="138278" name="Line 38"/>
            <p:cNvSpPr>
              <a:spLocks noChangeShapeType="1"/>
            </p:cNvSpPr>
            <p:nvPr/>
          </p:nvSpPr>
          <p:spPr bwMode="auto">
            <a:xfrm>
              <a:off x="385" y="3158"/>
              <a:ext cx="590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8279" name="Object 39"/>
            <p:cNvGraphicFramePr>
              <a:graphicFrameLocks noChangeAspect="1"/>
            </p:cNvGraphicFramePr>
            <p:nvPr/>
          </p:nvGraphicFramePr>
          <p:xfrm>
            <a:off x="748" y="3612"/>
            <a:ext cx="200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892" name="公式" r:id="rId23" imgW="177480" imgH="279360" progId="Equation.3">
                    <p:embed/>
                  </p:oleObj>
                </mc:Choice>
                <mc:Fallback>
                  <p:oleObj name="公式" r:id="rId23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3612"/>
                          <a:ext cx="200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280" name="Group 40"/>
          <p:cNvGrpSpPr>
            <a:grpSpLocks/>
          </p:cNvGrpSpPr>
          <p:nvPr/>
        </p:nvGrpSpPr>
        <p:grpSpPr bwMode="auto">
          <a:xfrm>
            <a:off x="1116013" y="3716338"/>
            <a:ext cx="317500" cy="1728787"/>
            <a:chOff x="975" y="2659"/>
            <a:chExt cx="200" cy="1089"/>
          </a:xfrm>
        </p:grpSpPr>
        <p:sp>
          <p:nvSpPr>
            <p:cNvPr id="138281" name="Line 41"/>
            <p:cNvSpPr>
              <a:spLocks noChangeShapeType="1"/>
            </p:cNvSpPr>
            <p:nvPr/>
          </p:nvSpPr>
          <p:spPr bwMode="auto">
            <a:xfrm flipV="1">
              <a:off x="975" y="2660"/>
              <a:ext cx="0" cy="10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8282" name="Object 42"/>
            <p:cNvGraphicFramePr>
              <a:graphicFrameLocks noChangeAspect="1"/>
            </p:cNvGraphicFramePr>
            <p:nvPr/>
          </p:nvGraphicFramePr>
          <p:xfrm>
            <a:off x="975" y="2659"/>
            <a:ext cx="200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893" name="公式" r:id="rId25" imgW="177480" imgH="279360" progId="Equation.3">
                    <p:embed/>
                  </p:oleObj>
                </mc:Choice>
                <mc:Fallback>
                  <p:oleObj name="公式" r:id="rId25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659"/>
                          <a:ext cx="200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283" name="Group 43"/>
          <p:cNvGrpSpPr>
            <a:grpSpLocks/>
          </p:cNvGrpSpPr>
          <p:nvPr/>
        </p:nvGrpSpPr>
        <p:grpSpPr bwMode="auto">
          <a:xfrm>
            <a:off x="179388" y="3284538"/>
            <a:ext cx="936625" cy="1225550"/>
            <a:chOff x="385" y="2387"/>
            <a:chExt cx="590" cy="772"/>
          </a:xfrm>
        </p:grpSpPr>
        <p:sp>
          <p:nvSpPr>
            <p:cNvPr id="138284" name="Line 44"/>
            <p:cNvSpPr>
              <a:spLocks noChangeShapeType="1"/>
            </p:cNvSpPr>
            <p:nvPr/>
          </p:nvSpPr>
          <p:spPr bwMode="auto">
            <a:xfrm rot="-5400000">
              <a:off x="407" y="2592"/>
              <a:ext cx="545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8285" name="Object 45"/>
            <p:cNvGraphicFramePr>
              <a:graphicFrameLocks noChangeAspect="1"/>
            </p:cNvGraphicFramePr>
            <p:nvPr/>
          </p:nvGraphicFramePr>
          <p:xfrm>
            <a:off x="703" y="2387"/>
            <a:ext cx="200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894" name="公式" r:id="rId27" imgW="177480" imgH="279360" progId="Equation.3">
                    <p:embed/>
                  </p:oleObj>
                </mc:Choice>
                <mc:Fallback>
                  <p:oleObj name="公式" r:id="rId27" imgW="17748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2387"/>
                          <a:ext cx="200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8286" name="Arc 46"/>
          <p:cNvSpPr>
            <a:spLocks/>
          </p:cNvSpPr>
          <p:nvPr/>
        </p:nvSpPr>
        <p:spPr bwMode="auto">
          <a:xfrm>
            <a:off x="323850" y="4364038"/>
            <a:ext cx="144463" cy="1444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87" name="Arc 47"/>
          <p:cNvSpPr>
            <a:spLocks/>
          </p:cNvSpPr>
          <p:nvPr/>
        </p:nvSpPr>
        <p:spPr bwMode="auto">
          <a:xfrm>
            <a:off x="323850" y="4508500"/>
            <a:ext cx="73025" cy="2159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8288" name="Group 48"/>
          <p:cNvGrpSpPr>
            <a:grpSpLocks/>
          </p:cNvGrpSpPr>
          <p:nvPr/>
        </p:nvGrpSpPr>
        <p:grpSpPr bwMode="auto">
          <a:xfrm>
            <a:off x="1116013" y="4292600"/>
            <a:ext cx="144462" cy="215900"/>
            <a:chOff x="975" y="3022"/>
            <a:chExt cx="91" cy="136"/>
          </a:xfrm>
        </p:grpSpPr>
        <p:sp>
          <p:nvSpPr>
            <p:cNvPr id="138289" name="Line 49"/>
            <p:cNvSpPr>
              <a:spLocks noChangeShapeType="1"/>
            </p:cNvSpPr>
            <p:nvPr/>
          </p:nvSpPr>
          <p:spPr bwMode="auto">
            <a:xfrm>
              <a:off x="975" y="3022"/>
              <a:ext cx="9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90" name="Line 50"/>
            <p:cNvSpPr>
              <a:spLocks noChangeShapeType="1"/>
            </p:cNvSpPr>
            <p:nvPr/>
          </p:nvSpPr>
          <p:spPr bwMode="auto">
            <a:xfrm>
              <a:off x="1066" y="3022"/>
              <a:ext cx="0" cy="1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38291" name="Object 51"/>
          <p:cNvGraphicFramePr>
            <a:graphicFrameLocks noChangeAspect="1"/>
          </p:cNvGraphicFramePr>
          <p:nvPr/>
        </p:nvGraphicFramePr>
        <p:xfrm>
          <a:off x="539750" y="4076700"/>
          <a:ext cx="4079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895" name="公式" r:id="rId29" imgW="241200" imgH="203040" progId="Equation.3">
                  <p:embed/>
                </p:oleObj>
              </mc:Choice>
              <mc:Fallback>
                <p:oleObj name="公式" r:id="rId29" imgW="2412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076700"/>
                        <a:ext cx="40798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92" name="Object 52"/>
          <p:cNvGraphicFramePr>
            <a:graphicFrameLocks noChangeAspect="1"/>
          </p:cNvGraphicFramePr>
          <p:nvPr/>
        </p:nvGraphicFramePr>
        <p:xfrm>
          <a:off x="539750" y="4579938"/>
          <a:ext cx="4079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896" name="公式" r:id="rId31" imgW="241200" imgH="203040" progId="Equation.3">
                  <p:embed/>
                </p:oleObj>
              </mc:Choice>
              <mc:Fallback>
                <p:oleObj name="公式" r:id="rId31" imgW="2412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579938"/>
                        <a:ext cx="40798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93" name="Object 53"/>
          <p:cNvGraphicFramePr>
            <a:graphicFrameLocks noChangeAspect="1"/>
          </p:cNvGraphicFramePr>
          <p:nvPr/>
        </p:nvGraphicFramePr>
        <p:xfrm>
          <a:off x="3851275" y="2420938"/>
          <a:ext cx="357981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897" name="公式" r:id="rId32" imgW="1434960" imgH="317160" progId="Equation.3">
                  <p:embed/>
                </p:oleObj>
              </mc:Choice>
              <mc:Fallback>
                <p:oleObj name="公式" r:id="rId32" imgW="143496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420938"/>
                        <a:ext cx="3579813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94" name="Object 54"/>
          <p:cNvGraphicFramePr>
            <a:graphicFrameLocks noChangeAspect="1"/>
          </p:cNvGraphicFramePr>
          <p:nvPr/>
        </p:nvGraphicFramePr>
        <p:xfrm>
          <a:off x="3419475" y="3068638"/>
          <a:ext cx="42481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898" name="公式" r:id="rId34" imgW="2234880" imgH="520560" progId="Equation.3">
                  <p:embed/>
                </p:oleObj>
              </mc:Choice>
              <mc:Fallback>
                <p:oleObj name="公式" r:id="rId34" imgW="223488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068638"/>
                        <a:ext cx="42481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95" name="Object 55"/>
          <p:cNvGraphicFramePr>
            <a:graphicFrameLocks noChangeAspect="1"/>
          </p:cNvGraphicFramePr>
          <p:nvPr/>
        </p:nvGraphicFramePr>
        <p:xfrm>
          <a:off x="3887788" y="4437063"/>
          <a:ext cx="12033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899" name="公式" r:id="rId36" imgW="545760" imgH="215640" progId="Equation.3">
                  <p:embed/>
                </p:oleObj>
              </mc:Choice>
              <mc:Fallback>
                <p:oleObj name="公式" r:id="rId36" imgW="545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4437063"/>
                        <a:ext cx="12033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96" name="Object 56"/>
          <p:cNvGraphicFramePr>
            <a:graphicFrameLocks noChangeAspect="1"/>
          </p:cNvGraphicFramePr>
          <p:nvPr/>
        </p:nvGraphicFramePr>
        <p:xfrm>
          <a:off x="5219700" y="4292600"/>
          <a:ext cx="1512888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00" name="公式" r:id="rId38" imgW="774360" imgH="304560" progId="Equation.3">
                  <p:embed/>
                </p:oleObj>
              </mc:Choice>
              <mc:Fallback>
                <p:oleObj name="公式" r:id="rId38" imgW="7743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292600"/>
                        <a:ext cx="1512888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97" name="Object 57"/>
          <p:cNvGraphicFramePr>
            <a:graphicFrameLocks noChangeAspect="1"/>
          </p:cNvGraphicFramePr>
          <p:nvPr/>
        </p:nvGraphicFramePr>
        <p:xfrm>
          <a:off x="3635375" y="4941888"/>
          <a:ext cx="403225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01" name="公式" r:id="rId40" imgW="1904760" imgH="291960" progId="Equation.3">
                  <p:embed/>
                </p:oleObj>
              </mc:Choice>
              <mc:Fallback>
                <p:oleObj name="公式" r:id="rId40" imgW="190476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941888"/>
                        <a:ext cx="4032250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98" name="Object 58"/>
          <p:cNvGraphicFramePr>
            <a:graphicFrameLocks noChangeAspect="1"/>
          </p:cNvGraphicFramePr>
          <p:nvPr/>
        </p:nvGraphicFramePr>
        <p:xfrm>
          <a:off x="107950" y="5734050"/>
          <a:ext cx="295275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02" name="公式" r:id="rId42" imgW="1384200" imgH="419040" progId="Equation.3">
                  <p:embed/>
                </p:oleObj>
              </mc:Choice>
              <mc:Fallback>
                <p:oleObj name="公式" r:id="rId42" imgW="13842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5734050"/>
                        <a:ext cx="295275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99" name="Object 59"/>
          <p:cNvGraphicFramePr>
            <a:graphicFrameLocks noChangeAspect="1"/>
          </p:cNvGraphicFramePr>
          <p:nvPr/>
        </p:nvGraphicFramePr>
        <p:xfrm>
          <a:off x="3708400" y="5681663"/>
          <a:ext cx="338455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903" name="公式" r:id="rId44" imgW="1536480" imgH="482400" progId="Equation.3">
                  <p:embed/>
                </p:oleObj>
              </mc:Choice>
              <mc:Fallback>
                <p:oleObj name="公式" r:id="rId44" imgW="15364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681663"/>
                        <a:ext cx="338455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300" name="Oval 60"/>
          <p:cNvSpPr>
            <a:spLocks noChangeArrowheads="1"/>
          </p:cNvSpPr>
          <p:nvPr/>
        </p:nvSpPr>
        <p:spPr bwMode="auto">
          <a:xfrm>
            <a:off x="4932363" y="3068638"/>
            <a:ext cx="1871662" cy="1150937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01" name="Line 61"/>
          <p:cNvSpPr>
            <a:spLocks noChangeShapeType="1"/>
          </p:cNvSpPr>
          <p:nvPr/>
        </p:nvSpPr>
        <p:spPr bwMode="auto">
          <a:xfrm flipH="1">
            <a:off x="935038" y="3933825"/>
            <a:ext cx="4105275" cy="20510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302" name="Line 62"/>
          <p:cNvSpPr>
            <a:spLocks noChangeShapeType="1"/>
          </p:cNvSpPr>
          <p:nvPr/>
        </p:nvSpPr>
        <p:spPr bwMode="auto">
          <a:xfrm>
            <a:off x="3059113" y="6237288"/>
            <a:ext cx="576262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303" name="Line 63"/>
          <p:cNvSpPr>
            <a:spLocks noChangeShapeType="1"/>
          </p:cNvSpPr>
          <p:nvPr/>
        </p:nvSpPr>
        <p:spPr bwMode="auto">
          <a:xfrm flipH="1">
            <a:off x="4787900" y="5516563"/>
            <a:ext cx="2232025" cy="9366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306" name="Line 66"/>
          <p:cNvSpPr>
            <a:spLocks noChangeShapeType="1"/>
          </p:cNvSpPr>
          <p:nvPr/>
        </p:nvSpPr>
        <p:spPr bwMode="auto">
          <a:xfrm>
            <a:off x="1223963" y="4760913"/>
            <a:ext cx="2411412" cy="53975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7465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3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8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8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38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3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3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3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3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3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3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38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70" grpId="0"/>
      <p:bldP spid="138271" grpId="0"/>
      <p:bldP spid="138273" grpId="0"/>
      <p:bldP spid="138286" grpId="0" animBg="1"/>
      <p:bldP spid="138287" grpId="0" animBg="1"/>
      <p:bldP spid="138300" grpId="0" animBg="1"/>
      <p:bldP spid="138301" grpId="0" animBg="1"/>
      <p:bldP spid="138302" grpId="0" animBg="1"/>
      <p:bldP spid="138303" grpId="0" animBg="1"/>
      <p:bldP spid="13830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1017587" y="188912"/>
            <a:ext cx="7783513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宋体" pitchFamily="2" charset="-122"/>
              </a:rPr>
              <a:t>Given</a:t>
            </a:r>
            <a:r>
              <a:rPr kumimoji="0" lang="zh-CN" altLang="en-US" b="1" dirty="0">
                <a:latin typeface="宋体" pitchFamily="2" charset="-122"/>
              </a:rPr>
              <a:t> </a:t>
            </a:r>
            <a:r>
              <a:rPr kumimoji="0" lang="en-US" altLang="zh-CN" b="1" i="1" dirty="0">
                <a:cs typeface="Times New Roman" pitchFamily="18" charset="0"/>
              </a:rPr>
              <a:t>I</a:t>
            </a:r>
            <a:r>
              <a:rPr kumimoji="0" lang="en-US" altLang="zh-CN" b="1" baseline="-30000" dirty="0">
                <a:cs typeface="Times New Roman" pitchFamily="18" charset="0"/>
              </a:rPr>
              <a:t>1</a:t>
            </a:r>
            <a:r>
              <a:rPr kumimoji="0" lang="en-US" altLang="zh-CN" b="1" dirty="0">
                <a:cs typeface="Times New Roman" pitchFamily="18" charset="0"/>
              </a:rPr>
              <a:t>=4 A</a:t>
            </a:r>
            <a:r>
              <a:rPr kumimoji="0" lang="en-US" altLang="zh-CN" b="1" dirty="0">
                <a:latin typeface="宋体" pitchFamily="2" charset="-122"/>
              </a:rPr>
              <a:t>，</a:t>
            </a:r>
            <a:r>
              <a:rPr kumimoji="0" lang="en-US" altLang="zh-CN" b="1" i="1" dirty="0">
                <a:cs typeface="Times New Roman" pitchFamily="18" charset="0"/>
              </a:rPr>
              <a:t>I</a:t>
            </a:r>
            <a:r>
              <a:rPr kumimoji="0" lang="en-US" altLang="zh-CN" b="1" baseline="-30000" dirty="0">
                <a:cs typeface="Times New Roman" pitchFamily="18" charset="0"/>
              </a:rPr>
              <a:t>2</a:t>
            </a:r>
            <a:r>
              <a:rPr kumimoji="0" lang="en-US" altLang="zh-CN" b="1" dirty="0">
                <a:cs typeface="Times New Roman" pitchFamily="18" charset="0"/>
              </a:rPr>
              <a:t>=3 A</a:t>
            </a:r>
            <a:r>
              <a:rPr kumimoji="0" lang="en-US" altLang="zh-CN" b="1" dirty="0">
                <a:latin typeface="宋体" pitchFamily="2" charset="-122"/>
              </a:rPr>
              <a:t>，</a:t>
            </a:r>
            <a:r>
              <a:rPr kumimoji="0" lang="en-US" altLang="zh-CN" b="1" i="1" dirty="0">
                <a:cs typeface="Times New Roman" pitchFamily="18" charset="0"/>
              </a:rPr>
              <a:t>I</a:t>
            </a:r>
            <a:r>
              <a:rPr kumimoji="0" lang="en-US" altLang="zh-CN" b="1" baseline="-30000" dirty="0">
                <a:cs typeface="Times New Roman" pitchFamily="18" charset="0"/>
              </a:rPr>
              <a:t>3</a:t>
            </a:r>
            <a:r>
              <a:rPr kumimoji="0" lang="en-US" altLang="zh-CN" b="1" dirty="0">
                <a:cs typeface="Times New Roman" pitchFamily="18" charset="0"/>
              </a:rPr>
              <a:t>=6A</a:t>
            </a:r>
            <a:r>
              <a:rPr kumimoji="0" lang="en-US" altLang="zh-CN" b="1" dirty="0">
                <a:latin typeface="宋体" pitchFamily="2" charset="-122"/>
              </a:rPr>
              <a:t>，find the effective value of</a:t>
            </a:r>
            <a:r>
              <a:rPr kumimoji="0" lang="zh-CN" altLang="en-US" b="1" dirty="0">
                <a:latin typeface="宋体" pitchFamily="2" charset="-122"/>
              </a:rPr>
              <a:t> </a:t>
            </a:r>
            <a:r>
              <a:rPr kumimoji="0" lang="en-US" altLang="zh-CN" b="1" i="1" dirty="0">
                <a:cs typeface="Times New Roman" pitchFamily="18" charset="0"/>
              </a:rPr>
              <a:t>I  </a:t>
            </a:r>
            <a:r>
              <a:rPr kumimoji="0" lang="en-US" altLang="zh-CN" b="1" dirty="0">
                <a:cs typeface="Times New Roman" pitchFamily="18" charset="0"/>
              </a:rPr>
              <a:t>using </a:t>
            </a:r>
            <a:r>
              <a:rPr kumimoji="0" lang="en-US" altLang="zh-CN" b="1" dirty="0" err="1">
                <a:cs typeface="Times New Roman" pitchFamily="18" charset="0"/>
              </a:rPr>
              <a:t>phasor</a:t>
            </a:r>
            <a:r>
              <a:rPr kumimoji="0" lang="en-US" altLang="zh-CN" b="1" dirty="0">
                <a:cs typeface="Times New Roman" pitchFamily="18" charset="0"/>
              </a:rPr>
              <a:t> diagram</a:t>
            </a:r>
            <a:r>
              <a:rPr lang="en-US" altLang="zh-CN" sz="2500" b="1" dirty="0">
                <a:latin typeface="Tahoma" pitchFamily="34" charset="0"/>
              </a:rPr>
              <a:t>.</a:t>
            </a:r>
            <a:endParaRPr kumimoji="0" lang="en-US" altLang="zh-CN" sz="4000" b="1" dirty="0">
              <a:latin typeface="Arial" charset="0"/>
            </a:endParaRPr>
          </a:p>
        </p:txBody>
      </p:sp>
      <p:graphicFrame>
        <p:nvGraphicFramePr>
          <p:cNvPr id="141316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5040313" y="3968750"/>
          <a:ext cx="2160587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822" name="公式" r:id="rId4" imgW="952200" imgH="279360" progId="Equation.3">
                  <p:embed/>
                </p:oleObj>
              </mc:Choice>
              <mc:Fallback>
                <p:oleObj name="公式" r:id="rId4" imgW="9522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3968750"/>
                        <a:ext cx="2160587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7" name="Rectangle 5"/>
          <p:cNvSpPr>
            <a:spLocks noChangeArrowheads="1"/>
          </p:cNvSpPr>
          <p:nvPr/>
        </p:nvSpPr>
        <p:spPr bwMode="auto">
          <a:xfrm>
            <a:off x="215900" y="3213100"/>
            <a:ext cx="14438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Arial" charset="0"/>
              </a:rPr>
              <a:t>Solution</a:t>
            </a:r>
            <a:endParaRPr kumimoji="0" lang="zh-CN" altLang="en-US" sz="2000" b="1" dirty="0">
              <a:solidFill>
                <a:srgbClr val="FF0000"/>
              </a:solidFill>
              <a:latin typeface="Arial" charset="0"/>
            </a:endParaRPr>
          </a:p>
        </p:txBody>
      </p:sp>
      <p:grpSp>
        <p:nvGrpSpPr>
          <p:cNvPr id="141318" name="Group 6"/>
          <p:cNvGrpSpPr>
            <a:grpSpLocks/>
          </p:cNvGrpSpPr>
          <p:nvPr/>
        </p:nvGrpSpPr>
        <p:grpSpPr bwMode="auto">
          <a:xfrm>
            <a:off x="4787900" y="1989138"/>
            <a:ext cx="1295400" cy="884237"/>
            <a:chOff x="3312" y="1200"/>
            <a:chExt cx="476" cy="421"/>
          </a:xfrm>
        </p:grpSpPr>
        <p:sp>
          <p:nvSpPr>
            <p:cNvPr id="141319" name="Line 7"/>
            <p:cNvSpPr>
              <a:spLocks noChangeShapeType="1"/>
            </p:cNvSpPr>
            <p:nvPr/>
          </p:nvSpPr>
          <p:spPr bwMode="auto">
            <a:xfrm flipV="1">
              <a:off x="3312" y="1242"/>
              <a:ext cx="476" cy="37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41320" name="Object 8"/>
            <p:cNvGraphicFramePr>
              <a:graphicFrameLocks noChangeAspect="1"/>
            </p:cNvGraphicFramePr>
            <p:nvPr/>
          </p:nvGraphicFramePr>
          <p:xfrm>
            <a:off x="3315" y="1200"/>
            <a:ext cx="151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823" name="Equation" r:id="rId6" imgW="126720" imgH="190440" progId="Equation.3">
                    <p:embed/>
                  </p:oleObj>
                </mc:Choice>
                <mc:Fallback>
                  <p:oleObj name="Equation" r:id="rId6" imgW="12672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5" y="1200"/>
                          <a:ext cx="151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1321" name="Group 9"/>
          <p:cNvGrpSpPr>
            <a:grpSpLocks/>
          </p:cNvGrpSpPr>
          <p:nvPr/>
        </p:nvGrpSpPr>
        <p:grpSpPr bwMode="auto">
          <a:xfrm>
            <a:off x="5580063" y="944563"/>
            <a:ext cx="503237" cy="1152525"/>
            <a:chOff x="4032" y="576"/>
            <a:chExt cx="220" cy="876"/>
          </a:xfrm>
        </p:grpSpPr>
        <p:graphicFrame>
          <p:nvGraphicFramePr>
            <p:cNvPr id="141322" name="Object 10"/>
            <p:cNvGraphicFramePr>
              <a:graphicFrameLocks noChangeAspect="1"/>
            </p:cNvGraphicFramePr>
            <p:nvPr/>
          </p:nvGraphicFramePr>
          <p:xfrm>
            <a:off x="4032" y="918"/>
            <a:ext cx="21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824" name="Equation" r:id="rId8" imgW="177480" imgH="228600" progId="Equation.3">
                    <p:embed/>
                  </p:oleObj>
                </mc:Choice>
                <mc:Fallback>
                  <p:oleObj name="Equation" r:id="rId8" imgW="1774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918"/>
                          <a:ext cx="211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1323" name="Line 11"/>
            <p:cNvSpPr>
              <a:spLocks noChangeShapeType="1"/>
            </p:cNvSpPr>
            <p:nvPr/>
          </p:nvSpPr>
          <p:spPr bwMode="auto">
            <a:xfrm flipH="1">
              <a:off x="4245" y="576"/>
              <a:ext cx="7" cy="8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41324" name="Group 12"/>
          <p:cNvGrpSpPr>
            <a:grpSpLocks/>
          </p:cNvGrpSpPr>
          <p:nvPr/>
        </p:nvGrpSpPr>
        <p:grpSpPr bwMode="auto">
          <a:xfrm>
            <a:off x="6156325" y="836613"/>
            <a:ext cx="365125" cy="2033587"/>
            <a:chOff x="4944" y="528"/>
            <a:chExt cx="230" cy="1277"/>
          </a:xfrm>
        </p:grpSpPr>
        <p:sp>
          <p:nvSpPr>
            <p:cNvPr id="141325" name="Line 13"/>
            <p:cNvSpPr>
              <a:spLocks noChangeShapeType="1"/>
            </p:cNvSpPr>
            <p:nvPr/>
          </p:nvSpPr>
          <p:spPr bwMode="auto">
            <a:xfrm flipH="1" flipV="1">
              <a:off x="4944" y="528"/>
              <a:ext cx="6" cy="127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41326" name="Object 14"/>
            <p:cNvGraphicFramePr>
              <a:graphicFrameLocks noChangeAspect="1"/>
            </p:cNvGraphicFramePr>
            <p:nvPr/>
          </p:nvGraphicFramePr>
          <p:xfrm>
            <a:off x="4963" y="962"/>
            <a:ext cx="211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825" name="Equation" r:id="rId10" imgW="177480" imgH="241200" progId="Equation.3">
                    <p:embed/>
                  </p:oleObj>
                </mc:Choice>
                <mc:Fallback>
                  <p:oleObj name="Equation" r:id="rId10" imgW="1774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3" y="962"/>
                          <a:ext cx="211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1328" name="Rectangle 16"/>
          <p:cNvSpPr>
            <a:spLocks noChangeArrowheads="1"/>
          </p:cNvSpPr>
          <p:nvPr/>
        </p:nvSpPr>
        <p:spPr bwMode="auto">
          <a:xfrm>
            <a:off x="1827213" y="3349625"/>
            <a:ext cx="17494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kumimoji="0" lang="zh-CN" altLang="en-US" sz="4400">
              <a:latin typeface="Arial" charset="0"/>
            </a:endParaRPr>
          </a:p>
        </p:txBody>
      </p:sp>
      <p:graphicFrame>
        <p:nvGraphicFramePr>
          <p:cNvPr id="1413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158112"/>
              </p:ext>
            </p:extLst>
          </p:nvPr>
        </p:nvGraphicFramePr>
        <p:xfrm>
          <a:off x="2089509" y="3107872"/>
          <a:ext cx="30797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826" name="公式" r:id="rId12" imgW="164880" imgH="203040" progId="Equation.3">
                  <p:embed/>
                </p:oleObj>
              </mc:Choice>
              <mc:Fallback>
                <p:oleObj name="公式" r:id="rId12" imgW="1648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509" y="3107872"/>
                        <a:ext cx="307975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1386" name="Group 74"/>
          <p:cNvGrpSpPr>
            <a:grpSpLocks/>
          </p:cNvGrpSpPr>
          <p:nvPr/>
        </p:nvGrpSpPr>
        <p:grpSpPr bwMode="auto">
          <a:xfrm>
            <a:off x="4500563" y="2708275"/>
            <a:ext cx="2860675" cy="1371600"/>
            <a:chOff x="2812" y="3135"/>
            <a:chExt cx="1802" cy="864"/>
          </a:xfrm>
        </p:grpSpPr>
        <p:grpSp>
          <p:nvGrpSpPr>
            <p:cNvPr id="141365" name="Group 53"/>
            <p:cNvGrpSpPr>
              <a:grpSpLocks/>
            </p:cNvGrpSpPr>
            <p:nvPr/>
          </p:nvGrpSpPr>
          <p:grpSpPr bwMode="auto">
            <a:xfrm>
              <a:off x="2812" y="3135"/>
              <a:ext cx="1802" cy="421"/>
              <a:chOff x="4084" y="1756"/>
              <a:chExt cx="1439" cy="421"/>
            </a:xfrm>
          </p:grpSpPr>
          <p:sp>
            <p:nvSpPr>
              <p:cNvPr id="141366" name="Line 54"/>
              <p:cNvSpPr>
                <a:spLocks noChangeShapeType="1"/>
              </p:cNvSpPr>
              <p:nvPr/>
            </p:nvSpPr>
            <p:spPr bwMode="auto">
              <a:xfrm>
                <a:off x="4225" y="1854"/>
                <a:ext cx="129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41367" name="Object 55"/>
              <p:cNvGraphicFramePr>
                <a:graphicFrameLocks noChangeAspect="1"/>
              </p:cNvGraphicFramePr>
              <p:nvPr/>
            </p:nvGraphicFramePr>
            <p:xfrm>
              <a:off x="5133" y="1835"/>
              <a:ext cx="241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9827" name="Equation" r:id="rId14" imgW="203040" imgH="253800" progId="Equation.3">
                      <p:embed/>
                    </p:oleObj>
                  </mc:Choice>
                  <mc:Fallback>
                    <p:oleObj name="Equation" r:id="rId14" imgW="203040" imgH="2538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3" y="1835"/>
                            <a:ext cx="241" cy="3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1368" name="Object 56"/>
              <p:cNvGraphicFramePr>
                <a:graphicFrameLocks noChangeAspect="1"/>
              </p:cNvGraphicFramePr>
              <p:nvPr/>
            </p:nvGraphicFramePr>
            <p:xfrm>
              <a:off x="4084" y="1756"/>
              <a:ext cx="151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9828" name="Equation" r:id="rId16" imgW="126720" imgH="177480" progId="Equation.3">
                      <p:embed/>
                    </p:oleObj>
                  </mc:Choice>
                  <mc:Fallback>
                    <p:oleObj name="Equation" r:id="rId16" imgW="12672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4" y="1756"/>
                            <a:ext cx="151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1369" name="Rectangle 57"/>
            <p:cNvSpPr>
              <a:spLocks noChangeArrowheads="1"/>
            </p:cNvSpPr>
            <p:nvPr/>
          </p:nvSpPr>
          <p:spPr bwMode="auto">
            <a:xfrm>
              <a:off x="3273" y="3553"/>
              <a:ext cx="1217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 err="1">
                  <a:latin typeface="宋体" pitchFamily="2" charset="-122"/>
                </a:rPr>
                <a:t>Phasor</a:t>
              </a:r>
              <a:r>
                <a:rPr lang="en-US" altLang="zh-CN" sz="2000" b="1" dirty="0">
                  <a:latin typeface="宋体" pitchFamily="2" charset="-122"/>
                </a:rPr>
                <a:t> diagram</a:t>
              </a:r>
              <a:endParaRPr kumimoji="0" lang="zh-CN" altLang="en-US" sz="2000" b="1" dirty="0">
                <a:latin typeface="宋体" pitchFamily="2" charset="-122"/>
              </a:endParaRPr>
            </a:p>
          </p:txBody>
        </p:sp>
      </p:grpSp>
      <p:grpSp>
        <p:nvGrpSpPr>
          <p:cNvPr id="141370" name="Group 58"/>
          <p:cNvGrpSpPr>
            <a:grpSpLocks/>
          </p:cNvGrpSpPr>
          <p:nvPr/>
        </p:nvGrpSpPr>
        <p:grpSpPr bwMode="auto">
          <a:xfrm>
            <a:off x="4787900" y="2852738"/>
            <a:ext cx="1419225" cy="528637"/>
            <a:chOff x="4240" y="1841"/>
            <a:chExt cx="532" cy="333"/>
          </a:xfrm>
        </p:grpSpPr>
        <p:sp>
          <p:nvSpPr>
            <p:cNvPr id="141371" name="Line 59"/>
            <p:cNvSpPr>
              <a:spLocks noChangeShapeType="1"/>
            </p:cNvSpPr>
            <p:nvPr/>
          </p:nvSpPr>
          <p:spPr bwMode="auto">
            <a:xfrm>
              <a:off x="4240" y="1841"/>
              <a:ext cx="53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41372" name="Object 60"/>
            <p:cNvGraphicFramePr>
              <a:graphicFrameLocks noChangeAspect="1"/>
            </p:cNvGraphicFramePr>
            <p:nvPr/>
          </p:nvGraphicFramePr>
          <p:xfrm>
            <a:off x="4543" y="1866"/>
            <a:ext cx="196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829" name="Equation" r:id="rId18" imgW="164880" imgH="228600" progId="Equation.3">
                    <p:embed/>
                  </p:oleObj>
                </mc:Choice>
                <mc:Fallback>
                  <p:oleObj name="Equation" r:id="rId18" imgW="1648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3" y="1866"/>
                          <a:ext cx="196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1373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695370"/>
              </p:ext>
            </p:extLst>
          </p:nvPr>
        </p:nvGraphicFramePr>
        <p:xfrm>
          <a:off x="623093" y="3570287"/>
          <a:ext cx="22923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830" name="Equation" r:id="rId20" imgW="1079280" imgH="228600" progId="Equation.DSMT4">
                  <p:embed/>
                </p:oleObj>
              </mc:Choice>
              <mc:Fallback>
                <p:oleObj name="Equation" r:id="rId20" imgW="1079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93" y="3570287"/>
                        <a:ext cx="22923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74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475904"/>
              </p:ext>
            </p:extLst>
          </p:nvPr>
        </p:nvGraphicFramePr>
        <p:xfrm>
          <a:off x="685800" y="4073525"/>
          <a:ext cx="1905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831" name="Equation" r:id="rId22" imgW="952200" imgH="266400" progId="Equation.DSMT4">
                  <p:embed/>
                </p:oleObj>
              </mc:Choice>
              <mc:Fallback>
                <p:oleObj name="Equation" r:id="rId22" imgW="9522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073525"/>
                        <a:ext cx="1905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75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485759"/>
              </p:ext>
            </p:extLst>
          </p:nvPr>
        </p:nvGraphicFramePr>
        <p:xfrm>
          <a:off x="608013" y="4772025"/>
          <a:ext cx="2057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832" name="Equation" r:id="rId24" imgW="1028520" imgH="266400" progId="Equation.DSMT4">
                  <p:embed/>
                </p:oleObj>
              </mc:Choice>
              <mc:Fallback>
                <p:oleObj name="Equation" r:id="rId24" imgW="102852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4772025"/>
                        <a:ext cx="2057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76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0938"/>
              </p:ext>
            </p:extLst>
          </p:nvPr>
        </p:nvGraphicFramePr>
        <p:xfrm>
          <a:off x="544513" y="5335588"/>
          <a:ext cx="2438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833" name="Equation" r:id="rId26" imgW="1218960" imgH="266400" progId="Equation.DSMT4">
                  <p:embed/>
                </p:oleObj>
              </mc:Choice>
              <mc:Fallback>
                <p:oleObj name="Equation" r:id="rId26" imgW="12189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5335588"/>
                        <a:ext cx="2438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77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274023"/>
              </p:ext>
            </p:extLst>
          </p:nvPr>
        </p:nvGraphicFramePr>
        <p:xfrm>
          <a:off x="3576638" y="5268710"/>
          <a:ext cx="10096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834" name="公式" r:id="rId28" imgW="393480" imgH="203040" progId="Equation.3">
                  <p:embed/>
                </p:oleObj>
              </mc:Choice>
              <mc:Fallback>
                <p:oleObj name="公式" r:id="rId28" imgW="3934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638" y="5268710"/>
                        <a:ext cx="100965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1378" name="Group 66"/>
          <p:cNvGrpSpPr>
            <a:grpSpLocks/>
          </p:cNvGrpSpPr>
          <p:nvPr/>
        </p:nvGrpSpPr>
        <p:grpSpPr bwMode="auto">
          <a:xfrm>
            <a:off x="4188618" y="5280295"/>
            <a:ext cx="720725" cy="468312"/>
            <a:chOff x="2608" y="3521"/>
            <a:chExt cx="408" cy="255"/>
          </a:xfrm>
        </p:grpSpPr>
        <p:sp>
          <p:nvSpPr>
            <p:cNvPr id="141379" name="Text Box 67"/>
            <p:cNvSpPr txBox="1">
              <a:spLocks noChangeArrowheads="1"/>
            </p:cNvSpPr>
            <p:nvPr/>
          </p:nvSpPr>
          <p:spPr bwMode="auto">
            <a:xfrm>
              <a:off x="2608" y="3521"/>
              <a:ext cx="408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/>
            </a:p>
          </p:txBody>
        </p:sp>
        <p:graphicFrame>
          <p:nvGraphicFramePr>
            <p:cNvPr id="141380" name="Object 68"/>
            <p:cNvGraphicFramePr>
              <a:graphicFrameLocks noChangeAspect="1"/>
            </p:cNvGraphicFramePr>
            <p:nvPr/>
          </p:nvGraphicFramePr>
          <p:xfrm>
            <a:off x="2653" y="3521"/>
            <a:ext cx="31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835" name="公式" r:id="rId30" imgW="253800" imgH="203040" progId="Equation.3">
                    <p:embed/>
                  </p:oleObj>
                </mc:Choice>
                <mc:Fallback>
                  <p:oleObj name="公式" r:id="rId30" imgW="25380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3521"/>
                          <a:ext cx="318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1385" name="Group 73"/>
          <p:cNvGrpSpPr>
            <a:grpSpLocks/>
          </p:cNvGrpSpPr>
          <p:nvPr/>
        </p:nvGrpSpPr>
        <p:grpSpPr bwMode="auto">
          <a:xfrm>
            <a:off x="632618" y="1086531"/>
            <a:ext cx="3097213" cy="2228850"/>
            <a:chOff x="521" y="620"/>
            <a:chExt cx="1951" cy="1404"/>
          </a:xfrm>
        </p:grpSpPr>
        <p:sp>
          <p:nvSpPr>
            <p:cNvPr id="141330" name="Line 18"/>
            <p:cNvSpPr>
              <a:spLocks noChangeShapeType="1"/>
            </p:cNvSpPr>
            <p:nvPr/>
          </p:nvSpPr>
          <p:spPr bwMode="auto">
            <a:xfrm>
              <a:off x="561" y="1275"/>
              <a:ext cx="23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1331" name="Object 19"/>
            <p:cNvGraphicFramePr>
              <a:graphicFrameLocks noChangeAspect="1"/>
            </p:cNvGraphicFramePr>
            <p:nvPr/>
          </p:nvGraphicFramePr>
          <p:xfrm>
            <a:off x="551" y="993"/>
            <a:ext cx="14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836" name="公式" r:id="rId32" imgW="126720" imgH="266400" progId="Equation.3">
                    <p:embed/>
                  </p:oleObj>
                </mc:Choice>
                <mc:Fallback>
                  <p:oleObj name="公式" r:id="rId32" imgW="12672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" y="993"/>
                          <a:ext cx="149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1332" name="Line 20"/>
            <p:cNvSpPr>
              <a:spLocks noChangeShapeType="1"/>
            </p:cNvSpPr>
            <p:nvPr/>
          </p:nvSpPr>
          <p:spPr bwMode="auto">
            <a:xfrm>
              <a:off x="977" y="923"/>
              <a:ext cx="10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33" name="Line 21"/>
            <p:cNvSpPr>
              <a:spLocks noChangeShapeType="1"/>
            </p:cNvSpPr>
            <p:nvPr/>
          </p:nvSpPr>
          <p:spPr bwMode="auto">
            <a:xfrm>
              <a:off x="961" y="1806"/>
              <a:ext cx="5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36" name="Rectangle 24"/>
            <p:cNvSpPr>
              <a:spLocks noChangeArrowheads="1"/>
            </p:cNvSpPr>
            <p:nvPr/>
          </p:nvSpPr>
          <p:spPr bwMode="auto">
            <a:xfrm rot="-5400000">
              <a:off x="1436" y="785"/>
              <a:ext cx="102" cy="279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337" name="Text Box 25"/>
            <p:cNvSpPr txBox="1">
              <a:spLocks noChangeArrowheads="1"/>
            </p:cNvSpPr>
            <p:nvPr/>
          </p:nvSpPr>
          <p:spPr bwMode="auto">
            <a:xfrm>
              <a:off x="1380" y="663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 i="1"/>
                <a:t>R</a:t>
              </a:r>
              <a:endParaRPr lang="en-US" altLang="zh-CN" sz="2000" b="1"/>
            </a:p>
          </p:txBody>
        </p:sp>
        <p:sp>
          <p:nvSpPr>
            <p:cNvPr id="141338" name="Text Box 26"/>
            <p:cNvSpPr txBox="1">
              <a:spLocks noChangeArrowheads="1"/>
            </p:cNvSpPr>
            <p:nvPr/>
          </p:nvSpPr>
          <p:spPr bwMode="auto">
            <a:xfrm flipH="1">
              <a:off x="1155" y="1774"/>
              <a:ext cx="2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000" b="1"/>
                <a:t>+</a:t>
              </a:r>
            </a:p>
          </p:txBody>
        </p:sp>
        <p:sp>
          <p:nvSpPr>
            <p:cNvPr id="141339" name="Text Box 27"/>
            <p:cNvSpPr txBox="1">
              <a:spLocks noChangeArrowheads="1"/>
            </p:cNvSpPr>
            <p:nvPr/>
          </p:nvSpPr>
          <p:spPr bwMode="auto">
            <a:xfrm>
              <a:off x="1655" y="1684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000" b="1"/>
                <a:t>_</a:t>
              </a:r>
            </a:p>
          </p:txBody>
        </p:sp>
        <p:grpSp>
          <p:nvGrpSpPr>
            <p:cNvPr id="141340" name="Group 28"/>
            <p:cNvGrpSpPr>
              <a:grpSpLocks/>
            </p:cNvGrpSpPr>
            <p:nvPr/>
          </p:nvGrpSpPr>
          <p:grpSpPr bwMode="auto">
            <a:xfrm rot="-58645">
              <a:off x="1288" y="1298"/>
              <a:ext cx="324" cy="55"/>
              <a:chOff x="666" y="1872"/>
              <a:chExt cx="489" cy="60"/>
            </a:xfrm>
          </p:grpSpPr>
          <p:sp>
            <p:nvSpPr>
              <p:cNvPr id="141341" name="Freeform 29"/>
              <p:cNvSpPr>
                <a:spLocks/>
              </p:cNvSpPr>
              <p:nvPr/>
            </p:nvSpPr>
            <p:spPr bwMode="auto">
              <a:xfrm>
                <a:off x="666" y="1872"/>
                <a:ext cx="125" cy="60"/>
              </a:xfrm>
              <a:custGeom>
                <a:avLst/>
                <a:gdLst>
                  <a:gd name="T0" fmla="*/ 0 w 125"/>
                  <a:gd name="T1" fmla="*/ 60 h 60"/>
                  <a:gd name="T2" fmla="*/ 23 w 125"/>
                  <a:gd name="T3" fmla="*/ 15 h 60"/>
                  <a:gd name="T4" fmla="*/ 65 w 125"/>
                  <a:gd name="T5" fmla="*/ 0 h 60"/>
                  <a:gd name="T6" fmla="*/ 102 w 125"/>
                  <a:gd name="T7" fmla="*/ 15 h 60"/>
                  <a:gd name="T8" fmla="*/ 125 w 125"/>
                  <a:gd name="T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60">
                    <a:moveTo>
                      <a:pt x="0" y="60"/>
                    </a:moveTo>
                    <a:cubicBezTo>
                      <a:pt x="4" y="53"/>
                      <a:pt x="12" y="25"/>
                      <a:pt x="23" y="15"/>
                    </a:cubicBezTo>
                    <a:cubicBezTo>
                      <a:pt x="34" y="5"/>
                      <a:pt x="52" y="0"/>
                      <a:pt x="65" y="0"/>
                    </a:cubicBezTo>
                    <a:cubicBezTo>
                      <a:pt x="78" y="0"/>
                      <a:pt x="92" y="7"/>
                      <a:pt x="102" y="15"/>
                    </a:cubicBezTo>
                    <a:cubicBezTo>
                      <a:pt x="112" y="23"/>
                      <a:pt x="120" y="44"/>
                      <a:pt x="125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342" name="Freeform 30"/>
              <p:cNvSpPr>
                <a:spLocks/>
              </p:cNvSpPr>
              <p:nvPr/>
            </p:nvSpPr>
            <p:spPr bwMode="auto">
              <a:xfrm>
                <a:off x="791" y="1872"/>
                <a:ext cx="121" cy="54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343" name="Freeform 31"/>
              <p:cNvSpPr>
                <a:spLocks/>
              </p:cNvSpPr>
              <p:nvPr/>
            </p:nvSpPr>
            <p:spPr bwMode="auto">
              <a:xfrm>
                <a:off x="912" y="1872"/>
                <a:ext cx="119" cy="51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344" name="Freeform 32"/>
              <p:cNvSpPr>
                <a:spLocks/>
              </p:cNvSpPr>
              <p:nvPr/>
            </p:nvSpPr>
            <p:spPr bwMode="auto">
              <a:xfrm>
                <a:off x="1032" y="1872"/>
                <a:ext cx="123" cy="57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1345" name="Oval 33"/>
            <p:cNvSpPr>
              <a:spLocks noChangeArrowheads="1"/>
            </p:cNvSpPr>
            <p:nvPr/>
          </p:nvSpPr>
          <p:spPr bwMode="auto">
            <a:xfrm>
              <a:off x="521" y="1321"/>
              <a:ext cx="46" cy="4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47" name="Line 35"/>
            <p:cNvSpPr>
              <a:spLocks noChangeShapeType="1"/>
            </p:cNvSpPr>
            <p:nvPr/>
          </p:nvSpPr>
          <p:spPr bwMode="auto">
            <a:xfrm>
              <a:off x="1574" y="1800"/>
              <a:ext cx="47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48" name="Line 36"/>
            <p:cNvSpPr>
              <a:spLocks noChangeShapeType="1"/>
            </p:cNvSpPr>
            <p:nvPr/>
          </p:nvSpPr>
          <p:spPr bwMode="auto">
            <a:xfrm>
              <a:off x="1488" y="1674"/>
              <a:ext cx="0" cy="2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49" name="Line 37"/>
            <p:cNvSpPr>
              <a:spLocks noChangeShapeType="1"/>
            </p:cNvSpPr>
            <p:nvPr/>
          </p:nvSpPr>
          <p:spPr bwMode="auto">
            <a:xfrm>
              <a:off x="1581" y="1668"/>
              <a:ext cx="0" cy="2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41350" name="Object 38"/>
            <p:cNvGraphicFramePr>
              <a:graphicFrameLocks noChangeAspect="1"/>
            </p:cNvGraphicFramePr>
            <p:nvPr/>
          </p:nvGraphicFramePr>
          <p:xfrm>
            <a:off x="1278" y="1089"/>
            <a:ext cx="373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837" name="Equation" r:id="rId34" imgW="317160" imgH="203040" progId="Equation.3">
                    <p:embed/>
                  </p:oleObj>
                </mc:Choice>
                <mc:Fallback>
                  <p:oleObj name="Equation" r:id="rId34" imgW="31716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8" y="1089"/>
                          <a:ext cx="373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1351" name="Object 39"/>
            <p:cNvGraphicFramePr>
              <a:graphicFrameLocks noChangeAspect="1"/>
            </p:cNvGraphicFramePr>
            <p:nvPr/>
          </p:nvGraphicFramePr>
          <p:xfrm>
            <a:off x="1199" y="1366"/>
            <a:ext cx="367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838" name="Equation" r:id="rId36" imgW="368280" imgH="431640" progId="Equation.3">
                    <p:embed/>
                  </p:oleObj>
                </mc:Choice>
                <mc:Fallback>
                  <p:oleObj name="Equation" r:id="rId36" imgW="3682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9" y="1366"/>
                          <a:ext cx="367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1352" name="Line 40"/>
            <p:cNvSpPr>
              <a:spLocks noChangeShapeType="1"/>
            </p:cNvSpPr>
            <p:nvPr/>
          </p:nvSpPr>
          <p:spPr bwMode="auto">
            <a:xfrm>
              <a:off x="973" y="919"/>
              <a:ext cx="0" cy="8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54" name="Line 42"/>
            <p:cNvSpPr>
              <a:spLocks noChangeShapeType="1"/>
            </p:cNvSpPr>
            <p:nvPr/>
          </p:nvSpPr>
          <p:spPr bwMode="auto">
            <a:xfrm>
              <a:off x="964" y="1349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55" name="Line 43"/>
            <p:cNvSpPr>
              <a:spLocks noChangeShapeType="1"/>
            </p:cNvSpPr>
            <p:nvPr/>
          </p:nvSpPr>
          <p:spPr bwMode="auto">
            <a:xfrm>
              <a:off x="1605" y="1337"/>
              <a:ext cx="4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56" name="Line 44"/>
            <p:cNvSpPr>
              <a:spLocks noChangeShapeType="1"/>
            </p:cNvSpPr>
            <p:nvPr/>
          </p:nvSpPr>
          <p:spPr bwMode="auto">
            <a:xfrm>
              <a:off x="2026" y="1344"/>
              <a:ext cx="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57" name="Line 45"/>
            <p:cNvSpPr>
              <a:spLocks noChangeShapeType="1"/>
            </p:cNvSpPr>
            <p:nvPr/>
          </p:nvSpPr>
          <p:spPr bwMode="auto">
            <a:xfrm flipV="1">
              <a:off x="521" y="1341"/>
              <a:ext cx="466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58" name="Line 46"/>
            <p:cNvSpPr>
              <a:spLocks noChangeShapeType="1"/>
            </p:cNvSpPr>
            <p:nvPr/>
          </p:nvSpPr>
          <p:spPr bwMode="auto">
            <a:xfrm>
              <a:off x="1005" y="1805"/>
              <a:ext cx="2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59" name="Line 47"/>
            <p:cNvSpPr>
              <a:spLocks noChangeShapeType="1"/>
            </p:cNvSpPr>
            <p:nvPr/>
          </p:nvSpPr>
          <p:spPr bwMode="auto">
            <a:xfrm>
              <a:off x="1052" y="1343"/>
              <a:ext cx="2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60" name="Line 48"/>
            <p:cNvSpPr>
              <a:spLocks noChangeShapeType="1"/>
            </p:cNvSpPr>
            <p:nvPr/>
          </p:nvSpPr>
          <p:spPr bwMode="auto">
            <a:xfrm>
              <a:off x="1017" y="954"/>
              <a:ext cx="2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1361" name="Object 49"/>
            <p:cNvGraphicFramePr>
              <a:graphicFrameLocks noChangeAspect="1"/>
            </p:cNvGraphicFramePr>
            <p:nvPr/>
          </p:nvGraphicFramePr>
          <p:xfrm>
            <a:off x="985" y="620"/>
            <a:ext cx="20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839" name="Equation" r:id="rId38" imgW="177480" imgH="304560" progId="Equation.3">
                    <p:embed/>
                  </p:oleObj>
                </mc:Choice>
                <mc:Fallback>
                  <p:oleObj name="Equation" r:id="rId38" imgW="17748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5" y="620"/>
                          <a:ext cx="209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1362" name="Object 50"/>
            <p:cNvGraphicFramePr>
              <a:graphicFrameLocks noChangeAspect="1"/>
            </p:cNvGraphicFramePr>
            <p:nvPr/>
          </p:nvGraphicFramePr>
          <p:xfrm>
            <a:off x="1001" y="1005"/>
            <a:ext cx="224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840" name="Equation" r:id="rId40" imgW="190440" imgH="304560" progId="Equation.3">
                    <p:embed/>
                  </p:oleObj>
                </mc:Choice>
                <mc:Fallback>
                  <p:oleObj name="Equation" r:id="rId40" imgW="19044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1" y="1005"/>
                          <a:ext cx="224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1363" name="Object 51"/>
            <p:cNvGraphicFramePr>
              <a:graphicFrameLocks noChangeAspect="1"/>
            </p:cNvGraphicFramePr>
            <p:nvPr/>
          </p:nvGraphicFramePr>
          <p:xfrm>
            <a:off x="969" y="1434"/>
            <a:ext cx="224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841" name="Equation" r:id="rId42" imgW="190440" imgH="317160" progId="Equation.3">
                    <p:embed/>
                  </p:oleObj>
                </mc:Choice>
                <mc:Fallback>
                  <p:oleObj name="Equation" r:id="rId42" imgW="19044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9" y="1434"/>
                          <a:ext cx="224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1383" name="Line 71"/>
            <p:cNvSpPr>
              <a:spLocks noChangeShapeType="1"/>
            </p:cNvSpPr>
            <p:nvPr/>
          </p:nvSpPr>
          <p:spPr bwMode="auto">
            <a:xfrm>
              <a:off x="2041" y="935"/>
              <a:ext cx="0" cy="8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84" name="Oval 72"/>
            <p:cNvSpPr>
              <a:spLocks noChangeArrowheads="1"/>
            </p:cNvSpPr>
            <p:nvPr/>
          </p:nvSpPr>
          <p:spPr bwMode="auto">
            <a:xfrm>
              <a:off x="2426" y="1321"/>
              <a:ext cx="46" cy="4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152329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1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1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1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1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1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1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1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1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1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1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13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1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1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1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1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1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1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1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1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0" fill="hold"/>
                                        <p:tgtEl>
                                          <p:spTgt spid="141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0" fill="hold"/>
                                        <p:tgtEl>
                                          <p:spTgt spid="141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41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41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7" grpId="0" autoUpdateAnimBg="0"/>
    </p:bld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40000"/>
          </a:lnSpc>
          <a:spcBef>
            <a:spcPct val="0"/>
          </a:spcBef>
          <a:spcAft>
            <a:spcPct val="0"/>
          </a:spcAft>
          <a:buClr>
            <a:srgbClr val="0066FF"/>
          </a:buClr>
          <a:buSzPct val="60000"/>
          <a:buFont typeface="Wingdings" pitchFamily="2" charset="2"/>
          <a:buChar char="n"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40000"/>
          </a:lnSpc>
          <a:spcBef>
            <a:spcPct val="0"/>
          </a:spcBef>
          <a:spcAft>
            <a:spcPct val="0"/>
          </a:spcAft>
          <a:buClr>
            <a:srgbClr val="0066FF"/>
          </a:buClr>
          <a:buSzPct val="60000"/>
          <a:buFont typeface="Wingdings" pitchFamily="2" charset="2"/>
          <a:buChar char="n"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6197</TotalTime>
  <Words>1005</Words>
  <Application>Microsoft Macintosh PowerPoint</Application>
  <PresentationFormat>全屏显示(4:3)</PresentationFormat>
  <Paragraphs>264</Paragraphs>
  <Slides>41</Slides>
  <Notes>5</Notes>
  <HiddenSlides>1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55" baseType="lpstr">
      <vt:lpstr>宋体</vt:lpstr>
      <vt:lpstr>Arial</vt:lpstr>
      <vt:lpstr>Arial Black</vt:lpstr>
      <vt:lpstr>Calibri</vt:lpstr>
      <vt:lpstr>Cambria Math</vt:lpstr>
      <vt:lpstr>Tahoma</vt:lpstr>
      <vt:lpstr>Times New Roman</vt:lpstr>
      <vt:lpstr>Trebuchet MS</vt:lpstr>
      <vt:lpstr>Verdana</vt:lpstr>
      <vt:lpstr>Wingdings</vt:lpstr>
      <vt:lpstr>Blends</vt:lpstr>
      <vt:lpstr>公式</vt:lpstr>
      <vt:lpstr>Equation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10.7  Op amp ac circuits</vt:lpstr>
      <vt:lpstr>PowerPoint 演示文稿</vt:lpstr>
      <vt:lpstr>PowerPoint 演示文稿</vt:lpstr>
      <vt:lpstr>PowerPoint 演示文稿</vt:lpstr>
      <vt:lpstr>Exercise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xiongying</dc:creator>
  <cp:lastModifiedBy>xiong Grace</cp:lastModifiedBy>
  <cp:revision>165</cp:revision>
  <dcterms:created xsi:type="dcterms:W3CDTF">2013-04-22T02:15:54Z</dcterms:created>
  <dcterms:modified xsi:type="dcterms:W3CDTF">2024-10-14T13:21:22Z</dcterms:modified>
</cp:coreProperties>
</file>